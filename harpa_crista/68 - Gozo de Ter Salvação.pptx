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CCF30-6797-4243-0590-ED74999C5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E41C91-A262-3072-6A39-1E71F5CC4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BA7091-F2FE-1604-D4CE-307FEB40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E0BECE-6223-7D48-5927-F5FD8C7FD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6F8C32-772B-7A44-0FCF-BDF42891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EF5364-9529-4B5C-991A-F5F7AD4E05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2350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B5EBF-FB6A-49A3-BDF6-38CBA355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BF18AD-AAE4-01A3-79F2-7E388C2A5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8F5767-9DE9-7AFE-52E2-2304765A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748FCA-4A9A-9B60-8C03-70BDB183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35C93D-AC23-0B18-B342-86941264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3C6D2-297A-406A-882E-AA093778CE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983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9DB02-75FB-332E-8603-0C76AAACE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EC547E-E476-3EF4-0766-3EE74EDA2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8941A6-F67A-B2CB-E792-A4D6D936D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A459A4-6091-2835-CED2-0636B1EB8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D0ADAF-15B3-D235-B812-1F718736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806DCD-C6AA-4295-8745-546138C90E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6016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24EB7-9D36-9CE3-4F46-311A13471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F8B7C1-BEC9-2BAC-F90E-F1CA6E0CB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E87D3A-E296-88A5-AA06-56057B30B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A394E3-2399-3761-BD46-FAD43D97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418E71-A9C6-CD03-40E9-329B718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A2609F-5055-388C-E812-B40679EB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410354-B3B7-4284-84AD-F55CCEF437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2705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35E73-ABF8-6A75-1829-110F7819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F8480E-2348-2E7F-1B23-017FF2C65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4D6A9B-EA0A-3024-228F-71394B6F2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F52D6F2-81B1-AE02-1A55-044485BDC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FE30D2-BD14-2186-101E-B6518E168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C16BC23-03B3-517B-87FF-7D8AD78C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C1084E-1272-1C61-0096-A095528ED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72AEC1D-0B5F-4082-CD81-616F8421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718B1-FC2D-4009-A061-8485B82AE2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2855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EED9D-D166-29F7-4C01-F68DCD7E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5CB234F-D4FF-EB32-BAD2-F1BD1DE07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D709A7-ACE2-5D19-42C4-47729DAAD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655EA42-8A1B-934F-0B69-B5315D26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49CB66-D504-4197-9233-C3206C70E5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6091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59C9E0A-A41B-EDEC-FA7B-46EC2947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E40EEC8-D2E0-3413-B61B-D8A118C8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EFE4F8-E08E-3982-D4D3-344EEF0E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AEC4C9-2742-4E5C-B225-4C3BC5C668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81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7D700-3AEF-473B-7CC1-E7D2F29BF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24C9A5-B1BF-27C9-CF53-7BC6F96D6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C04C7C-FF9C-E7E0-54F6-B6DF335DE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40630E-0849-58F9-FD53-FCF279324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F10926-D1C9-CCFA-461B-EFA4A267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E7C515-965C-85B1-CF23-A6305998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F6621E-D53B-4B5F-8736-78C43FFC2F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1876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F2138-0155-8120-7A91-3C210ADD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9D9D4ED-5B07-4839-58AA-57D37E4A9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468BA4-DB0C-54D1-3207-5F962F26C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AC588A-1DD7-34B5-09BE-0B75DC9E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D55E24-EEB0-DF58-DD18-BE6113F39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7A7EAA-2E26-0F2B-A718-6F775EEC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30C2BD-8757-48BB-91DE-00EFE985BD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982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180C5-0DF6-1B22-F523-6263393B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41F664-9EFE-0C13-4BDB-19E7E2370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FEB602-777D-47E4-10BD-4D0B90500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99B040-B27F-BC77-276A-0FA3A85E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7BB025-195C-3727-6807-657413C1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6B04D-2250-4B23-8150-391920E302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3494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DE73A1-49C6-9587-D15A-0FBF8CDC4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EC8E08-9E66-F09E-BD59-ECF1C8E2F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B7BF4B-F9CA-AC8B-D315-7879E7B5D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2569B4-1334-096F-697B-E58B452A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82AF85-AA73-0F10-C2FB-DC7FDF1F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D0FFF2-AB84-47E8-B155-C28F29C8D5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9146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77088D9-4EAA-566B-38B3-EF31B0EC9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D040010-0CB2-F177-7054-ACD18F30C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76075BE-AF2D-8242-8248-2235B0BBA84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642F5AF-042E-9B24-4AC8-A59CA17500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0EE7E9A-5751-257F-3D41-F134FB22A3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EA8BD8C-D0C5-4421-A158-5BEBB857794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3ABAC55-7EB2-6D07-3C32-6DA801FAD2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68</a:t>
            </a:r>
            <a:br>
              <a:rPr lang="en-US" altLang="pt-BR" sz="4000" b="1" i="1"/>
            </a:br>
            <a:r>
              <a:rPr lang="en-US" altLang="pt-BR" sz="4000" b="1" i="1"/>
              <a:t>GOZO DE TER SALVAÇÃO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4EAB3FC-FCD6-410E-C874-3BED84A7B0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147C9DB-33F5-885D-FEE7-921C25E91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i="1"/>
              <a:t>Podes receber a doce paz de Deus,</a:t>
            </a:r>
            <a:r>
              <a:rPr lang="en-US" altLang="pt-BR" sz="4000"/>
              <a:t> </a:t>
            </a:r>
            <a:r>
              <a:rPr lang="en-US" altLang="pt-BR" sz="4000" i="1"/>
              <a:t>Crendo em Jesus, </a:t>
            </a:r>
            <a:br>
              <a:rPr lang="en-US" altLang="pt-BR" sz="4000" i="1"/>
            </a:br>
            <a:r>
              <a:rPr lang="en-US" altLang="pt-BR" sz="4000" i="1"/>
              <a:t>Que já desceu dos céus: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Toma, hoje, tua cruz,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 das trevas para a luz,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E, assim, mui gozo te dará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9DEB606-DC68-5AC3-F984-10420329C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Gozo de ter salvação,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Gozo no teu coração.</a:t>
            </a:r>
            <a:br>
              <a:rPr lang="en-US" altLang="pt-BR" sz="4000"/>
            </a:br>
            <a:r>
              <a:rPr lang="en-US" altLang="pt-BR" sz="4000" b="1" i="1"/>
              <a:t>Alegria fruirás,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Quando desfrutares paz,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te trouxa Cristo, </a:t>
            </a:r>
            <a:br>
              <a:rPr lang="en-US" altLang="pt-BR" sz="4000" b="1" i="1"/>
            </a:br>
            <a:r>
              <a:rPr lang="en-US" altLang="pt-BR" sz="4000" b="1" i="1"/>
              <a:t>Na cruenta cruz!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FD92B0-13CA-841B-7CFC-227A50243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i="1"/>
              <a:t>O amor de Cristo podes conhecer,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sustento santo podes receber: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mais só combaterás,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 te defenderá,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E, assim, mui gozo te dará Jesus.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BC68620-E7FE-2377-64CC-72E6F5D3B7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Gozo de ter salvação,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Gozo no teu coração.</a:t>
            </a:r>
            <a:br>
              <a:rPr lang="en-US" altLang="pt-BR" sz="4000"/>
            </a:br>
            <a:r>
              <a:rPr lang="en-US" altLang="pt-BR" sz="4000" b="1" i="1"/>
              <a:t>Alegria fruirás,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Quando desfrutares paz,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te trouxa Cristo, </a:t>
            </a:r>
            <a:br>
              <a:rPr lang="en-US" altLang="pt-BR" sz="4000" b="1" i="1"/>
            </a:br>
            <a:r>
              <a:rPr lang="en-US" altLang="pt-BR" sz="4000" b="1" i="1"/>
              <a:t>Na cruenta cruz!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5AED9D5-918D-3BCA-EC3D-7FA49326C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i="1"/>
              <a:t>Queres tu, de Cristo, fiel soldado ser?</a:t>
            </a:r>
            <a:r>
              <a:rPr lang="en-US" altLang="pt-BR" sz="4000"/>
              <a:t> </a:t>
            </a:r>
            <a:r>
              <a:rPr lang="en-US" altLang="pt-BR" sz="4000" i="1"/>
              <a:t>Pelejar por Ele sempre sem temer?</a:t>
            </a:r>
            <a:r>
              <a:rPr lang="en-US" altLang="pt-BR" sz="4000"/>
              <a:t> </a:t>
            </a:r>
            <a:r>
              <a:rPr lang="en-US" altLang="pt-BR" sz="4000" i="1"/>
              <a:t>Vem, então, ao Salvador; 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Far-te-á mui vencedor,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E, assim, mui gozo te dará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A3A10F2-D3D7-3586-68BF-25F70FC55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Gozo de ter salvação,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Gozo no teu coração.</a:t>
            </a:r>
            <a:br>
              <a:rPr lang="en-US" altLang="pt-BR" sz="4000"/>
            </a:br>
            <a:r>
              <a:rPr lang="en-US" altLang="pt-BR" sz="4000" b="1" i="1"/>
              <a:t>Alegria fruirás,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Quando desfrutares paz,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te trouxa Cristo, </a:t>
            </a:r>
            <a:br>
              <a:rPr lang="en-US" altLang="pt-BR" sz="4000" b="1" i="1"/>
            </a:br>
            <a:r>
              <a:rPr lang="en-US" altLang="pt-BR" sz="4000" b="1" i="1"/>
              <a:t>Na cruenta cruz!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34390F6-6204-4AB8-93DB-CF556C677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i="1"/>
              <a:t>Poderás por Cristo ser aqui uma luz,</a:t>
            </a:r>
            <a:r>
              <a:rPr lang="en-US" altLang="pt-BR" sz="4000"/>
              <a:t> </a:t>
            </a:r>
            <a:r>
              <a:rPr lang="en-US" altLang="pt-BR" sz="4000" i="1"/>
              <a:t>Se obedeceres ao Senhor Jesus!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Ó vem, hoje, sem temor,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Aceitar 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E, assim, mui gozo te dará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3AF42D4-F7BC-6E41-38D5-85A5192FDC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Gozo de ter salvação,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Gozo no teu coração.</a:t>
            </a:r>
            <a:br>
              <a:rPr lang="en-US" altLang="pt-BR" sz="4000"/>
            </a:br>
            <a:r>
              <a:rPr lang="en-US" altLang="pt-BR" sz="4000" b="1" i="1"/>
              <a:t>Alegria fruirás,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Quando desfrutares paz,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te trouxa Cristo, </a:t>
            </a:r>
            <a:br>
              <a:rPr lang="en-US" altLang="pt-BR" sz="4000" b="1" i="1"/>
            </a:br>
            <a:r>
              <a:rPr lang="en-US" altLang="pt-BR" sz="4000" b="1" i="1"/>
              <a:t>Na cruenta cruz!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68 GOZO DE TER SALVAÇÃO </vt:lpstr>
      <vt:lpstr>Podes receber a doce paz de Deus, Crendo em Jesus,  Que já desceu dos céus:  Toma, hoje, tua cruz,  Vem das trevas para a luz,  E, assim, mui gozo te dará Jesus! </vt:lpstr>
      <vt:lpstr>Gozo de ter salvação,  Gozo no teu coração. Alegria fruirás,  Quando desfrutares paz,  Que te trouxa Cristo,  Na cruenta cruz!   </vt:lpstr>
      <vt:lpstr>O amor de Cristo podes conhecer,  Seu sustento santo podes receber:  Não mais só combaterás,  Cristo te defenderá,  E, assim, mui gozo te dará Jesus.   </vt:lpstr>
      <vt:lpstr>Gozo de ter salvação,  Gozo no teu coração. Alegria fruirás,  Quando desfrutares paz,  Que te trouxa Cristo,  Na cruenta cruz!   </vt:lpstr>
      <vt:lpstr>Queres tu, de Cristo, fiel soldado ser? Pelejar por Ele sempre sem temer? Vem, então, ao Salvador;   Far-te-á mui vencedor,  E, assim, mui gozo te dará Jesus. </vt:lpstr>
      <vt:lpstr>Gozo de ter salvação,  Gozo no teu coração. Alegria fruirás,  Quando desfrutares paz,  Que te trouxa Cristo,  Na cruenta cruz!   </vt:lpstr>
      <vt:lpstr>Poderás por Cristo ser aqui uma luz, Se obedeceres ao Senhor Jesus!  Ó vem, hoje, sem temor,  Aceitar o Salvador,  E, assim, mui gozo te dará Jesus. </vt:lpstr>
      <vt:lpstr>Gozo de ter salvação,  Gozo no teu coração. Alegria fruirás,  Quando desfrutares paz,  Que te trouxa Cristo,  Na cruenta cruz!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68 GOZO DE TER SALVAÇÃO </dc:title>
  <dc:creator>Junior</dc:creator>
  <cp:lastModifiedBy>Emerson Souza</cp:lastModifiedBy>
  <cp:revision>1</cp:revision>
  <dcterms:created xsi:type="dcterms:W3CDTF">2005-12-23T12:24:34Z</dcterms:created>
  <dcterms:modified xsi:type="dcterms:W3CDTF">2026-05-02T21:42:25Z</dcterms:modified>
</cp:coreProperties>
</file>