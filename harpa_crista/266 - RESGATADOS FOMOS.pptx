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96A36-C17E-F73A-8071-40251A507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163568-FE04-5A7B-9F26-5B30B3CC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CB0A8D-3ADA-6445-2751-72C69D3E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0F5130-EF33-91F1-095A-A45A9D71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462CC4-B54E-1587-767A-27FAEC3A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A6BA9-E88A-4EBC-AFA4-1A56F010A3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305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9C175-F077-B061-4D21-E6298D2D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3A3064-F0BE-CD0A-DD34-F28F64F4C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391E17-0D42-8056-F0D9-CE900F86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A9E9E2-EEDF-4F4C-2F0E-836C5111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A81AAB-50F5-4491-AC0F-4C6884EE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644048-F891-4AA0-A896-FFFADEA419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991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7CA6C-AB79-CD05-F038-13985A7F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CDAC44-BF35-4348-C6E9-C5CD9FF78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25F40F-BA22-B820-3FC6-04D479B5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281937-DCB5-EF1F-3923-D16127087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9202B8-FEB1-D8C8-C6FD-045A17F78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4E0BE4-9FDC-4967-A577-9170151847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664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51A41-64F7-1B25-932F-3B0DA0F3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1FE754-39ED-2C10-F25A-69A4A11FE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BD3149-701B-0951-3037-FC54B7C91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F63252-C210-95FA-ACF1-430D9E8EA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E71BC0-3143-178B-A650-6572DD13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D5B62C-B4FB-5AE4-3C30-C34140D7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E7EBA6-78E4-4ADA-98AD-5D02934960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9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5A299-2764-918C-FF46-7A9EA710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A8172C-49B5-0243-16DB-A53992A35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1BEA0F-D1ED-19B5-C04B-2827461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AA8AD8-F451-CEC1-9EA4-48D54EB34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585668-82B7-97E8-864B-58611B9AB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DD72C63-AA08-0AA2-5BF5-875E9E63F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9B5009E-A02C-7EEE-4A5D-0B2568BAB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4DA06F-287B-DAD5-6CFA-5EF2AD42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25C24A-51BB-4447-A6D1-A873654686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679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6B60D-69AC-5D5A-FF8D-66B809BF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513EFC-3EF4-E00C-EE49-8D7A7744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B72C71-AC45-2BE0-6604-62FE52BF5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9AF5C1B-32F9-DBFB-1640-DE151196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BE9B2A-B0B9-4E59-B3B5-2E7393BBA3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272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35128B-4ED0-14B7-9523-101E96CD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68DAAB3-37FE-44AC-7C72-8B1E999F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E5BF30-D38E-0D60-EC25-47229397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EF7876-C0D7-464F-AA2A-D8A7F04B42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346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89906-4853-E499-5A38-3202FCAB8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CB8B54-0B12-059E-092F-F91E57592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FB8241-C9EC-5352-CF0F-012FBAFE1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EB5C03-F7FE-C94B-430C-8F268063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CAF63C-BA8A-FEB1-C3E5-55120B7BA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C8587D-4CF0-7F09-A46C-AF76CC77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15A30-209C-4CD7-A906-906ED0E50C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941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4B8A0-D2E6-2D0E-D998-1B499372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87CDE1-FDC4-A537-C9AB-B9C366462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83E9AD-6CCB-3D9B-22BF-3A2056B21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5AA413-2AB7-B078-37CE-8FDEFA04F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6EC004-DDB9-37AA-BB51-B0544B8B1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DFFF08-FE02-4372-C44D-34CDC1D5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C3E107-E6D1-4B4B-883F-4D3BB31589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755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F0B40-E1BF-D6D8-0F98-58BA20650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BDA95C-99EB-B6AA-CE9B-1309EBD1D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5AF2F3-A8FA-3565-9C27-06D70970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AF015D-F152-BD54-11A4-D7EC5E89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BB1DA-F073-FD29-967A-696013A4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E3A852-5252-4BED-B405-3E791BF22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440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18298D-CBBA-C10C-5F6A-D08FCF09D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0F66C3-2B80-4FCB-E228-C71B32875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1A6B88-B7C0-C684-6C7A-E23A508C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FD47EF-F10E-06AD-1FDC-4DA5A0A1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F046A3-8CFA-FDD4-7D37-BB67F2F5B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B1553C-AFD5-419C-8F4D-479389E9BD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067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F58EAE9-DEC6-E510-196B-1750A9833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2B0CDD6-D5E1-D0BE-3FA9-194F6CBDF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F8884F-399D-A62D-83BF-9B7DD1BDC9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3512533-E02D-1619-E719-B6E06CF5F2E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7E6D67A-F6B4-F605-1391-DE1B28B888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00B4CD3-3FDA-45F1-AB30-12EF1DAA13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3B7A115-D97C-72C7-1B09-E3EFE53221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266</a:t>
            </a:r>
            <a:br>
              <a:rPr lang="pt-BR" altLang="pt-BR" sz="4400" b="1"/>
            </a:br>
            <a:r>
              <a:rPr lang="pt-BR" altLang="pt-BR" sz="4400" b="1"/>
              <a:t>RESGATADOS FOMOS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A4C846B-7A40-F5F6-D3DA-94D4CEEF0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Nós resgatados fomos, </a:t>
            </a:r>
            <a:br>
              <a:rPr lang="pt-BR" altLang="pt-BR" sz="3600"/>
            </a:br>
            <a:r>
              <a:rPr lang="pt-BR" altLang="pt-BR" sz="3600"/>
              <a:t>Por quem nos quis salvar; </a:t>
            </a:r>
            <a:br>
              <a:rPr lang="pt-BR" altLang="pt-BR" sz="3600"/>
            </a:br>
            <a:r>
              <a:rPr lang="pt-BR" altLang="pt-BR" sz="3600"/>
              <a:t>Em Cristo livres somos, </a:t>
            </a:r>
            <a:br>
              <a:rPr lang="pt-BR" altLang="pt-BR" sz="3600"/>
            </a:br>
            <a:r>
              <a:rPr lang="pt-BR" altLang="pt-BR" sz="3600"/>
              <a:t>P'ra nunca mais pecar! </a:t>
            </a:r>
            <a:br>
              <a:rPr lang="pt-BR" altLang="pt-BR" sz="3600"/>
            </a:br>
            <a:r>
              <a:rPr lang="pt-BR" altLang="pt-BR" sz="3600"/>
              <a:t>Em Cristo livres somos, </a:t>
            </a:r>
            <a:br>
              <a:rPr lang="pt-BR" altLang="pt-BR" sz="3600"/>
            </a:br>
            <a:r>
              <a:rPr lang="pt-BR" altLang="pt-BR" sz="3600"/>
              <a:t>P'ra nunca mais pecar!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37E809B-9040-944F-8A68-741D4BFA9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P'ra nunca mais pecar!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4DA373B-A03D-5902-BD8F-43BA9C447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Nós fomos já eleitos,</a:t>
            </a:r>
            <a:br>
              <a:rPr lang="pt-BR" altLang="pt-BR" sz="3600"/>
            </a:br>
            <a:r>
              <a:rPr lang="pt-BR" altLang="pt-BR" sz="3600"/>
              <a:t>O céu, p'ra desfrutar;</a:t>
            </a:r>
            <a:br>
              <a:rPr lang="pt-BR" altLang="pt-BR" sz="3600"/>
            </a:br>
            <a:r>
              <a:rPr lang="pt-BR" altLang="pt-BR" sz="3600"/>
              <a:t>Também por Deus aceitos </a:t>
            </a:r>
            <a:br>
              <a:rPr lang="pt-BR" altLang="pt-BR" sz="3600"/>
            </a:br>
            <a:r>
              <a:rPr lang="pt-BR" altLang="pt-BR" sz="3600"/>
              <a:t>P'ra nunca mais pecar! </a:t>
            </a:r>
            <a:br>
              <a:rPr lang="pt-BR" altLang="pt-BR" sz="3600"/>
            </a:br>
            <a:r>
              <a:rPr lang="pt-BR" altLang="pt-BR" sz="3600"/>
              <a:t>Também por Deus aceitos </a:t>
            </a:r>
            <a:br>
              <a:rPr lang="pt-BR" altLang="pt-BR" sz="3600"/>
            </a:br>
            <a:r>
              <a:rPr lang="pt-BR" altLang="pt-BR" sz="3600"/>
              <a:t>P'ra nunca mais pecar!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E52D519-CED7-A826-69C9-F3B5296D8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P'ra nunca mais pecar!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9BF5F8C-997C-E961-07EC-08BF05247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A imortalidade Havemos de gozar, </a:t>
            </a:r>
            <a:br>
              <a:rPr lang="pt-BR" altLang="pt-BR" sz="3600"/>
            </a:br>
            <a:r>
              <a:rPr lang="pt-BR" altLang="pt-BR" sz="3600"/>
              <a:t>Pois temos liberdade </a:t>
            </a:r>
            <a:br>
              <a:rPr lang="pt-BR" altLang="pt-BR" sz="3600"/>
            </a:br>
            <a:r>
              <a:rPr lang="pt-BR" altLang="pt-BR" sz="3600"/>
              <a:t>P'ra nunca mais pecar! </a:t>
            </a:r>
            <a:br>
              <a:rPr lang="pt-BR" altLang="pt-BR" sz="3600"/>
            </a:br>
            <a:r>
              <a:rPr lang="pt-BR" altLang="pt-BR" sz="3600"/>
              <a:t>Pois temos liberdade </a:t>
            </a:r>
            <a:br>
              <a:rPr lang="pt-BR" altLang="pt-BR" sz="3600"/>
            </a:br>
            <a:r>
              <a:rPr lang="pt-BR" altLang="pt-BR" sz="3600"/>
              <a:t>P'ra nunca mais pecar!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F31A7A6-6DE7-7F02-2185-0165A351F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P'ra nunca mais pecar!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1F27D6F-310C-1F32-6314-20733A7BD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No meio dos remidos</a:t>
            </a:r>
            <a:br>
              <a:rPr lang="pt-BR" altLang="pt-BR" sz="3600"/>
            </a:br>
            <a:r>
              <a:rPr lang="pt-BR" altLang="pt-BR" sz="3600"/>
              <a:t>A Cristo vou louvar,</a:t>
            </a:r>
            <a:br>
              <a:rPr lang="pt-BR" altLang="pt-BR" sz="3600"/>
            </a:br>
            <a:r>
              <a:rPr lang="pt-BR" altLang="pt-BR" sz="3600"/>
              <a:t>Por tê-Lo recebido</a:t>
            </a:r>
            <a:br>
              <a:rPr lang="pt-BR" altLang="pt-BR" sz="3600"/>
            </a:br>
            <a:r>
              <a:rPr lang="pt-BR" altLang="pt-BR" sz="3600"/>
              <a:t>P'ra nunca mais pecar! </a:t>
            </a:r>
            <a:br>
              <a:rPr lang="pt-BR" altLang="pt-BR" sz="3600"/>
            </a:br>
            <a:r>
              <a:rPr lang="pt-BR" altLang="pt-BR" sz="3600"/>
              <a:t>Por tê-Lo recebido</a:t>
            </a:r>
            <a:br>
              <a:rPr lang="pt-BR" altLang="pt-BR" sz="3600"/>
            </a:br>
            <a:r>
              <a:rPr lang="pt-BR" altLang="pt-BR" sz="3600"/>
              <a:t>P'ra nunca mais pecar!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1D92C8E-FAC0-A3CF-4487-8726B1C7D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Resgatados fomos, </a:t>
            </a:r>
            <a:br>
              <a:rPr lang="pt-BR" altLang="pt-BR" sz="3600" b="1" i="1"/>
            </a:br>
            <a:r>
              <a:rPr lang="pt-BR" altLang="pt-BR" sz="3600" b="1" i="1"/>
              <a:t>P'ra nunca mais pecar!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266 RESGATADOS FOMOS</vt:lpstr>
      <vt:lpstr>Nós resgatados fomos,  Por quem nos quis salvar;  Em Cristo livres somos,  P'ra nunca mais pecar!  Em Cristo livres somos,  P'ra nunca mais pecar! </vt:lpstr>
      <vt:lpstr>Resgatados fomos,  Resgatados fomos,  Resgatados fomos,  P'ra nunca mais pecar!</vt:lpstr>
      <vt:lpstr>Nós fomos já eleitos, O céu, p'ra desfrutar; Também por Deus aceitos  P'ra nunca mais pecar!  Também por Deus aceitos  P'ra nunca mais pecar! </vt:lpstr>
      <vt:lpstr>Resgatados fomos,  Resgatados fomos,  Resgatados fomos,  P'ra nunca mais pecar!</vt:lpstr>
      <vt:lpstr>A imortalidade Havemos de gozar,  Pois temos liberdade  P'ra nunca mais pecar!  Pois temos liberdade  P'ra nunca mais pecar! </vt:lpstr>
      <vt:lpstr>Resgatados fomos,  Resgatados fomos,  Resgatados fomos,  P'ra nunca mais pecar!</vt:lpstr>
      <vt:lpstr>No meio dos remidos A Cristo vou louvar, Por tê-Lo recebido P'ra nunca mais pecar!  Por tê-Lo recebido P'ra nunca mais pecar! </vt:lpstr>
      <vt:lpstr>Resgatados fomos,  Resgatados fomos,  Resgatados fomos,  P'ra nunca mais pecar!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266-RESGATADOS FOMOS</dc:title>
  <dc:creator>Montagna</dc:creator>
  <cp:lastModifiedBy>Emerson Souza</cp:lastModifiedBy>
  <cp:revision>2</cp:revision>
  <dcterms:created xsi:type="dcterms:W3CDTF">2005-10-19T00:31:17Z</dcterms:created>
  <dcterms:modified xsi:type="dcterms:W3CDTF">2026-05-02T21:59:06Z</dcterms:modified>
</cp:coreProperties>
</file>