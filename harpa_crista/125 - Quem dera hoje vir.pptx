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63B51257-2411-1D95-B764-26A99ADC2F1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18435" name="Rectangle 3">
              <a:extLst>
                <a:ext uri="{FF2B5EF4-FFF2-40B4-BE49-F238E27FC236}">
                  <a16:creationId xmlns:a16="http://schemas.microsoft.com/office/drawing/2014/main" id="{EF2D4D33-7AA9-0A5B-C8BE-E8203448C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8436" name="Group 4">
              <a:extLst>
                <a:ext uri="{FF2B5EF4-FFF2-40B4-BE49-F238E27FC236}">
                  <a16:creationId xmlns:a16="http://schemas.microsoft.com/office/drawing/2014/main" id="{99120EF4-3468-22B0-36FA-7D9F914BD19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8437" name="Rectangle 5">
                <a:extLst>
                  <a:ext uri="{FF2B5EF4-FFF2-40B4-BE49-F238E27FC236}">
                    <a16:creationId xmlns:a16="http://schemas.microsoft.com/office/drawing/2014/main" id="{2D5A7283-159F-AE9D-FBE3-0D4C4439ADC4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38" name="Rectangle 6">
                <a:extLst>
                  <a:ext uri="{FF2B5EF4-FFF2-40B4-BE49-F238E27FC236}">
                    <a16:creationId xmlns:a16="http://schemas.microsoft.com/office/drawing/2014/main" id="{8B48F5D4-1EE8-3D6B-73A6-4C0267D54120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39" name="Line 7">
                <a:extLst>
                  <a:ext uri="{FF2B5EF4-FFF2-40B4-BE49-F238E27FC236}">
                    <a16:creationId xmlns:a16="http://schemas.microsoft.com/office/drawing/2014/main" id="{E36291C4-7CDF-BC28-9E50-997AC76BA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8440" name="Group 8">
              <a:extLst>
                <a:ext uri="{FF2B5EF4-FFF2-40B4-BE49-F238E27FC236}">
                  <a16:creationId xmlns:a16="http://schemas.microsoft.com/office/drawing/2014/main" id="{EFFB8E6E-BF5E-8625-0DB6-C3246DDB302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18441" name="Rectangle 9">
                <a:extLst>
                  <a:ext uri="{FF2B5EF4-FFF2-40B4-BE49-F238E27FC236}">
                    <a16:creationId xmlns:a16="http://schemas.microsoft.com/office/drawing/2014/main" id="{D88B4104-589A-D500-60FE-B733336D5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42" name="Line 10">
                <a:extLst>
                  <a:ext uri="{FF2B5EF4-FFF2-40B4-BE49-F238E27FC236}">
                    <a16:creationId xmlns:a16="http://schemas.microsoft.com/office/drawing/2014/main" id="{129B9AFD-4B0E-5911-6F8C-DF941D4743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AFBED123-738E-524E-AF9E-6C8384DC74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CB701C61-0086-8F16-7189-EC33A46138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8445" name="Rectangle 13">
            <a:extLst>
              <a:ext uri="{FF2B5EF4-FFF2-40B4-BE49-F238E27FC236}">
                <a16:creationId xmlns:a16="http://schemas.microsoft.com/office/drawing/2014/main" id="{012823F5-0189-1B9E-5D55-287FB5C6DA1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B7EFBF2D-DE4C-9166-555C-3AD59B8ABC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8BF28F71-ECEE-70D1-C345-53D9617FF8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B28B513-EB2E-49C5-BE03-E1A3A5E3C32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CA9F8-6F71-95A5-5095-610CD951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D0DD66-3E71-7A30-9F10-44EB4B151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6D6720-BDA2-1BAA-7600-3C7F76F9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F5E494-7A12-B950-A462-D42BAB1F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1CFDC-928A-85E1-3DDD-216B4E93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29246D-F859-47C0-B314-4E904A8863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5680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254FB-B373-D3B8-8CF6-463D51D25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3479FA-C192-770A-4FF9-4C00CDA09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3E509-907B-1919-E96E-4FD8F6EA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E98E35-626C-AD6D-8E28-7EF3BD6B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9D3F0D-BD48-B2D0-5B49-A940EEAD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203178-0007-40B7-8ED4-3EEB1EA215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397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81CCF-91C5-5A09-ADA2-46F92D94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626201-0C94-EC26-F24F-626151E25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0EED3A-61D6-E8B1-D898-0854CD315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3A4085-25CF-C32C-AFBE-284ECEAA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9A9887-D425-7270-F588-F0BDAC9D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248442-081E-0A44-EE57-C557FA8D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EF75B-4EA3-4721-A99F-FDB3E76ED1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243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8B0A3-CD9F-5040-89D9-91CC5D3E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554A1C-EDBC-7A4A-156D-D6B0B012D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5D408C-A2EB-B4E0-5B0D-692E5F641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2FF982-A6ED-F452-6B22-E5D465588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AF5F80-473E-1214-0D92-DE2578EC6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F4084E-79C5-7791-9F6D-F8302964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9CF56F-B33D-F3D9-A8A6-9B8B3CA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235AFC-8D2E-43EC-63C9-4B7F0C2E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0C816-932D-441B-B2ED-2B621DCB49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803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61F00-482B-D8F8-55FE-D3CBB952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D3A38AE-45B0-ECA2-7221-2ED02012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B8EE289-765D-E7F5-A985-BE27EC51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94F2235-7D4C-A193-5CF3-F5427B64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2F38E-374B-4AC3-9A60-0BAA39AADD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4116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D97800-7D17-EEBC-B2F7-AC9A6CC0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D3C5CA-E5A5-A527-2EE7-18BC3973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E05DA3-B9F8-BC0D-891D-62A22F9AB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90255-02FA-4294-92AA-A463256F09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780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7668F-ADBF-9D1E-32FE-6B9205A2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721954-40C5-6612-7EFF-0A8FF9A24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20BF4-5A5C-3D18-F40B-22558C05E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D54E23-AE28-C75D-93CD-816D8233C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30808F-FB60-4C10-6DAE-5969516A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AC1357-71C9-DFA4-1685-D4FFCD5B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BFB58-D92D-467F-B189-7B7F2C1118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19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F7B54-0D60-C7FE-DC40-D3233898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CFB18DE-833D-906F-6740-95411B412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07858F-3784-5E00-196D-0F7940BA8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768E8-E664-BA18-5731-C1623962E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BC84F7-5F44-8B36-6CD2-7E97C5F8C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2BFA92-C12F-E27C-9F5D-5E5D7C5D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09552-A452-46A4-B2D5-D250746EF0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332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BE761-CD2A-E0B8-636E-818ED04DB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8E5F9A-644C-EFDD-2033-49E4823A1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EC4764-18A9-A158-B296-899348AB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24220F-4A6E-7280-E986-C47D7DD0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C89100-C3D7-FC5E-9833-0DF849DD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DC58-3FA1-4249-8E69-BCA379C5C0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184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9AAAAD-BB27-2938-BD24-CE59AD1C87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DE5081-6F2A-5C22-BB5C-2DFA3477E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B5A545-D80D-5957-791B-252EFCD7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866410-4DB3-660D-D78A-FF14A5F35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E6ECE9-412E-4C4B-F219-3FCF26CA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FB7076-4238-4929-87B9-EEBB70C5C4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775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>
            <a:extLst>
              <a:ext uri="{FF2B5EF4-FFF2-40B4-BE49-F238E27FC236}">
                <a16:creationId xmlns:a16="http://schemas.microsoft.com/office/drawing/2014/main" id="{703EEA75-EBA4-C826-6233-20DF2B8496E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7411" name="Rectangle 3">
              <a:extLst>
                <a:ext uri="{FF2B5EF4-FFF2-40B4-BE49-F238E27FC236}">
                  <a16:creationId xmlns:a16="http://schemas.microsoft.com/office/drawing/2014/main" id="{73330943-8EC4-6AA1-D64B-DE0DB5B53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7412" name="Group 4">
              <a:extLst>
                <a:ext uri="{FF2B5EF4-FFF2-40B4-BE49-F238E27FC236}">
                  <a16:creationId xmlns:a16="http://schemas.microsoft.com/office/drawing/2014/main" id="{BFEF873C-2B4C-99FE-2312-79679B7E75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7413" name="Rectangle 5">
                <a:extLst>
                  <a:ext uri="{FF2B5EF4-FFF2-40B4-BE49-F238E27FC236}">
                    <a16:creationId xmlns:a16="http://schemas.microsoft.com/office/drawing/2014/main" id="{ECBC42A7-9C85-D4C4-9A03-A36C29728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14" name="Line 6">
                <a:extLst>
                  <a:ext uri="{FF2B5EF4-FFF2-40B4-BE49-F238E27FC236}">
                    <a16:creationId xmlns:a16="http://schemas.microsoft.com/office/drawing/2014/main" id="{CE9A2873-246F-0F60-0F2A-0BF5E13AF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7415" name="Rectangle 7">
            <a:extLst>
              <a:ext uri="{FF2B5EF4-FFF2-40B4-BE49-F238E27FC236}">
                <a16:creationId xmlns:a16="http://schemas.microsoft.com/office/drawing/2014/main" id="{A1478280-7A80-6E5F-B393-524D2E856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051A3B4F-E26B-966B-CD1B-6D6E6FE04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033793E6-16F1-4F81-7FBD-943EA16613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pt-BR"/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0DA5E3E8-DC25-6C01-298C-DF6D181127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pt-BR"/>
          </a:p>
        </p:txBody>
      </p:sp>
      <p:sp>
        <p:nvSpPr>
          <p:cNvPr id="17419" name="Rectangle 11">
            <a:extLst>
              <a:ext uri="{FF2B5EF4-FFF2-40B4-BE49-F238E27FC236}">
                <a16:creationId xmlns:a16="http://schemas.microsoft.com/office/drawing/2014/main" id="{CFCBE59D-A124-32C5-1BD4-09B9E2F69F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471715BD-6DF6-4D33-B74F-074DDD76C3DA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7420" name="Line 12">
            <a:extLst>
              <a:ext uri="{FF2B5EF4-FFF2-40B4-BE49-F238E27FC236}">
                <a16:creationId xmlns:a16="http://schemas.microsoft.com/office/drawing/2014/main" id="{586D5007-207A-9FEC-044A-FA70EA54874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1A671F3-D05D-6CB2-93F9-826A7D9B04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92275" y="3716338"/>
            <a:ext cx="6629400" cy="2209800"/>
          </a:xfrm>
        </p:spPr>
        <p:txBody>
          <a:bodyPr/>
          <a:lstStyle/>
          <a:p>
            <a:pPr algn="ctr"/>
            <a:r>
              <a:rPr lang="pt-BR" altLang="pt-BR"/>
              <a:t>125</a:t>
            </a:r>
            <a:br>
              <a:rPr lang="pt-BR" altLang="pt-BR"/>
            </a:br>
            <a:r>
              <a:rPr lang="pt-BR" altLang="pt-BR"/>
              <a:t>Quem dera hoje vir</a:t>
            </a:r>
            <a:endParaRPr lang="en-US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15063F7-E06E-526B-79C2-7E71E3DF7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55713"/>
            <a:ext cx="9144000" cy="5602287"/>
          </a:xfrm>
        </p:spPr>
        <p:txBody>
          <a:bodyPr/>
          <a:lstStyle/>
          <a:p>
            <a:pPr algn="ctr"/>
            <a:r>
              <a:rPr lang="en-US" altLang="pt-BR" sz="3800">
                <a:solidFill>
                  <a:schemeClr val="tx1"/>
                </a:solidFill>
              </a:rPr>
              <a:t>Vem, outra vez, nosso Salvador;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Quem dera hoje vir!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Para reinar com poder e amor!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Quem dera hoje vir!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Já por Sua Esposa, vem esta vez;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Que O espera em oração;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Fora do mundo de entremez;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Quem dera hoje vir!</a:t>
            </a:r>
            <a:br>
              <a:rPr lang="en-US" altLang="pt-BR" sz="3800">
                <a:solidFill>
                  <a:schemeClr val="tx1"/>
                </a:solidFill>
              </a:rPr>
            </a:br>
            <a:endParaRPr lang="en-US" altLang="pt-BR" sz="3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6628F39-8E3B-C800-2167-FB1AB3516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341438"/>
            <a:ext cx="9144000" cy="4378325"/>
          </a:xfrm>
        </p:spPr>
        <p:txBody>
          <a:bodyPr/>
          <a:lstStyle/>
          <a:p>
            <a:pPr algn="ctr"/>
            <a:r>
              <a:rPr lang="en-US" altLang="pt-BR" sz="3800" b="1" i="1">
                <a:solidFill>
                  <a:schemeClr val="tx1"/>
                </a:solidFill>
              </a:rPr>
              <a:t>Glória, glória, gozo sem fim, trará; 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r>
              <a:rPr lang="en-US" altLang="pt-BR" sz="3800" b="1" i="1">
                <a:solidFill>
                  <a:schemeClr val="tx1"/>
                </a:solidFill>
              </a:rPr>
              <a:t>Glória, glória, ao coroar o Rei; 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r>
              <a:rPr lang="en-US" altLang="pt-BR" sz="3800" b="1" i="1">
                <a:solidFill>
                  <a:schemeClr val="tx1"/>
                </a:solidFill>
              </a:rPr>
              <a:t>Glória, glória, nos arrebatará;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r>
              <a:rPr lang="en-US" altLang="pt-BR" sz="3800" b="1" i="1">
                <a:solidFill>
                  <a:schemeClr val="tx1"/>
                </a:solidFill>
              </a:rPr>
              <a:t>Glória, glória! Cristo vem outra vez!</a:t>
            </a:r>
            <a:br>
              <a:rPr lang="en-US" altLang="pt-BR" sz="3800" b="1" i="1">
                <a:solidFill>
                  <a:schemeClr val="tx1"/>
                </a:solidFill>
              </a:rPr>
            </a:br>
            <a:endParaRPr lang="en-US" altLang="pt-BR" sz="38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EA0BB1F-86D6-7938-DAE1-DC1E8861E8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28775"/>
            <a:ext cx="9144000" cy="5445125"/>
          </a:xfrm>
        </p:spPr>
        <p:txBody>
          <a:bodyPr/>
          <a:lstStyle/>
          <a:p>
            <a:pPr algn="ctr"/>
            <a:r>
              <a:rPr lang="en-US" altLang="pt-BR" sz="3800">
                <a:solidFill>
                  <a:schemeClr val="tx1"/>
                </a:solidFill>
              </a:rPr>
              <a:t>Terminará o poder do mal;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Quem dera hoje ser!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Começará o prazer sem igual;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Quem dera hoje ser!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Todos os mortos em Cristo serão Arrebatados por seu Senhor;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Quando estas glórias aqui virão?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Quem dera hoje ser!</a:t>
            </a:r>
            <a:br>
              <a:rPr lang="en-US" altLang="pt-BR" sz="3800">
                <a:solidFill>
                  <a:schemeClr val="tx1"/>
                </a:solidFill>
              </a:rPr>
            </a:br>
            <a:endParaRPr lang="en-US" altLang="pt-BR" sz="3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A69D6D58-6127-4104-016D-5981BBF00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8413"/>
            <a:ext cx="9144000" cy="4465637"/>
          </a:xfrm>
          <a:noFill/>
          <a:ln/>
        </p:spPr>
        <p:txBody>
          <a:bodyPr/>
          <a:lstStyle/>
          <a:p>
            <a:pPr algn="ctr"/>
            <a:r>
              <a:rPr lang="en-US" altLang="pt-BR" sz="3800" b="1" i="1"/>
              <a:t>Glória, glória, gozo sem fim, trará; </a:t>
            </a:r>
            <a:br>
              <a:rPr lang="en-US" altLang="pt-BR" sz="3800" b="1" i="1"/>
            </a:br>
            <a:r>
              <a:rPr lang="en-US" altLang="pt-BR" sz="3800" b="1" i="1"/>
              <a:t>Glória, glória, ao coroar o Rei; </a:t>
            </a:r>
            <a:br>
              <a:rPr lang="en-US" altLang="pt-BR" sz="3800" b="1" i="1"/>
            </a:br>
            <a:r>
              <a:rPr lang="en-US" altLang="pt-BR" sz="3800" b="1" i="1"/>
              <a:t>Glória, glória, nos arrebatará;</a:t>
            </a:r>
            <a:br>
              <a:rPr lang="en-US" altLang="pt-BR" sz="3800" b="1" i="1"/>
            </a:br>
            <a:r>
              <a:rPr lang="en-US" altLang="pt-BR" sz="3800" b="1" i="1"/>
              <a:t>Glória, glória! Cristo vem outra vez!</a:t>
            </a:r>
            <a:br>
              <a:rPr lang="en-US" altLang="pt-BR" sz="3800" b="1" i="1"/>
            </a:br>
            <a:endParaRPr lang="en-US" altLang="pt-BR" sz="38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24B525F-8826-445D-9160-A1E483EB9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746250"/>
            <a:ext cx="9144000" cy="5111750"/>
          </a:xfrm>
        </p:spPr>
        <p:txBody>
          <a:bodyPr/>
          <a:lstStyle/>
          <a:p>
            <a:pPr algn="ctr"/>
            <a:r>
              <a:rPr lang="en-US" altLang="pt-BR" sz="3800">
                <a:solidFill>
                  <a:schemeClr val="tx1"/>
                </a:solidFill>
              </a:rPr>
              <a:t>Em santidade nos deve achar,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Eis quEle pode vir.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Todos, velando, com gozo e paz,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Eis quEle pode vir.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Multiplicados os sinais estão;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No oriente se vê o alvor;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Breve, os crentes subirão;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Quem dera hoje vir!</a:t>
            </a:r>
            <a:br>
              <a:rPr lang="en-US" altLang="pt-BR" sz="3800">
                <a:solidFill>
                  <a:schemeClr val="tx1"/>
                </a:solidFill>
              </a:rPr>
            </a:br>
            <a:endParaRPr lang="en-US" altLang="pt-BR" sz="3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A29B7426-63E3-D6F2-A3D0-3B035DB4B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6975"/>
            <a:ext cx="9144000" cy="4321175"/>
          </a:xfrm>
          <a:noFill/>
          <a:ln/>
        </p:spPr>
        <p:txBody>
          <a:bodyPr/>
          <a:lstStyle/>
          <a:p>
            <a:pPr algn="ctr"/>
            <a:r>
              <a:rPr lang="en-US" altLang="pt-BR" sz="3800" b="1" i="1"/>
              <a:t>Glória, glória, gozo sem fim, trará; </a:t>
            </a:r>
            <a:br>
              <a:rPr lang="en-US" altLang="pt-BR" sz="3800" b="1" i="1"/>
            </a:br>
            <a:r>
              <a:rPr lang="en-US" altLang="pt-BR" sz="3800" b="1" i="1"/>
              <a:t>Glória, glória, ao coroar o Rei; </a:t>
            </a:r>
            <a:br>
              <a:rPr lang="en-US" altLang="pt-BR" sz="3800" b="1" i="1"/>
            </a:br>
            <a:r>
              <a:rPr lang="en-US" altLang="pt-BR" sz="3800" b="1" i="1"/>
              <a:t>Glória, glória, nos arrebatará;</a:t>
            </a:r>
            <a:br>
              <a:rPr lang="en-US" altLang="pt-BR" sz="3800" b="1" i="1"/>
            </a:br>
            <a:r>
              <a:rPr lang="en-US" altLang="pt-BR" sz="3800" b="1" i="1"/>
              <a:t>Glória, glória! Cristo vem outra vez!</a:t>
            </a:r>
            <a:br>
              <a:rPr lang="en-US" altLang="pt-BR" sz="3800" b="1" i="1"/>
            </a:br>
            <a:endParaRPr lang="en-US" altLang="pt-BR" sz="38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adas">
  <a:themeElements>
    <a:clrScheme name="Camada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Camad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amada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Camadas</Template>
  <TotalTime>9</TotalTime>
  <Words>289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Camadas</vt:lpstr>
      <vt:lpstr>125 Quem dera hoje vir</vt:lpstr>
      <vt:lpstr>Vem, outra vez, nosso Salvador; Quem dera hoje vir! Para reinar com poder e amor! Quem dera hoje vir! Já por Sua Esposa, vem esta vez; Que O espera em oração; Fora do mundo de entremez; Quem dera hoje vir! </vt:lpstr>
      <vt:lpstr>Glória, glória, gozo sem fim, trará;  Glória, glória, ao coroar o Rei;  Glória, glória, nos arrebatará; Glória, glória! Cristo vem outra vez! </vt:lpstr>
      <vt:lpstr>Terminará o poder do mal;  Quem dera hoje ser! Começará o prazer sem igual; Quem dera hoje ser! Todos os mortos em Cristo serão Arrebatados por seu Senhor;  Quando estas glórias aqui virão?  Quem dera hoje ser! </vt:lpstr>
      <vt:lpstr>Glória, glória, gozo sem fim, trará;  Glória, glória, ao coroar o Rei;  Glória, glória, nos arrebatará; Glória, glória! Cristo vem outra vez! </vt:lpstr>
      <vt:lpstr>Em santidade nos deve achar, Eis quEle pode vir. Todos, velando, com gozo e paz, Eis quEle pode vir.  Multiplicados os sinais estão; No oriente se vê o alvor; Breve, os crentes subirão; Quem dera hoje vir! </vt:lpstr>
      <vt:lpstr>Glória, glória, gozo sem fim, trará;  Glória, glória, ao coroar o Rei;  Glória, glória, nos arrebatará; Glória, glória! Cristo vem outra vez!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125 – Quem dera hoje vir</dc:title>
  <dc:creator>Montagna</dc:creator>
  <cp:lastModifiedBy>Emerson Souza</cp:lastModifiedBy>
  <cp:revision>3</cp:revision>
  <dcterms:created xsi:type="dcterms:W3CDTF">2005-10-16T02:55:13Z</dcterms:created>
  <dcterms:modified xsi:type="dcterms:W3CDTF">2026-05-02T21:47:08Z</dcterms:modified>
</cp:coreProperties>
</file>