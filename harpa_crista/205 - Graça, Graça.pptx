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26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150FA-60A2-BE6F-3233-006C4A014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BC5D1C-676F-4E3C-30CB-9250DF2C3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3CC91F-938D-F6F6-110A-4C13D38E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DECF62-6988-D644-F8DD-C9165504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E52EC3-E311-27A1-16E1-441A2831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CDC187-3105-4B97-8C5A-C3C7A50D1A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637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D463D-B9C8-BEE8-BF70-AA598DB1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7B1C15-8916-79FE-3326-96F8714F6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16DF29-E867-B270-D6D9-605A4A4D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11B92B-96EE-F72C-4226-D9D95FB5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B56DBD-5955-5D59-32BC-B4A32C2B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4D82D2-1947-4598-9E03-735169229D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6757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233D2-ABCE-D59E-AFA6-02F11038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126F96-9163-84C1-668C-1A047014A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372BE4-F468-5864-09EB-A43A7E90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B6B8E2-C12C-CAB2-34D8-7021C3D3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01A98F-05F8-5902-21E5-50236E81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7360B7-1A12-46D0-8E27-7B672724E7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036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A07362-49D8-6E08-F65C-511999E6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0DBE70-5E8F-E1D6-F10B-0B0C7CA437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A8FA97-DE44-1607-98FA-61F00DA65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08413A-909C-F920-029A-80DB2A8B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88D2CD-D7C3-DC16-28D7-7FF25474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7931BE-8103-A6D1-21FE-FF077CBF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43B99C-991D-4D7E-9D54-AEE030F646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127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8E4EC-4B7E-7F84-A36F-398CE273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494068-3871-DB51-BA34-3993C8BE9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DB6931-D33F-30F4-0D65-084DF4B5B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B9E3AE-EFD9-674E-EE4F-7CF7F4A24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27C32F0-6D12-BE69-9592-B5813D218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C8AE3C-B13A-3F69-D226-63393765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4F70C36-A935-A516-B5D3-FF7156A2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F2DFC30-F24F-8F5F-96D8-3F3DD943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B07AAF-6FCE-41E3-B48E-5C4E489B54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894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55477-F19A-8D5D-DA50-17B385AE0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4B9B45-B617-270B-E927-663B62D1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144E58-3B7F-1995-7AEE-3CE46C7F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D95CCBC-1927-1E21-9AC9-616A2FC0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086054-696B-42EB-AE53-21B87D9D5D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5736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4C46963-0168-526C-35C6-3CE95E90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123E01-A832-B64A-DBCF-D3E948AC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138303-5607-53E9-1DFC-F3DD9EB8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4D17A-292A-4F85-AF20-CC23138EEB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387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73C21-4FD0-08ED-D004-E2E40ECA9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D294E5-6DDB-65F7-BE1B-B95A3F365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78F352-78AB-EF75-46E9-25F8C0B4C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EE580A-8739-AB58-03E7-C0D8084C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21B703-B757-F3DB-E8C4-0B1D75DEA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96135A-9513-9C3C-C82B-7878F8A1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CEA7E-E600-42FB-A764-567DBC0E4C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2595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F2F20-85D0-A788-41D4-3C17CFCC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91459A-25DE-F3B7-E96A-7D02CBEB7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C7013F-7AFE-AD80-8E31-1333298D2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AED5E9-3AE1-43A7-55F2-7FC30A73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0C7E12-8FC8-148C-0380-C4245FFEA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942454-4364-6C83-6FB6-591EA536C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833661-BC87-4DAA-8434-A775E6B2E7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505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9FA13-E0E5-6D6B-48AE-EA880A80F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CC8D28-2012-03CE-D012-72A270AC9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7FDD5B-A247-CCC2-D897-7F8F2F00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2C1A75-B107-FDA1-72BB-C7FF86307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423340-8A8B-DBDE-AD21-BFEA9487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CF3B6-7A31-47AA-971E-78772AC5E0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303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2FFB6F-8C3F-9969-5D6C-353A00D75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89AC3A-FAE3-7EED-5B0C-557C93B50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BCB798-A644-4186-3CF1-D3C85F7C6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6555F1-9CFA-A840-6149-9BFD1187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B4B6D7-DE97-0DA5-377F-37396251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3E69F2-3AE0-4BA4-A99B-8BD67A781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9830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108602-1584-CA40-641E-7009042DE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1F477EB-B5D8-CF8E-71DB-E568910D43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A33592F-2161-F17F-D1C6-6B968E8EE9F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A567787-996C-9369-FB6D-7151904F3F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A0C7CBF-CEE4-FAD4-24BC-FB8D0FE7C5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121B44E-D8CF-472F-A627-744B5FCC9F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3E981A7-843C-7CD6-3E3D-8B90DB0022B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205</a:t>
            </a:r>
            <a:br>
              <a:rPr lang="en-US" altLang="pt-BR" sz="4000" b="1"/>
            </a:br>
            <a:r>
              <a:rPr lang="en-US" altLang="pt-BR" sz="4000" b="1"/>
              <a:t>GRAÇA, GRAÇA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D14671F-E8E5-6B4B-7FD9-EE8224471E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7B1D7DD-6F74-51A5-ADFD-AB63D1B35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A graça de Deus revelada</a:t>
            </a:r>
            <a:br>
              <a:rPr lang="en-US" altLang="pt-BR" sz="4000"/>
            </a:br>
            <a:r>
              <a:rPr lang="en-US" altLang="pt-BR" sz="4000"/>
              <a:t>Em Cristo Jesus, meu Senhor,</a:t>
            </a:r>
            <a:br>
              <a:rPr lang="en-US" altLang="pt-BR" sz="4000"/>
            </a:br>
            <a:r>
              <a:rPr lang="en-US" altLang="pt-BR" sz="4000"/>
              <a:t>Ao mundo perdido é dada</a:t>
            </a:r>
            <a:br>
              <a:rPr lang="en-US" altLang="pt-BR" sz="4000"/>
            </a:br>
            <a:r>
              <a:rPr lang="en-US" altLang="pt-BR" sz="4000"/>
              <a:t>Por Deus d’infinito favor.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9F61359-615B-C7CF-B946-2506F72C9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800" b="1"/>
              <a:t>Graça, graça,</a:t>
            </a:r>
            <a:br>
              <a:rPr lang="en-US" altLang="pt-BR" sz="3800" b="1"/>
            </a:br>
            <a:r>
              <a:rPr lang="en-US" altLang="pt-BR" sz="3800" b="1"/>
              <a:t>A mim basta a graça de Deus: Jesus;</a:t>
            </a:r>
            <a:br>
              <a:rPr lang="en-US" altLang="pt-BR" sz="3800" b="1"/>
            </a:br>
            <a:r>
              <a:rPr lang="en-US" altLang="pt-BR" sz="3800" b="1"/>
              <a:t>Graça, graça,</a:t>
            </a:r>
            <a:br>
              <a:rPr lang="en-US" altLang="pt-BR" sz="3800" b="1"/>
            </a:br>
            <a:r>
              <a:rPr lang="en-US" altLang="pt-BR" sz="3800" b="1"/>
              <a:t>A graça eu achei em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8408649-4EE6-9495-3BA6-498D352A0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A graça de Deus é mais doce,</a:t>
            </a:r>
            <a:br>
              <a:rPr lang="en-US" altLang="pt-BR" sz="4000"/>
            </a:br>
            <a:r>
              <a:rPr lang="en-US" altLang="pt-BR" sz="4000"/>
              <a:t>Do que bens terrestres daqui;</a:t>
            </a:r>
            <a:br>
              <a:rPr lang="en-US" altLang="pt-BR" sz="4000"/>
            </a:br>
            <a:r>
              <a:rPr lang="en-US" altLang="pt-BR" sz="4000"/>
              <a:t>Em gozo meu choro tornou-se</a:t>
            </a:r>
            <a:br>
              <a:rPr lang="en-US" altLang="pt-BR" sz="4000"/>
            </a:br>
            <a:r>
              <a:rPr lang="en-US" altLang="pt-BR" sz="4000"/>
              <a:t>Correndo Sua graça pra mim.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9D99669-F684-5271-A0A4-EA0AEAB62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800" b="1"/>
              <a:t>Graça, graça,</a:t>
            </a:r>
            <a:br>
              <a:rPr lang="en-US" altLang="pt-BR" sz="3800" b="1"/>
            </a:br>
            <a:r>
              <a:rPr lang="en-US" altLang="pt-BR" sz="3800" b="1"/>
              <a:t>A mim basta a graça de Deus: Jesus;</a:t>
            </a:r>
            <a:br>
              <a:rPr lang="en-US" altLang="pt-BR" sz="3800" b="1"/>
            </a:br>
            <a:r>
              <a:rPr lang="en-US" altLang="pt-BR" sz="3800" b="1"/>
              <a:t>Graça, graça,</a:t>
            </a:r>
            <a:br>
              <a:rPr lang="en-US" altLang="pt-BR" sz="3800" b="1"/>
            </a:br>
            <a:r>
              <a:rPr lang="en-US" altLang="pt-BR" sz="3800" b="1"/>
              <a:t>A graça eu achei em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AE6D9BE-EE14-BB7A-F6D7-1F088AC639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Mais alta que nuvens celestes,</a:t>
            </a:r>
            <a:br>
              <a:rPr lang="en-US" altLang="pt-BR" sz="4000"/>
            </a:br>
            <a:r>
              <a:rPr lang="en-US" altLang="pt-BR" sz="4000"/>
              <a:t>Mais funda que profundo mar,</a:t>
            </a:r>
            <a:br>
              <a:rPr lang="en-US" altLang="pt-BR" sz="4000"/>
            </a:br>
            <a:r>
              <a:rPr lang="en-US" altLang="pt-BR" sz="4000"/>
              <a:t>A fonte da vida fizeste,</a:t>
            </a:r>
            <a:br>
              <a:rPr lang="en-US" altLang="pt-BR" sz="4000"/>
            </a:br>
            <a:r>
              <a:rPr lang="en-US" altLang="pt-BR" sz="4000"/>
              <a:t>Na qual nos podemos fartar.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A706996-E72F-F1F0-F331-D034648FB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800" b="1"/>
              <a:t>Graça, graça,</a:t>
            </a:r>
            <a:br>
              <a:rPr lang="en-US" altLang="pt-BR" sz="3800" b="1"/>
            </a:br>
            <a:r>
              <a:rPr lang="en-US" altLang="pt-BR" sz="3800" b="1"/>
              <a:t>A mim basta a graça de Deus: Jesus;</a:t>
            </a:r>
            <a:br>
              <a:rPr lang="en-US" altLang="pt-BR" sz="3800" b="1"/>
            </a:br>
            <a:r>
              <a:rPr lang="en-US" altLang="pt-BR" sz="3800" b="1"/>
              <a:t>Graça, graça,</a:t>
            </a:r>
            <a:br>
              <a:rPr lang="en-US" altLang="pt-BR" sz="3800" b="1"/>
            </a:br>
            <a:r>
              <a:rPr lang="en-US" altLang="pt-BR" sz="3800" b="1"/>
              <a:t>A graça eu achei em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2621062-E5BF-46FF-65CA-CDC7858C0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 graça de Deus hoje prova </a:t>
            </a:r>
            <a:br>
              <a:rPr lang="en-US" altLang="pt-BR" sz="4000" i="1"/>
            </a:br>
            <a:r>
              <a:rPr lang="en-US" altLang="pt-BR" sz="4000" i="1"/>
              <a:t>Tu que vives na perdição, </a:t>
            </a:r>
            <a:br>
              <a:rPr lang="en-US" altLang="pt-BR" sz="4000" i="1"/>
            </a:br>
            <a:r>
              <a:rPr lang="en-US" altLang="pt-BR" sz="4000" i="1"/>
              <a:t>Pois Ele te salva, renova, </a:t>
            </a:r>
            <a:br>
              <a:rPr lang="en-US" altLang="pt-BR" sz="4000" i="1"/>
            </a:br>
            <a:r>
              <a:rPr lang="en-US" altLang="pt-BR" sz="4000" i="1"/>
              <a:t>Também limpa teu coração.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62EE02C-4E0B-AFD8-8927-06EF50976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800" b="1"/>
              <a:t>Graça, graça,</a:t>
            </a:r>
            <a:br>
              <a:rPr lang="en-US" altLang="pt-BR" sz="3800" b="1"/>
            </a:br>
            <a:r>
              <a:rPr lang="en-US" altLang="pt-BR" sz="3800" b="1"/>
              <a:t>A mim basta a graça de Deus: Jesus;</a:t>
            </a:r>
            <a:br>
              <a:rPr lang="en-US" altLang="pt-BR" sz="3800" b="1"/>
            </a:br>
            <a:r>
              <a:rPr lang="en-US" altLang="pt-BR" sz="3800" b="1"/>
              <a:t>Graça, graça,</a:t>
            </a:r>
            <a:br>
              <a:rPr lang="en-US" altLang="pt-BR" sz="3800" b="1"/>
            </a:br>
            <a:r>
              <a:rPr lang="en-US" altLang="pt-BR" sz="3800" b="1"/>
              <a:t>A graça eu achei em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205 GRAÇA, GRAÇA </vt:lpstr>
      <vt:lpstr>A graça de Deus revelada Em Cristo Jesus, meu Senhor, Ao mundo perdido é dada Por Deus d’infinito favor. </vt:lpstr>
      <vt:lpstr>Graça, graça, A mim basta a graça de Deus: Jesus; Graça, graça, A graça eu achei em Jesus. </vt:lpstr>
      <vt:lpstr>A graça de Deus é mais doce, Do que bens terrestres daqui; Em gozo meu choro tornou-se Correndo Sua graça pra mim. </vt:lpstr>
      <vt:lpstr>Graça, graça, A mim basta a graça de Deus: Jesus; Graça, graça, A graça eu achei em Jesus. </vt:lpstr>
      <vt:lpstr>Mais alta que nuvens celestes, Mais funda que profundo mar, A fonte da vida fizeste, Na qual nos podemos fartar. </vt:lpstr>
      <vt:lpstr>Graça, graça, A mim basta a graça de Deus: Jesus; Graça, graça, A graça eu achei em Jesus. </vt:lpstr>
      <vt:lpstr>A graça de Deus hoje prova  Tu que vives na perdição,  Pois Ele te salva, renova,  Também limpa teu coração. </vt:lpstr>
      <vt:lpstr>Graça, graça, A mim basta a graça de Deus: Jesus; Graça, graça, A graça eu achei em Jesus.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GRAÇA, GRAÇA </dc:title>
  <dc:creator>Junior</dc:creator>
  <cp:lastModifiedBy>Emerson Souza</cp:lastModifiedBy>
  <cp:revision>2</cp:revision>
  <dcterms:created xsi:type="dcterms:W3CDTF">2005-12-23T19:10:35Z</dcterms:created>
  <dcterms:modified xsi:type="dcterms:W3CDTF">2026-05-02T21:53:56Z</dcterms:modified>
</cp:coreProperties>
</file>