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15CA7-EFD0-075E-7A42-59816EEF9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404625-4537-DC0F-CFA3-4ADCBCD47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194C55-583D-A034-4EC9-6F1ADCAD2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D19A57-C81C-D07C-F839-9F63AC2F6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8257E0-5626-2A33-7127-F49E8074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ADEF4B-8B76-4EE4-A9E6-E27C341BED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786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097FC-5EA4-EA2D-A6B3-300FDD45E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0A7954-98E0-34F2-5D0B-D6C5B4191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487430-C52A-F1B6-FE28-C1997E5F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C6F30C-0F76-BC54-5E72-22FFE4D8F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6E75FF-DC56-2D38-7370-84123BE8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7CCFD7-6733-4B79-B207-8D746FC6F5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266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17C15-643A-A252-687F-DC4AC533E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EA978C-D3B6-8DE1-C11A-ECF1CDC63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644291-DE0F-23FD-31DC-0145D602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350CA4-2343-5945-A7F3-D6765A4CD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849E89-AF96-3B1D-91B0-AEC41A2D7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71B764-8B15-4DCE-9E99-B6B053562A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130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1F644-B8DA-A3C6-46E1-B877B117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6D0F07-8A99-2E26-6788-06BE01C78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8BC082-DD4E-DA08-0B9E-DF87E3575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C66F7B-2DD4-4237-3FEF-FC7DBFC87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3663E9-B67D-8274-EA9C-125058BC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BF1C8B-AD31-9806-F6B2-132CF27A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ED8FD7-3768-4C82-8A30-52F0F67BC5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1924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2AE44-3BA4-1452-7D3D-CC0B8AAF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F27783-CA6B-5ACC-336E-22D06D0F8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ECB4C2-2F0A-1F68-A552-094301F4A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3EAD2A-DC1B-847C-566D-1D3144AA1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21CC3C-430F-C9D8-2AAB-5C5B83FB3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61908F7-922E-C7B9-98BA-835A65537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0E92B0-A535-1B0B-0B17-9397B4874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C8FF51C-AEEC-39A7-0D2A-45DB6A55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DD584B-EE9A-4C50-987C-DA397A75B9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540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FD04F-5163-4186-C4B5-B54C804AB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BF5E89-BFA0-A9B0-3622-8B2C5455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83DF01-93E8-95F7-5BD7-B16F140DE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AF4DE3-4CAF-3354-7123-41B05CFB7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100BFE-71F9-413D-A3B4-2103EB8921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7644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86D41C2-D0AB-81D0-8FDE-6746E1DCD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C3761E-9B1E-A6BD-541B-7CF2CB2E1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08A454-F80D-553B-4E4C-B6EF37E1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401649-1CDC-420E-AAC2-BAC113461C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06707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8165D-4EE3-3622-E15F-E65325788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A1EC8A-F9EE-F26F-118A-998B66094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FFE0E3-7250-BD98-CA29-DC3744B0C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4B2B0E-CAE2-18B6-80B3-0920A2F1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656826-0326-3799-F13B-F4E1F75A6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5DE97D-8462-FB56-A89B-7B3EFFFA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B6BC2-9F9D-47A9-9A3C-94B0BC3F1D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588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29CA0-58BD-E296-95E8-B13E68CD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CF79954-9645-5FED-7BAA-9C1FD589C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10D388-54EF-68B2-7A4B-C87D27FB9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C9F26-B431-9D73-0E2F-C5D5F4E1C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412813-4725-C56B-F93E-53BBBB860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40F198-E7A3-C7E0-8FD5-1C4DF2F3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5E779-B7E6-4099-9067-C03F61F467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8492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5B1CE-B70A-F898-8DD7-B6998B3C3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C4C666-DDB4-2C53-6D5D-670CC122E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2D969A-ABC1-1D87-6C7B-12FF56D2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7137B8-E769-7404-B3BD-659E82C4C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AACFE4-6DE3-2CAF-5ADC-2B6E7900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57D260-4C92-41B4-A3FF-0DC28B6400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5539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B61786-6861-8907-E134-52B6879953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E28BA5-DF2F-1755-2B58-F7C115023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40C07C-A644-8153-ABC0-9822CBF7D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7607B5-34DC-465B-3B42-9BB28F90A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B4F727-F27E-62A3-760B-96AD311B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579660-8A96-4A5F-A62B-020592C996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6835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304844E-B267-1840-3D59-0FC089946D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69F1C4F-3847-C1E4-F992-161BC25393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F6F4F3B-D3EE-698A-99AF-8CA9111A5F4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279793C-4D59-AC2C-4F50-4F81B157D19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D398C68-D77D-7639-1340-4E9633169D7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98F7862-B01B-49D9-8826-04A927183EF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F875F5A-CCF1-FFB5-95D3-E15E30BF605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2098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414 – Tem compaixão do pecador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03ECFA8-6158-B302-7924-69C537A281F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B3C2A841-AD23-4442-AE3F-2F6E3B2ACB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Ó Salvador, ó Pai de amor?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Tem compaixão do pecador;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Sem ser em Ti não achará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salvação, que Tu nos dás.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F2C121B-E437-4EBD-B04E-803684AFC3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Tem compaixão, ó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Tem compaixão do pecador!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Ó vem lavar seu coração,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Ó vem lhe dar a salvação!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EB643B7-B0E5-433A-1F00-F6ADF7C489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Sem ser em Ti não há perdão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o pecador, nem salvação;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Só mesmo em Ti o pecador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Encontrará um Salvador.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5ACD41B-4A19-367B-A3DA-98FE9F7AEF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Tem compaixão, ó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Tem compaixão do pecador!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Ó vem lavar seu coração,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Ó vem lhe dar a salvação!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37F11E9-71C4-0F6A-64CF-224ED3F53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Ó Rei doa reis, tem compaixão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 pecador na perdição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Seu coração, ó vem lavar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 sangue Teu purificar.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8317528-D590-89BE-80B5-63F12DE33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Tem compaixão, ó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Tem compaixão do pecador!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Ó vem lavar seu coração,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Ó vem lhe dar a salvação!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414 – Tem compaixão do pecador</vt:lpstr>
      <vt:lpstr>Ó Salvador, ó Pai de amor?  Tem compaixão do pecador;  Sem ser em Ti não achará  A salvação, que Tu nos dás.  </vt:lpstr>
      <vt:lpstr>Tem compaixão, ó Salvador,  Tem compaixão do pecador!  Ó vem lavar seu coração,  Ó vem lhe dar a salvação!  </vt:lpstr>
      <vt:lpstr>Sem ser em Ti não há perdão  Pra o pecador, nem salvação;  Só mesmo em Ti o pecador  Encontrará um Salvador.  </vt:lpstr>
      <vt:lpstr>Tem compaixão, ó Salvador,  Tem compaixão do pecador!  Ó vem lavar seu coração,  Ó vem lhe dar a salvação!  </vt:lpstr>
      <vt:lpstr>Ó Rei doa reis, tem compaixão  Do pecador na perdição  Seu coração, ó vem lavar  No sangue Teu purificar.</vt:lpstr>
      <vt:lpstr>Tem compaixão, ó Salvador,  Tem compaixão do pecador!  Ó vem lavar seu coração,  Ó vem lhe dar a salvação!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414 – Tem compaixão do pecador</dc:title>
  <dc:creator>Junior</dc:creator>
  <cp:lastModifiedBy>Emerson Souza</cp:lastModifiedBy>
  <cp:revision>1</cp:revision>
  <dcterms:created xsi:type="dcterms:W3CDTF">2005-12-26T19:59:47Z</dcterms:created>
  <dcterms:modified xsi:type="dcterms:W3CDTF">2026-05-02T22:11:25Z</dcterms:modified>
</cp:coreProperties>
</file>