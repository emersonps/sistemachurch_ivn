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4A1B8-5617-AB6F-1E6D-183E0F8FF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E95F36-33C4-9A20-6296-65662C06C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3CBCFA-19BE-50EE-6162-A282E728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B7C20C-20CE-1D63-8CE1-5047CF09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B7B33A-6B4C-C005-004D-29EA7B46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E9EA1-AAF1-4544-B500-F039F57B32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109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ED605-2E9A-9B9B-F9F0-732B9FC5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77B0E-2EA9-79F3-EC6C-F11AAB8BE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E8CCD1-D3CA-D1A8-3AD1-1C95D640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3030C2-D171-DAEB-A2DB-8DBF2A1A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2031CC-BCE5-1003-C19A-BC8FF0B5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5EB80-B3B0-47F7-8EC4-911B4D3FBC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966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88DA4-EBE8-D84A-82E7-1FBD279A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693530-801A-1BB3-272A-718DA8AE5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32EDFF-7665-B244-9E59-CF9C2169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C814BE-7D78-A4F6-C670-B9B30113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8AD95F-843C-1F2F-48CE-196FCF81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B1CC0-1832-4C7A-A2BF-5510DF5FE4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652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2F7F4-FC1D-2FEB-26D6-AE7AAA74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536E2-6141-6D17-410E-5970CF88B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BA35D3-60FD-BEF1-55EE-1E59E2FB9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D2D832-253C-4D87-2AAD-824F7D5D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8CE16A-DAC2-1D40-EC8D-17A1EF28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F970C4-90FC-94CC-CDA4-7348DAC0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F6717D-FF5A-4231-8AE5-5E4CBCA952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7745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2E12B-6EE4-EB36-91A0-70DA25870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5EFD14-1D15-8056-BBB6-72142F25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EAADDBC-39C6-A31E-672E-2BE38C9A3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EEBE3B-D1FD-F4CC-692C-B88CD1E13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62F6FB-2BA2-630D-82EA-00FA2D20A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A1AE57-2302-0C75-CAA8-3D4B6059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100FF8B-F85C-680E-49DB-EB90E7E8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6D274C-BC32-4B8D-4631-92E53B5C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9DA547-1818-4CB9-A44E-B99E1C063B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557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89F9A-992A-23C2-52D3-63C44352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EE130B2-883F-B8FC-230B-C706360AB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6503C9-08A4-C55A-FB13-366CEB0A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941B11-8C82-384A-05F9-F5F075F5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36D5BB-B086-4A24-99C7-10EC152A08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395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A531F5-FB22-8D0E-7149-28BF4207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5EAE7A-4626-0B55-7EB5-5E9CEC75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4087C8-369B-776B-C15D-2B1B59C5D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AFF20-0CF4-401F-81EF-17E293D750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736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F554A-CDD1-9EF3-CAA1-E0287EBF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E9C34B-613B-1D43-6531-31EBDE6D7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D342BD-B96C-C12F-C33B-0A86A3993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087A49-F77E-BD74-92E3-F8D878D3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1F6C5-F4CF-0C81-6332-F04393A6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EB1D75-B121-74F2-554D-BEAA71BA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7D123-4949-458A-8345-D4C60E4C85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63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8A651-C5DE-8E00-56F9-CB5F4B9C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7A5769-F58A-C52D-DD7A-625675F27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C99EC1-F9C5-D578-7BC0-CDD346194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C0AD9D-64FA-95BE-3138-38D4DC8E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C6969A-CF14-A0E8-9B30-D156143F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C9828-E89A-A9D6-0638-1ECFA1C2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F4F2-2221-4E2E-BB2E-0AADB2F587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932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4934C-DD41-46E1-0544-3AB1B755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8400AA-F3C1-AAA7-F39E-EDB60340B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B28D4D-2CE1-CF97-E84B-2BD83E9E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5BD462-DDAC-F2D7-E6FC-E53B3919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2A504A-324A-2204-A45A-234A7635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8BC030-2E47-4682-A50B-78AB69E4DE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320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C36159-0930-8C23-2CBD-6E4625768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0A1EA4-A35C-E8F8-F473-1154CEE24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4FD1E-1068-51F1-7C2B-AAA96F33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09D3BD-BDF8-5DA1-F88C-D40B100D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82EA8C-7372-0EEF-B40E-E3281846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1C60C2-C5DE-4A53-9231-D02CEC4799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069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0FC87F-D2C3-8F28-49EA-4405818A8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32BE7F-70E9-C550-7650-75F61A0B2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C654CC-52C3-0D58-C9F0-0DD2E00A3F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19FC3F-9A9E-189F-14FF-785548E51D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7DA8F73-73FF-F0BF-8360-5ED8A92F93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5025B23-1B42-4081-A35C-0839B8AF5EF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3696EC-20F3-45C9-EC06-11CC0ADEA6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196975"/>
            <a:ext cx="7989888" cy="3311525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FFE7FF"/>
                </a:solidFill>
              </a:rPr>
              <a:t>56</a:t>
            </a:r>
            <a:br>
              <a:rPr lang="en-US" altLang="pt-BR" sz="4400" b="1">
                <a:solidFill>
                  <a:srgbClr val="FFE7FF"/>
                </a:solidFill>
              </a:rPr>
            </a:br>
            <a:r>
              <a:rPr lang="en-US" altLang="pt-BR" sz="4400" b="1">
                <a:solidFill>
                  <a:srgbClr val="FFE7FF"/>
                </a:solidFill>
              </a:rPr>
              <a:t>TUDO EM CRISTO</a:t>
            </a:r>
            <a:br>
              <a:rPr lang="en-US" altLang="pt-BR" sz="4400" b="1">
                <a:solidFill>
                  <a:srgbClr val="FFE7FF"/>
                </a:solidFill>
              </a:rPr>
            </a:br>
            <a:endParaRPr lang="en-US" altLang="pt-BR" sz="4400" b="1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5E8CA7CB-C753-F3D0-4B5D-544A326C1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08050"/>
            <a:ext cx="9144000" cy="3673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Dantes, trabalhava sempre com temor, 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Mas descanso, agora em meu Salvador; 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 "esperava"; hoje, "bem o sei"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Que estou salvo em Cristo, 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Meu bendito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A9054622-8F1D-A1FC-08B0-B52B97F7A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362950" cy="3557587"/>
          </a:xfrm>
        </p:spPr>
        <p:txBody>
          <a:bodyPr/>
          <a:lstStyle/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Que por mim morreu.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Cristo é todo meu.</a:t>
            </a:r>
          </a:p>
          <a:p>
            <a:pPr algn="ctr"/>
            <a:endParaRPr lang="en-US" altLang="pt-BR" sz="4000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69DB1D1-DCDA-C4BF-E512-C1E788461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52513"/>
            <a:ext cx="9144000" cy="3313112"/>
          </a:xfrm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Dantes, desejava bênção do Senhor;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Hoje, mais de Cristo, mais de Seu amor!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Não somente a bênção, que tão pronto dá,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Mas Ele mesmo a fonte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Em quem tudo está.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0DA77558-4D3A-41A7-3A35-865D7D104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229600" cy="4525962"/>
          </a:xfrm>
          <a:noFill/>
          <a:ln/>
        </p:spPr>
        <p:txBody>
          <a:bodyPr/>
          <a:lstStyle/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Que por mim morreu.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Cristo é todo meu.</a:t>
            </a:r>
          </a:p>
          <a:p>
            <a:pPr algn="ctr">
              <a:buFontTx/>
              <a:buNone/>
            </a:pPr>
            <a:endParaRPr lang="en-US" altLang="pt-BR" sz="4000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BD2169AB-8CD9-4128-9164-FBE8D1F4D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41438"/>
            <a:ext cx="9144000" cy="3095625"/>
          </a:xfrm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Dantes, duvidava, era sempre "o eu";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Hoje, bem conheço Cristo, além do véu,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Sacerdote eterno, Iá por mim entrou;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NEle estou completo, nEle aceito sou.</a:t>
            </a:r>
          </a:p>
          <a:p>
            <a:pPr algn="ctr">
              <a:buFontTx/>
              <a:buNone/>
            </a:pPr>
            <a:endParaRPr lang="en-US" altLang="pt-BR" sz="3600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B8A03E0-4547-9D54-F2DB-BF2E015F1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836613"/>
            <a:ext cx="8229600" cy="4525962"/>
          </a:xfrm>
          <a:noFill/>
          <a:ln/>
        </p:spPr>
        <p:txBody>
          <a:bodyPr/>
          <a:lstStyle/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Que por mim morreu.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Cristo é todo meu.</a:t>
            </a:r>
          </a:p>
          <a:p>
            <a:pPr algn="ctr">
              <a:buFontTx/>
              <a:buNone/>
            </a:pPr>
            <a:endParaRPr lang="en-US" altLang="pt-BR" sz="4000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EA9002A2-1069-3854-FE95-0B556668A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4000" cy="5040312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 queria o mundo; hoje, é só Jesus! 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Dantes, eram trevas; hoje, é plena luz;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Dantes, o receio, hoje, a-doce'paz,</a:t>
            </a: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Tudo a Cristo deixo, Ele me satisfaz.</a:t>
            </a:r>
          </a:p>
          <a:p>
            <a:pPr algn="ctr">
              <a:buFontTx/>
              <a:buNone/>
            </a:pPr>
            <a:endParaRPr lang="en-US" altLang="pt-BR" sz="3600">
              <a:solidFill>
                <a:srgbClr val="FFE7FF"/>
              </a:solidFill>
            </a:endParaRPr>
          </a:p>
          <a:p>
            <a:pPr algn="ctr">
              <a:buFontTx/>
              <a:buNone/>
            </a:pPr>
            <a:r>
              <a:rPr lang="en-US" altLang="pt-BR" sz="3600">
                <a:solidFill>
                  <a:srgbClr val="FFE7FF"/>
                </a:solidFill>
              </a:rPr>
              <a:t>									</a:t>
            </a:r>
            <a:r>
              <a:rPr lang="en-US" altLang="pt-BR" sz="1800">
                <a:solidFill>
                  <a:srgbClr val="FFE7FF"/>
                </a:solidFill>
              </a:rPr>
              <a:t>H.M.W.</a:t>
            </a:r>
            <a:endParaRPr lang="en-US" altLang="pt-BR" sz="3600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5E12C158-4918-CCD2-0C2C-45F8002BC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692150"/>
            <a:ext cx="8229600" cy="4525963"/>
          </a:xfrm>
          <a:noFill/>
          <a:ln/>
        </p:spPr>
        <p:txBody>
          <a:bodyPr/>
          <a:lstStyle/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Que por mim morreu.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Tudo! Tudo em Cristo! </a:t>
            </a:r>
          </a:p>
          <a:p>
            <a:pPr lvl="1" algn="ctr">
              <a:buFontTx/>
              <a:buNone/>
            </a:pPr>
            <a:r>
              <a:rPr lang="en-US" altLang="pt-BR" sz="4000" b="1" i="1">
                <a:solidFill>
                  <a:srgbClr val="FFE7FF"/>
                </a:solidFill>
              </a:rPr>
              <a:t>Cristo é todo meu.</a:t>
            </a:r>
          </a:p>
          <a:p>
            <a:pPr algn="ctr">
              <a:buFontTx/>
              <a:buNone/>
            </a:pPr>
            <a:endParaRPr lang="en-US" altLang="pt-BR" sz="4000">
              <a:solidFill>
                <a:srgbClr val="FFE7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259</Words>
  <Application>Microsoft Office PowerPoint</Application>
  <PresentationFormat>Apresentação na tela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56 TUDO EM CRISTO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 </dc:title>
  <dc:creator>Montagna</dc:creator>
  <cp:lastModifiedBy>Emerson Souza</cp:lastModifiedBy>
  <cp:revision>2</cp:revision>
  <dcterms:created xsi:type="dcterms:W3CDTF">2005-10-15T23:46:51Z</dcterms:created>
  <dcterms:modified xsi:type="dcterms:W3CDTF">2026-05-02T21:41:33Z</dcterms:modified>
</cp:coreProperties>
</file>