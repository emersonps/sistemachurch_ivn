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72" d="100"/>
          <a:sy n="72" d="100"/>
        </p:scale>
        <p:origin x="-39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4299B-6D65-DE69-789F-EA0782B6E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7F0F23-45DC-5356-5A76-584036AC3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A0C46E-C70C-295B-E1A8-B0B59856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8ACA2E-CD57-535F-1275-6664D49B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3D3F7E-D0FE-CC4F-71BD-75F995C7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374E02-C6E2-4199-A888-0985E5FE0B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467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D3453-0039-2C6B-4D67-F48056BE3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139AE3-C2FB-6C40-F727-F46C1AB2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9F6715-888A-61BD-33E4-DEF4A304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944FF0-8C87-EB94-CBD2-DB30C45B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592403-38E0-8101-AD4D-85906CFA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552204-6C0F-465B-BEC2-6E09B6291D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0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9E4CD-FA90-B9C9-903C-1DBD55D2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AA79F7-070A-23A1-4658-1BF01D05A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914B04-0990-D582-CD85-34D90680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22BABC-503D-B490-7B4E-8A21E7AE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4B52C6-EA08-378B-0E56-918B51D7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FA28E4-D376-4CBD-BA18-004A1F690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0436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977CC-934C-FDD4-6AE1-155D29CE1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AF5B72-4500-4389-531E-CC7315DA0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935D70-BDC5-430C-3CD6-1559F3A04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B1ACD0-8E97-E084-265C-A9D710BB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A1E782-0E4A-0FD6-6FCA-BCBD8E84A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CA5FD6-72C6-3487-D654-28F4DDD0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3E8353-3421-4F92-91DC-18E3325419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093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D2F11-EE8A-10BC-1B3B-53A5334B7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76C2DE-D55C-2256-F096-CA2C638AA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962325-0A6E-19CF-E6FE-2BEE0161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1DD6D9E-428C-FEFA-8914-4B56391EB2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16B732-DCE9-9F4A-894A-522D7D38E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501FE5-1C11-9D06-A34E-561A1614D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866038-B6DC-C83E-E106-731EBEE5F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AD0FB2-7E00-C287-EEAA-6A698541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7422A-9DF2-4F9E-8369-C2FD68BB92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525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5A39F-08A5-4CBA-5654-0F4B79C0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8769E9-AED0-8ABE-0F74-53413A98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279BDA-7154-1DF0-C411-C608E1F7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5A97FB-4802-E908-4332-3D087DC82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74DEB3-9261-46AB-AF77-D3B85F3997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9990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2CC3B7-D272-044E-67E6-EF552CBB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DE6703B-6661-2009-E9CE-2417D3A75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A4E451-56ED-EA90-CA2A-4C24E77E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197179-5764-46AB-BC7F-153F0052AA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892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A038F-1957-03E4-B78F-F0626D09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B65672-A242-DEC2-8700-E5FA3257E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DB3B2B4-8AC0-A031-8251-0FE39B37F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102050-3491-93DB-20CA-07CC20CF9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906471-A120-D790-7D93-6264FC1C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887A79-8719-6D23-1861-B59342A5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C3314-DCEB-4CEE-9E94-184CA4963E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376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0A23E-449C-6E7C-EC90-C7B59619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095CB0F-CADD-B233-F10F-75313ED7F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8ACAC1-AF1C-7D13-7E73-AC2D9A742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DD668D-1575-D5F4-AE48-79222B18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8778D0-50A3-9113-3741-D838FB25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03E875-8D91-4415-5612-5CB7F723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6496B5-6D8C-459B-B0D6-D62D4C08D0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9156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2E41C-7067-B585-F63A-7C56C43E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866300-C954-C7D1-1F35-C26128901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5CE426-3A06-BE71-0843-0E909102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24B7AD-1C5C-4051-D8D4-6019B652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B82CA0-8657-661A-73D2-BEEF7869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C76BE4-300A-4753-90B7-AC4063CC08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831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8E6BB4-F4D2-3E89-D51B-E44D1DE1D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C5B27F-E345-62D8-97E0-5F71AFCBD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D2440B-DBDB-35F8-E78C-F317D1FC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10CD11-E309-637F-6038-C3A447AB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7BEE2C-AFA6-3CDE-44FA-EBBA544D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42CD8B-0226-4311-B598-8E19BD4E22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3153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188E7B8-BDC2-C377-0DB8-564F35C37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E81D1F-CABB-30D0-D35A-2D3D82BE0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4C0F0F2-0742-7356-B59C-4121D9A782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96FDFE5-7CC6-B168-6E81-ECDD5C501B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54C81B4-54D0-A34F-DCD0-9EC5B5BEE2C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0E8F38A-6845-43BA-8969-0C504A59AAE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029C158-7D0D-C2B0-A4AE-FB8B0C3B62A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225</a:t>
            </a:r>
            <a:br>
              <a:rPr lang="en-US" altLang="pt-BR" sz="4000" b="1"/>
            </a:br>
            <a:r>
              <a:rPr lang="en-US" altLang="pt-BR" sz="4000" b="1"/>
              <a:t>SÊ VALENTE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997FA4E-64AB-B42E-8632-DD96DCF8F8E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056FAD9-6BA7-AE33-020E-2C2D6CE4E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Na batalha contra o mal, sê valente!</a:t>
            </a:r>
            <a:r>
              <a:rPr lang="en-US" altLang="pt-BR" sz="4000"/>
              <a:t> </a:t>
            </a:r>
            <a:r>
              <a:rPr lang="en-US" altLang="pt-BR" sz="4000" i="1"/>
              <a:t>Segue em marcha triunfal, sê valente!</a:t>
            </a:r>
            <a:r>
              <a:rPr lang="en-US" altLang="pt-BR" sz="4000"/>
              <a:t> </a:t>
            </a:r>
            <a:r>
              <a:rPr lang="en-US" altLang="pt-BR" sz="4000" i="1"/>
              <a:t>Olha o alvo que é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à vitória te conduz;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Ó não deixes tua cruz,</a:t>
            </a:r>
            <a:r>
              <a:rPr lang="en-US" altLang="pt-BR" sz="4000"/>
              <a:t> </a:t>
            </a:r>
            <a:r>
              <a:rPr lang="en-US" altLang="pt-BR" sz="4000" i="1"/>
              <a:t>Sê valente!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E34CEC6-79EF-973B-6082-37AC5D6BA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Sê valente! Pelejando por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Sê valente! Nunca rejeitando a cruz!</a:t>
            </a:r>
            <a:r>
              <a:rPr lang="en-US" altLang="pt-BR" sz="4000"/>
              <a:t> </a:t>
            </a:r>
            <a:r>
              <a:rPr lang="en-US" altLang="pt-BR" sz="4000" b="1" i="1"/>
              <a:t>Firme sempre no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Com indômito valor,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Cheio do Consolador,</a:t>
            </a:r>
            <a:r>
              <a:rPr lang="en-US" altLang="pt-BR" sz="4000"/>
              <a:t> </a:t>
            </a:r>
            <a:r>
              <a:rPr lang="en-US" altLang="pt-BR" sz="4000" b="1" i="1"/>
              <a:t>Sê valente!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5B272BC-1A61-7020-798B-BEDCEEB16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Se o maligno t’enfrentar, sê valente!</a:t>
            </a:r>
            <a:r>
              <a:rPr lang="en-US" altLang="pt-BR" sz="4000"/>
              <a:t> </a:t>
            </a:r>
            <a:r>
              <a:rPr lang="en-US" altLang="pt-BR" sz="4000" i="1"/>
              <a:t>Lutarás sem recuar, sÊ valente!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Seja aqui, ou onde for,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Escudado no Senhor.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Mostrarás o teu valor;</a:t>
            </a:r>
            <a:r>
              <a:rPr lang="en-US" altLang="pt-BR" sz="4000"/>
              <a:t> </a:t>
            </a:r>
            <a:r>
              <a:rPr lang="en-US" altLang="pt-BR" sz="4000" i="1"/>
              <a:t>Sê valente!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9123C1F-839E-D9DB-764C-42D42A685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Sê valente! Pelejando por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Sê valente! Nunca rejeitando a cruz!</a:t>
            </a:r>
            <a:r>
              <a:rPr lang="en-US" altLang="pt-BR" sz="4000"/>
              <a:t> </a:t>
            </a:r>
            <a:r>
              <a:rPr lang="en-US" altLang="pt-BR" sz="4000" b="1" i="1"/>
              <a:t>Firme sempre no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Com indômito valor,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Cheio do Consolador,</a:t>
            </a:r>
            <a:r>
              <a:rPr lang="en-US" altLang="pt-BR" sz="4000"/>
              <a:t> </a:t>
            </a:r>
            <a:r>
              <a:rPr lang="en-US" altLang="pt-BR" sz="4000" b="1" i="1"/>
              <a:t>Sê valente!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814EF97-42B0-DFD5-FC11-8ED592DF3F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Co'altruísmo, com poder,sê valente!</a:t>
            </a:r>
            <a:r>
              <a:rPr lang="en-US" altLang="pt-BR" sz="4000"/>
              <a:t> </a:t>
            </a:r>
            <a:r>
              <a:rPr lang="en-US" altLang="pt-BR" sz="4000" i="1"/>
              <a:t>Franco, sem o mal temer, sê valente!</a:t>
            </a:r>
            <a:r>
              <a:rPr lang="en-US" altLang="pt-BR" sz="4000"/>
              <a:t> </a:t>
            </a:r>
            <a:r>
              <a:rPr lang="en-US" altLang="pt-BR" sz="4000" i="1"/>
              <a:t>Aos caídos em redor.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Manifesta-lhes o amor;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serás um vencedor;</a:t>
            </a:r>
            <a:r>
              <a:rPr lang="en-US" altLang="pt-BR" sz="4000"/>
              <a:t> </a:t>
            </a:r>
            <a:r>
              <a:rPr lang="en-US" altLang="pt-BR" sz="4000" i="1"/>
              <a:t>Sê valente!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38D300F-171D-2949-23AD-8C7DAA2FB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Sê valente! Pelejando por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Sê valente! Nunca rejeitando a cruz!</a:t>
            </a:r>
            <a:r>
              <a:rPr lang="en-US" altLang="pt-BR" sz="4000"/>
              <a:t> </a:t>
            </a:r>
            <a:r>
              <a:rPr lang="en-US" altLang="pt-BR" sz="4000" b="1" i="1"/>
              <a:t>Firme sempre no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Com indômito valor,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Cheio do Consolador,</a:t>
            </a:r>
            <a:r>
              <a:rPr lang="en-US" altLang="pt-BR" sz="4000"/>
              <a:t> </a:t>
            </a:r>
            <a:r>
              <a:rPr lang="en-US" altLang="pt-BR" sz="4000" b="1" i="1"/>
              <a:t>Sê valente!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918BEE6-AC50-45BF-4BDF-75E895F62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O Evangelho a proclamar, sê valente!</a:t>
            </a:r>
            <a:r>
              <a:rPr lang="en-US" altLang="pt-BR" sz="4000"/>
              <a:t> </a:t>
            </a:r>
            <a:r>
              <a:rPr lang="en-US" altLang="pt-BR" sz="4000" i="1"/>
              <a:t>No Brasil, em terra ou mar, sê valente!</a:t>
            </a:r>
            <a:r>
              <a:rPr lang="en-US" altLang="pt-BR" sz="4000"/>
              <a:t> </a:t>
            </a:r>
            <a:r>
              <a:rPr lang="en-US" altLang="pt-BR" sz="4000" i="1"/>
              <a:t>Tua vida enobrecer!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Sempre com Jesus viver,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 ti também vencer;</a:t>
            </a:r>
            <a:r>
              <a:rPr lang="en-US" altLang="pt-BR" sz="4000"/>
              <a:t> </a:t>
            </a:r>
            <a:r>
              <a:rPr lang="en-US" altLang="pt-BR" sz="4000" i="1"/>
              <a:t>Sê valente!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EE6D86C-A5A9-2F5B-952B-715A6248C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Sê valente! Pelejando por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Sê valente! Nunca rejeitando a cruz!</a:t>
            </a:r>
            <a:r>
              <a:rPr lang="en-US" altLang="pt-BR" sz="4000"/>
              <a:t> </a:t>
            </a:r>
            <a:r>
              <a:rPr lang="en-US" altLang="pt-BR" sz="4000" b="1" i="1"/>
              <a:t>Firme sempre no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Com indômito valor,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Cheio do Consolador,</a:t>
            </a:r>
            <a:r>
              <a:rPr lang="en-US" altLang="pt-BR" sz="4000"/>
              <a:t> </a:t>
            </a:r>
            <a:r>
              <a:rPr lang="en-US" altLang="pt-BR" sz="4000" b="1" i="1"/>
              <a:t>Sê valente!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225 SÊ VALENTE </vt:lpstr>
      <vt:lpstr>Na batalha contra o mal, sê valente! Segue em marcha triunfal, sê valente! Olha o alvo que é Jesus,  Que à vitória te conduz;  Ó não deixes tua cruz, Sê valente!  </vt:lpstr>
      <vt:lpstr>Sê valente! Pelejando por Jesus,  Sê valente! Nunca rejeitando a cruz! Firme sempre no amor,  Com indômito valor,  Cheio do Consolador, Sê valente!</vt:lpstr>
      <vt:lpstr>Se o maligno t’enfrentar, sê valente! Lutarás sem recuar, sÊ valente!  Seja aqui, ou onde for,  Escudado no Senhor.  Mostrarás o teu valor; Sê valente!  </vt:lpstr>
      <vt:lpstr>Sê valente! Pelejando por Jesus,  Sê valente! Nunca rejeitando a cruz! Firme sempre no amor,  Com indômito valor,  Cheio do Consolador, Sê valente!</vt:lpstr>
      <vt:lpstr>Co'altruísmo, com poder,sê valente! Franco, sem o mal temer, sê valente! Aos caídos em redor.  Manifesta-lhes o amor;  E serás um vencedor; Sê valente!  </vt:lpstr>
      <vt:lpstr>Sê valente! Pelejando por Jesus,  Sê valente! Nunca rejeitando a cruz! Firme sempre no amor,  Com indômito valor,  Cheio do Consolador, Sê valente!</vt:lpstr>
      <vt:lpstr>O Evangelho a proclamar, sê valente! No Brasil, em terra ou mar, sê valente! Tua vida enobrecer!  Sempre com Jesus viver,  E a ti também vencer; Sê valente!</vt:lpstr>
      <vt:lpstr>Sê valente! Pelejando por Jesus,  Sê valente! Nunca rejeitando a cruz! Firme sempre no amor,  Com indômito valor,  Cheio do Consolador, Sê valente!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225 SÊ VALENTE </dc:title>
  <dc:creator>Junior</dc:creator>
  <cp:lastModifiedBy>Emerson Souza</cp:lastModifiedBy>
  <cp:revision>2</cp:revision>
  <dcterms:created xsi:type="dcterms:W3CDTF">2005-12-23T22:42:00Z</dcterms:created>
  <dcterms:modified xsi:type="dcterms:W3CDTF">2026-05-02T21:55:40Z</dcterms:modified>
</cp:coreProperties>
</file>