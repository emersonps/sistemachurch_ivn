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DD690-9DBD-9486-C086-C52FC17C3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1B067F-12D4-73B9-C3A3-65252C516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55107-13A8-3C9F-68AB-6960DD60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BCF139-2677-B3B6-6FC4-FE5D34F1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CE31F8-3619-9E5A-45AA-0F8195D9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D77531-3B24-47FD-AA74-FF5B10395E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469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9CEE2-1DA3-6046-9A1F-798942FE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378471-D0D8-ED2A-2495-864C6B0A4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B4F1E-AA73-6918-391C-A52C223A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96864-9EB0-6F7E-17E4-32E044DD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802C43-34EB-AFCF-3529-5EE51E36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9AC04-B027-403F-8E59-513C8574BA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716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43CBB-F370-4468-B60E-2F0EFB23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ABB89-A7EA-D616-86DF-C3303E6A0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18278-69EE-0636-9727-04611224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6A1940-37E3-EA37-A38F-3F0BFE03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842F8-F24B-0465-8278-520CFC92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CB4971-566A-48F8-AAE8-C68E39F668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906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B8EEE-29EE-7F2E-AAE5-62B7A20B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F18A32-0F68-1AEF-789B-A0BE43994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545D6B-F9A9-7F05-2755-7E88873DA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1EE1B9-31E1-ED6F-6BFA-C0BF0A51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55000B-73F7-FCCE-B9EC-DE427319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9DE743-F6EA-D583-0397-3AE75177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E6F749-8EAD-4309-AB80-FB3396B074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784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7CC0-486F-F847-CDF9-615C2AEEC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0EBF6-52C7-5169-B4A9-EC40FD5C5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2BA55D-82B2-11E9-3B9D-41EC9CDC3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904F34-B34F-BFA1-41C1-7486E17F6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7F9A67-C46A-1939-7C58-68EEDBA07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4A7810-04B1-B201-C248-0E9CA3DA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4082E1-0BAA-0118-4C97-D04CB771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2633DA-CAC1-EF72-AB20-5DAF2951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2A0A7-50E9-42F0-93C3-1EA89AC0ED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523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BC455-57BC-CF65-FC27-6A61AA71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C0BF15-ABFE-E4A4-148E-0700157A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ED4F0D-7DCF-5A20-8BA9-28BB9F0E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31B54A-9E16-F18D-3973-7AFFA52C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0254C-54B6-465C-AA5A-51A4D90EB3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523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47ED9B-4E99-4A6E-7877-E4CCAE41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AAEA52-68BF-757D-9ECC-7ED7B971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4B39C2-1A46-C1C7-3BD1-865938D8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57AB9E-D341-4E64-9B31-DF6F952A2C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96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57840-A450-3AC7-9BD9-6D7BC35B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66C12F-A0DC-7E5E-8D34-B2C4480AB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DFFAC5-4DC0-B390-8628-9C1BCB18A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0EEBBB-70F7-70BD-D86C-B9EE7E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070DBF-3B97-3577-58FD-68C2209B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0D5E68-F897-6598-E03C-49143ECF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B70FE-371C-4151-89D0-25A87A2BBE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222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B7685-7F33-0A69-5899-50880701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C46504-1F6E-10D0-C436-E684502C5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774F91-40DC-0B4D-10F0-19FC563EC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0E1AAC-7D75-A4B6-4E0B-3CF8B27D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903C9F-932F-C87C-80DB-C9C92791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2D1BD3-99A8-0AC8-85EA-DEDF4957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70B80-CE5E-445A-AA97-71C2651FDB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337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A0168-8BB9-1165-6E85-9F61F2D9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99EB7B-AC2D-BBD9-552E-3B7480646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1BBB21-663E-4EC6-709A-6B9AAA1AD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685CF-52D2-6D27-BCCE-AAEC1652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5C0482-1569-7DB2-C2BD-96EFCB67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690CBD-4C44-473F-8C9F-D55FAA5AEF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690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30B5C0-A33F-ABC0-990D-5C6B0F3DE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424156-3841-684A-B68C-2EBE833AD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6E27EA-E500-A9A2-C1E4-F71E8F99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98E57C-1EAF-19BA-FE58-56614C4D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8953F-3EAC-1492-6261-C7642710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3CE8CD-7B86-450E-B402-D9BF0AAC30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423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355FC02-1FE9-707F-34DE-46C4D8035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1AD152-319F-05F7-B248-5DB7B97E3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FC97946-FECF-9CF2-5A2D-B664D55D87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B2E99DB-BFE7-7FFE-3EE0-2A15D330DD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0F1A59-E851-10C4-FD39-566E11846C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099826D-4CE0-43B0-9766-271B2BD41AC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83F494-17B9-3E58-D4C7-93B92AB582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248</a:t>
            </a:r>
            <a:br>
              <a:rPr lang="pt-BR" altLang="pt-BR" sz="4400" b="1"/>
            </a:br>
            <a:r>
              <a:rPr lang="pt-BR" altLang="pt-BR" sz="4400" b="1"/>
              <a:t>HOSANA E GLÓRIA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4F614A-571A-9FA0-CC7E-72D4A5F46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Já perto de Betfagé, o Mestre ordenou:</a:t>
            </a:r>
            <a:br>
              <a:rPr lang="pt-BR" altLang="pt-BR" sz="3600"/>
            </a:br>
            <a:r>
              <a:rPr lang="pt-BR" altLang="pt-BR" sz="3600"/>
              <a:t>"O ide à aldeia, que avistando estou,</a:t>
            </a:r>
            <a:br>
              <a:rPr lang="pt-BR" altLang="pt-BR" sz="3600"/>
            </a:br>
            <a:r>
              <a:rPr lang="pt-BR" altLang="pt-BR" sz="3600"/>
              <a:t>Trazei-Me um jumentinho, no qual ninguém montou </a:t>
            </a:r>
            <a:br>
              <a:rPr lang="pt-BR" altLang="pt-BR" sz="3600"/>
            </a:br>
            <a:r>
              <a:rPr lang="pt-BR" altLang="pt-BR" sz="3600"/>
              <a:t>Dizei aos que perguntem: "Jesus requisitou".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1756839-C68F-8843-CD3E-345B88085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Hosana e glória davam ao Senhor Jesus, </a:t>
            </a:r>
            <a:br>
              <a:rPr lang="pt-BR" altLang="pt-BR" sz="3600" b="1" i="1"/>
            </a:br>
            <a:r>
              <a:rPr lang="pt-BR" altLang="pt-BR" sz="3600" b="1" i="1"/>
              <a:t>O Rei que vem trazendo amor, poder e luz; </a:t>
            </a:r>
            <a:br>
              <a:rPr lang="pt-BR" altLang="pt-BR" sz="3600" b="1" i="1"/>
            </a:br>
            <a:r>
              <a:rPr lang="pt-BR" altLang="pt-BR" sz="3600" b="1" i="1"/>
              <a:t>Também vem concedendo eficaz perdão; </a:t>
            </a:r>
            <a:br>
              <a:rPr lang="pt-BR" altLang="pt-BR" sz="3600" b="1" i="1"/>
            </a:br>
            <a:r>
              <a:rPr lang="pt-BR" altLang="pt-BR" sz="3600" b="1" i="1"/>
              <a:t>Por isso O louvam de todo o coração.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02D427B-CB0E-81E8-8E67-294ADD499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Trouxeram o jumentinho, no qual Jesus montou,</a:t>
            </a:r>
            <a:br>
              <a:rPr lang="pt-BR" altLang="pt-BR" sz="3600"/>
            </a:br>
            <a:r>
              <a:rPr lang="pt-BR" altLang="pt-BR" sz="3600"/>
              <a:t>Com ramos o caminho o povo enfeitou; </a:t>
            </a:r>
            <a:br>
              <a:rPr lang="pt-BR" altLang="pt-BR" sz="3600"/>
            </a:br>
            <a:r>
              <a:rPr lang="pt-BR" altLang="pt-BR" sz="3600"/>
              <a:t>A que de Sião é filha, ó logo lhe dizei: </a:t>
            </a:r>
            <a:br>
              <a:rPr lang="pt-BR" altLang="pt-BR" sz="3600"/>
            </a:br>
            <a:r>
              <a:rPr lang="pt-BR" altLang="pt-BR" sz="3600"/>
              <a:t>Não temas mas exulta, aí vem o Rei".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B96C71D-F4B2-8D1B-2CB0-2D906B11F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Hosana e glória davam ao Senhor Jesus, </a:t>
            </a:r>
            <a:br>
              <a:rPr lang="pt-BR" altLang="pt-BR" sz="3600" b="1" i="1"/>
            </a:br>
            <a:r>
              <a:rPr lang="pt-BR" altLang="pt-BR" sz="3600" b="1" i="1"/>
              <a:t>O Rei que vem trazendo amor, poder e luz; </a:t>
            </a:r>
            <a:br>
              <a:rPr lang="pt-BR" altLang="pt-BR" sz="3600" b="1" i="1"/>
            </a:br>
            <a:r>
              <a:rPr lang="pt-BR" altLang="pt-BR" sz="3600" b="1" i="1"/>
              <a:t>Também vem concedendo eficaz perdão; </a:t>
            </a:r>
            <a:br>
              <a:rPr lang="pt-BR" altLang="pt-BR" sz="3600" b="1" i="1"/>
            </a:br>
            <a:r>
              <a:rPr lang="pt-BR" altLang="pt-BR" sz="3600" b="1" i="1"/>
              <a:t>Por isso O louvam de todo o coração.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BE395B2-4093-6482-D29F-468ED2529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No monte das Oliveiras, ouviu-se um clamor: </a:t>
            </a:r>
            <a:br>
              <a:rPr lang="pt-BR" altLang="pt-BR" sz="3600"/>
            </a:br>
            <a:r>
              <a:rPr lang="pt-BR" altLang="pt-BR" sz="3600"/>
              <a:t>"Bendito o Rei que é vindo em nome do Senhor"; </a:t>
            </a:r>
            <a:br>
              <a:rPr lang="pt-BR" altLang="pt-BR" sz="3600"/>
            </a:br>
            <a:r>
              <a:rPr lang="pt-BR" altLang="pt-BR" sz="3600"/>
              <a:t>Jesus diz aos que o mandam calar a multidão:</a:t>
            </a:r>
            <a:br>
              <a:rPr lang="pt-BR" altLang="pt-BR" sz="3600"/>
            </a:br>
            <a:r>
              <a:rPr lang="pt-BR" altLang="pt-BR" sz="3600"/>
              <a:t>"Se estes se calarem, as pedras clamarão". 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5492A6B-D609-1971-0891-9FBB4B2D1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Hosana e glória davam ao Senhor Jesus, </a:t>
            </a:r>
            <a:br>
              <a:rPr lang="pt-BR" altLang="pt-BR" sz="3600" b="1" i="1"/>
            </a:br>
            <a:r>
              <a:rPr lang="pt-BR" altLang="pt-BR" sz="3600" b="1" i="1"/>
              <a:t>O Rei que vem trazendo amor, poder e luz; </a:t>
            </a:r>
            <a:br>
              <a:rPr lang="pt-BR" altLang="pt-BR" sz="3600" b="1" i="1"/>
            </a:br>
            <a:r>
              <a:rPr lang="pt-BR" altLang="pt-BR" sz="3600" b="1" i="1"/>
              <a:t>Também vem concedendo eficaz perdão; </a:t>
            </a:r>
            <a:br>
              <a:rPr lang="pt-BR" altLang="pt-BR" sz="3600" b="1" i="1"/>
            </a:br>
            <a:r>
              <a:rPr lang="pt-BR" altLang="pt-BR" sz="3600" b="1" i="1"/>
              <a:t>Por isso O louvam de todo o coração.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0">
      <a:dk1>
        <a:srgbClr val="777777"/>
      </a:dk1>
      <a:lt1>
        <a:srgbClr val="FFFFFF"/>
      </a:lt1>
      <a:dk2>
        <a:srgbClr val="686B5D"/>
      </a:dk2>
      <a:lt2>
        <a:srgbClr val="D1D1CB"/>
      </a:lt2>
      <a:accent1>
        <a:srgbClr val="909082"/>
      </a:accent1>
      <a:accent2>
        <a:srgbClr val="809EA8"/>
      </a:accent2>
      <a:accent3>
        <a:srgbClr val="B9BAB6"/>
      </a:accent3>
      <a:accent4>
        <a:srgbClr val="DADADA"/>
      </a:accent4>
      <a:accent5>
        <a:srgbClr val="C6C6C1"/>
      </a:accent5>
      <a:accent6>
        <a:srgbClr val="738F98"/>
      </a:accent6>
      <a:hlink>
        <a:srgbClr val="FFCC66"/>
      </a:hlink>
      <a:folHlink>
        <a:srgbClr val="E9DCB9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248 HOSANA E GLÓRIA</vt:lpstr>
      <vt:lpstr>Já perto de Betfagé, o Mestre ordenou: "O ide à aldeia, que avistando estou, Trazei-Me um jumentinho, no qual ninguém montou  Dizei aos que perguntem: "Jesus requisitou". </vt:lpstr>
      <vt:lpstr>Hosana e glória davam ao Senhor Jesus,  O Rei que vem trazendo amor, poder e luz;  Também vem concedendo eficaz perdão;  Por isso O louvam de todo o coração.</vt:lpstr>
      <vt:lpstr>Trouxeram o jumentinho, no qual Jesus montou, Com ramos o caminho o povo enfeitou;  A que de Sião é filha, ó logo lhe dizei:  Não temas mas exulta, aí vem o Rei". </vt:lpstr>
      <vt:lpstr>Hosana e glória davam ao Senhor Jesus,  O Rei que vem trazendo amor, poder e luz;  Também vem concedendo eficaz perdão;  Por isso O louvam de todo o coração.</vt:lpstr>
      <vt:lpstr>No monte das Oliveiras, ouviu-se um clamor:  "Bendito o Rei que é vindo em nome do Senhor";  Jesus diz aos que o mandam calar a multidão: "Se estes se calarem, as pedras clamarão". P.L.M. </vt:lpstr>
      <vt:lpstr>Hosana e glória davam ao Senhor Jesus,  O Rei que vem trazendo amor, poder e luz;  Também vem concedendo eficaz perdão;  Por isso O louvam de todo o coração.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248 HOSANA E GLÓRIA</dc:title>
  <dc:creator>Montagna</dc:creator>
  <cp:lastModifiedBy>Emerson Souza</cp:lastModifiedBy>
  <cp:revision>3</cp:revision>
  <dcterms:created xsi:type="dcterms:W3CDTF">2005-10-18T21:36:33Z</dcterms:created>
  <dcterms:modified xsi:type="dcterms:W3CDTF">2026-05-02T21:57:36Z</dcterms:modified>
</cp:coreProperties>
</file>