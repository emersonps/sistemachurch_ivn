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60B58-6344-7366-482D-B541818F7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B2AA22-D9E7-C7A3-32CD-4214710B9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9884C0-D4A7-2E70-01C0-458A056C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EE86A0-9D7B-8FCD-6E7E-D11736B4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C6E011-D6B0-C41B-77C7-CE4E923A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174F6F-D68E-4E31-854E-B5F7721341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550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90376-3E0C-BE49-4215-67246304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98CAB0-AD35-A766-CF9B-C0A998767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24314A-6542-147E-77C6-0CAD56449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B81062-F980-A3FB-8239-46FAA06D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9C9792-153F-8486-8F60-B8889026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D35DB7-F7A0-4DCE-A33F-30E6DAB7BD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739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E1432-3E94-49DB-C215-1C3ADC9DC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A921B8-986B-3187-F1AF-480F35A9B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63C50-C54C-B92F-7BDB-5A004E564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0ACEC0-B716-6F67-2DBA-EF9AAFE9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82D8CB-DB87-6D33-9F96-3F4C5365B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3AE89-E242-4B85-BD0E-F747E1C5A1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9667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3A4AF-FFEB-3596-CC3D-9B45F7EDE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044E8B-7904-7E8F-E6FF-F9B59A14A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7EF4B2-FD56-DF2C-7AAB-0D48603C8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DA68BE-70F2-FBBB-76AC-6BDE620C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AF5A95-ED08-AA08-46FA-60E98963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73D55F-6B91-0F78-EAD7-23FC0780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C34C3B-74EB-4A9E-9CFA-3CA5261D28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929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F3ABB-95B3-550A-DD7E-9AD182CA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27C9CF-A5C1-1E9A-8E76-F805B02A5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89AB4E-518D-4932-F6F9-726791DAF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3D1619A-F8DD-8FF1-8D59-9575741ED6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429355-FB90-8FDF-6AD5-3E604C705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E65078-C9A9-6924-4F31-F8AEA39C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901572-C1D7-44A7-4F33-AEBD4FC4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75F5E2C-6C40-1CAF-721B-95276D4E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0122F9-2773-4461-8206-5E134421BE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7278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F4C86-C161-92E6-1F25-1B050031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8749F1-B4B4-E9E4-ED40-B3934DF9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BF249A8-99E1-F290-B22C-C1C95966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A121C09-2CBA-B542-2183-A5B58AFB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EB84A-7CCF-4A53-AC76-8C5DB0688D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678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1A49F84-365C-3319-808E-69A45DF2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6544389-5A49-D4A4-17F0-AAD81FCB7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2089A7-A30B-5993-C504-D1534D20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45977E-60B9-4B69-AA40-1A8E97F029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339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6765D-06A3-61E0-D71A-00C92FCD3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1E2171-170F-47C4-0AF0-9084D2D63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16E0BA-7F06-0B61-2682-24DF080A8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1D4D8D-4EAB-1586-8971-ADEF3798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A00BC3-DE56-7480-721A-F2608242F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F86F83-B10C-1780-76BA-E01CC19C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20FDD8-CF84-4854-A71A-C8155DC992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1068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C0C78-56DD-58DD-972D-B053EA880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07B05CF-5D09-C6FD-7E74-E6508F6D4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85A4B1-977F-4FDD-680E-9FAC73C34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5CDE3C-7706-2D4E-F841-03F704169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EF8BDB-A86A-1656-92D9-4074A107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4F6DE6-E852-1EDF-0B3E-8E8C6310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F9F4F-E2C7-4C79-8AFD-437676C075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0693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98F48-D0C8-3DFA-68C5-56DA4797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2E6831-B3AD-2B5A-C562-6ABBE236E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2B2CEC-6BB8-B0FD-F408-9DB81CC4E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2DF161-7D36-6637-F465-719B9549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6CE301-3BEF-297E-A0CA-FA2A14E2B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3A01C2-AE5A-4D03-96F2-94D2E21619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490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192D747-2F21-4DF4-2926-5B4C9A3762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D4CA07-E63E-B717-214D-A77912D2A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2561FA-0177-5205-96C7-9C85A535D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01B9AB-9D0D-CA67-C054-678600DF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0AC3DF-AE27-1787-64DE-F2CD2FD8A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D4E16C-36D6-4506-A49C-DFD6462C4B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40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1F90F5-A86F-23C5-8FD1-67EDB64EC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34E7025-D6AF-97A5-0D97-8D2A8D0BA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E58EAD8-DC76-1E28-F4B2-AF361EE31DE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0B4EFAC-6E15-5C2A-96A1-BB68F2C32F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60E0C1F-51E5-B79A-E1BC-79049C0FCBD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B0A832F-828A-468F-A38A-E21CE7EE1F1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21B64B2-D410-9BCD-129E-D83E8EE8A4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 i="1"/>
              <a:t>539 – Ao PEnsar No Dor Crucial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665F6F4-226C-B452-8B97-31E5945FF19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42B76C6-F15E-6AF8-843C-F125DE458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Ao pensar no sofrer e na dor crucial</a:t>
            </a:r>
            <a:r>
              <a:rPr lang="en-US" altLang="pt-BR" sz="3600"/>
              <a:t> </a:t>
            </a:r>
            <a:r>
              <a:rPr lang="en-US" altLang="pt-BR" sz="3600" i="1"/>
              <a:t>Que na cruz suportou por amor nosso Rei, </a:t>
            </a:r>
            <a:br>
              <a:rPr lang="en-US" altLang="pt-BR" sz="3600" i="1"/>
            </a:br>
            <a:r>
              <a:rPr lang="en-US" altLang="pt-BR" sz="3600" i="1"/>
              <a:t>Próprio eu, vida, enfim, e prazer mundanal, </a:t>
            </a:r>
            <a:br>
              <a:rPr lang="en-US" altLang="pt-BR" sz="3600" i="1"/>
            </a:br>
            <a:r>
              <a:rPr lang="en-US" altLang="pt-BR" sz="3600" i="1"/>
              <a:t>Coisas vãs aqui nunca mais amarei.  </a:t>
            </a:r>
            <a:endParaRPr lang="en-US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1F95EE9-AD2B-0149-8DD5-BDE9682B0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 </a:t>
            </a:r>
            <a:r>
              <a:rPr lang="en-US" altLang="pt-BR" sz="3600"/>
              <a:t> </a:t>
            </a:r>
            <a:r>
              <a:rPr lang="en-US" altLang="pt-BR" sz="3600" i="1"/>
              <a:t>Destas mãos, destes pés sangue está a jorrar,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Manancial de poder, e de paz, e de amor.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Sempre irei nesta cruz do Senhor me gloriar,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Neste amor sem fim pelo vil pecador.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endParaRPr lang="en-US" altLang="pt-BR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CD6CC9-5AD8-5D62-63BB-020EB1757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Nem do Céu a extensão é capaz de conter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A amplidão sem igual e o poder deste amor.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Lá no Céu, pela fé neste amor e poder,</a:t>
            </a:r>
            <a:r>
              <a:rPr lang="en-US" altLang="pt-BR" sz="3600"/>
              <a:t> </a:t>
            </a:r>
            <a:r>
              <a:rPr lang="en-US" altLang="pt-BR" sz="3600" i="1"/>
              <a:t>Estarei aos pés do meu bom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539 – Ao PEnsar No Dor Crucial</vt:lpstr>
      <vt:lpstr>Ao pensar no sofrer e na dor crucial Que na cruz suportou por amor nosso Rei,  Próprio eu, vida, enfim, e prazer mundanal,  Coisas vãs aqui nunca mais amarei.  </vt:lpstr>
      <vt:lpstr>  Destas mãos, destes pés sangue está a jorrar,  Manancial de poder, e de paz, e de amor.  Sempre irei nesta cruz do Senhor me gloriar,  Neste amor sem fim pelo vil pecador.  </vt:lpstr>
      <vt:lpstr>Nem do Céu a extensão é capaz de conter  A amplidão sem igual e o poder deste amor.  Lá no Céu, pela fé neste amor e poder, Estarei aos pés do meu bom Salvador.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539 – Ao PEnsar No Dor Crucial</dc:title>
  <dc:creator>Junior</dc:creator>
  <cp:lastModifiedBy>Emerson Souza</cp:lastModifiedBy>
  <cp:revision>1</cp:revision>
  <dcterms:created xsi:type="dcterms:W3CDTF">2005-12-26T23:22:14Z</dcterms:created>
  <dcterms:modified xsi:type="dcterms:W3CDTF">2026-05-02T22:22:18Z</dcterms:modified>
</cp:coreProperties>
</file>