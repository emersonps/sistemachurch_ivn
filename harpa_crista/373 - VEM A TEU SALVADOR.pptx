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CB4313-F0F0-B470-A21F-C455EF0CB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43F3994-61F4-F9D5-E64F-9048B0A9B3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95F80D-0418-EA21-F66A-D9807A6C0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F2DFA4A-9185-C4FE-8AAE-25BDC67A5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9A8CE7-8F52-6D03-CF6A-4FA30772C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03C15B-6DA9-4CFE-BD38-BA9DDA0B42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589237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6A78F3-B357-284B-2962-A460B0D74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9F6CEE-E33C-7291-1A27-BA1F95B42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A039B85-23A9-72DB-FB71-AB4AD7028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B2D3845-AA22-917D-3768-3520CD43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81EF550-66CC-1BE4-51CF-137E1870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3A0785-A170-43FD-987D-998E1E47C45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60043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404AE0-DCAB-034E-6ED0-F04F0E749F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B48E251-7856-1D7A-A94A-BED24B0F7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59CFDF-D5B1-15CF-B5C3-68C611A3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8B95161-7036-198C-64CF-4171B184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3B6FA63-158A-B962-02E5-67A0A07FE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C9A1C3F-35C4-4BC0-9BCE-DEC3850217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13813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E0D101-E5CD-CD53-AFF2-71B01FC4B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C075C8-8177-0690-5F52-36F8B8B6B9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22CB70A-BFBD-9CC6-B99D-2B958B28E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A4A5B5-2ECC-6B03-6322-687B06736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06B1697-1F13-36BD-7BFF-8012D727B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B81CA43-C01A-4F3B-CCB9-3BAA1843A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C6A7598-5B53-43A3-B7F0-6735A186B68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200741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4486E8-9F58-39C7-2EB2-5A123BD96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187612B-CBEC-30CD-8B64-3BDE53CB54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48D10C0-C6F7-05A0-DF9D-1B2DF4736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B2903B5-734B-051A-9A7D-A331F61EF1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D51C605-3C22-C0B4-A41B-10A1169E7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FA70C20-3953-D515-C242-FE47CEBB9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80E3F26-516C-16C1-C431-3B4C4A2D5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2F161C-2B32-876A-B07F-AC560B6E3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9A36E4-13B0-4BBB-8282-792D20FB91D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43736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227D45-BADB-4DD4-9188-72F6FD614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2FB7C88-B35B-06E0-EC29-0108C0247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1114ACC7-473F-1E64-95DC-84F3929C0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30135CC-B561-2CE3-450B-BDB347403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4771BD-AD20-47E4-A5B2-B907532852D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30520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1A66769-1BBA-F4AD-F99B-001DBA1A8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F7B6ADB-365E-46EB-2711-F47DCA741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012B3A-FA66-3E7E-207F-2366E375D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5FACAD-39FF-48C5-A49B-CF7004775E2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4311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BA5B54-C49C-5080-557F-69E90FAB4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BF1F67-3F7A-61F3-5566-9C8C2CD4AF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E931B30-1B18-7832-AA54-20356901A7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778BF2-A6D3-F372-DFC8-94D2E371C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E72DFF0-F751-DBE0-EC10-6286E2E64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EF49653-43E0-6748-BFC3-B6F00A1B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1368B16-D952-4D73-B4F5-E18FD06754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78775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81787-78B1-F840-4625-A895490BB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924BD01-C4C2-F719-D7D0-A49ABB3DB1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27DFC49-D760-6DDB-E906-C47E917AFA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F388817-ADE1-4C6D-BCD3-05E677D7D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DD76EBF-5FA7-10D5-DB5C-3974E098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056BB1-D0C8-A703-8910-F705BDC19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23B026-27CD-4439-A9A3-2ECE686E744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032792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360564-1F3F-B73E-2203-77AF0C014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F4E9BAD-B8C7-FD43-CD74-CE56CFF7BC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0431CAE-BD66-6655-AB58-4B0C5FBD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2223E2A-DDEC-E192-23EE-F64F45ED1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3ED3A9-2191-C31A-826A-1B1BF4DF7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F0A5A7-71B0-4B61-A560-DA37C7E856F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937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EDECBD9-88A4-DF08-3650-3CF87A30BD6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7706857-8413-7268-B5C9-782723BD1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8AED84D-39A2-9A53-B5CB-89D13D8832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B09D66-62C2-3D1F-12CE-C368958E3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ADFFB1-9357-3F92-B097-3807E9C23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12C742-D7F4-4248-8960-300B6F7F54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31392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F49CA83-3101-239F-9935-FF602BAEDC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F9B5819-9BC7-8AF4-C88D-A8F7DAA635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4F0B7E0-3334-482C-99A1-C9E57DFAA1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9665817-282A-EB1A-0477-3615D6D282BB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6DA551DA-A555-50BA-BBAE-7A56C9FC34E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7F093DE-C723-470F-9EEB-AA5F7E7BB2B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0885D9E-FBAF-58C0-C8FA-FB64C63D07D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373</a:t>
            </a:r>
            <a:br>
              <a:rPr lang="pt-BR" altLang="pt-BR" sz="4400" b="1"/>
            </a:br>
            <a:r>
              <a:rPr lang="pt-BR" altLang="pt-BR" sz="4400" b="1"/>
              <a:t>VEM A TEU SALVADOR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9CDB4591-AD94-3216-140F-B559D42C3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/>
              <a:t>Pecador, que segues no mundo errante </a:t>
            </a:r>
            <a:br>
              <a:rPr lang="pt-BR" altLang="pt-BR"/>
            </a:br>
            <a:r>
              <a:rPr lang="pt-BR" altLang="pt-BR"/>
              <a:t>Sem achar consolação;</a:t>
            </a:r>
            <a:br>
              <a:rPr lang="pt-BR" altLang="pt-BR"/>
            </a:br>
            <a:r>
              <a:rPr lang="pt-BR" altLang="pt-BR"/>
              <a:t>Hoje, vem a Cristo, vem confiante, </a:t>
            </a:r>
            <a:br>
              <a:rPr lang="pt-BR" altLang="pt-BR"/>
            </a:br>
            <a:r>
              <a:rPr lang="pt-BR" altLang="pt-BR"/>
              <a:t>E terás a salvação!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DB21DAE-C024-F828-80D6-CE93E6FA44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b="1" i="1"/>
              <a:t>Ó vem ao teu Salvador,</a:t>
            </a:r>
            <a:br>
              <a:rPr lang="pt-BR" altLang="pt-BR" b="1" i="1"/>
            </a:br>
            <a:r>
              <a:rPr lang="pt-BR" altLang="pt-BR" b="1" i="1"/>
              <a:t>Que foi morto sobre a cruz, </a:t>
            </a:r>
            <a:br>
              <a:rPr lang="pt-BR" altLang="pt-BR" b="1" i="1"/>
            </a:br>
            <a:r>
              <a:rPr lang="pt-BR" altLang="pt-BR" b="1" i="1"/>
              <a:t>Pois ali, salvou o vil pecador; </a:t>
            </a:r>
            <a:br>
              <a:rPr lang="pt-BR" altLang="pt-BR" b="1" i="1"/>
            </a:br>
            <a:r>
              <a:rPr lang="pt-BR" altLang="pt-BR" b="1" i="1"/>
              <a:t>ó vem ao Senhor Jesus!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37A7C37-145C-2C2E-E48E-4053C8CE1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A graça imensa do bom Deus, </a:t>
            </a:r>
            <a:br>
              <a:rPr lang="pt-BR" altLang="pt-BR"/>
            </a:br>
            <a:r>
              <a:rPr lang="pt-BR" altLang="pt-BR"/>
              <a:t>Lugar me deu, de filho Seu, </a:t>
            </a:r>
            <a:br>
              <a:rPr lang="pt-BR" altLang="pt-BR"/>
            </a:br>
            <a:r>
              <a:rPr lang="pt-BR" altLang="pt-BR"/>
              <a:t>Com plena paz no coração, </a:t>
            </a:r>
            <a:br>
              <a:rPr lang="pt-BR" altLang="pt-BR"/>
            </a:br>
            <a:r>
              <a:rPr lang="pt-BR" altLang="pt-BR"/>
              <a:t>Amor veraz, e salvação.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2B7DFD48-FBB4-E4B9-B34A-21B4726F94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b="1" i="1"/>
              <a:t>Ó vem ao teu Salvador,</a:t>
            </a:r>
            <a:br>
              <a:rPr lang="pt-BR" altLang="pt-BR" b="1" i="1"/>
            </a:br>
            <a:r>
              <a:rPr lang="pt-BR" altLang="pt-BR" b="1" i="1"/>
              <a:t>Que foi morto sobre a cruz, </a:t>
            </a:r>
            <a:br>
              <a:rPr lang="pt-BR" altLang="pt-BR" b="1" i="1"/>
            </a:br>
            <a:r>
              <a:rPr lang="pt-BR" altLang="pt-BR" b="1" i="1"/>
              <a:t>Pois ali, salvou o vil pecador; </a:t>
            </a:r>
            <a:br>
              <a:rPr lang="pt-BR" altLang="pt-BR" b="1" i="1"/>
            </a:br>
            <a:r>
              <a:rPr lang="pt-BR" altLang="pt-BR" b="1" i="1"/>
              <a:t>ó vem ao Senhor Jesus!</a:t>
            </a:r>
            <a:endParaRPr lang="en-US" altLang="pt-BR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A2782904-E08C-BDDD-01A1-9F92B7510D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78550"/>
          </a:xfrm>
        </p:spPr>
        <p:txBody>
          <a:bodyPr/>
          <a:lstStyle/>
          <a:p>
            <a:r>
              <a:rPr lang="pt-BR" altLang="pt-BR"/>
              <a:t>Eis, pedra viva agora sou;</a:t>
            </a:r>
            <a:br>
              <a:rPr lang="pt-BR" altLang="pt-BR"/>
            </a:br>
            <a:r>
              <a:rPr lang="pt-BR" altLang="pt-BR"/>
              <a:t>No templo Seu me colocou;</a:t>
            </a:r>
            <a:br>
              <a:rPr lang="pt-BR" altLang="pt-BR"/>
            </a:br>
            <a:r>
              <a:rPr lang="pt-BR" altLang="pt-BR"/>
              <a:t>Do corpo Seu, um membro sou, </a:t>
            </a:r>
            <a:br>
              <a:rPr lang="pt-BR" altLang="pt-BR"/>
            </a:br>
            <a:r>
              <a:rPr lang="pt-BR" altLang="pt-BR"/>
              <a:t>O sangue Seu me consagrou.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3EB8D19C-9152-D90F-FCA8-6151415A02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b="1" i="1"/>
              <a:t>Ó vem ao teu Salvador,</a:t>
            </a:r>
            <a:br>
              <a:rPr lang="pt-BR" altLang="pt-BR" b="1" i="1"/>
            </a:br>
            <a:r>
              <a:rPr lang="pt-BR" altLang="pt-BR" b="1" i="1"/>
              <a:t>Que foi morto sobre a cruz, </a:t>
            </a:r>
            <a:br>
              <a:rPr lang="pt-BR" altLang="pt-BR" b="1" i="1"/>
            </a:br>
            <a:r>
              <a:rPr lang="pt-BR" altLang="pt-BR" b="1" i="1"/>
              <a:t>Pois ali, salvou o vil pecador; </a:t>
            </a:r>
            <a:br>
              <a:rPr lang="pt-BR" altLang="pt-BR" b="1" i="1"/>
            </a:br>
            <a:r>
              <a:rPr lang="pt-BR" altLang="pt-BR" b="1" i="1"/>
              <a:t>ó vem ao Senhor Jesus!</a:t>
            </a:r>
            <a:endParaRPr lang="en-US" altLang="pt-BR" b="1"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5F4D2E6-FBA3-DD65-2CEE-5BCE54CA4CB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/>
              <a:t>Na rocha, não vai se abalar,</a:t>
            </a:r>
            <a:br>
              <a:rPr lang="pt-BR" altLang="pt-BR"/>
            </a:br>
            <a:r>
              <a:rPr lang="pt-BR" altLang="pt-BR"/>
              <a:t>A Tua Igreja e vencerá;</a:t>
            </a:r>
            <a:br>
              <a:rPr lang="pt-BR" altLang="pt-BR"/>
            </a:br>
            <a:r>
              <a:rPr lang="pt-BR" altLang="pt-BR"/>
              <a:t>Quando este mundo se acabar,</a:t>
            </a:r>
            <a:br>
              <a:rPr lang="pt-BR" altLang="pt-BR"/>
            </a:br>
            <a:r>
              <a:rPr lang="pt-BR" altLang="pt-BR"/>
              <a:t>Contigo, ela reinará.</a:t>
            </a:r>
            <a:endParaRPr lang="en-US" altLang="pt-B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A5B1F4D-F713-8C52-67E5-98CB7375E8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b="1" i="1"/>
              <a:t>Ó vem ao teu Salvador,</a:t>
            </a:r>
            <a:br>
              <a:rPr lang="pt-BR" altLang="pt-BR" b="1" i="1"/>
            </a:br>
            <a:r>
              <a:rPr lang="pt-BR" altLang="pt-BR" b="1" i="1"/>
              <a:t>Que foi morto sobre a cruz, </a:t>
            </a:r>
            <a:br>
              <a:rPr lang="pt-BR" altLang="pt-BR" b="1" i="1"/>
            </a:br>
            <a:r>
              <a:rPr lang="pt-BR" altLang="pt-BR" b="1" i="1"/>
              <a:t>Pois ali, salvou o vil pecador; </a:t>
            </a:r>
            <a:br>
              <a:rPr lang="pt-BR" altLang="pt-BR" b="1" i="1"/>
            </a:br>
            <a:r>
              <a:rPr lang="pt-BR" altLang="pt-BR" b="1" i="1"/>
              <a:t>ó vem ao Senhor Jesus!</a:t>
            </a:r>
            <a:endParaRPr lang="en-US" altLang="pt-BR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373 VEM A TEU SALVADOR</vt:lpstr>
      <vt:lpstr>Pecador, que segues no mundo errante  Sem achar consolação; Hoje, vem a Cristo, vem confiante,  E terás a salvação! </vt:lpstr>
      <vt:lpstr>Ó vem ao teu Salvador, Que foi morto sobre a cruz,  Pois ali, salvou o vil pecador;  ó vem ao Senhor Jesus!</vt:lpstr>
      <vt:lpstr>A graça imensa do bom Deus,  Lugar me deu, de filho Seu,  Com plena paz no coração,  Amor veraz, e salvação. </vt:lpstr>
      <vt:lpstr>Ó vem ao teu Salvador, Que foi morto sobre a cruz,  Pois ali, salvou o vil pecador;  ó vem ao Senhor Jesus!</vt:lpstr>
      <vt:lpstr>Eis, pedra viva agora sou; No templo Seu me colocou; Do corpo Seu, um membro sou,  O sangue Seu me consagrou. </vt:lpstr>
      <vt:lpstr>Ó vem ao teu Salvador, Que foi morto sobre a cruz,  Pois ali, salvou o vil pecador;  ó vem ao Senhor Jesus!</vt:lpstr>
      <vt:lpstr>Na rocha, não vai se abalar, A Tua Igreja e vencerá; Quando este mundo se acabar, Contigo, ela reinará.</vt:lpstr>
      <vt:lpstr>Ó vem ao teu Salvador, Que foi morto sobre a cruz,  Pois ali, salvou o vil pecador;  ó vem ao Senhor Jesus!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373 - VEM A TEU SALVADOR</dc:title>
  <dc:creator>Montagna</dc:creator>
  <cp:lastModifiedBy>Emerson Souza</cp:lastModifiedBy>
  <cp:revision>2</cp:revision>
  <dcterms:created xsi:type="dcterms:W3CDTF">2005-10-20T23:33:58Z</dcterms:created>
  <dcterms:modified xsi:type="dcterms:W3CDTF">2026-05-02T22:07:59Z</dcterms:modified>
</cp:coreProperties>
</file>