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42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C0E5A-3A45-18C6-91D0-C5555193E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6AD24D-66F0-F913-36C2-AFBEF73B5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E9C4A2-7E50-929E-F06D-9E92C07F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F05DAF-6C79-01E2-9896-56CFED0C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2E4259-DC6B-DF1E-3A04-B1BF23A6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A9741-3BBF-4C0C-86F5-672B09AAC5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828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173E7-0323-FF73-299C-12A7C34C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FEABA5-AF76-A1AB-D67D-2BFAB31EF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1242C2-F27C-FE84-CE5A-351A84CE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A63A70-576A-0955-9A60-A9BBD4537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9437C2-ED21-3D61-EFCF-B74C52ED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90F9E8-6E50-4E01-B370-B78DB34BFE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321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AA6E4-88A4-52EA-8327-DBE4A8F8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40F924-2337-1762-2C03-BD55450D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21F1A-E699-0D64-BBEC-8335CFE4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C11D80-A7A5-23A5-4EF5-A5A8749F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8DD14E-09E8-648D-AFB3-02169FF3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07C7C-A050-47C0-8F36-BB0834BF84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964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A3BDE-6D80-751A-B44B-8F53DA03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6F7FB-0A32-9128-8D70-DC051D9A8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FD181E-6A48-20EF-BC94-90BA6247E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951CBA-C06D-C683-3178-C392422F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654AD9-031A-A2C6-3880-0FD7E755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29C33D-241C-A228-C1FE-1C1E14CE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8F56E5-6A10-4ACC-B06F-6813ED835F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60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99E8D-0EAD-F292-D783-52459D8D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C79945-26BE-F3CC-C2DA-7C8B2B1A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09963E-20BD-F64E-4E85-CD17F4DB4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ABD528-F12F-A538-7036-07F4C1B46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8C0569-E836-0E05-54A1-2DC17A22D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C9E416-690A-D082-47F8-EF7638EE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E82EC3-E1FD-1852-E284-F4DB94D0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42B4368-C781-D500-17DC-9B46C2D3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A08605-F5EE-4EBD-9F97-3BF18EBECA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191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9EC63-2FBD-5B02-29DD-F7240097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BCCD27-AB20-8F64-1443-7DD37ABF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016362-FF72-6526-38D0-933BA062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8D88BD-89CE-A6EE-F65D-A3BD6AEE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90BB6-BD80-4D36-BE83-7583937875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94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251BFB-4564-0950-8F21-12E35BB1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FA0AA2-B5D7-D9E4-8ECF-6BE5E369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19365E-23F8-1B05-9955-79954263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FD05A-1022-43F0-806D-BD3D4A0386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751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6340A-A7B7-5829-820D-DB131874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30BEB7-2DDD-D2D3-6328-E88444EBB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DDE745-22A1-F4F4-AB41-04EA71BDA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277800-103A-CCCA-6C7C-25C995BE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0FF5F-9010-745F-2D42-78F60DCF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E0E9C-D4CB-BB5B-1664-E26084CB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6F57-C56C-4F50-9593-F454388DE6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769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9398E-9C65-7CBF-87D1-2A89883CF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6A986E-187E-24CB-FB4C-4FAFA7275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79C796-265C-5871-FD6A-9B8DB373F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BEFE0-D0E9-0146-15BF-1297C233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B73DA9-0CFE-50D2-1493-AD0FDB5D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D421FE-82B3-4674-6758-3C481C17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91C98-6CDC-4F8E-BB64-88506B80B5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482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2A0AF-489E-5436-0076-EA498ADA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1FC5F3-0BB3-3F8C-41CF-8E1C9672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89F5F-B2A3-A371-1A01-E66B333E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502BE1-CDEC-3EDE-B961-9199D463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F17C29-FB7C-DF62-A811-583F1B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D460A-6295-4497-B0B3-0C5F36DD4A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387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9CD6B0-9EC7-F5AB-449A-DABE6BD70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AF8606-EAF0-D6EB-C940-306A0CF9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8CDCF-9A98-2093-7EAE-DBBCA1D1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6D5452-110C-328E-F5AC-2AFC620D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6F2E48-8017-74A5-C73E-97C01ECA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9C303-7096-4ED9-8372-5A2C4B07B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442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3E1E93C-A026-7D17-7D1A-DF247CB4E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3C7606-1485-CFB8-6D6B-A22619DDC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533E72-7D7F-5FB2-87FF-E1C94F45A8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78324D0-B844-7B08-D141-8875D33BB5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DF4047-117D-6CAF-C10C-66BF8717DA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C8F6233-7873-4C3A-B73F-0366EB7DEDD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84020FC-707D-F1B0-7104-1AA7DDCFBA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>
                <a:solidFill>
                  <a:srgbClr val="E7F6FF"/>
                </a:solidFill>
              </a:rPr>
              <a:t>17</a:t>
            </a:r>
            <a:br>
              <a:rPr lang="en-US" altLang="pt-BR" sz="3600">
                <a:solidFill>
                  <a:srgbClr val="E7F6FF"/>
                </a:solidFill>
              </a:rPr>
            </a:br>
            <a:r>
              <a:rPr lang="en-US" altLang="pt-BR" sz="3600">
                <a:solidFill>
                  <a:srgbClr val="E7F6FF"/>
                </a:solidFill>
              </a:rPr>
              <a:t>PENSANDO EM JESUS 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E593F46-32C1-4718-976F-26616BA6F8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65234C8-6758-590E-24E9-374B2C3FA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>
                <a:solidFill>
                  <a:srgbClr val="E7F6FF"/>
                </a:solidFill>
              </a:rPr>
              <a:t>Nas horas que passo pensando em Jesus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As trevas desfaço, buscando a luz;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Que horas de vida, tão doces p'ra mim,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Jesus me convida, que eu suba p'ra Si!</a:t>
            </a:r>
            <a:r>
              <a:rPr lang="en-US" altLang="pt-BR" sz="3600">
                <a:solidFill>
                  <a:srgbClr val="E7F6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86B16E-770A-8939-4F00-FB854C8CE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>
                <a:solidFill>
                  <a:srgbClr val="E7F6FF"/>
                </a:solidFill>
              </a:rPr>
              <a:t>Da vida voando, sem nenhum temor;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Acima buscando do véu o amor;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Que doce ventura, que aspecto feliz,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Que nova natura minh'alma bendiz.  </a:t>
            </a:r>
            <a:r>
              <a:rPr lang="en-US" altLang="pt-BR" sz="3600">
                <a:solidFill>
                  <a:srgbClr val="E7F6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60780B4-A3EA-CF7C-37FC-F1A444763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>
                <a:solidFill>
                  <a:srgbClr val="E7F6FF"/>
                </a:solidFill>
              </a:rPr>
              <a:t>Do mar o bramido, da brisa o langor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Da ave o carpido de doce amor,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Me falam sentidos acordes dos céus,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Me trazem aos ouvidos os hinos de Deus!</a:t>
            </a:r>
            <a:r>
              <a:rPr lang="en-US" altLang="pt-BR" sz="3600">
                <a:solidFill>
                  <a:srgbClr val="E7F6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FF418-922C-CDD5-89D9-6B778C4E5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>
                <a:solidFill>
                  <a:srgbClr val="E7F6FF"/>
                </a:solidFill>
              </a:rPr>
              <a:t>Minh’alma ansiosa já quer percorrer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A senda gloriosa que eu hei de ver;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Que coisa tão bela; oh! que luz sem véu! </a:t>
            </a:r>
            <a:br>
              <a:rPr lang="en-US" altLang="pt-BR" sz="3600" i="1">
                <a:solidFill>
                  <a:srgbClr val="E7F6FF"/>
                </a:solidFill>
              </a:rPr>
            </a:br>
            <a:r>
              <a:rPr lang="en-US" altLang="pt-BR" sz="3600" i="1">
                <a:solidFill>
                  <a:srgbClr val="E7F6FF"/>
                </a:solidFill>
              </a:rPr>
              <a:t>Jesus me revela mistérios do céu.</a:t>
            </a:r>
            <a:r>
              <a:rPr lang="en-US" altLang="pt-BR" sz="3600">
                <a:solidFill>
                  <a:srgbClr val="E7F6FF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17 PENSANDO EM JESUS </vt:lpstr>
      <vt:lpstr>Nas horas que passo pensando em Jesus  As trevas desfaço, buscando a luz;  Que horas de vida, tão doces p'ra mim,  Jesus me convida, que eu suba p'ra Si! </vt:lpstr>
      <vt:lpstr>Da vida voando, sem nenhum temor;  Acima buscando do véu o amor;  Que doce ventura, que aspecto feliz,  Que nova natura minh'alma bendiz.   </vt:lpstr>
      <vt:lpstr>Do mar o bramido, da brisa o langor Da ave o carpido de doce amor,  Me falam sentidos acordes dos céus,  Me trazem aos ouvidos os hinos de Deus! </vt:lpstr>
      <vt:lpstr>Minh’alma ansiosa já quer percorrer  A senda gloriosa que eu hei de ver;  Que coisa tão bela; oh! que luz sem véu!  Jesus me revela mistérios do céu.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 PENSANDO EM JESUS </dc:title>
  <dc:creator>Junior</dc:creator>
  <cp:lastModifiedBy>Emerson Souza</cp:lastModifiedBy>
  <cp:revision>2</cp:revision>
  <dcterms:created xsi:type="dcterms:W3CDTF">2005-12-22T20:17:00Z</dcterms:created>
  <dcterms:modified xsi:type="dcterms:W3CDTF">2026-05-02T21:38:26Z</dcterms:modified>
</cp:coreProperties>
</file>