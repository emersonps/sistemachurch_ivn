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199467-3D9A-4302-9288-D201816B7B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5CDEA9-3FD4-2D1A-DB45-5FFA9BCA9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A98F94-C00A-E2F0-F5D9-8443865D0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3353CD-34D2-0188-DFA0-46B1635E9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92F031-3F5A-798F-4407-9DA874A53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4BF9F8-9D81-4FB1-B4C2-50D2BC5D8EE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2615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09D12C-1C67-B7CA-9926-0E1F836B0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322935-3725-102A-73A6-4B3132C1E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C4D839-6CDC-F5B9-D09B-714E6322A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7C86B9-069B-B07A-0850-231AFBEC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9A3C77-BAEA-9610-06B2-59AC62C05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C820C0-8775-460C-B753-203E85494E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32419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F3E38B-7D27-8604-F155-DB7E08A93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4697BE3-E0C6-7983-91EB-E0CE96F44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868D76-8035-F909-EB83-85C1694C6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267E0A-43E4-18B0-C840-C74FA0524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9532F0-7E76-5474-8F75-15193139E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ACC551-82C2-4DEC-8C29-BDE06B2B2F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53946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DED97B-246F-F04A-FD65-DF7BDB018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402095-5767-C439-55CC-355D6EED53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58DE994-B8D4-47C1-A685-81A782092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2C17561-C6F2-5B4B-E60D-510B11821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123816-5DA5-B491-802B-AC86F5CDB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B90552-807D-C493-C543-326774CF8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C05A1F-D0A5-4554-9159-D7F8A89364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555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A675AB-B6B8-16AB-911F-9916E046F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FA0883-E3A1-6782-1EB7-DF72D66D8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B6C16E6-DF63-473E-168D-BC3915F18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8F1A420-11B2-5981-FE4E-01C3A2E37E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0D30875-844A-1DC6-F0A1-70FC7BE0C6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9607D9-1612-F351-2B0F-5721D905E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94623C9-0354-A66E-8F5A-1A1A76901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A8082C3-956E-F89C-AA5E-FF83647B6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26A74E-ECE2-4ED9-BD99-21A42D03357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6960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496A8-912A-0A6D-5055-BAB75BE77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060112B-A2F5-ED87-441E-843D6DA21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3FA6EB1-0A9F-4F99-D772-AA2798D92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169F094-5440-3C08-CCFB-3A0F42216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E71543-E63F-4703-AEC7-4AFCAADAB37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37507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A3F8217-5E97-BD90-B91B-F770EFA9A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DE1C93-BD8E-BEC9-1E41-FB6F4E507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E8089C-652D-8B7B-04A8-B2A981C84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593949-A7F5-43AC-9608-9C7AD956B0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400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086B35-CDAD-7954-824F-CE653EE9F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81970E-E491-8D5C-F6D0-D05A1EE22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F5A6869-1504-60F6-340E-B52BD468E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8C80ED-BD51-7E3F-C2AE-7F3E4ED87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A7A08D-43C3-5DD6-BD9E-7BA23CF04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F697D4-5854-A710-FAA1-69BC6A43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CEB37F-73FC-4280-BD9A-A79E2E8AA2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49380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FAB148-D8AF-FC16-97E6-C73DF831C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9899D66-E829-DEE8-30C9-62F3D4A239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82D6055-1C3C-830F-1CBF-EFD53C15E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62BCD9-EAC4-C472-C8CC-7C7F70D13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C7F8234-A2F5-5088-BE26-6BBC4F163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0A00EA-6F21-A869-EB68-352C9B4DE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534817-4BB1-495A-9C7D-EEC34AEEBC4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93980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A26697-6EEB-4267-05EA-CCB4A0D55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046F8C3-DB23-CE77-DB5B-F917275E1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56C044-9FF5-90EB-E3AF-07BED5471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F85811-8001-5673-4A9A-6BA369C23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E4EAC5-5DB2-61E1-AED1-FA907BD5A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9F7DD9-FEC6-49B4-BBCA-0DAD582088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28262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5C210C3-A37A-9981-1B0E-1AD9E3352D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1C88A16-1089-7E5E-87F8-E1C318B784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F5AA53-E2BC-FD7E-46C6-EC0E5F670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01182C-DF98-52A5-C727-9C596564B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63E161-601F-7A39-0624-D182EE82F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FF0708-C923-4903-AF56-577F898DEA5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68175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51E6861-CB1B-8FDE-594D-11FCE277F9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94DBB60-6AA6-CA5C-A80B-1A15418791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24D97AF-4FE1-AC96-4368-4675E61AF3B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9F0A26C-FA54-21B6-2656-6118B90E75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1ABD562-7454-5D0F-EBD9-7E3488D5D2A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4716236-4760-4767-A10D-376DCEF2BF4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2E3BAC3-99D0-2F6A-A48D-96C96F0D28D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72</a:t>
            </a:r>
            <a:br>
              <a:rPr lang="en-US" altLang="pt-BR" sz="4000" b="1" i="1"/>
            </a:br>
            <a:r>
              <a:rPr lang="en-US" altLang="pt-BR" sz="4000" b="1" i="1"/>
              <a:t>RASGOU-SE O VÉU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5EB3526-B9E2-4DA9-15D8-CE1D066414F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B8287D7C-0CB1-3B65-9848-8FA943DE38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15000"/>
          </a:xfrm>
        </p:spPr>
        <p:txBody>
          <a:bodyPr/>
          <a:lstStyle/>
          <a:p>
            <a:r>
              <a:rPr lang="en-US" altLang="pt-BR" sz="3600" i="1"/>
              <a:t>Rasgou-se o véu, franca ficou a entrada: Confiança temos, para ali entrar, </a:t>
            </a:r>
            <a:br>
              <a:rPr lang="en-US" altLang="pt-BR" sz="3600" i="1"/>
            </a:br>
            <a:r>
              <a:rPr lang="en-US" altLang="pt-BR" sz="3600" i="1"/>
              <a:t>Onde a divina glória revelada, </a:t>
            </a:r>
            <a:br>
              <a:rPr lang="en-US" altLang="pt-BR" sz="3600" i="1"/>
            </a:br>
            <a:r>
              <a:rPr lang="en-US" altLang="pt-BR" sz="3600" i="1"/>
              <a:t>Outrora, não podíamos mirar; </a:t>
            </a:r>
            <a:br>
              <a:rPr lang="en-US" altLang="pt-BR" sz="3600" i="1"/>
            </a:br>
            <a:r>
              <a:rPr lang="en-US" altLang="pt-BR" sz="3600" i="1"/>
              <a:t>Por Cristo, entrando, nada ali tememos; </a:t>
            </a:r>
            <a:br>
              <a:rPr lang="en-US" altLang="pt-BR" sz="3600" i="1"/>
            </a:br>
            <a:r>
              <a:rPr lang="en-US" altLang="pt-BR" sz="3600" i="1"/>
              <a:t>A glória brilha, sem nos ofuscar; </a:t>
            </a:r>
            <a:br>
              <a:rPr lang="en-US" altLang="pt-BR" sz="3600" i="1"/>
            </a:br>
            <a:r>
              <a:rPr lang="en-US" altLang="pt-BR" sz="3600" i="1"/>
              <a:t>Na luz estamos e permanecemos </a:t>
            </a:r>
            <a:br>
              <a:rPr lang="en-US" altLang="pt-BR" sz="3600" i="1"/>
            </a:br>
            <a:r>
              <a:rPr lang="en-US" altLang="pt-BR" sz="3600" i="1"/>
              <a:t>Firmes, tranqüilos, sem mais vacilar.  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9233D49-66B4-BDF1-E5C9-982BC4A9FA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15000"/>
          </a:xfrm>
        </p:spPr>
        <p:txBody>
          <a:bodyPr/>
          <a:lstStyle/>
          <a:p>
            <a:r>
              <a:rPr lang="en-US" altLang="pt-BR" sz="3600" i="1"/>
              <a:t>Contigo ali, Senhor, nos encontramos, </a:t>
            </a:r>
            <a:br>
              <a:rPr lang="en-US" altLang="pt-BR" sz="3600" i="1"/>
            </a:br>
            <a:r>
              <a:rPr lang="en-US" altLang="pt-BR" sz="3600" i="1"/>
              <a:t>Pois nos levaste já ao santo Pai, </a:t>
            </a:r>
            <a:br>
              <a:rPr lang="en-US" altLang="pt-BR" sz="3600" i="1"/>
            </a:br>
            <a:r>
              <a:rPr lang="en-US" altLang="pt-BR" sz="3600" i="1"/>
              <a:t>Em cuja graça aceitos, sempre estamos, Em cujo amor tão grande nos atrai </a:t>
            </a:r>
            <a:br>
              <a:rPr lang="en-US" altLang="pt-BR" sz="3600" i="1"/>
            </a:br>
            <a:r>
              <a:rPr lang="en-US" altLang="pt-BR" sz="3600" i="1"/>
              <a:t>A Ti, ó Filho - em Ti, ó bem amado! </a:t>
            </a:r>
            <a:br>
              <a:rPr lang="en-US" altLang="pt-BR" sz="3600" i="1"/>
            </a:br>
            <a:r>
              <a:rPr lang="en-US" altLang="pt-BR" sz="3600" i="1"/>
              <a:t>E só em Ti temos aceitação; </a:t>
            </a:r>
            <a:br>
              <a:rPr lang="en-US" altLang="pt-BR" sz="3600" i="1"/>
            </a:br>
            <a:r>
              <a:rPr lang="en-US" altLang="pt-BR" sz="3600" i="1"/>
              <a:t>E quem, no sangue estando já lavado, Isento está da eterna perdição.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625E952-6CE3-D6E6-0CBF-D21E7DD930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15000"/>
          </a:xfrm>
        </p:spPr>
        <p:txBody>
          <a:bodyPr/>
          <a:lstStyle/>
          <a:p>
            <a:r>
              <a:rPr lang="en-US" altLang="pt-BR" sz="3600" i="1"/>
              <a:t>Ó Deus, a Ti de coração louvamos, </a:t>
            </a:r>
            <a:br>
              <a:rPr lang="en-US" altLang="pt-BR" sz="3600" i="1"/>
            </a:br>
            <a:r>
              <a:rPr lang="en-US" altLang="pt-BR" sz="3600" i="1"/>
              <a:t>Pois de Ti nos quiseste aproximar, </a:t>
            </a:r>
            <a:br>
              <a:rPr lang="en-US" altLang="pt-BR" sz="3600" i="1"/>
            </a:br>
            <a:r>
              <a:rPr lang="en-US" altLang="pt-BR" sz="3600" i="1"/>
              <a:t>Quando separados de Ti ficamos, </a:t>
            </a:r>
            <a:br>
              <a:rPr lang="en-US" altLang="pt-BR" sz="3600" i="1"/>
            </a:br>
            <a:r>
              <a:rPr lang="en-US" altLang="pt-BR" sz="3600" i="1"/>
              <a:t>Por Tua lei divina, violar, </a:t>
            </a:r>
            <a:br>
              <a:rPr lang="en-US" altLang="pt-BR" sz="3600" i="1"/>
            </a:br>
            <a:r>
              <a:rPr lang="en-US" altLang="pt-BR" sz="3600" i="1"/>
              <a:t>Teus santos seguidores, consagrados, </a:t>
            </a:r>
            <a:br>
              <a:rPr lang="en-US" altLang="pt-BR" sz="3600" i="1"/>
            </a:br>
            <a:r>
              <a:rPr lang="en-US" altLang="pt-BR" sz="3600" i="1"/>
              <a:t>No sangue do bendito Salvador, </a:t>
            </a:r>
            <a:br>
              <a:rPr lang="en-US" altLang="pt-BR" sz="3600" i="1"/>
            </a:br>
            <a:r>
              <a:rPr lang="en-US" altLang="pt-BR" sz="3600" i="1"/>
              <a:t>O culto e adoração Te apresentamos, Porque nos chamaste, ó bom Senhor!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72 RASGOU-SE O VÉU </vt:lpstr>
      <vt:lpstr>Rasgou-se o véu, franca ficou a entrada: Confiança temos, para ali entrar,  Onde a divina glória revelada,  Outrora, não podíamos mirar;  Por Cristo, entrando, nada ali tememos;  A glória brilha, sem nos ofuscar;  Na luz estamos e permanecemos  Firmes, tranqüilos, sem mais vacilar.   </vt:lpstr>
      <vt:lpstr>Contigo ali, Senhor, nos encontramos,  Pois nos levaste já ao santo Pai,  Em cuja graça aceitos, sempre estamos, Em cujo amor tão grande nos atrai  A Ti, ó Filho - em Ti, ó bem amado!  E só em Ti temos aceitação;  E quem, no sangue estando já lavado, Isento está da eterna perdição. </vt:lpstr>
      <vt:lpstr>Ó Deus, a Ti de coração louvamos,  Pois de Ti nos quiseste aproximar,  Quando separados de Ti ficamos,  Por Tua lei divina, violar,  Teus santos seguidores, consagrados,  No sangue do bendito Salvador,  O culto e adoração Te apresentamos, Porque nos chamaste, ó bom Senhor!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72 RASGOU-SE O VÉU </dc:title>
  <dc:creator>Junior</dc:creator>
  <cp:lastModifiedBy>Emerson Souza</cp:lastModifiedBy>
  <cp:revision>1</cp:revision>
  <dcterms:created xsi:type="dcterms:W3CDTF">2005-12-23T12:55:37Z</dcterms:created>
  <dcterms:modified xsi:type="dcterms:W3CDTF">2026-05-02T21:42:48Z</dcterms:modified>
</cp:coreProperties>
</file>