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FD9B9-4053-D190-AC4A-130F7B904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260A10-2CDD-9B14-ABDE-67F844FFF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DB007F-ED92-E448-33ED-73CE3BE6E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8EFAFE-9FA3-ABEB-7D85-3A7452F38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DF0162-3FB2-4A8B-FA45-4C43949D4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158F68-2572-413B-A56D-EA5D4B868A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8973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B56D9E-DBBE-DCE2-37B3-5F9B9D150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57908D-5266-A1AF-C71F-6A7641C43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48BBB2-47D9-9D27-26DC-2F86D1DF5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A82029-1C17-00E3-7736-CC4BA0C27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301352-930C-3829-699D-58CFE2A73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CDAFA2-09BA-4C0F-9488-71F63C594F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0781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87E33F-29C7-78E4-2BC0-0CBC2A6B0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FBFC66-EAC3-372C-1F1A-CBB807780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9B9808-E027-6E29-9195-622984CBF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8569DC-784E-25B3-C5F5-763280FB7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7F7070-8625-5359-5537-6A7C09F9D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4A8EBA-468B-416C-99F4-DBAAC6AEFC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43304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909B7-D0C6-ACED-AFFE-79E960003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6F6DF1-D6C6-2A39-DEDD-22C55340A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8843E0-E861-5C82-123A-277621D2C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5E2474-D24B-3F52-DE4E-E0E2001F9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4A4C809-19EE-14A5-9D53-5E4770109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C4BF1-BB38-5B48-A2B6-AC40D0FFE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CC6BC0-8896-4D42-9E3C-F784CB8092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38037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F23159-8922-6C85-2DBC-9BD3847DF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8B4435-5400-E25F-88C6-4364555DB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3E2F33-E19F-1172-6C03-AE5167D4A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0C072E7-282E-6190-6DB5-8A43F71C1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751DA63-4768-D01B-5FD0-093CB6A0A9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6D3D812-8FF3-6746-BFD7-B7A11032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81A6EF4-A970-EB69-E421-25D3827D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2679F14-7445-94EE-2AF7-5359D167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BD7FDB-B5EB-42D2-829A-41978F0CC9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2298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8705E-68F0-9DA7-7E3C-3158A96A0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BC3AB1D-0EFE-C3FA-521B-61FD97091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B2FB286-4556-97B6-63A9-81BDAE10B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B00493C-706B-E6F0-A214-2A3EB0190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C770EF-13EB-4B5E-BD04-B65646DF5A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2347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943EFE0-5D08-1E4E-C56F-D6D0D8895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B5818FA-5B2D-EAE4-2FEB-02DBF4FDF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6268F9-E33A-C4D3-B69F-F2A99798A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7C8551-5F9F-4582-8612-D4C024D21B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13583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3EA1F-08E5-8D67-E233-F01CBBBA8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282E64-60AF-BA09-8F62-4B71F1A7C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47AB75-2420-F69E-BE9D-CFDDB8451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A4B9C0-2250-E758-15D0-7D92067E2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8A8820-4127-4248-F62F-C6390C3F1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5DD042-BE58-8F83-86B5-D0EC272AB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77CEA5-C8D6-4BDD-A65A-0DCBA27F40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90159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467C31-0D53-A1A2-6B3F-AE3F2F564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533825C-D513-5560-0151-823DFBCE40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5382019-609E-971A-A686-1046B5DB3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4DD1D9-E030-D166-64ED-D22081BC7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D93740-BE3E-C961-BB6A-47C5928A3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F5C5F5-08EB-9AC7-9562-A7DAE0C7B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BD8B6D-09AB-4189-809A-36481A46F2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6587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05AC4-A5EE-63B0-0FB2-B8B243A9B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E497EF-AE1B-D936-15D9-3B6296C45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B29226-0AF1-3010-96A1-041046640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24FE15-6764-2F66-E500-E6EB6F1F7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2CAA8A-742B-6555-6E10-175D471C0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E1CEBC-7066-480A-8E91-ACCCDA84CE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40724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D60FBBC-3D4C-842D-BA56-9A0232241D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06F1A60-CEC3-457D-A1AE-4356A99F4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465216-A2D3-92DB-B5A0-77A0422FE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142C5D-577A-251D-EB2E-7B8E6554F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95A983-5980-45D6-D928-6BDDEDF1E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FB871D-BC6B-405D-859F-116865BABA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2920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4531079-77FF-B0A1-CA61-846780F447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4FAD13F-6A9A-F863-2D00-9113DF73C9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B217C57-76F2-B853-67B1-D3DF9A89533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D010EA2-09BC-6978-DCD2-AA19DC232B4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B25D6E7-7F25-292D-0B81-64CD53135FC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21FE771-0A04-456A-ABC6-D35C596561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03C46C4-CFD5-6BC0-C857-42F3DED08F1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505</a:t>
            </a:r>
            <a:br>
              <a:rPr lang="en-US" altLang="pt-BR" sz="4000" b="1" i="1"/>
            </a:br>
            <a:r>
              <a:rPr lang="en-US" altLang="pt-BR" sz="4000" b="1" i="1"/>
              <a:t>AS PALAVRAS DE JESUS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DA12AB0-9F95-FC2C-98C8-D77100B351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i="1"/>
              <a:t>Anelo eu ouvir a voz </a:t>
            </a:r>
            <a:br>
              <a:rPr lang="en-US" altLang="pt-BR" sz="4000" i="1"/>
            </a:br>
            <a:r>
              <a:rPr lang="en-US" altLang="pt-BR" sz="4000" i="1"/>
              <a:t>Do meu bom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Seus ditos um banquete são, </a:t>
            </a:r>
            <a:br>
              <a:rPr lang="en-US" altLang="pt-BR" sz="4000" i="1"/>
            </a:br>
            <a:r>
              <a:rPr lang="en-US" altLang="pt-BR" sz="4000" i="1"/>
              <a:t>Banquete de amor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Qual o maná celestial,</a:t>
            </a:r>
            <a:br>
              <a:rPr lang="en-US" altLang="pt-BR" sz="4000" i="1"/>
            </a:br>
            <a:r>
              <a:rPr lang="en-US" altLang="pt-BR" sz="4000" i="1"/>
              <a:t>Vigor me dão também,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Me trazem sempre instrução </a:t>
            </a:r>
            <a:br>
              <a:rPr lang="en-US" altLang="pt-BR" sz="4000" i="1"/>
            </a:br>
            <a:r>
              <a:rPr lang="en-US" altLang="pt-BR" sz="4000" i="1"/>
              <a:t>Do Mestre de Belém.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98CFA69A-766C-7D8C-33FC-EF6C43807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172200"/>
          </a:xfrm>
        </p:spPr>
        <p:txBody>
          <a:bodyPr/>
          <a:lstStyle/>
          <a:p>
            <a:r>
              <a:rPr lang="en-US" altLang="pt-BR" b="1" i="1"/>
              <a:t>As palavras do Senhor,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b="1" i="1"/>
              <a:t>São palavras de vigor,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b="1" i="1"/>
              <a:t>Me ensinam, me guiam,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b="1" i="1"/>
              <a:t>Me trazem a luz, </a:t>
            </a:r>
            <a:br>
              <a:rPr lang="en-US" altLang="pt-BR" b="1" i="1"/>
            </a:br>
            <a:r>
              <a:rPr lang="en-US" altLang="pt-BR" b="1" i="1"/>
              <a:t>As palavras de Jesus.</a:t>
            </a:r>
            <a:r>
              <a:rPr lang="en-US" altLang="pt-BR"/>
              <a:t> </a:t>
            </a:r>
            <a:r>
              <a:rPr lang="en-US" altLang="pt-BR" i="1"/>
              <a:t> 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B63BF23D-C7F9-EE6F-7BD3-645413DC55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334000"/>
          </a:xfrm>
        </p:spPr>
        <p:txBody>
          <a:bodyPr/>
          <a:lstStyle/>
          <a:p>
            <a:r>
              <a:rPr lang="en-US" altLang="pt-BR" sz="4000" i="1"/>
              <a:t>Só as palavras de Jesus </a:t>
            </a:r>
            <a:br>
              <a:rPr lang="en-US" altLang="pt-BR" sz="4000" i="1"/>
            </a:br>
            <a:r>
              <a:rPr lang="en-US" altLang="pt-BR" sz="4000" i="1"/>
              <a:t>Infundem-me valor,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Afastam do meu coração </a:t>
            </a:r>
            <a:br>
              <a:rPr lang="en-US" altLang="pt-BR" sz="4000" i="1"/>
            </a:br>
            <a:r>
              <a:rPr lang="en-US" altLang="pt-BR" sz="4000" i="1"/>
              <a:t>Os males e a dor.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mansidão do Salvador </a:t>
            </a:r>
            <a:br>
              <a:rPr lang="en-US" altLang="pt-BR" sz="4000" i="1"/>
            </a:br>
            <a:r>
              <a:rPr lang="en-US" altLang="pt-BR" sz="4000" i="1"/>
              <a:t>Me fazem conhecer,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gozo divinal do céu </a:t>
            </a:r>
            <a:br>
              <a:rPr lang="en-US" altLang="pt-BR" sz="4000" i="1"/>
            </a:br>
            <a:r>
              <a:rPr lang="en-US" altLang="pt-BR" sz="4000" i="1"/>
              <a:t>Me trazem ao meu ser.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0FB6C29-E3EC-2B9D-A9CF-2061E5F0CE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172200"/>
          </a:xfrm>
        </p:spPr>
        <p:txBody>
          <a:bodyPr/>
          <a:lstStyle/>
          <a:p>
            <a:r>
              <a:rPr lang="en-US" altLang="pt-BR" b="1" i="1"/>
              <a:t>As palavras do Senhor,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b="1" i="1"/>
              <a:t>São palavras de vigor,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b="1" i="1"/>
              <a:t>Me ensinam, me guiam,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b="1" i="1"/>
              <a:t>Me trazem a luz, </a:t>
            </a:r>
            <a:br>
              <a:rPr lang="en-US" altLang="pt-BR" b="1" i="1"/>
            </a:br>
            <a:r>
              <a:rPr lang="en-US" altLang="pt-BR" b="1" i="1"/>
              <a:t>As palavras de Jesus.</a:t>
            </a:r>
            <a:r>
              <a:rPr lang="en-US" altLang="pt-BR"/>
              <a:t> </a:t>
            </a:r>
            <a:r>
              <a:rPr lang="en-US" altLang="pt-BR" i="1"/>
              <a:t> 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F84CC283-99AA-E1E1-DECF-8B55873F1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486400"/>
          </a:xfrm>
        </p:spPr>
        <p:txBody>
          <a:bodyPr/>
          <a:lstStyle/>
          <a:p>
            <a:r>
              <a:rPr lang="en-US" altLang="pt-BR" sz="4000" i="1"/>
              <a:t>Em todo tempo meu Jesus, </a:t>
            </a:r>
            <a:br>
              <a:rPr lang="en-US" altLang="pt-BR" sz="4000" i="1"/>
            </a:br>
            <a:r>
              <a:rPr lang="en-US" altLang="pt-BR" sz="4000" i="1"/>
              <a:t>Palavras me dirá,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Nas provas elas são meu bem, </a:t>
            </a:r>
            <a:br>
              <a:rPr lang="en-US" altLang="pt-BR" sz="4000" i="1"/>
            </a:br>
            <a:r>
              <a:rPr lang="en-US" altLang="pt-BR" sz="4000" i="1"/>
              <a:t>Sua voz me alentará,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Minh’alma nelas tem a paz, </a:t>
            </a:r>
            <a:br>
              <a:rPr lang="en-US" altLang="pt-BR" sz="4000" i="1"/>
            </a:br>
            <a:r>
              <a:rPr lang="en-US" altLang="pt-BR" sz="4000" i="1"/>
              <a:t>Quem pode me turbar,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Jesus me dá real festim </a:t>
            </a:r>
            <a:br>
              <a:rPr lang="en-US" altLang="pt-BR" sz="4000" i="1"/>
            </a:br>
            <a:r>
              <a:rPr lang="en-US" altLang="pt-BR" sz="4000" i="1"/>
              <a:t>Me chama pra cear.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7041E78-6CB5-0723-1374-F991F12751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172200"/>
          </a:xfrm>
        </p:spPr>
        <p:txBody>
          <a:bodyPr/>
          <a:lstStyle/>
          <a:p>
            <a:r>
              <a:rPr lang="en-US" altLang="pt-BR" b="1" i="1"/>
              <a:t>As palavras do Senhor,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b="1" i="1"/>
              <a:t>São palavras de vigor,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b="1" i="1"/>
              <a:t>Me ensinam, me guiam,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b="1" i="1"/>
              <a:t>Me trazem a luz, </a:t>
            </a:r>
            <a:br>
              <a:rPr lang="en-US" altLang="pt-BR" b="1" i="1"/>
            </a:br>
            <a:r>
              <a:rPr lang="en-US" altLang="pt-BR" b="1" i="1"/>
              <a:t>As palavras de Jesus.</a:t>
            </a:r>
            <a:r>
              <a:rPr lang="en-US" altLang="pt-BR"/>
              <a:t> </a:t>
            </a:r>
            <a:r>
              <a:rPr lang="en-US" altLang="pt-BR" i="1"/>
              <a:t> 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87E8F4BD-7ADA-E62B-0AE7-AB956D5D5F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562600"/>
          </a:xfrm>
        </p:spPr>
        <p:txBody>
          <a:bodyPr/>
          <a:lstStyle/>
          <a:p>
            <a:r>
              <a:rPr lang="en-US" altLang="pt-BR" sz="4000" i="1"/>
              <a:t>Lugar não há nem haverá </a:t>
            </a:r>
            <a:br>
              <a:rPr lang="en-US" altLang="pt-BR" sz="4000" i="1"/>
            </a:br>
            <a:r>
              <a:rPr lang="en-US" altLang="pt-BR" sz="4000" i="1"/>
              <a:t>No mundo de horror.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que o perdido tenha paz a</a:t>
            </a:r>
            <a:br>
              <a:rPr lang="en-US" altLang="pt-BR" sz="4000" i="1"/>
            </a:br>
            <a:r>
              <a:rPr lang="en-US" altLang="pt-BR" sz="4000" i="1"/>
              <a:t>A não ser no Senhor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Pois, as palavras que nos diz, </a:t>
            </a:r>
            <a:br>
              <a:rPr lang="en-US" altLang="pt-BR" sz="4000" i="1"/>
            </a:br>
            <a:r>
              <a:rPr lang="en-US" altLang="pt-BR" sz="4000" i="1"/>
              <a:t>São fonte de poder,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Pra todo pobre pecador, </a:t>
            </a:r>
            <a:br>
              <a:rPr lang="en-US" altLang="pt-BR" sz="4000" i="1"/>
            </a:br>
            <a:r>
              <a:rPr lang="en-US" altLang="pt-BR" sz="4000" i="1"/>
              <a:t>Que humilhado crer.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325E95B-5161-14B9-8946-9C2336E4DD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172200"/>
          </a:xfrm>
        </p:spPr>
        <p:txBody>
          <a:bodyPr/>
          <a:lstStyle/>
          <a:p>
            <a:r>
              <a:rPr lang="en-US" altLang="pt-BR" b="1" i="1"/>
              <a:t>As palavras do Senhor,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b="1" i="1"/>
              <a:t>São palavras de vigor,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b="1" i="1"/>
              <a:t>Me ensinam, me guiam,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b="1" i="1"/>
              <a:t>Me trazem a luz, </a:t>
            </a:r>
            <a:br>
              <a:rPr lang="en-US" altLang="pt-BR" b="1" i="1"/>
            </a:br>
            <a:r>
              <a:rPr lang="en-US" altLang="pt-BR" b="1" i="1"/>
              <a:t>As palavras de Jesus.</a:t>
            </a:r>
            <a:r>
              <a:rPr lang="en-US" altLang="pt-BR"/>
              <a:t> </a:t>
            </a:r>
            <a:r>
              <a:rPr lang="en-US" altLang="pt-BR" i="1"/>
              <a:t> 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505 AS PALAVRAS DE JESUS </vt:lpstr>
      <vt:lpstr>Anelo eu ouvir a voz  Do meu bom Salvador,  Seus ditos um banquete são,  Banquete de amor  Qual o maná celestial, Vigor me dão também,  Me trazem sempre instrução  Do Mestre de Belém.   </vt:lpstr>
      <vt:lpstr>As palavras do Senhor,  São palavras de vigor,  Me ensinam, me guiam,  Me trazem a luz,  As palavras de Jesus.   </vt:lpstr>
      <vt:lpstr>Só as palavras de Jesus  Infundem-me valor,  Afastam do meu coração  Os males e a dor.  A mansidão do Salvador  Me fazem conhecer,  O gozo divinal do céu  Me trazem ao meu ser.   </vt:lpstr>
      <vt:lpstr>As palavras do Senhor,  São palavras de vigor,  Me ensinam, me guiam,  Me trazem a luz,  As palavras de Jesus.   </vt:lpstr>
      <vt:lpstr>Em todo tempo meu Jesus,  Palavras me dirá,  Nas provas elas são meu bem,  Sua voz me alentará,  Minh’alma nelas tem a paz,  Quem pode me turbar,  Jesus me dá real festim  Me chama pra cear. </vt:lpstr>
      <vt:lpstr>As palavras do Senhor,  São palavras de vigor,  Me ensinam, me guiam,  Me trazem a luz,  As palavras de Jesus.   </vt:lpstr>
      <vt:lpstr>Lugar não há nem haverá  No mundo de horror.  Em que o perdido tenha paz a A não ser no Senhor  Pois, as palavras que nos diz,  São fonte de poder,  Pra todo pobre pecador,  Que humilhado crer. </vt:lpstr>
      <vt:lpstr>As palavras do Senhor,  São palavras de vigor,  Me ensinam, me guiam,  Me trazem a luz,  As palavras de Jesus.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505 AS PALAVRAS DE JESUS </dc:title>
  <dc:creator>Junior</dc:creator>
  <cp:lastModifiedBy>Emerson Souza</cp:lastModifiedBy>
  <cp:revision>1</cp:revision>
  <dcterms:created xsi:type="dcterms:W3CDTF">2005-12-18T21:45:01Z</dcterms:created>
  <dcterms:modified xsi:type="dcterms:W3CDTF">2026-05-02T22:19:12Z</dcterms:modified>
</cp:coreProperties>
</file>