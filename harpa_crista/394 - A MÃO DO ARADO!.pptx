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BC0AA-F65C-88EC-AB0C-5FB213A95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5E1E90-E04F-3638-283F-204C87E32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2623E9-F0B0-61B6-54B5-0CEB51EC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3C4252-860C-B7FE-6B16-F741DCCE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DE91EF-12B5-E5D3-62D7-9EF3D93C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BBB7A1-8FF9-4351-9CFB-2EC427E720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8009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91F32-2BEC-9112-C025-88DA1CF0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3182CB-5757-C444-7F7E-E595F9BD2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4FE981-9342-65B8-D92B-06E1F604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5A409D-B716-6F91-9A3A-7E19B034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CE44B4-6290-216B-2076-8D206DD0E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65065E-A837-4E4F-998F-943B468550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552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60EFE-AA45-8BA8-EEEF-06F42E6F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A201F-8603-9113-0E33-11B193447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31946A-E27C-6673-90F8-72D8D78B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CF4F40-0A00-7BC0-4F30-7679E322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94FC89-0231-3C67-8538-3136617FB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2B0E2A-1C24-4AF7-851C-45CAE5DDCD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603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681801-D7E0-813B-5509-27F54067C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859130-1043-80D5-04A0-6FB58BEE0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95D607-9DE2-C1B9-1B57-F5CD12043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521551-3185-2986-82CD-2E1D26F10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90B99A-CC3F-868B-7195-B8481D69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3C9BD2-83E0-9231-FA73-08195517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846A8-9DBE-4367-AD13-444E7ABC68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7828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FE3AF-1166-DE34-53FB-274CB1F0F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96AF2B-AA78-177E-13F2-3768312E8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64DD765-3042-CF11-6657-BCA9AC4BB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7DD986-0BBD-38BF-8D8F-980D752DD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BC098E8-1A61-ACBE-2A87-7D581D248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D94D5A1-534B-1610-D75A-3CD25DD4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8D5B8A-44FD-DDEA-81D7-636AD9DF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959964-AEFA-5080-3849-F5560A958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60E0F3-9FDC-4CAC-B7E0-10DBEA0F86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2748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A6647-5126-9961-2476-D2E8F74E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D76D25-FFB1-4AF1-153E-7D2DDE8AC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048FC7F-F92C-7417-202F-61D98A6AB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630186-C836-F339-3D63-402BBADA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9E28D1-944A-4E6E-93DE-79721FBF8D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923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D4553B-5032-8BC0-942A-DEDEED9E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5E3A9AD-A0E1-2291-41B1-F7D1B6B15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919B13-2F79-8EAD-B7C9-F0B02CBB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00F5FB-8E9A-4DD6-B5C4-F8FB414FBF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7041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0C011-D7B1-0F3F-790A-97552A4C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4A0C2C-6E16-6097-7A9D-76C05BD98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C785F4-05B1-DDD9-ABEB-D2ED889FA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6B75E2-24AF-A254-99E2-5E7898673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215D0A-70E1-B172-D2C6-3575095F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3F7E03-E4C1-ACF1-D28C-7C40511B7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3833F8-9CC9-4B87-861B-DBC15C2538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3265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23A3D-3719-652B-4733-CD637A77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A7FBDF1-154E-5486-E30F-82BE64C6B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CC3023-F9F2-5696-81AE-1D100AE9F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043E90-5CE5-7657-6CD0-D68D25F4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AF34F1-0CCA-FD33-1F04-5CF6E8391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4BEFDF-AEF8-1C7B-F835-47F8E444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95CD02-1DF4-486B-B047-07AEA7F939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762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0FDB0C-B881-7893-6945-3B2DB4D7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2F7657-ADC0-91F7-3C35-4CB51AA95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9B2025-8ECF-BFE2-C162-453C8EA4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104C6D-C32A-C829-C3A5-F0BAB4CD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9FA661-766C-08A8-340F-1E4C147D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B0BA1D-D915-4AC3-A91F-780E70D624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5932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1A1348-CFA6-D933-7FBE-722B2FED0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9FF18D-EC18-0EBE-44CA-9ED12BBF9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AEC5FF-F4E9-F014-48EC-E88B96015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3FF01E-4DF8-DEAA-2182-279A2E3C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FFA36-0FB9-E384-E43F-7C64F171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F0D5D4-4506-4A1B-8379-B0CB2609E6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9852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DBDFA97-053E-C119-0D09-1049E92C0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DC97A58-02E6-3603-64BC-B334B2BB75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6E960C7-7409-4F26-43C9-04EFDB637DA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28646A5-C4E6-9E81-5B45-069CEF781C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364CF8E-5AFD-C10C-C7CB-FCA08DF6A96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619AC2D-7132-4DDF-94C5-EB40C545F7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B09BFF7-CF38-3A38-8CBF-68351E5BC5C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394</a:t>
            </a:r>
            <a:br>
              <a:rPr lang="pt-BR" altLang="pt-BR" sz="4400" b="1"/>
            </a:br>
            <a:r>
              <a:rPr lang="pt-BR" altLang="pt-BR" sz="4400" b="1"/>
              <a:t>A MÃO DO ARADO!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CE54996-63EC-91BE-8045-0B9675B33A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/>
              <a:t>Quem sua mão ao arado já pôs, </a:t>
            </a:r>
            <a:br>
              <a:rPr lang="pt-BR" altLang="pt-BR" sz="3200"/>
            </a:br>
            <a:r>
              <a:rPr lang="pt-BR" altLang="pt-BR" sz="3200"/>
              <a:t>Constante precisa ser;</a:t>
            </a:r>
            <a:br>
              <a:rPr lang="pt-BR" altLang="pt-BR" sz="3200"/>
            </a:br>
            <a:r>
              <a:rPr lang="pt-BR" altLang="pt-BR" sz="3200"/>
              <a:t>O sol declina e, logo após,</a:t>
            </a:r>
            <a:br>
              <a:rPr lang="pt-BR" altLang="pt-BR" sz="3200"/>
            </a:br>
            <a:r>
              <a:rPr lang="pt-BR" altLang="pt-BR" sz="3200"/>
              <a:t>Vai escurecer.</a:t>
            </a:r>
            <a:br>
              <a:rPr lang="pt-BR" altLang="pt-BR" sz="3200"/>
            </a:br>
            <a:r>
              <a:rPr lang="pt-BR" altLang="pt-BR" sz="3200"/>
              <a:t>Avante, em Cristo pensando, </a:t>
            </a:r>
            <a:br>
              <a:rPr lang="pt-BR" altLang="pt-BR" sz="3200"/>
            </a:br>
            <a:r>
              <a:rPr lang="pt-BR" altLang="pt-BR" sz="3200"/>
              <a:t>Em oração vigiando,</a:t>
            </a:r>
            <a:br>
              <a:rPr lang="pt-BR" altLang="pt-BR" sz="3200"/>
            </a:br>
            <a:r>
              <a:rPr lang="pt-BR" altLang="pt-BR" sz="3200"/>
              <a:t>Com gozo e amor trabalhando, </a:t>
            </a:r>
            <a:br>
              <a:rPr lang="pt-BR" altLang="pt-BR" sz="3200"/>
            </a:br>
            <a:r>
              <a:rPr lang="pt-BR" altLang="pt-BR" sz="3200"/>
              <a:t>P'ra teu Senhor.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1541AF4-0F68-2296-2369-69DCA52C4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Não desanimes, por ser tua cruz</a:t>
            </a:r>
            <a:br>
              <a:rPr lang="pt-BR" altLang="pt-BR" sz="3200"/>
            </a:br>
            <a:r>
              <a:rPr lang="pt-BR" altLang="pt-BR" sz="3200"/>
              <a:t>Maior que a de teu irmão; </a:t>
            </a:r>
            <a:br>
              <a:rPr lang="pt-BR" altLang="pt-BR" sz="3200"/>
            </a:br>
            <a:r>
              <a:rPr lang="pt-BR" altLang="pt-BR" sz="3200"/>
              <a:t>A mais pesada levou teu Jesus,</a:t>
            </a:r>
            <a:br>
              <a:rPr lang="pt-BR" altLang="pt-BR" sz="3200"/>
            </a:br>
            <a:r>
              <a:rPr lang="pt-BR" altLang="pt-BR" sz="3200"/>
              <a:t>Te consola, então;</a:t>
            </a:r>
            <a:br>
              <a:rPr lang="pt-BR" altLang="pt-BR" sz="3200"/>
            </a:br>
            <a:r>
              <a:rPr lang="pt-BR" altLang="pt-BR" sz="3200"/>
              <a:t>A tua cruz vai levando, </a:t>
            </a:r>
            <a:br>
              <a:rPr lang="pt-BR" altLang="pt-BR" sz="3200"/>
            </a:br>
            <a:r>
              <a:rPr lang="pt-BR" altLang="pt-BR" sz="3200"/>
              <a:t>Como Jesus perdoando, </a:t>
            </a:r>
            <a:br>
              <a:rPr lang="pt-BR" altLang="pt-BR" sz="3200"/>
            </a:br>
            <a:r>
              <a:rPr lang="pt-BR" altLang="pt-BR" sz="3200"/>
              <a:t>Alegremente andando </a:t>
            </a:r>
            <a:br>
              <a:rPr lang="pt-BR" altLang="pt-BR" sz="3200"/>
            </a:br>
            <a:r>
              <a:rPr lang="pt-BR" altLang="pt-BR" sz="3200"/>
              <a:t>P'ra o lindo céu.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7753860-3145-956C-B4A7-93E55ACCE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Sê bom soldado de Cristo Jesus, </a:t>
            </a:r>
            <a:br>
              <a:rPr lang="pt-BR" altLang="pt-BR" sz="3200"/>
            </a:br>
            <a:r>
              <a:rPr lang="pt-BR" altLang="pt-BR" sz="3200"/>
              <a:t>Sofrendo as aflições,</a:t>
            </a:r>
            <a:br>
              <a:rPr lang="pt-BR" altLang="pt-BR" sz="3200"/>
            </a:br>
            <a:r>
              <a:rPr lang="pt-BR" altLang="pt-BR" sz="3200"/>
              <a:t>Não sufocando a mensagem da cruz, </a:t>
            </a:r>
            <a:br>
              <a:rPr lang="pt-BR" altLang="pt-BR" sz="3200"/>
            </a:br>
            <a:r>
              <a:rPr lang="pt-BR" altLang="pt-BR" sz="3200"/>
              <a:t>Nas perseguições;</a:t>
            </a:r>
            <a:br>
              <a:rPr lang="pt-BR" altLang="pt-BR" sz="3200"/>
            </a:br>
            <a:r>
              <a:rPr lang="pt-BR" altLang="pt-BR" sz="3200"/>
              <a:t>Vai Seu amor proclamando,</a:t>
            </a:r>
            <a:br>
              <a:rPr lang="pt-BR" altLang="pt-BR" sz="3200"/>
            </a:br>
            <a:r>
              <a:rPr lang="pt-BR" altLang="pt-BR" sz="3200"/>
              <a:t>Novas de paz, sim, levando,</a:t>
            </a:r>
            <a:br>
              <a:rPr lang="pt-BR" altLang="pt-BR" sz="3200"/>
            </a:br>
            <a:r>
              <a:rPr lang="pt-BR" altLang="pt-BR" sz="3200"/>
              <a:t>Aos que estão aguardando</a:t>
            </a:r>
            <a:br>
              <a:rPr lang="pt-BR" altLang="pt-BR" sz="3200"/>
            </a:br>
            <a:r>
              <a:rPr lang="pt-BR" altLang="pt-BR" sz="3200"/>
              <a:t>A salvação.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CFBEB55-3207-114C-6DD3-710CA7E7B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Quando, enfim, tu largares a cruz, </a:t>
            </a:r>
            <a:br>
              <a:rPr lang="pt-BR" altLang="pt-BR" sz="3200"/>
            </a:br>
            <a:r>
              <a:rPr lang="pt-BR" altLang="pt-BR" sz="3200"/>
              <a:t>Jesus te coroará;</a:t>
            </a:r>
            <a:br>
              <a:rPr lang="pt-BR" altLang="pt-BR" sz="3200"/>
            </a:br>
            <a:r>
              <a:rPr lang="pt-BR" altLang="pt-BR" sz="3200"/>
              <a:t>Com santo gozo em glória e luz </a:t>
            </a:r>
            <a:br>
              <a:rPr lang="pt-BR" altLang="pt-BR" sz="3200"/>
            </a:br>
            <a:r>
              <a:rPr lang="pt-BR" altLang="pt-BR" sz="3200"/>
              <a:t>Te consolará.</a:t>
            </a:r>
            <a:br>
              <a:rPr lang="pt-BR" altLang="pt-BR" sz="3200"/>
            </a:br>
            <a:r>
              <a:rPr lang="pt-BR" altLang="pt-BR" sz="3200"/>
              <a:t>Esquecerás teus lidares, </a:t>
            </a:r>
            <a:br>
              <a:rPr lang="pt-BR" altLang="pt-BR" sz="3200"/>
            </a:br>
            <a:r>
              <a:rPr lang="pt-BR" altLang="pt-BR" sz="3200"/>
              <a:t>Tribulações e pesares,</a:t>
            </a:r>
            <a:br>
              <a:rPr lang="pt-BR" altLang="pt-BR" sz="3200"/>
            </a:br>
            <a:r>
              <a:rPr lang="pt-BR" altLang="pt-BR" sz="3200"/>
              <a:t>Quando no céu desfrutares, </a:t>
            </a:r>
            <a:br>
              <a:rPr lang="pt-BR" altLang="pt-BR" sz="3200"/>
            </a:br>
            <a:r>
              <a:rPr lang="pt-BR" altLang="pt-BR" sz="3200"/>
              <a:t>Perfeita paz.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201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394 A MÃO DO ARADO!</vt:lpstr>
      <vt:lpstr>Quem sua mão ao arado já pôs,  Constante precisa ser; O sol declina e, logo após, Vai escurecer. Avante, em Cristo pensando,  Em oração vigiando, Com gozo e amor trabalhando,  P'ra teu Senhor. </vt:lpstr>
      <vt:lpstr>Não desanimes, por ser tua cruz Maior que a de teu irmão;  A mais pesada levou teu Jesus, Te consola, então; A tua cruz vai levando,  Como Jesus perdoando,  Alegremente andando  P'ra o lindo céu. </vt:lpstr>
      <vt:lpstr>Sê bom soldado de Cristo Jesus,  Sofrendo as aflições, Não sufocando a mensagem da cruz,  Nas perseguições; Vai Seu amor proclamando, Novas de paz, sim, levando, Aos que estão aguardando A salvação. </vt:lpstr>
      <vt:lpstr>Quando, enfim, tu largares a cruz,  Jesus te coroará; Com santo gozo em glória e luz  Te consolará. Esquecerás teus lidares,  Tribulações e pesares, Quando no céu desfrutares,  Perfeita paz.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394 - A MÃO DO ARADO!</dc:title>
  <dc:creator>Montagna</dc:creator>
  <cp:lastModifiedBy>Emerson Souza</cp:lastModifiedBy>
  <cp:revision>2</cp:revision>
  <dcterms:created xsi:type="dcterms:W3CDTF">2005-10-20T05:25:58Z</dcterms:created>
  <dcterms:modified xsi:type="dcterms:W3CDTF">2026-05-02T22:09:46Z</dcterms:modified>
</cp:coreProperties>
</file>