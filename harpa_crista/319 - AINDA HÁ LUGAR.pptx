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300CA-D950-CF2D-2DF6-B426B77CF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14C153-047A-671E-E737-8EFFF7C16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43DC8C-9E4F-7837-DD62-064C2EC2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07C4C2-A6A0-CCD5-58C1-E33E67B2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137FD-4C14-610B-6D6B-3D8F8F12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30E536-B695-43D8-8742-8F7B44B28A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51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CAA39-774F-BF99-8723-B02F2F16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0FCAAA-2109-1FD0-EF4F-CB891ED61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423E11-3013-34A7-3143-71BDD112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1DE24C-76D6-8626-0888-76EEB5BE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021ED2-8B88-DE2E-03D8-826ED67E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436F3-35A6-4EB7-9B47-E724FEE13A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351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B4301-6E5A-C646-926C-FAC7EFF4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598374-5505-7BC0-EF5E-0BE038281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4AAFEC-918B-FBCE-DB66-BD9B29EB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1E8B51-28F1-14E3-A936-6BD119AB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570251-6487-486A-068E-B2448358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217EDE-7718-4E6D-8FB2-F30219123C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554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5A617-6765-CA3B-C6B6-84DB2DD3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212BC0-600D-D264-DE80-AA5A5088A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22B24E-DF36-AAB8-C3E1-CB93636EC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D86DE5-C2E2-0869-0782-3E1926F7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18E2AB-D7BA-538B-00DF-E7D81C63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5FF4B9-1FDE-F902-1C65-3BC4736B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9669AD-5A36-4289-943C-3EFA6FBCF2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8398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AD0BB-C4D4-F60C-CB31-2341D0A9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AA22FC-874E-077A-D421-B7580686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FA34C9-F08B-3823-BE8C-20B215433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1046C0E-5D86-9BBB-DEA8-81222FD7F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ED6E3D-296A-B955-32E2-D41FCCBF3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083DF7-73DD-4C3A-6704-FCEB3D7B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469CCF-548A-D6DA-B778-FDB085A3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945869-CF62-BDB3-F1AA-25EC83C1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97BF1-F107-4D84-8257-416699EAC5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336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A8001-3AFF-EF3A-DCC3-6A044D87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C9C8D0-1120-E60B-9F1A-D7B16BE1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51D6E5-FF39-4748-7E86-151C2653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D5B277-4C8C-F2FA-B4E0-A5B90D82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EC22B-FEA5-4A84-89B5-D3448AA627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714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2727849-9AF0-90AF-2F13-E3138640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35EAB3B-70EA-BABC-3440-D00EE695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867061-8952-773E-0236-F31B8AD4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CF3AF-345E-4E6B-88F4-7B50A7D632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281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56045-327C-46E9-3CFC-C05B8FA3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E66172-9D8A-E890-03A8-4A95A5749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0730C4-362A-4753-6255-D964DE167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C7A942-2996-D21E-CBE6-5A690E77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34C4FF-ACD3-4FFE-3A39-4C6BE8ECF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ECF35B-326D-CFC2-8932-49536D7B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5319A9-68CA-4BE2-92E2-13112E2FE3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745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28A5B-F963-E227-2C2D-85F64158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2AE8CB0-DED3-2B24-BF09-08C47F87D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C0D1F3-D77B-2DD8-0F6A-1C8116DD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329807-CE54-8C8C-D492-E54F0AD5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1DC2FF-AD07-3852-0822-979C8AF1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A6A236-3339-32BE-BC4A-0E7AB9FC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90101-C82F-44F3-9957-46CBFBCDCA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5383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E0B44-6242-6C83-DAA2-07E9F0FE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86D1A9-83F5-D96B-D3C5-981CE6025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D9CCD8-ECCF-C12A-6860-27EDBDFA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E8522A-668C-5718-9FC9-4A02A7DF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9B83F8-4716-6633-4439-9B56A419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8FC90-D39F-4BA8-90F6-D80F1DE022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190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77766A-541D-AC18-5671-0813D942D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CC1D32-4A7A-46D3-7197-8846ACF87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B4C3A6-AB43-BEF8-98F4-9D758BFC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F3C26-CC7B-5C58-A45B-684330FC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7ED533-F796-B1E4-92F7-C394494A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DC1FA-0E4E-4613-9AF7-DF897261DA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461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37A9DF-0A26-732E-254C-4305B049A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80563B0-DAA0-693F-BB2D-5E2D18E83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0B79D33-492F-1834-3BF8-953B061843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AF2233-8903-D3B7-0DD1-9F506C9066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8C85D-A344-1D88-B889-E34490E06D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A1E4913-53BD-405B-9B54-6715CEB390A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B1B3BFA-6586-0DF6-A05A-B61BCE3F6D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 319</a:t>
            </a:r>
            <a:br>
              <a:rPr lang="pt-BR" altLang="pt-BR" sz="4400" b="1"/>
            </a:br>
            <a:r>
              <a:rPr lang="pt-BR" altLang="pt-BR" sz="4400" b="1"/>
              <a:t>AINDA HÁ LUGAR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C32CF9E-9E36-8401-9D36-4055404EB3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Inda há lugar, p'ra ti, á pecador! </a:t>
            </a:r>
            <a:br>
              <a:rPr lang="pt-BR" altLang="pt-BR" sz="3600"/>
            </a:br>
            <a:r>
              <a:rPr lang="pt-BR" altLang="pt-BR" sz="3600"/>
              <a:t>Ouve o convite do teu Salvador. </a:t>
            </a:r>
            <a:br>
              <a:rPr lang="pt-BR" altLang="pt-BR" sz="3600"/>
            </a:br>
            <a:r>
              <a:rPr lang="pt-BR" altLang="pt-BR" sz="3600"/>
              <a:t>Entra, entra, `inda há p'ra ti lugar.</a:t>
            </a:r>
            <a:br>
              <a:rPr lang="pt-BR" altLang="pt-BR" sz="3600" b="1"/>
            </a:b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D7650B4-3B83-68BE-ECDC-CE08111BF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A tua vida breve vai findar,</a:t>
            </a:r>
            <a:br>
              <a:rPr lang="pt-BR" altLang="pt-BR" sz="3600"/>
            </a:br>
            <a:r>
              <a:rPr lang="pt-BR" altLang="pt-BR" sz="3600"/>
              <a:t>As sombras crescem, onde vais morar? </a:t>
            </a:r>
            <a:br>
              <a:rPr lang="pt-BR" altLang="pt-BR" sz="3600"/>
            </a:br>
            <a:r>
              <a:rPr lang="pt-BR" altLang="pt-BR" sz="3600"/>
              <a:t>Entra, entra, `inda há p'ra ti lugar.</a:t>
            </a:r>
            <a:endParaRPr lang="en-US" altLang="pt-BR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2117C15-93B7-EDA7-3497-DBCE0B2B6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Eis lá no céu, Jesus nos preparou </a:t>
            </a:r>
            <a:br>
              <a:rPr lang="pt-BR" altLang="pt-BR" sz="3600"/>
            </a:br>
            <a:r>
              <a:rPr lang="pt-BR" altLang="pt-BR" sz="3600"/>
              <a:t>Bodas festivas, e nos convidou, </a:t>
            </a:r>
            <a:br>
              <a:rPr lang="pt-BR" altLang="pt-BR" sz="3600"/>
            </a:br>
            <a:r>
              <a:rPr lang="pt-BR" altLang="pt-BR" sz="3600"/>
              <a:t>Entra, entra, `inda há p'ra ti lugar.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8229528-0272-7668-0C8F-2A576EF13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A multidão que salva Iá já está, </a:t>
            </a:r>
            <a:br>
              <a:rPr lang="pt-BR" altLang="pt-BR" sz="3600"/>
            </a:br>
            <a:r>
              <a:rPr lang="pt-BR" altLang="pt-BR" sz="3600"/>
              <a:t>Vem, pois t'espera a ela te ajuntar. </a:t>
            </a:r>
            <a:br>
              <a:rPr lang="pt-BR" altLang="pt-BR" sz="3600"/>
            </a:br>
            <a:r>
              <a:rPr lang="pt-BR" altLang="pt-BR" sz="3600"/>
              <a:t>Entra, entra, `inda há p'ra ti lugar.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017BAEA-9B53-F184-CAD5-303648622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Vês tu a porta aberta por Jesus? </a:t>
            </a:r>
            <a:br>
              <a:rPr lang="pt-BR" altLang="pt-BR" sz="3600"/>
            </a:br>
            <a:r>
              <a:rPr lang="pt-BR" altLang="pt-BR" sz="3600"/>
              <a:t>Ele te chama, vem p'ra Sua luz; </a:t>
            </a:r>
            <a:br>
              <a:rPr lang="pt-BR" altLang="pt-BR" sz="3600"/>
            </a:br>
            <a:r>
              <a:rPr lang="pt-BR" altLang="pt-BR" sz="3600"/>
              <a:t>Entra, entra, `inda há p'ra ti lugar.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0BE69F0-F7DB-E809-DC92-F2C6401FB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Enche-se a sala, vem sem demorar; </a:t>
            </a:r>
            <a:br>
              <a:rPr lang="pt-BR" altLang="pt-BR" sz="3600"/>
            </a:br>
            <a:r>
              <a:rPr lang="pt-BR" altLang="pt-BR" sz="3600"/>
              <a:t>Quem se descuida, perde o seu lugar; </a:t>
            </a:r>
            <a:br>
              <a:rPr lang="pt-BR" altLang="pt-BR" sz="3600"/>
            </a:br>
            <a:r>
              <a:rPr lang="pt-BR" altLang="pt-BR" sz="3600"/>
              <a:t>Entra, entra, `inda há p'ra ti lugar.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AE88B55-F7F8-363F-A73F-786E2D0C5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Ali se encontra gozo, paz sem fim, </a:t>
            </a:r>
            <a:br>
              <a:rPr lang="pt-BR" altLang="pt-BR" sz="3600"/>
            </a:br>
            <a:r>
              <a:rPr lang="pt-BR" altLang="pt-BR" sz="3600"/>
              <a:t>Glória te espera; a luta terá fim.</a:t>
            </a:r>
            <a:br>
              <a:rPr lang="pt-BR" altLang="pt-BR" sz="3600"/>
            </a:br>
            <a:r>
              <a:rPr lang="pt-BR" altLang="pt-BR" sz="3600"/>
              <a:t>Entra, entra, `inda há p'ra ti lugar. Ja.S.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 319 AINDA HÁ LUGAR</vt:lpstr>
      <vt:lpstr>Inda há lugar, p'ra ti, á pecador!  Ouve o convite do teu Salvador.  Entra, entra, `inda há p'ra ti lugar. </vt:lpstr>
      <vt:lpstr>A tua vida breve vai findar, As sombras crescem, onde vais morar?  Entra, entra, `inda há p'ra ti lugar.</vt:lpstr>
      <vt:lpstr>Eis lá no céu, Jesus nos preparou  Bodas festivas, e nos convidou,  Entra, entra, `inda há p'ra ti lugar. </vt:lpstr>
      <vt:lpstr>A multidão que salva Iá já está,  Vem, pois t'espera a ela te ajuntar.  Entra, entra, `inda há p'ra ti lugar. </vt:lpstr>
      <vt:lpstr>Vês tu a porta aberta por Jesus?  Ele te chama, vem p'ra Sua luz;  Entra, entra, `inda há p'ra ti lugar. </vt:lpstr>
      <vt:lpstr>Enche-se a sala, vem sem demorar;  Quem se descuida, perde o seu lugar;  Entra, entra, `inda há p'ra ti lugar. </vt:lpstr>
      <vt:lpstr>Ali se encontra gozo, paz sem fim,  Glória te espera; a luta terá fim. Entra, entra, `inda há p'ra ti lugar. Ja.S.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AINDA HÁ LUGAR</dc:title>
  <dc:creator>Montagna</dc:creator>
  <cp:lastModifiedBy>Emerson Souza</cp:lastModifiedBy>
  <cp:revision>2</cp:revision>
  <dcterms:created xsi:type="dcterms:W3CDTF">2005-10-19T10:20:37Z</dcterms:created>
  <dcterms:modified xsi:type="dcterms:W3CDTF">2026-05-02T22:03:29Z</dcterms:modified>
</cp:coreProperties>
</file>