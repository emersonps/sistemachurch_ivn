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0265F-30F7-A786-D416-23062EC8F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50558C-9F44-8670-88C8-6AFED2F5E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0A1AA-7095-B00E-FA24-ED2DE8D5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72F705-63C3-61BD-68FF-0F9EC762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9A7968-DD70-A0FE-7736-77A6D8DE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687DA-347B-4C41-95D8-B7111F5852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840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D5B2E-A243-5480-F73B-C195C7F2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64A78E-611F-5D97-4C10-7F098AC19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4090E9-B0A3-DC40-AC69-419683BC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D06CEC-4B4E-BA98-20AD-6D5536B1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C7AD8D-08CB-5D90-ADA9-397382EA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D13ED9-4FED-4338-961F-6F66503F27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815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82A91-7F6C-5D16-7B5A-DCF4CAEA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EA5EE2-3270-384A-D1DF-A9B753F32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621D55-6795-6EE5-FB27-92F41EA5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5E23D-3174-A672-A748-4976C93E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C32A54-FAE7-4715-2CA5-AE0FCEB3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C8247-4E48-4D01-9785-8EB25A5F33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108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761C0-54A7-C30E-BE10-091BAF8C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22155-8141-3FA3-D058-E6ECF8ED2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417BE7-2118-43E2-92F0-7130BE1E8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6B4EAA-E4E3-1D7C-B3DF-246E2369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C75A21-D73A-D6DB-F65C-0CA5D1B1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25ACE-AEC5-AA1A-6B5C-88023BF7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8DD16-A2E6-48F6-BCB7-88BEECDE81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9786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CCAD-F15D-4104-D45E-DF6BD6BD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6506A0-F278-4389-A0C5-557C10423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B8FD2-E3D4-B95A-1FCF-39B7905C8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4CD67D-9FE4-76A5-1143-34BB55D59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7FE77D-00A1-EA35-F19A-CCD0E16FA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7C8769-9BC9-2462-61FE-186C0BC5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BA3979-F720-3C96-8A65-C79BE57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F5A1BB-0FB7-0FAB-72A5-B8E8B626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F9B4FA-4079-423B-98AF-61689474FA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529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1F6F1-16BD-F258-E360-33613B03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5EB59C-913C-DF65-44A4-3DC3BB76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B5C816-7094-A64E-66FC-DD5CDD23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C53D78-3944-E796-F7C3-9DA2667F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B4043-7673-4F4E-BD6C-350BFE7A65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03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56D2C75-D9A4-2C7E-C565-0506F11D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B07A0D-4108-6118-F9D0-37E0C831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623E1B-AE81-84A8-4842-EA6BAF9B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E28C5-A3AA-420E-B50B-02D3078E6C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916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5C460-C578-F813-CC2C-948835CE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36E39-391D-1497-D63C-BCB30B3D9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5395A9-85BD-83BB-BBD3-E70128DB1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6B77A0-1E11-A6B6-B819-F6714F868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D284E-736F-AAF4-CF0D-76B83816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3427DC-7397-AD71-36FB-58C57E41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0F016B-A252-4C78-AA22-9F0C7BFFE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332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C1E46-8BA3-D923-F60B-E5FA2574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CAD48CD-DCBA-FD4D-2B8D-084891EDB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1D7123-D6B7-EA97-13FE-91B347B06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C30551-B327-C8CE-B296-9ABDC00D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374159-733D-1E2F-F083-6ACCB288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4361E4-F1E2-DD0A-3757-C68DEA1F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AC1E2-FBC8-4667-8EBD-0E2F05C369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356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76D6F-F11F-BB02-96FD-B160D578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065D7A-C0D2-D935-58CF-D6D654064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E58DFA-1FC2-8639-1B87-8CED9F87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526156-F3EB-1B15-0F80-15350429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1E6368-1BB1-715B-0522-7B9F186E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DCFAC-9767-4701-B712-1520230FE3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250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C2B2-11D3-E66A-A327-EA11D28F9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ED3D85-05E0-C950-3BDC-A643E2345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8C6FF0-34C2-EABC-691E-B0B7AC29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6172DB-37D1-E03F-F76F-82C4BF80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D06B37-9B12-B8BE-9B0F-936A605E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1316C-7AF8-4983-8085-FBA4EADB9E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585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E31F77-BA8B-36A5-FE13-0699E6154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91FD67-9E23-7713-77F6-4D0F6F3F2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4CA2D7-81B8-E930-EF1A-039E05C0D8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685134-37D4-D7B9-330F-F58604D76E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BCB8D7-C74D-28D4-AE16-8872345097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A422050-2B32-4226-BBB0-0DD8F8A29DB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1B94FDF-7A37-CDF5-E4C3-6CFAC9298B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328 - O Pão da Vida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4A66985-6C8C-547E-F74B-4A1A4D2FB1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4CC3212-67DE-09F5-4A9A-81E8D27B2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600" i="1"/>
              <a:t>O pão da vida, descido dos céus, </a:t>
            </a:r>
            <a:br>
              <a:rPr lang="en-US" altLang="pt-BR" sz="3600" i="1"/>
            </a:br>
            <a:r>
              <a:rPr lang="en-US" altLang="pt-BR" sz="3600" i="1"/>
              <a:t>Dá paz, saúde e vigor; </a:t>
            </a:r>
            <a:br>
              <a:rPr lang="en-US" altLang="pt-BR" sz="3600" i="1"/>
            </a:br>
            <a:r>
              <a:rPr lang="en-US" altLang="pt-BR" sz="3600" i="1"/>
              <a:t>O pão celeste, mandado por Deus, </a:t>
            </a:r>
            <a:br>
              <a:rPr lang="en-US" altLang="pt-BR" sz="3600" i="1"/>
            </a:br>
            <a:r>
              <a:rPr lang="en-US" altLang="pt-BR" sz="3600" i="1"/>
              <a:t>É Cristo, o Salvador; </a:t>
            </a:r>
            <a:br>
              <a:rPr lang="en-US" altLang="pt-BR" sz="3600" i="1"/>
            </a:br>
            <a:r>
              <a:rPr lang="en-US" altLang="pt-BR" sz="3600" i="1"/>
              <a:t>O Redentor, vem sem tardar, </a:t>
            </a:r>
            <a:br>
              <a:rPr lang="en-US" altLang="pt-BR" sz="3600" i="1"/>
            </a:br>
            <a:r>
              <a:rPr lang="en-US" altLang="pt-BR" sz="3600" i="1"/>
              <a:t>Do pecador o mal sanar! </a:t>
            </a:r>
            <a:br>
              <a:rPr lang="en-US" altLang="pt-BR" sz="3600" i="1"/>
            </a:br>
            <a:r>
              <a:rPr lang="en-US" altLang="pt-BR" sz="3600" i="1"/>
              <a:t>Se algum perdido buscar Tua luz, </a:t>
            </a:r>
            <a:br>
              <a:rPr lang="en-US" altLang="pt-BR" sz="3600" i="1"/>
            </a:br>
            <a:r>
              <a:rPr lang="en-US" altLang="pt-BR" sz="3600" i="1"/>
              <a:t>Depressa vem a paz lhe dar; </a:t>
            </a:r>
            <a:br>
              <a:rPr lang="en-US" altLang="pt-BR" sz="3600" i="1"/>
            </a:br>
            <a:r>
              <a:rPr lang="en-US" altLang="pt-BR" sz="3600" i="1"/>
              <a:t>Não tardes mais, amoroso Jesus, </a:t>
            </a:r>
            <a:br>
              <a:rPr lang="en-US" altLang="pt-BR" sz="3600" i="1"/>
            </a:br>
            <a:r>
              <a:rPr lang="en-US" altLang="pt-BR" sz="3600" i="1"/>
              <a:t>Ó vem me confortar! 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F0A59B-8696-ED6C-8869-C73216156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600" i="1"/>
              <a:t>Há gozo santo p'ra quem tem a luz, </a:t>
            </a:r>
            <a:br>
              <a:rPr lang="en-US" altLang="pt-BR" sz="3600" i="1"/>
            </a:br>
            <a:r>
              <a:rPr lang="en-US" altLang="pt-BR" sz="3600" i="1"/>
              <a:t>Em se lembrar do seu Senhor, </a:t>
            </a:r>
            <a:br>
              <a:rPr lang="en-US" altLang="pt-BR" sz="3600" i="1"/>
            </a:br>
            <a:r>
              <a:rPr lang="en-US" altLang="pt-BR" sz="3600" i="1"/>
              <a:t>E só falar do amor de Jesus, </a:t>
            </a:r>
            <a:br>
              <a:rPr lang="en-US" altLang="pt-BR" sz="3600" i="1"/>
            </a:br>
            <a:r>
              <a:rPr lang="en-US" altLang="pt-BR" sz="3600" i="1"/>
              <a:t>O grande Redentor! </a:t>
            </a:r>
            <a:br>
              <a:rPr lang="en-US" altLang="pt-BR" sz="3600" i="1"/>
            </a:br>
            <a:r>
              <a:rPr lang="en-US" altLang="pt-BR" sz="3600" i="1"/>
              <a:t>Teu jugo é doce, meu Senhor, </a:t>
            </a:r>
            <a:br>
              <a:rPr lang="en-US" altLang="pt-BR" sz="3600" i="1"/>
            </a:br>
            <a:r>
              <a:rPr lang="en-US" altLang="pt-BR" sz="3600" i="1"/>
              <a:t>Teu fardo é leve, que amor! </a:t>
            </a:r>
            <a:br>
              <a:rPr lang="en-US" altLang="pt-BR" sz="3600" i="1"/>
            </a:br>
            <a:r>
              <a:rPr lang="en-US" altLang="pt-BR" sz="3600" i="1"/>
              <a:t>Se eu não posso levar minha cruz, Depressa vem me ajudar; </a:t>
            </a:r>
            <a:br>
              <a:rPr lang="en-US" altLang="pt-BR" sz="3600" i="1"/>
            </a:br>
            <a:r>
              <a:rPr lang="en-US" altLang="pt-BR" sz="3600" i="1"/>
              <a:t>Não tardes mais, amoroso Jesus, </a:t>
            </a:r>
            <a:br>
              <a:rPr lang="en-US" altLang="pt-BR" sz="3600" i="1"/>
            </a:br>
            <a:r>
              <a:rPr lang="en-US" altLang="pt-BR" sz="3600" i="1"/>
              <a:t>Ó vem me confortar!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8790D93-2B61-38E2-0CA4-0588269C7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600" i="1"/>
              <a:t>Por duras provas e perseguições, </a:t>
            </a:r>
            <a:br>
              <a:rPr lang="en-US" altLang="pt-BR" sz="3600" i="1"/>
            </a:br>
            <a:r>
              <a:rPr lang="en-US" altLang="pt-BR" sz="3600" i="1"/>
              <a:t>Tu fazes o fiel passar; </a:t>
            </a:r>
            <a:br>
              <a:rPr lang="en-US" altLang="pt-BR" sz="3600" i="1"/>
            </a:br>
            <a:r>
              <a:rPr lang="en-US" altLang="pt-BR" sz="3600" i="1"/>
              <a:t>E quem vencer há de ter galardão, Também no céu lugar, </a:t>
            </a:r>
            <a:br>
              <a:rPr lang="en-US" altLang="pt-BR" sz="3600" i="1"/>
            </a:br>
            <a:r>
              <a:rPr lang="en-US" altLang="pt-BR" sz="3600" i="1"/>
              <a:t>Eu lá verei Teu esplendor, </a:t>
            </a:r>
            <a:br>
              <a:rPr lang="en-US" altLang="pt-BR" sz="3600" i="1"/>
            </a:br>
            <a:r>
              <a:rPr lang="en-US" altLang="pt-BR" sz="3600" i="1"/>
              <a:t>A Tua glória. Salvador; </a:t>
            </a:r>
            <a:br>
              <a:rPr lang="en-US" altLang="pt-BR" sz="3600" i="1"/>
            </a:br>
            <a:r>
              <a:rPr lang="en-US" altLang="pt-BR" sz="3600" i="1"/>
              <a:t>Se não puder carregar minha cruz, Depressa vem me auxiliar; </a:t>
            </a:r>
            <a:br>
              <a:rPr lang="en-US" altLang="pt-BR" sz="3600" i="1"/>
            </a:br>
            <a:r>
              <a:rPr lang="en-US" altLang="pt-BR" sz="3600" i="1"/>
              <a:t>Não tardes mais, amoroso Jesus, </a:t>
            </a:r>
            <a:br>
              <a:rPr lang="en-US" altLang="pt-BR" sz="3600" i="1"/>
            </a:br>
            <a:r>
              <a:rPr lang="en-US" altLang="pt-BR" sz="3600" i="1"/>
              <a:t>Ó vem me confortar!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0F5B594-4983-793A-77C6-F5F3493A2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600" i="1"/>
              <a:t>Jesus, o Teu insondável amor, </a:t>
            </a:r>
            <a:br>
              <a:rPr lang="en-US" altLang="pt-BR" sz="3600" i="1"/>
            </a:br>
            <a:r>
              <a:rPr lang="en-US" altLang="pt-BR" sz="3600" i="1"/>
              <a:t>Me faz sentir no coração; </a:t>
            </a:r>
            <a:br>
              <a:rPr lang="en-US" altLang="pt-BR" sz="3600" i="1"/>
            </a:br>
            <a:r>
              <a:rPr lang="en-US" altLang="pt-BR" sz="3600" i="1"/>
              <a:t>O amor de Deus, este santo amor, </a:t>
            </a:r>
            <a:br>
              <a:rPr lang="en-US" altLang="pt-BR" sz="3600" i="1"/>
            </a:br>
            <a:r>
              <a:rPr lang="en-US" altLang="pt-BR" sz="3600" i="1"/>
              <a:t>E viverei, então; </a:t>
            </a:r>
            <a:br>
              <a:rPr lang="en-US" altLang="pt-BR" sz="3600" i="1"/>
            </a:br>
            <a:r>
              <a:rPr lang="en-US" altLang="pt-BR" sz="3600" i="1"/>
              <a:t>A Ti, Jesus, eu dou louvor; </a:t>
            </a:r>
            <a:br>
              <a:rPr lang="en-US" altLang="pt-BR" sz="3600" i="1"/>
            </a:br>
            <a:r>
              <a:rPr lang="en-US" altLang="pt-BR" sz="3600" i="1"/>
              <a:t>Tu me dás graça e vigor; </a:t>
            </a:r>
            <a:br>
              <a:rPr lang="en-US" altLang="pt-BR" sz="3600" i="1"/>
            </a:br>
            <a:r>
              <a:rPr lang="en-US" altLang="pt-BR" sz="3600" i="1"/>
              <a:t>Tu és o pão que a vida produz; </a:t>
            </a:r>
            <a:br>
              <a:rPr lang="en-US" altLang="pt-BR" sz="3600" i="1"/>
            </a:br>
            <a:r>
              <a:rPr lang="en-US" altLang="pt-BR" sz="3600" i="1"/>
              <a:t>Minh'alma vem alimentar; </a:t>
            </a:r>
            <a:br>
              <a:rPr lang="en-US" altLang="pt-BR" sz="3600" i="1"/>
            </a:br>
            <a:r>
              <a:rPr lang="en-US" altLang="pt-BR" sz="3600" i="1"/>
              <a:t>Não tardes mais, amoroso Jesus </a:t>
            </a:r>
            <a:br>
              <a:rPr lang="en-US" altLang="pt-BR" sz="3600" i="1"/>
            </a:br>
            <a:r>
              <a:rPr lang="en-US" altLang="pt-BR" sz="3600" i="1"/>
              <a:t>O vem me confortar!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328 - O Pão da Vida </vt:lpstr>
      <vt:lpstr>O pão da vida, descido dos céus,  Dá paz, saúde e vigor;  O pão celeste, mandado por Deus,  É Cristo, o Salvador;  O Redentor, vem sem tardar,  Do pecador o mal sanar!  Se algum perdido buscar Tua luz,  Depressa vem a paz lhe dar;  Não tardes mais, amoroso Jesus,  Ó vem me confortar!  </vt:lpstr>
      <vt:lpstr>Há gozo santo p'ra quem tem a luz,  Em se lembrar do seu Senhor,  E só falar do amor de Jesus,  O grande Redentor!  Teu jugo é doce, meu Senhor,  Teu fardo é leve, que amor!  Se eu não posso levar minha cruz, Depressa vem me ajudar;  Não tardes mais, amoroso Jesus,  Ó vem me confortar!  </vt:lpstr>
      <vt:lpstr>Por duras provas e perseguições,  Tu fazes o fiel passar;  E quem vencer há de ter galardão, Também no céu lugar,  Eu lá verei Teu esplendor,  A Tua glória. Salvador;  Se não puder carregar minha cruz, Depressa vem me auxiliar;  Não tardes mais, amoroso Jesus,  Ó vem me confortar!  </vt:lpstr>
      <vt:lpstr>Jesus, o Teu insondável amor,  Me faz sentir no coração;  O amor de Deus, este santo amor,  E viverei, então;  A Ti, Jesus, eu dou louvor;  Tu me dás graça e vigor;  Tu és o pão que a vida produz;  Minh'alma vem alimentar;  Não tardes mais, amoroso Jesus  O vem me confortar!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328 - O Pão da Vida </dc:title>
  <dc:creator>Junior</dc:creator>
  <cp:lastModifiedBy>Emerson Souza</cp:lastModifiedBy>
  <cp:revision>1</cp:revision>
  <dcterms:created xsi:type="dcterms:W3CDTF">2005-12-26T22:04:37Z</dcterms:created>
  <dcterms:modified xsi:type="dcterms:W3CDTF">2026-05-02T22:04:16Z</dcterms:modified>
</cp:coreProperties>
</file>