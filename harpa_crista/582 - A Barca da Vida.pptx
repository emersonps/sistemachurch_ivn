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BD6DD-E555-FE24-3D27-0E2971735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15C5E1-C83E-5739-AA13-A852D239F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BEF054-56D8-62D3-7944-532BEB37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48CD36-3974-0BDF-F302-1F538D6C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8E269-F504-6C9B-3ED0-2F1C0543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2BBD53-7ABF-477D-AE2B-4E00978E42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973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C0921-AE8D-657F-4FA9-CA09E62F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00FD78-A35C-26DD-60FC-51D027AA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4915D8-09D3-013E-174F-6E07E8A0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D88CE-B3C3-22FD-5037-3A966346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AE077-740A-5376-7608-43063691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CA3A6F-68EF-45CE-80A9-368DFC726E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432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E623E-102D-A84F-6473-CF597FEC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A30261-0E4C-FD12-BA2A-E51423B6B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02902-2D20-20AF-E23F-8132FBF8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75F15-4743-80D4-89F9-7659EEA8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5C5EE-5190-9B8A-B0BC-FCA82A77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D489A-0978-467B-91DD-FF337274CC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736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1BC06-250E-9B3C-A4AF-17F22DE7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90CF97-4EE3-7D90-E68C-4E6CC90FC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B642A3-E4F7-0DB8-831D-50B5B727C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406340-97BE-611D-DE5D-FB7C4893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400E8C-3580-6DBE-09D1-50A91B25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57E9A9-4819-38D4-F6BC-328DB53A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B9CF7-FD58-407E-8560-EFBC28E9AB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469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45D23-423A-5124-B94E-2B29584F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CA5B9-02A9-E29E-C974-2A4A8973E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DEA59F-3E4B-5C71-B0F8-8EDD0BA06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793739-EF3E-F058-A666-4605ADB03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13B0A2-8864-C86D-DDDC-83B9C6EC7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6759E8-3C36-0D88-61AC-FCDF1036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83EACF-D7AB-520C-1B26-3A7C9220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FCF9A6-E2B3-E2CB-A9E4-5DFCAA23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27BD1C-5E59-41B9-B0F2-8C5276A2F8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459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9AF07-DF2F-347F-C343-582BCBB4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C8D583-959F-C452-21EC-C0448C70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397EDF-8770-4689-75C0-55E9FDC2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31E15D-AE8C-A3F3-0CE4-5775EC52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03DE4-D82A-4253-8589-CD71150091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621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49A11F-761A-D083-DDE1-79B86584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2B38E9-BFF7-6629-ADFA-57666738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2B95C7-6AE8-EFDF-AC11-0D0E8373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A2B37-C0DE-4ACF-BB0E-B6F4E5EB0F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075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DF172-06BD-501C-C2ED-16B8822E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A1329-D0BB-A338-7DA2-CBF2473D8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B84474-50AD-957F-27F2-B8B3A2AA6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2063FA-183A-A5A8-416C-076F692D9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2F57E0-FBE7-01DB-523D-95853A5F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2FF10C-45BC-D6FF-805F-19388B65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F59A39-0D11-4519-8DE4-481A632F3D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585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90AB3-1F1C-6CAD-424B-A6084F0A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B5BE8C-80EB-73D3-C5FE-F758D50F3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72C1E4-8257-52DE-C564-26C731A43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CBCF5D-4470-8F19-97D2-9E56DB13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A14055-8781-C54A-12BA-0DAB381A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9FAB00-7424-DE84-FDB9-7B55410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0B9E0-5F2F-4AED-842F-DE29B6E284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695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D819F-E45D-6B04-57CA-EF71D618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82E457-D5CE-2C44-309D-3BED4EA40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FD9ECE-288D-6628-E887-9B7068C4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A8C23-7E14-31F6-FC74-A1B58374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B16E12-E0D3-410B-3C40-7F0A2CB8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64349-B9A4-4326-8101-D5D0C35BA3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723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4F33B0-80C9-85A9-4C0E-8C76949CE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BD64D3-85C8-6E7E-00B3-028117677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A966BD-2C85-98AA-2A29-D1B6E0BE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9487E0-D120-7A4B-4A94-9D5CFD01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C0EFA-E6A8-DEE5-05D1-F189DA00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61572-ECC5-404F-8A76-DCD46D2521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074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BCA61E-141F-21D1-2AB2-1531883B3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7BA729A-12AA-3455-D7C8-A99378FCF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9CB0DF-FD7E-1ADC-BA71-C322674042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8D92520-5317-C585-8AFC-C780FD1098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49C747-ED4C-6DB7-7A66-E780067BA6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4100D0-E465-49D6-B416-5CC19A0D82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5F329D-1E4A-4960-141C-E560BA3BF3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582 - A Barca da Vida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436FCD5-64DB-9717-44C8-04C2ACB239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2D0FDC0-66E5-5FDB-ACCC-C30A8A758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tenho de andar neste mundo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barca vogando no mar,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sei o segredo profundo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nele jamais naufragar: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8E009B-B3DD-559E-176D-712EFE7A5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Cristo é o Piloto para me guiar,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vida a barca, até no Céu chegar.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B8B769-FE9F-8065-E1C5-915B56B09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luz que ao Céu me dirige,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Santa Palavra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Desvios e faltas corrige,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Mostrando o caminho dos céus.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2CFC68D-1248-8401-0494-5127501F2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Cristo é o Piloto para me guiar,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vida a barca, até no Céu chegar.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8178B86-4ABA-B37A-CBE6-C862253F6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mar tormentoso da vida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Rugindo, me busca perder,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sempre por Cristo mantida,</a:t>
            </a:r>
            <a:r>
              <a:rPr lang="en-US" altLang="pt-BR" sz="4000"/>
              <a:t> </a:t>
            </a:r>
            <a:r>
              <a:rPr lang="en-US" altLang="pt-BR" sz="4000" i="1"/>
              <a:t>Minh’alma bonança há de ter.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BCC08A4-BD4E-D90E-8A9B-E810AB0C1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Cristo é o Piloto para me guiar,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vida a barca, até no Céu chegar.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A5E6A60-31E4-2E5F-B7C2-C1B0E091E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Assim eu não temo perigo: </a:t>
            </a:r>
            <a:br>
              <a:rPr lang="en-US" altLang="pt-BR" sz="4000" i="1"/>
            </a:br>
            <a:r>
              <a:rPr lang="en-US" altLang="pt-BR" sz="4000" i="1"/>
              <a:t>Não vou naufragar neste mar. </a:t>
            </a:r>
            <a:br>
              <a:rPr lang="en-US" altLang="pt-BR" sz="4000" i="1"/>
            </a:br>
            <a:r>
              <a:rPr lang="en-US" altLang="pt-BR" sz="4000" i="1"/>
              <a:t>Se Cristo Jesus vai comigo, </a:t>
            </a:r>
            <a:br>
              <a:rPr lang="en-US" altLang="pt-BR" sz="4000" i="1"/>
            </a:br>
            <a:r>
              <a:rPr lang="en-US" altLang="pt-BR" sz="4000" i="1"/>
              <a:t>No céu, sim, eu hei de entrar.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4EC9EF7-00B4-D6C0-3054-8DA50B581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Cristo é o Piloto para me guiar,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 vida a barca, até no Céu chegar.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582 - A Barca da Vida </vt:lpstr>
      <vt:lpstr>Eu tenho de andar neste mundo  Qual barca vogando no mar,  Mas sei o segredo profundo  De nele jamais naufragar:  </vt:lpstr>
      <vt:lpstr>Cristo é o Piloto para me guiar,  Da vida a barca, até no Céu chegar.  </vt:lpstr>
      <vt:lpstr>A luz que ao Céu me dirige,  A Santa Palavra de Deus,  Desvios e faltas corrige,  Mostrando o caminho dos céus.    </vt:lpstr>
      <vt:lpstr>Cristo é o Piloto para me guiar,  Da vida a barca, até no Céu chegar.  </vt:lpstr>
      <vt:lpstr>O mar tormentoso da vida  Rugindo, me busca perder,  Mas sempre por Cristo mantida, Minh’alma bonança há de ter.  </vt:lpstr>
      <vt:lpstr>Cristo é o Piloto para me guiar,  Da vida a barca, até no Céu chegar.  </vt:lpstr>
      <vt:lpstr>Assim eu não temo perigo:  Não vou naufragar neste mar.  Se Cristo Jesus vai comigo,  No céu, sim, eu hei de entrar.</vt:lpstr>
      <vt:lpstr>Cristo é o Piloto para me guiar,  Da vida a barca, até no Céu chegar.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582 - A Barca da Vida </dc:title>
  <dc:creator>Junior</dc:creator>
  <cp:lastModifiedBy>Emerson Souza</cp:lastModifiedBy>
  <cp:revision>1</cp:revision>
  <dcterms:created xsi:type="dcterms:W3CDTF">2005-12-27T02:02:06Z</dcterms:created>
  <dcterms:modified xsi:type="dcterms:W3CDTF">2026-05-02T22:26:00Z</dcterms:modified>
</cp:coreProperties>
</file>