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CCC76-01AF-7301-CD94-F55C29C5E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2AD49-5FAA-40DB-9795-44BB5A707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90FB3F-F07F-0F14-CB5E-5139FBD9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4B2CF4-F8F5-A0A4-65BA-99DA2977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86EB66-C968-6799-2D8F-CC43D160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D7F00-FEBA-446A-B73A-0D0850F7C9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6135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07637-28C6-5402-37D5-73F6E42B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D2B76-A0AD-4154-B0EA-0CDE64D86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73C563-BCC7-028D-AB62-DDEA3CEE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CBF617-273B-2794-9A28-39802B02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D3993F-1557-136D-50BD-F6500AE6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20C09-FA86-4A60-A627-90D992B34B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470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69C45-ED48-52C7-0B95-6A7C166C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6BA9E5-741D-F470-69CD-25AC9403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CD5A7A-6020-0979-DC5D-F560C005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4841E-120D-9F7A-AA58-4A9BA040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8EE41-EEEA-45FA-8B77-8BA866D8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070C8-74AF-436D-89DE-C567B5E16E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923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0398B-68BD-FDFD-3C3A-FA8FA55D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D41074-3D29-2BD8-B141-AE4555C02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EE7051-E66E-352D-8E7C-E66B9ADD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12EC83-F970-24E8-41D0-DE0DF671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E69E0A-03E9-999E-1122-A968F5A4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513C0B-59CB-72ED-CFFA-1B42C769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D2192-410E-4175-B81D-3A752A9DB2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920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CEC17-8055-96D5-4E2D-F7738589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9DA27D-81B4-60A0-D9ED-361CD734B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A870C4-7849-B837-5655-3A5B4AE6E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B16A92-1335-1C66-BF33-32F8A5167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CFA6D5-75AD-BC61-EF47-601905AAC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E5B30A-56D4-BBD3-E623-6DF95069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04F5E58-84D1-7839-333A-D1481664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6AF94C-4D63-41C2-BC7B-9FAEC9C3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D2C68C-3692-46E4-8A3E-ADD589ACE4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878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EB4B6-7B2C-137A-04CE-E36479E1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AADA13-D19E-A0C5-3F69-D4E9B6E6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2E1209-A416-BBFE-E85B-7F55DCD3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BCE6AE-0A59-E04B-35CE-732E3938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9F283-C33A-4090-B8E8-38341CC03A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982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7843EF-0D8B-9687-5FD1-73BC6B5D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CA6307-11FD-7A92-46D2-B7777A5A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F67E2B-D761-04A4-D6E1-928BA9A4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42A64-22DD-4057-9DB4-657399A02E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391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AA2D3-F59D-5E11-5AB0-459B4CAE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10854-5805-91B0-3462-5785072BD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262039-3ED8-8142-EDE3-983E3D7B1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609D96-EE7D-8F10-5F7E-61862C91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FFCC61-96E0-716F-5266-9E47839F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7E3EDE-B645-7CFA-A3CC-3AC842D8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16DC5-72FA-41D3-8F42-30D839E768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896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E7847-CAF1-54AF-EC4E-8A67A530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D8CCBE-E7E4-E568-C698-0F4D8CCC0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C3D7A4-33E9-AEE2-C5C9-3CC7AE07B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2CA1DD-8383-36D9-14BC-922CD6EC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6E20A9-C5A1-17F9-0995-8C046217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39AD61-F193-3C31-E1B1-48AAE756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24499-EAEB-4768-8E8C-1A03006F67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471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17A8F-F9B0-1BF9-A5F4-AA088A30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36FCBC-CC3B-861B-471D-9FF487768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914AB3-4FAD-F1B3-687B-C23CC66D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8DDE3D-71F8-6410-1A79-B07039BA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7EFFF2-86D2-B967-F473-8C975480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06CE3-0907-43AD-830B-957C661E22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076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7864F7-3BE5-5EFD-0C20-8AC189234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9848A-A182-BC1D-CB40-F40F90528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65B3B9-2805-E433-F67D-39B3E2D2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EEB3E-184A-0E78-150A-05778456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F8CB04-DD2F-531C-6560-9B484460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75D382-B8A4-4305-872C-78E87F5774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984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9EDE8A4-EC5D-B865-1128-780C0354B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73D2D9-97F9-B6D9-4B26-29C53CC50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0184FA-813E-EF4B-C89D-3014349A25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EE8994-A8A6-C547-5C22-9EDD963C57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FDEA11-6760-26C5-C4EE-88FE991B04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AEF5C80-A11C-458B-A16C-91A64EA116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5851189-C83B-AE3E-91AD-C9675E6A37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55</a:t>
            </a:r>
            <a:br>
              <a:rPr lang="en-US" altLang="pt-BR" sz="4000" b="1"/>
            </a:br>
            <a:r>
              <a:rPr lang="en-US" altLang="pt-BR" sz="4000" b="1"/>
              <a:t>MAIS PERTO DA TUA CRUZ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B054878-63FC-FA98-6F1A-985B5ED3CD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1B0FB54-48D0-9C47-AC28-555D7F973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en-US" altLang="pt-BR" sz="4000" i="1"/>
              <a:t>Meu Senhor, sou Teu - Tua voz ouvi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chamar-me, com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Mais, de Ti, mais perto eu quero estar,</a:t>
            </a:r>
            <a:r>
              <a:rPr lang="en-US" altLang="pt-BR" sz="4000"/>
              <a:t> </a:t>
            </a:r>
            <a:r>
              <a:rPr lang="en-US" altLang="pt-BR" sz="4000" i="1"/>
              <a:t>Ó bendito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935E42-0DF1-1EE2-0251-6A576A17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Mais perto, perto da Tua cruz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estar, ó Salvador!</a:t>
            </a:r>
            <a:br>
              <a:rPr lang="en-US" altLang="pt-BR" sz="4000" b="1" i="1"/>
            </a:br>
            <a:r>
              <a:rPr lang="en-US" altLang="pt-BR" sz="4000" b="1" i="1"/>
              <a:t>Mais perto, perto, perto da Tua cruz</a:t>
            </a:r>
            <a:r>
              <a:rPr lang="en-US" altLang="pt-BR" sz="4000"/>
              <a:t> </a:t>
            </a:r>
            <a:r>
              <a:rPr lang="en-US" altLang="pt-BR" sz="4000" b="1" i="1"/>
              <a:t>Leva-me, ó meu Senhor!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6168E7F-5F3B-6D33-383D-64D693B3D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en-US" altLang="pt-BR" sz="4000" i="1"/>
              <a:t>A seguir-Te só, me consagro eu,</a:t>
            </a:r>
            <a:r>
              <a:rPr lang="en-US" altLang="pt-BR" sz="4000"/>
              <a:t> </a:t>
            </a:r>
            <a:r>
              <a:rPr lang="en-US" altLang="pt-BR" sz="4000" i="1"/>
              <a:t>Constrangido pelo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alegre, já me declaro Teu,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P’ra servir-Te a Ti, Senhor.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7431C4-1156-166E-F00A-24507C9F0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Mais perto, perto da Tua cruz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estar, ó Salvador!</a:t>
            </a:r>
            <a:br>
              <a:rPr lang="en-US" altLang="pt-BR" sz="4000" b="1" i="1"/>
            </a:br>
            <a:r>
              <a:rPr lang="en-US" altLang="pt-BR" sz="4000" b="1" i="1"/>
              <a:t>Mais perto, perto, perto da Tua cruz</a:t>
            </a:r>
            <a:r>
              <a:rPr lang="en-US" altLang="pt-BR" sz="4000"/>
              <a:t> </a:t>
            </a:r>
            <a:r>
              <a:rPr lang="en-US" altLang="pt-BR" sz="4000" b="1" i="1"/>
              <a:t>Leva-me, ó meu Senhor!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4C28BE2-1031-352E-1E4E-927D1F9F0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en-US" altLang="pt-BR" sz="4000" i="1"/>
              <a:t>Oh! Que pura e santa delicie é,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Aos Teus santos pés me achar,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com viva e reverente fé,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meu Salvador falar.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85DEFC9-F93D-171F-31CD-4E554EEA1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Mais perto, perto da Tua cruz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estar, ó Salvador!</a:t>
            </a:r>
            <a:br>
              <a:rPr lang="en-US" altLang="pt-BR" sz="4000" b="1" i="1"/>
            </a:br>
            <a:r>
              <a:rPr lang="en-US" altLang="pt-BR" sz="4000" b="1" i="1"/>
              <a:t>Mais perto, perto, perto da Tua cruz</a:t>
            </a:r>
            <a:r>
              <a:rPr lang="en-US" altLang="pt-BR" sz="4000"/>
              <a:t> </a:t>
            </a:r>
            <a:r>
              <a:rPr lang="en-US" altLang="pt-BR" sz="4000" b="1" i="1"/>
              <a:t>Leva-me, ó meu Senhor!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55 MAIS PERTO DA TUA CRUZ </vt:lpstr>
      <vt:lpstr>Meu Senhor, sou Teu - Tua voz ouvi  A chamar-me, com amor;  Mais, de Ti, mais perto eu quero estar, Ó bendito Salvador! </vt:lpstr>
      <vt:lpstr>Mais perto, perto da Tua cruz  Quero estar, ó Salvador! Mais perto, perto, perto da Tua cruz Leva-me, ó meu Senhor! </vt:lpstr>
      <vt:lpstr>A seguir-Te só, me consagro eu, Constrangido pelo amor,  E, alegre, já me declaro Teu,  P’ra servir-Te a Ti, Senhor. </vt:lpstr>
      <vt:lpstr>Mais perto, perto da Tua cruz  Quero estar, ó Salvador! Mais perto, perto, perto da Tua cruz Leva-me, ó meu Senhor! </vt:lpstr>
      <vt:lpstr>Oh! Que pura e santa delicie é,  Aos Teus santos pés me achar,  E com viva e reverente fé,  Com meu Salvador falar. </vt:lpstr>
      <vt:lpstr>Mais perto, perto da Tua cruz  Quero estar, ó Salvador! Mais perto, perto, perto da Tua cruz Leva-me, ó meu Senhor!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 MAIS PERTO DA TUA CRUZ </dc:title>
  <dc:creator>Junior</dc:creator>
  <cp:lastModifiedBy>Emerson Souza</cp:lastModifiedBy>
  <cp:revision>1</cp:revision>
  <dcterms:created xsi:type="dcterms:W3CDTF">2005-12-23T02:31:07Z</dcterms:created>
  <dcterms:modified xsi:type="dcterms:W3CDTF">2026-05-02T21:41:28Z</dcterms:modified>
</cp:coreProperties>
</file>