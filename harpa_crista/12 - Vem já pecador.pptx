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7844B-18CE-BEBF-27BB-C5D6EDC4D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B95DB2-8A10-53D1-B2C0-082E5F71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836E9D-9E30-4A3E-190C-2F22C671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9C6F26-2CCC-4E78-39A7-9C8BCEF8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82A71B-BDC4-1133-1DE2-EFABA20B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C1C4F-875A-41EE-A90F-351733398A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76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A2985-BA04-5778-8E6C-AAD68B1C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C5474F-C837-CC27-BF21-2437C1FB1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22ECF-D4A5-2B0B-B77B-BC5EDABE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83B13B-5DB4-7E6C-62DC-849DE6B7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033F3-D7F6-3A03-9725-2748A8C2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76AF23-763A-48E0-BD53-1029D8F945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425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F4E12-285A-13A3-B778-6E1AE34A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1C822-D4EB-9003-C7E4-09B41D81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3F7203-62E1-FE79-CB47-3B5581A0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2C56C-7032-818D-981D-BA49679A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CAE8D-87A2-9200-AEF3-C075FDE0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6A0ED-CE84-4CBD-8424-20C810569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226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30F3F-103B-A3FA-255F-7D3DCC24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36C029-B196-B2C6-B0DB-6442BCCF3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3366F5-36AD-BC7B-F76B-22C11F7E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08788A-CCBA-79DF-5301-E8ED8A06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CCF40B-794F-7B2E-C757-8BDF28B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545C87-D27A-AE5B-E6B3-7AEF7E22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A2B90-9BFA-4B69-8BB1-97931497B9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337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D919-76CA-CB6E-9867-B6773AAEB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5AE751-C419-840B-21CB-043A2D9FE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7876E0-CE4F-20CE-ADB0-11630C5D0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DE6846-5E23-CD6C-EDFC-C62433B2B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F2C5C7B-6FF7-D35F-F4DA-D8844C31E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B36C54-6C6C-2FFC-D6D4-9D51EAE8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9AB2F7-1CF8-E09A-D3F8-1098CB35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C1B07A-F64A-DEEB-21BD-A9413B5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2E6C9-B6E4-452C-B521-45D59F4AD3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664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944DA-DFE9-7B52-FDC3-9B32F106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8618AE-4E16-A689-B360-6B93F01F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E79287-3255-89FE-5252-D37E3BEC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A247FBB-AB6C-BADA-BA6A-4192A92B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3AE275-950E-4FB1-90BA-6644729FD1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131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22D3DC-33FC-E2B6-FBFD-975A9B06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56D9C0-0E9A-8E6F-B5BB-7B69B64B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F9FC82-918C-4A4A-614D-3E468646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71AFD-2878-4574-9FC0-DB93D37BB9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086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BFB22-383E-279F-6DD8-65E38684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BAAF04-1C9D-D752-F3FA-8F575187E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75CB50-55A1-E3E5-EBBD-DB3DE0AA8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8885DC-C940-A452-6152-CB4D7CB5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3CDE14-2DB1-B577-6777-26F07D1D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6309EE-0D16-AE4E-70CF-EEEC1883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10FB3-DBC6-4530-86FC-F0DC9DA612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136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4E167-DACC-FBFA-DA8B-D6C1D120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BF78BD-3D6C-5F0D-529D-9E793C893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E62378-8672-0207-56BF-98BAE2D02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7CC8F6-3A1B-AE10-478C-D3997FA0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FE8139-ABB8-3BA6-971F-873C4C74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E28317-6F34-0DFE-539F-B2FD265C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2D543-9F20-45E4-9AEC-8A589C808B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343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93089-C50E-391A-E192-4BDF6ED1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66F7CE-2B2B-D84D-2687-EBCB50B6D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6C5BF2-BD20-4EC9-B307-07518506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8DE31D-F397-2F0B-64CA-544FD66BB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02861-93AA-9DF1-CFE7-73FB6D36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2EA6F-8225-465D-B6C0-978ED85BF5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37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BF2CCD-EA88-8A9B-E341-7F13A6E4F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CB1D26-B962-9547-8527-F7B7470FB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20D99E-ED2C-EF47-F1B2-404AA766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27F7CF-07E4-0785-BB55-8A842F33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1E24E-825C-CD48-2584-500F2405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1A28A-D09C-4747-89E8-83D6F5F208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146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7DE524F-6D47-727D-CA21-9C8F38E97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10AEF6-42F6-5E0F-8A90-0D679E30B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4E8982-80DF-BC60-E4E7-78092296E2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939ABB-79C6-6C6C-CF73-7E8DE3AD14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D35306-283B-CD02-00EB-486BCC7DD3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F634DD7-E201-4C98-BAB4-6E08CEA8310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4855138-5019-69F6-4F55-01394C41F5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FFCCFF"/>
                </a:solidFill>
              </a:rPr>
              <a:t>12</a:t>
            </a:r>
            <a:br>
              <a:rPr lang="pt-BR" altLang="pt-BR" sz="4400">
                <a:solidFill>
                  <a:srgbClr val="FFCCFF"/>
                </a:solidFill>
              </a:rPr>
            </a:br>
            <a:r>
              <a:rPr lang="pt-BR" altLang="pt-BR" sz="4400">
                <a:solidFill>
                  <a:srgbClr val="FFCCFF"/>
                </a:solidFill>
              </a:rPr>
              <a:t>Vem já, Pecador</a:t>
            </a:r>
            <a:endParaRPr lang="en-US" altLang="pt-BR" sz="4400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6A773F7-53A8-8EF4-D658-E83BF70EA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1362"/>
          </a:xfrm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Pecador, vê a luz,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Brilha para ti,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Lá da cruz do Salvador,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Onde a vida deu; e do lado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Seu Corre sangue redentor</a:t>
            </a:r>
            <a:br>
              <a:rPr lang="pt-BR" altLang="pt-BR">
                <a:solidFill>
                  <a:srgbClr val="FFCCFF"/>
                </a:solidFill>
              </a:rPr>
            </a:br>
            <a:br>
              <a:rPr lang="pt-BR" altLang="pt-BR">
                <a:solidFill>
                  <a:srgbClr val="FFCCFF"/>
                </a:solidFill>
              </a:rPr>
            </a:b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02FAF0A5-AD52-3282-1694-8E28CAEFD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364162"/>
          </a:xfrm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Ó vem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Como estás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agora, ao Salvador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Sua vida deu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Tudo padeceu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Não demores vem já pecador. 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A60082FA-E3AE-F568-A12F-F47D7FA2E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11762"/>
          </a:xfrm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Na escuridão do jardim orou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Tão aflito meu Senhor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Quando pranteou,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Sangue Seu suou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No Getsêmane em dor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21F31DBA-96F2-33B4-1B93-D217EAC09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165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Ó vem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Como estás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agora, ao Salvador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Sua vida deu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Tudo padeceu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Não demores vem já pecador. 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C30C8C57-F109-CB0A-5ABD-715D1D3BF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92762"/>
          </a:xfrm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Vê o Salvador,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Co’as feridas mãos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Te chamando o pecador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Vida eterna tem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Os que neles crêem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E aceitam o seu amor.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3F153B58-19B8-94C9-0A13-3E2E0FC5C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879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Ó vem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Como estás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agora, ao Salvador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Sua vida deu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Tudo padeceu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Não demores vem já pecador. 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AADE181-932B-C4B9-0704-37CF3E4F4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516562"/>
          </a:xfrm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Vem a Cristo,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confessando,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Teus pecados, e te ouvirá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E no coração sentirás o perdão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Pois Jesus te perdoará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FAA2C420-D276-ABC4-DB4F-3DE45DD4D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059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Ó vem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Como estás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agora, ao Salvador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Sua vida deu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Tudo padeceu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Não demores vem já pecador. 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C11F481B-2AE5-01A2-0E40-975FE2066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879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FFCCFF"/>
                </a:solidFill>
              </a:rPr>
              <a:t>Ó vem já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Como estás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Vem agora, ao Salvador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Sua vida deu 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Tudo padeceu</a:t>
            </a:r>
            <a:br>
              <a:rPr lang="pt-BR" altLang="pt-BR">
                <a:solidFill>
                  <a:srgbClr val="FFCCFF"/>
                </a:solidFill>
              </a:rPr>
            </a:br>
            <a:r>
              <a:rPr lang="pt-BR" altLang="pt-BR">
                <a:solidFill>
                  <a:srgbClr val="FFCCFF"/>
                </a:solidFill>
              </a:rPr>
              <a:t>Não demores vem já pecador. </a:t>
            </a:r>
            <a:endParaRPr lang="en-US" altLang="pt-BR">
              <a:solidFill>
                <a:srgbClr val="FF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250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12 Vem já, Pecador</vt:lpstr>
      <vt:lpstr>Pecador, vê a luz, Brilha para ti, Lá da cruz do Salvador, Onde a vida deu; e do lado Seu Corre sangue redentor  </vt:lpstr>
      <vt:lpstr>Ó vem já Como estás Vem agora, ao Salvador Sua vida deu  Tudo padeceu Não demores vem já pecador. </vt:lpstr>
      <vt:lpstr>Na escuridão do jardim orou Tão aflito meu Senhor Quando pranteou,  Sangue Seu suou No Getsêmane em dor</vt:lpstr>
      <vt:lpstr>Ó vem já Como estás Vem agora, ao Salvador Sua vida deu  Tudo padeceu Não demores vem já pecador. </vt:lpstr>
      <vt:lpstr>Vê o Salvador,  Co’as feridas mãos Te chamando o pecador Vida eterna tem  Os que neles crêem E aceitam o seu amor.</vt:lpstr>
      <vt:lpstr>Ó vem já Como estás Vem agora, ao Salvador Sua vida deu  Tudo padeceu Não demores vem já pecador. </vt:lpstr>
      <vt:lpstr>Vem a Cristo, Vem confessando, já Teus pecados, e te ouvirá E no coração sentirás o perdão Pois Jesus te perdoará</vt:lpstr>
      <vt:lpstr>Ó vem já Como estás Vem agora, ao Salvador Sua vida deu  Tudo padeceu Não demores vem já pecador. </vt:lpstr>
      <vt:lpstr>Ó vem já Como estás Vem agora, ao Salvador Sua vida deu  Tudo padeceu Não demores vem já pecador.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 Vem já, Pecador</dc:title>
  <dc:creator>Junior</dc:creator>
  <cp:lastModifiedBy>Emerson Souza</cp:lastModifiedBy>
  <cp:revision>2</cp:revision>
  <dcterms:created xsi:type="dcterms:W3CDTF">2005-08-21T22:03:12Z</dcterms:created>
  <dcterms:modified xsi:type="dcterms:W3CDTF">2026-05-02T21:38:01Z</dcterms:modified>
</cp:coreProperties>
</file>