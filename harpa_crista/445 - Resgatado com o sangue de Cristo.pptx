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DA826-1AB7-845E-877B-CE6D6702F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DF30D-2113-C9A9-3DBA-1E5B462EF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947B22-6870-2D71-67FE-34536E52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AF10E0-C8CC-E8E3-D15C-EB888304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89EC89-2499-434C-167D-CCB25F30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2F545-C136-4465-86F8-7DEF366890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174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142BC-D6DC-4C58-9431-C2B95839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69D81D-3D5F-43F6-C1FC-F3A2C8BA0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80DA29-EA1C-E9FD-6526-BE96CC44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A24681-3084-77B0-FCD6-5C5E73F5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1D3D8E-3BA2-A5B9-D7D1-4E9A7103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86BF4E-1FCD-433A-B2A1-92E5BC99E6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931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C28E5-8269-4AE2-154D-77A08E31E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CD6E21-3B54-90CC-2DC9-0E60BB056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A51F15-77D5-6086-0E5B-FC86523C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077BD-8404-97C3-E18C-B00D392F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E7AE6-9E6B-E80B-DDF3-171C722E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21F82-CEBE-4FC4-ADD4-089D67C93B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768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ADFEF-A9B1-A65D-CE7E-63C128CE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D0482-D2D8-400F-266C-F95825734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46B346-CB8D-F63C-DA54-8E97A449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A8C4FC-5D5D-81F8-3C7B-D03053B3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AFB321-C5A6-9C35-8643-BD9A5565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0563E4-D225-E5FD-0B88-F4F4E362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0BAB89-311F-42B4-9A90-7FB32DF822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358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D8E6A-2A65-2550-F19D-A1812638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854146-4CEA-3275-450F-25621995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9226AD-C728-28C4-4F53-87FF65F52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6CDA72-913F-8A64-0BAA-AAE193CE5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E97B88-D0C0-6C43-15D1-3DC0577A6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953904-C800-A2AA-0A19-EFBEAC07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1CC34A-DA4F-E39C-0B5C-20C15E48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00D117-8EE6-6D0F-15C6-06377917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15711-C271-4EF0-8F2C-02F793EA82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237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743C2-165D-9F3B-3A74-47787BF1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D635FA-883A-6368-7908-209D8072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81F29F-6E79-36BE-BDA1-038F465F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A57668-B6C7-8C7E-186E-1D9A6741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6AEBC-4ADC-4C60-9D01-82E8F2176F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460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D25275-C160-0169-0CF0-69C91F02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FFC19D-D030-030C-CC08-828E9EA4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F4EC6E-6F2B-742E-AB60-D7442F46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D0F42-D77F-41DD-A03B-2288E429DD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534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BBB68-121C-6800-C0C7-D0AF12D8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28D106-882E-2CBE-79C7-1DF41D58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8C1ECD-E9FE-53CD-8829-EF9EE34C5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3B90F4-E384-7AF4-FD7A-8AC4BB84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3182D5-7810-087A-D8AA-221FED2E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8001C1-F5B0-FAB3-2E0E-ABD80F4C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06F67-55E6-4D6E-B73B-FEA674354C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069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B5710-0F74-C498-D0F4-053D25A6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DE6A6B-A7D1-1F4A-B7B9-8033BB106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9D80D7-B7C6-A947-B9ED-95F169671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D4749C-5D69-36DC-FEE6-7CE5F0D11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75D1F3-26B3-2650-C963-282AA627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8BFA1A-1B2E-181C-2BC0-8C225DEB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8639D-B674-432D-8E24-D1B606AF3F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262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2487D-D93D-C953-D6B3-B1F23226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F40001-B0CA-25CE-8FC4-4704DF183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806585-F931-9D9E-BC39-D474E3D6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F67E43-4718-3D82-02D7-BFA83678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322C22-176D-BC3A-A761-57B62B7B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B0D89D-5F89-48B4-9C1B-D858F3004F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744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6D63C2-310B-75D2-15FF-6EF5931D6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137628-6847-2232-5B11-B72AEBFBD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035395-6F42-6A1C-DEA7-02D04D2E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BC7169-B370-F35E-2267-6BD2CD15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CC29BA-F016-5E03-6684-0332CB3E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73CD4-AF8C-4662-B995-C93B1E97DC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292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9EFBF9-7B13-EFDB-F51A-AACEC5DD6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BC7833-7867-E666-22A2-585761242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3BF169-E3E0-2306-7E9D-1F863500C7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41A8FC8-4C21-9564-3757-0A88A143C1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AADBC2-4E98-7479-F014-1C5377E7B0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DB4A441-29BE-4030-80E3-3A46464FD77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84D9271-1862-CB51-B937-CA781BF283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3200" b="1"/>
              <a:t>445 – Resgatado com o sangue de Cristo</a:t>
            </a:r>
            <a:r>
              <a:rPr lang="en-US" altLang="pt-BR" sz="32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78ACAB6-5D86-EF30-3DC8-03F37C8D0F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B0EA446-DE9D-BF86-65A1-44CA60AAE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400" i="1"/>
              <a:t>Com ouro e prata não fui resgatado,</a:t>
            </a:r>
            <a:r>
              <a:rPr lang="en-US" altLang="pt-BR" sz="3400"/>
              <a:t> </a:t>
            </a:r>
            <a:r>
              <a:rPr lang="en-US" altLang="pt-BR" sz="3400" i="1"/>
              <a:t>Tesouro terrestre, jamais me livrou;</a:t>
            </a:r>
            <a:r>
              <a:rPr lang="en-US" altLang="pt-BR" sz="3400"/>
              <a:t> </a:t>
            </a:r>
            <a:br>
              <a:rPr lang="en-US" altLang="pt-BR" sz="3400"/>
            </a:br>
            <a:r>
              <a:rPr lang="en-US" altLang="pt-BR" sz="3400" i="1"/>
              <a:t>O preço foi o sangue de Cristo, manado</a:t>
            </a:r>
            <a:r>
              <a:rPr lang="en-US" altLang="pt-BR" sz="3400"/>
              <a:t> </a:t>
            </a:r>
            <a:br>
              <a:rPr lang="en-US" altLang="pt-BR" sz="3400"/>
            </a:br>
            <a:r>
              <a:rPr lang="en-US" altLang="pt-BR" sz="3400" i="1"/>
              <a:t>Na cruz do Calvário onde a vida raiou!  </a:t>
            </a:r>
            <a:endParaRPr lang="en-US" altLang="pt-BR"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A2E2FD-7B68-AF6D-7B60-DF1DF7808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Por prata e ouro não fui remido,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Nem por tesouro de mui valor,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Mas pelo sangue que foi vertido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Por Jesus, meu Salvador!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806DB02-61A8-480D-2A13-57D55186B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O ouro e a prata valor, oh! não tinham</a:t>
            </a:r>
            <a:r>
              <a:rPr lang="en-US" altLang="pt-BR" sz="3800"/>
              <a:t> </a:t>
            </a:r>
            <a:r>
              <a:rPr lang="en-US" altLang="pt-BR" sz="3800" i="1"/>
              <a:t>Pra satisfazer a justiça de Deus. </a:t>
            </a:r>
            <a:br>
              <a:rPr lang="en-US" altLang="pt-BR" sz="3800" i="1"/>
            </a:br>
            <a:r>
              <a:rPr lang="en-US" altLang="pt-BR" sz="3800" i="1"/>
              <a:t>Mas Cristo pagou toda a dívida minha; Encheu-me de amor e de paz lá do céu.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DAB6838-59F0-C516-F4B8-DCDE71920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Por prata e ouro não fui remido,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Nem por tesouro de mui valor,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Mas pelo sangue que foi vertido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Por Jesus, meu Salvador!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53A17F1-78F2-1F3F-2BD6-E8E31122C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400" i="1"/>
              <a:t>Por ouro e por prata não pude chegar-me</a:t>
            </a:r>
            <a:r>
              <a:rPr lang="en-US" altLang="pt-BR" sz="3400"/>
              <a:t> </a:t>
            </a:r>
            <a:br>
              <a:rPr lang="en-US" altLang="pt-BR" sz="3400"/>
            </a:br>
            <a:r>
              <a:rPr lang="en-US" altLang="pt-BR" sz="3400" i="1"/>
              <a:t>Diante de Deus e o perdão obter; </a:t>
            </a:r>
            <a:br>
              <a:rPr lang="en-US" altLang="pt-BR" sz="3400" i="1"/>
            </a:br>
            <a:r>
              <a:rPr lang="en-US" altLang="pt-BR" sz="3400" i="1"/>
              <a:t>Pelo sangue de Cristo, eu pude lançar-me </a:t>
            </a:r>
            <a:br>
              <a:rPr lang="en-US" altLang="pt-BR" sz="3400" i="1"/>
            </a:br>
            <a:r>
              <a:rPr lang="en-US" altLang="pt-BR" sz="3400" i="1"/>
              <a:t>Na graça divina e o favor receber.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32EA7B7-28CA-0222-C765-7F7BCC147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Por prata e ouro não fui remido,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Nem por tesouro de mui valor,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Mas pelo sangue que foi vertido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Por Jesus, meu Salvador!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565926C-6704-B349-41CD-6611CC2A6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Por ouro e por prata não fui redimido;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 entrada do céu não se pode comprar;</a:t>
            </a:r>
            <a:r>
              <a:rPr lang="en-US" altLang="pt-BR" sz="3800"/>
              <a:t> </a:t>
            </a:r>
            <a:r>
              <a:rPr lang="en-US" altLang="pt-BR" sz="3800" i="1"/>
              <a:t>Mas, só pelo sangue de Cristo vertido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Na cruz, poderemos a glória alcançar.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7C163F7-B645-3606-D58F-F975464ED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Por prata e ouro não fui remido,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Nem por tesouro de mui valor,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Mas pelo sangue que foi vertido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Por Jesus, meu Salvador!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445 – Resgatado com o sangue de Cristo </vt:lpstr>
      <vt:lpstr>Com ouro e prata não fui resgatado, Tesouro terrestre, jamais me livrou;  O preço foi o sangue de Cristo, manado  Na cruz do Calvário onde a vida raiou!  </vt:lpstr>
      <vt:lpstr>Por prata e ouro não fui remido,  Nem por tesouro de mui valor,  Mas pelo sangue que foi vertido  Por Jesus, meu Salvador!  </vt:lpstr>
      <vt:lpstr>O ouro e a prata valor, oh! não tinham Pra satisfazer a justiça de Deus.  Mas Cristo pagou toda a dívida minha; Encheu-me de amor e de paz lá do céu.  </vt:lpstr>
      <vt:lpstr>Por prata e ouro não fui remido,  Nem por tesouro de mui valor,  Mas pelo sangue que foi vertido  Por Jesus, meu Salvador!  </vt:lpstr>
      <vt:lpstr>Por ouro e por prata não pude chegar-me  Diante de Deus e o perdão obter;  Pelo sangue de Cristo, eu pude lançar-me  Na graça divina e o favor receber.  </vt:lpstr>
      <vt:lpstr>Por prata e ouro não fui remido,  Nem por tesouro de mui valor,  Mas pelo sangue que foi vertido  Por Jesus, meu Salvador!  </vt:lpstr>
      <vt:lpstr>Por ouro e por prata não fui redimido;  A entrada do céu não se pode comprar; Mas, só pelo sangue de Cristo vertido  Na cruz, poderemos a glória alcançar.</vt:lpstr>
      <vt:lpstr>Por prata e ouro não fui remido,  Nem por tesouro de mui valor,  Mas pelo sangue que foi vertido  Por Jesus, meu Salvador!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445 – Resgatado com o sangue de Cristo </dc:title>
  <dc:creator>Junior</dc:creator>
  <cp:lastModifiedBy>Emerson Souza</cp:lastModifiedBy>
  <cp:revision>1</cp:revision>
  <dcterms:created xsi:type="dcterms:W3CDTF">2005-12-26T18:44:26Z</dcterms:created>
  <dcterms:modified xsi:type="dcterms:W3CDTF">2026-05-02T22:14:18Z</dcterms:modified>
</cp:coreProperties>
</file>