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9"/>
  </p:notesMasterIdLst>
  <p:sldIdLst>
    <p:sldId id="265" r:id="rId2"/>
    <p:sldId id="256" r:id="rId3"/>
    <p:sldId id="266" r:id="rId4"/>
    <p:sldId id="267" r:id="rId5"/>
    <p:sldId id="272" r:id="rId6"/>
    <p:sldId id="269" r:id="rId7"/>
    <p:sldId id="273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11" autoAdjust="0"/>
  </p:normalViewPr>
  <p:slideViewPr>
    <p:cSldViewPr>
      <p:cViewPr varScale="1">
        <p:scale>
          <a:sx n="72" d="100"/>
          <a:sy n="72" d="100"/>
        </p:scale>
        <p:origin x="-39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49F32571-42D6-AD13-5326-C27B76FC3E5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pt-BR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EC1F21EC-7BD4-BA6B-7335-8DF91623703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pt-BR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5B97A78B-5898-D5E9-D2BB-D89775E0AA83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20518331-6441-7E16-2D64-C564387E116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0AEB7588-E2C2-26D9-5687-6B9908805B7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pt-BR"/>
          </a:p>
        </p:txBody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81A5302B-1562-3369-C74E-436C65A63D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3767D5B-2F7D-49E1-8E16-0A9E6223FFA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060B17A-A79C-9232-F90E-2839C72138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309C01-8325-44F2-A97A-801A09A3D12B}" type="slidenum">
              <a:rPr lang="en-US" altLang="pt-BR"/>
              <a:pPr/>
              <a:t>1</a:t>
            </a:fld>
            <a:endParaRPr lang="en-US" altLang="pt-BR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321BDE88-274B-18D1-FA3E-20F112A31D8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38B79F73-9F8E-3779-2A30-D9EF40ACA7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6" name="Group 2">
            <a:extLst>
              <a:ext uri="{FF2B5EF4-FFF2-40B4-BE49-F238E27FC236}">
                <a16:creationId xmlns:a16="http://schemas.microsoft.com/office/drawing/2014/main" id="{E059D307-4BAA-6715-3228-A793EDEAB9B2}"/>
              </a:ext>
            </a:extLst>
          </p:cNvPr>
          <p:cNvGrpSpPr>
            <a:grpSpLocks/>
          </p:cNvGrpSpPr>
          <p:nvPr/>
        </p:nvGrpSpPr>
        <p:grpSpPr bwMode="auto">
          <a:xfrm>
            <a:off x="319088" y="1752600"/>
            <a:ext cx="8824912" cy="5129213"/>
            <a:chOff x="201" y="1104"/>
            <a:chExt cx="5559" cy="3231"/>
          </a:xfrm>
        </p:grpSpPr>
        <p:sp>
          <p:nvSpPr>
            <p:cNvPr id="52227" name="Freeform 3">
              <a:extLst>
                <a:ext uri="{FF2B5EF4-FFF2-40B4-BE49-F238E27FC236}">
                  <a16:creationId xmlns:a16="http://schemas.microsoft.com/office/drawing/2014/main" id="{A876D114-5E76-78E3-8182-62E18D12615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10" y="1104"/>
              <a:ext cx="5550" cy="3216"/>
            </a:xfrm>
            <a:custGeom>
              <a:avLst/>
              <a:gdLst>
                <a:gd name="T0" fmla="*/ 335 w 5550"/>
                <a:gd name="T1" fmla="*/ 0 h 3216"/>
                <a:gd name="T2" fmla="*/ 333 w 5550"/>
                <a:gd name="T3" fmla="*/ 1290 h 3216"/>
                <a:gd name="T4" fmla="*/ 0 w 5550"/>
                <a:gd name="T5" fmla="*/ 1290 h 3216"/>
                <a:gd name="T6" fmla="*/ 6 w 5550"/>
                <a:gd name="T7" fmla="*/ 3210 h 3216"/>
                <a:gd name="T8" fmla="*/ 5550 w 5550"/>
                <a:gd name="T9" fmla="*/ 3216 h 3216"/>
                <a:gd name="T10" fmla="*/ 5550 w 5550"/>
                <a:gd name="T11" fmla="*/ 0 h 3216"/>
                <a:gd name="T12" fmla="*/ 335 w 5550"/>
                <a:gd name="T13" fmla="*/ 0 h 3216"/>
                <a:gd name="T14" fmla="*/ 335 w 5550"/>
                <a:gd name="T15" fmla="*/ 0 h 3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50" h="3216">
                  <a:moveTo>
                    <a:pt x="335" y="0"/>
                  </a:moveTo>
                  <a:lnTo>
                    <a:pt x="333" y="1290"/>
                  </a:lnTo>
                  <a:lnTo>
                    <a:pt x="0" y="1290"/>
                  </a:lnTo>
                  <a:lnTo>
                    <a:pt x="6" y="3210"/>
                  </a:lnTo>
                  <a:lnTo>
                    <a:pt x="5550" y="3216"/>
                  </a:lnTo>
                  <a:lnTo>
                    <a:pt x="5550" y="0"/>
                  </a:lnTo>
                  <a:lnTo>
                    <a:pt x="335" y="0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2228" name="Freeform 4">
              <a:extLst>
                <a:ext uri="{FF2B5EF4-FFF2-40B4-BE49-F238E27FC236}">
                  <a16:creationId xmlns:a16="http://schemas.microsoft.com/office/drawing/2014/main" id="{C8D0D114-1977-CEF0-2B16-A17056DC9161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28" y="2400"/>
              <a:ext cx="5232" cy="1920"/>
            </a:xfrm>
            <a:custGeom>
              <a:avLst/>
              <a:gdLst>
                <a:gd name="T0" fmla="*/ 0 w 4897"/>
                <a:gd name="T1" fmla="*/ 0 h 2182"/>
                <a:gd name="T2" fmla="*/ 0 w 4897"/>
                <a:gd name="T3" fmla="*/ 2182 h 2182"/>
                <a:gd name="T4" fmla="*/ 4897 w 4897"/>
                <a:gd name="T5" fmla="*/ 2182 h 2182"/>
                <a:gd name="T6" fmla="*/ 4897 w 4897"/>
                <a:gd name="T7" fmla="*/ 0 h 2182"/>
                <a:gd name="T8" fmla="*/ 0 w 4897"/>
                <a:gd name="T9" fmla="*/ 0 h 2182"/>
                <a:gd name="T10" fmla="*/ 0 w 4897"/>
                <a:gd name="T11" fmla="*/ 0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97" h="2182">
                  <a:moveTo>
                    <a:pt x="0" y="0"/>
                  </a:moveTo>
                  <a:lnTo>
                    <a:pt x="0" y="2182"/>
                  </a:lnTo>
                  <a:lnTo>
                    <a:pt x="4897" y="2182"/>
                  </a:lnTo>
                  <a:lnTo>
                    <a:pt x="489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3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2229" name="Freeform 5">
              <a:extLst>
                <a:ext uri="{FF2B5EF4-FFF2-40B4-BE49-F238E27FC236}">
                  <a16:creationId xmlns:a16="http://schemas.microsoft.com/office/drawing/2014/main" id="{9C891D1E-F8B6-D16E-0693-D284B087AB8C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01" y="2377"/>
              <a:ext cx="3455" cy="29"/>
            </a:xfrm>
            <a:custGeom>
              <a:avLst/>
              <a:gdLst>
                <a:gd name="T0" fmla="*/ 0 w 5387"/>
                <a:gd name="T1" fmla="*/ 0 h 149"/>
                <a:gd name="T2" fmla="*/ 0 w 5387"/>
                <a:gd name="T3" fmla="*/ 149 h 149"/>
                <a:gd name="T4" fmla="*/ 5387 w 5387"/>
                <a:gd name="T5" fmla="*/ 149 h 149"/>
                <a:gd name="T6" fmla="*/ 5387 w 5387"/>
                <a:gd name="T7" fmla="*/ 0 h 149"/>
                <a:gd name="T8" fmla="*/ 0 w 5387"/>
                <a:gd name="T9" fmla="*/ 0 h 149"/>
                <a:gd name="T10" fmla="*/ 0 w 5387"/>
                <a:gd name="T11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alpha val="0"/>
                  </a:schemeClr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2230" name="Freeform 6">
              <a:extLst>
                <a:ext uri="{FF2B5EF4-FFF2-40B4-BE49-F238E27FC236}">
                  <a16:creationId xmlns:a16="http://schemas.microsoft.com/office/drawing/2014/main" id="{CB1FA7C2-9ECB-7767-1E23-C3372AB65BE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28" y="1104"/>
              <a:ext cx="4894" cy="29"/>
            </a:xfrm>
            <a:custGeom>
              <a:avLst/>
              <a:gdLst>
                <a:gd name="T0" fmla="*/ 0 w 5387"/>
                <a:gd name="T1" fmla="*/ 0 h 149"/>
                <a:gd name="T2" fmla="*/ 0 w 5387"/>
                <a:gd name="T3" fmla="*/ 149 h 149"/>
                <a:gd name="T4" fmla="*/ 5387 w 5387"/>
                <a:gd name="T5" fmla="*/ 149 h 149"/>
                <a:gd name="T6" fmla="*/ 5387 w 5387"/>
                <a:gd name="T7" fmla="*/ 0 h 149"/>
                <a:gd name="T8" fmla="*/ 0 w 5387"/>
                <a:gd name="T9" fmla="*/ 0 h 149"/>
                <a:gd name="T10" fmla="*/ 0 w 5387"/>
                <a:gd name="T11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alpha val="0"/>
                  </a:schemeClr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2231" name="Freeform 7">
              <a:extLst>
                <a:ext uri="{FF2B5EF4-FFF2-40B4-BE49-F238E27FC236}">
                  <a16:creationId xmlns:a16="http://schemas.microsoft.com/office/drawing/2014/main" id="{DB0ABD2A-96BD-059D-92B7-1F13A80C679A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01" y="2377"/>
              <a:ext cx="30" cy="1958"/>
            </a:xfrm>
            <a:custGeom>
              <a:avLst/>
              <a:gdLst>
                <a:gd name="T0" fmla="*/ 0 w 30"/>
                <a:gd name="T1" fmla="*/ 0 h 1416"/>
                <a:gd name="T2" fmla="*/ 0 w 30"/>
                <a:gd name="T3" fmla="*/ 1416 h 1416"/>
                <a:gd name="T4" fmla="*/ 29 w 30"/>
                <a:gd name="T5" fmla="*/ 1416 h 1416"/>
                <a:gd name="T6" fmla="*/ 30 w 30"/>
                <a:gd name="T7" fmla="*/ 27 h 1416"/>
                <a:gd name="T8" fmla="*/ 0 w 30"/>
                <a:gd name="T9" fmla="*/ 0 h 1416"/>
                <a:gd name="T10" fmla="*/ 0 w 30"/>
                <a:gd name="T11" fmla="*/ 0 h 1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416">
                  <a:moveTo>
                    <a:pt x="0" y="0"/>
                  </a:moveTo>
                  <a:lnTo>
                    <a:pt x="0" y="1416"/>
                  </a:lnTo>
                  <a:lnTo>
                    <a:pt x="29" y="1416"/>
                  </a:lnTo>
                  <a:lnTo>
                    <a:pt x="30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gamma/>
                    <a:tint val="87843"/>
                    <a:invGamma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2232" name="Freeform 8">
              <a:extLst>
                <a:ext uri="{FF2B5EF4-FFF2-40B4-BE49-F238E27FC236}">
                  <a16:creationId xmlns:a16="http://schemas.microsoft.com/office/drawing/2014/main" id="{B220C127-C83B-53CC-C590-E3D67BF80801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28" y="1104"/>
              <a:ext cx="29" cy="3225"/>
            </a:xfrm>
            <a:custGeom>
              <a:avLst/>
              <a:gdLst>
                <a:gd name="T0" fmla="*/ 0 w 29"/>
                <a:gd name="T1" fmla="*/ 0 h 2161"/>
                <a:gd name="T2" fmla="*/ 0 w 29"/>
                <a:gd name="T3" fmla="*/ 2161 h 2161"/>
                <a:gd name="T4" fmla="*/ 29 w 29"/>
                <a:gd name="T5" fmla="*/ 2161 h 2161"/>
                <a:gd name="T6" fmla="*/ 27 w 29"/>
                <a:gd name="T7" fmla="*/ 27 h 2161"/>
                <a:gd name="T8" fmla="*/ 0 w 29"/>
                <a:gd name="T9" fmla="*/ 0 h 2161"/>
                <a:gd name="T10" fmla="*/ 0 w 29"/>
                <a:gd name="T11" fmla="*/ 0 h 2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" h="2161">
                  <a:moveTo>
                    <a:pt x="0" y="0"/>
                  </a:moveTo>
                  <a:lnTo>
                    <a:pt x="0" y="2161"/>
                  </a:lnTo>
                  <a:lnTo>
                    <a:pt x="29" y="2161"/>
                  </a:lnTo>
                  <a:lnTo>
                    <a:pt x="27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gamma/>
                    <a:tint val="87843"/>
                    <a:invGamma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2233" name="Rectangle 9">
            <a:extLst>
              <a:ext uri="{FF2B5EF4-FFF2-40B4-BE49-F238E27FC236}">
                <a16:creationId xmlns:a16="http://schemas.microsoft.com/office/drawing/2014/main" id="{D50EC69C-AC8F-86BE-CF1B-5371584362F2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990600" y="1905000"/>
            <a:ext cx="7772400" cy="1736725"/>
          </a:xfrm>
        </p:spPr>
        <p:txBody>
          <a:bodyPr anchor="t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52234" name="Rectangle 10">
            <a:extLst>
              <a:ext uri="{FF2B5EF4-FFF2-40B4-BE49-F238E27FC236}">
                <a16:creationId xmlns:a16="http://schemas.microsoft.com/office/drawing/2014/main" id="{F6A756E2-C8BE-E9E1-C7DF-2F412DAC6E70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90600" y="3962400"/>
            <a:ext cx="6781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52235" name="Rectangle 11">
            <a:extLst>
              <a:ext uri="{FF2B5EF4-FFF2-40B4-BE49-F238E27FC236}">
                <a16:creationId xmlns:a16="http://schemas.microsoft.com/office/drawing/2014/main" id="{B8032533-78A0-E486-944E-789E3F40A301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990600" y="6245225"/>
            <a:ext cx="1901825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2236" name="Rectangle 12">
            <a:extLst>
              <a:ext uri="{FF2B5EF4-FFF2-40B4-BE49-F238E27FC236}">
                <a16:creationId xmlns:a16="http://schemas.microsoft.com/office/drawing/2014/main" id="{188F9D9B-0E24-A5D7-CC58-1D78A29FDED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468688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2237" name="Rectangle 13">
            <a:extLst>
              <a:ext uri="{FF2B5EF4-FFF2-40B4-BE49-F238E27FC236}">
                <a16:creationId xmlns:a16="http://schemas.microsoft.com/office/drawing/2014/main" id="{DFAB4C75-C591-B913-9316-E4CDBC6FA97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AB67E4A5-8966-4CDC-BDAC-8C00FB57938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6176BE-0B8C-9CEA-4858-249027285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A16D08-F3F6-0C8E-AFB1-CA8DE529E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F77DC9-4759-6987-7BAA-600342C85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175B36-8C83-5C8F-E157-79FB1709B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0B72D2-C3E3-84E7-2C1B-F81B054AE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A0C5E1-C9CF-48FF-A590-395FA89383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5852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605C1-992D-46E6-8B40-AC361A533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19CB7E-C0EF-63D1-2AD6-3348FD3D6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A018E3-D3E7-4EF2-F1DA-865DD67DE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29D691-92B6-615B-3B1D-20F997BFD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BC1286-045C-AEE1-AE51-3A0F50EA3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351E68-FA8E-439F-A2DB-1419FF702D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67678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D26C4F-8C7B-594E-8444-ACA9E16D2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FFF7CB-86BD-2366-A31D-F79CD2DE53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927475" cy="41910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75DCD7B-C560-83BA-DE13-EB2630B19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18075" y="1905000"/>
            <a:ext cx="3927475" cy="41910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D4C632-DD93-7E84-90CA-19CFAE3C3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829A51-5443-060A-A955-B426EA270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80AFAE-2D9D-4A6B-C3BF-A03261325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5B9AA2-0E3F-43F8-964B-6B6B50A95B5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2812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2A5D0D-F47B-2673-FB47-D5BAB580A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B36518-1B9F-BE19-5334-89BF69AF4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E2ECFD0-92AA-FE02-E967-8FFF43931E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414BA3B-D5A7-ED32-5990-21A4EB94A6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02A8C90-DA34-CDCA-C2DA-8A6C372695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191E39B-48ED-EB65-537C-756D170DD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AC5A361-39FD-3286-532B-6F2B24CE4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C71B263-B2E2-5F1B-F1C7-023E465DD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4E7345-9F29-4D6F-921E-160638B4617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25341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433B05-F1A4-480E-73E1-9DC243466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194035B-2645-BA27-70B3-0ACFEDF4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DFF57C4-BAD4-5187-96A5-924B843FE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EAE8A3-5C1D-03F9-9E2B-4C2DA2C47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C3D2DF-2099-4154-B693-EFE6769883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03001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0CD50BB-0FBB-C84B-0636-7F09DEFA1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3042977-6474-ED87-81DE-F45031B4E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C4B43C5-9FC3-65BB-7187-A31EFBC02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0701DC-B3C3-49FA-B226-E7161B8D1B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35395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2809D4-7D14-A652-76D5-E9FA772B6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7D02AA-DE42-3027-C7C7-D2409CB40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699814A-9106-348C-4D48-35596E5CF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4A1F415-F2B7-9560-A1DA-AA8116D59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12D9A51-F49E-AF12-508D-D0651A5D7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6F2BB5F-D03D-FEDB-0419-90FABCCC5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960DE9-3B64-477A-9BC6-1D11D955B1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67095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9CF4ED-36EB-5F15-4692-5474CE369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8E258E0-0EEF-2762-04EB-91A4A84F68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2EDABD6-335C-5E7D-C4C8-85A9DEC87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835BF8-C19D-BC98-DD0B-C51A5ECE6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FA2463-CFCD-62B1-B4FA-59DFBF97D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DF9B963-7A47-7A9A-0607-AA2575BE8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9741F1-A2CD-41A7-96EF-C38B11A93C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86656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00A6B-166F-CA74-C20E-490A39B34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83D15D9-C800-1752-5C0B-EB4049026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43DD8A-2691-6EBF-8DCC-341ABD0B5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B2B55B-7E32-06A3-63EA-87498FC79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712C12-9FCE-66D2-F0ED-E10ABD79C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D29B51-54CE-4ECE-BD28-B284B57C3FA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47439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B3F10B-BAA3-9404-E54B-8142F86187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48463" y="244475"/>
            <a:ext cx="2097087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EB22BEA-751C-4BC4-6F36-F62CCE4F0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44475"/>
            <a:ext cx="6138863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B42CA5-C35B-5C8C-F93D-765C2F155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50E8AD-DB82-FFF5-65CD-B1E450B84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D1EC63-ADEA-88A6-B2F5-BD5016F1E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D2E7C5-A6C6-4054-9CF0-4C56BF1368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99322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accen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02" name="Group 2">
            <a:extLst>
              <a:ext uri="{FF2B5EF4-FFF2-40B4-BE49-F238E27FC236}">
                <a16:creationId xmlns:a16="http://schemas.microsoft.com/office/drawing/2014/main" id="{2F117A72-03EF-AFC5-365F-854EB4BC9E0D}"/>
              </a:ext>
            </a:extLst>
          </p:cNvPr>
          <p:cNvGrpSpPr>
            <a:grpSpLocks/>
          </p:cNvGrpSpPr>
          <p:nvPr/>
        </p:nvGrpSpPr>
        <p:grpSpPr bwMode="auto">
          <a:xfrm>
            <a:off x="319088" y="1828800"/>
            <a:ext cx="8824912" cy="5029200"/>
            <a:chOff x="201" y="1152"/>
            <a:chExt cx="5559" cy="3168"/>
          </a:xfrm>
        </p:grpSpPr>
        <p:sp>
          <p:nvSpPr>
            <p:cNvPr id="51203" name="Freeform 3">
              <a:extLst>
                <a:ext uri="{FF2B5EF4-FFF2-40B4-BE49-F238E27FC236}">
                  <a16:creationId xmlns:a16="http://schemas.microsoft.com/office/drawing/2014/main" id="{6FEBDDA0-C179-7A2A-07CE-C10538819A39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28" y="2909"/>
              <a:ext cx="5232" cy="1411"/>
            </a:xfrm>
            <a:custGeom>
              <a:avLst/>
              <a:gdLst>
                <a:gd name="T0" fmla="*/ 0 w 4897"/>
                <a:gd name="T1" fmla="*/ 0 h 2182"/>
                <a:gd name="T2" fmla="*/ 0 w 4897"/>
                <a:gd name="T3" fmla="*/ 2182 h 2182"/>
                <a:gd name="T4" fmla="*/ 4897 w 4897"/>
                <a:gd name="T5" fmla="*/ 2182 h 2182"/>
                <a:gd name="T6" fmla="*/ 4897 w 4897"/>
                <a:gd name="T7" fmla="*/ 0 h 2182"/>
                <a:gd name="T8" fmla="*/ 0 w 4897"/>
                <a:gd name="T9" fmla="*/ 0 h 2182"/>
                <a:gd name="T10" fmla="*/ 0 w 4897"/>
                <a:gd name="T11" fmla="*/ 0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97" h="2182">
                  <a:moveTo>
                    <a:pt x="0" y="0"/>
                  </a:moveTo>
                  <a:lnTo>
                    <a:pt x="0" y="2182"/>
                  </a:lnTo>
                  <a:lnTo>
                    <a:pt x="4897" y="2182"/>
                  </a:lnTo>
                  <a:lnTo>
                    <a:pt x="489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3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204" name="Freeform 4">
              <a:extLst>
                <a:ext uri="{FF2B5EF4-FFF2-40B4-BE49-F238E27FC236}">
                  <a16:creationId xmlns:a16="http://schemas.microsoft.com/office/drawing/2014/main" id="{D98914F2-3663-7BAA-9775-7DFA2FA8D2DA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10" y="1152"/>
              <a:ext cx="5550" cy="3168"/>
            </a:xfrm>
            <a:custGeom>
              <a:avLst/>
              <a:gdLst>
                <a:gd name="T0" fmla="*/ 330 w 5550"/>
                <a:gd name="T1" fmla="*/ 1764 h 3168"/>
                <a:gd name="T2" fmla="*/ 0 w 5550"/>
                <a:gd name="T3" fmla="*/ 1764 h 3168"/>
                <a:gd name="T4" fmla="*/ 0 w 5550"/>
                <a:gd name="T5" fmla="*/ 3168 h 3168"/>
                <a:gd name="T6" fmla="*/ 5550 w 5550"/>
                <a:gd name="T7" fmla="*/ 3168 h 3168"/>
                <a:gd name="T8" fmla="*/ 5550 w 5550"/>
                <a:gd name="T9" fmla="*/ 0 h 3168"/>
                <a:gd name="T10" fmla="*/ 330 w 5550"/>
                <a:gd name="T11" fmla="*/ 0 h 3168"/>
                <a:gd name="T12" fmla="*/ 330 w 5550"/>
                <a:gd name="T13" fmla="*/ 1764 h 3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50" h="3168">
                  <a:moveTo>
                    <a:pt x="330" y="1764"/>
                  </a:moveTo>
                  <a:lnTo>
                    <a:pt x="0" y="1764"/>
                  </a:lnTo>
                  <a:lnTo>
                    <a:pt x="0" y="3168"/>
                  </a:lnTo>
                  <a:lnTo>
                    <a:pt x="5550" y="3168"/>
                  </a:lnTo>
                  <a:lnTo>
                    <a:pt x="5550" y="0"/>
                  </a:lnTo>
                  <a:lnTo>
                    <a:pt x="330" y="0"/>
                  </a:lnTo>
                  <a:lnTo>
                    <a:pt x="330" y="1764"/>
                  </a:lnTo>
                  <a:close/>
                </a:path>
              </a:pathLst>
            </a:custGeom>
            <a:solidFill>
              <a:schemeClr val="bg2">
                <a:alpha val="3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205" name="Freeform 5">
              <a:extLst>
                <a:ext uri="{FF2B5EF4-FFF2-40B4-BE49-F238E27FC236}">
                  <a16:creationId xmlns:a16="http://schemas.microsoft.com/office/drawing/2014/main" id="{EB45CAF5-6C5C-481E-3D60-E46C8C6C3C5A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28" y="2932"/>
              <a:ext cx="5232" cy="1388"/>
            </a:xfrm>
            <a:custGeom>
              <a:avLst/>
              <a:gdLst>
                <a:gd name="T0" fmla="*/ 0 w 4897"/>
                <a:gd name="T1" fmla="*/ 0 h 2182"/>
                <a:gd name="T2" fmla="*/ 0 w 4897"/>
                <a:gd name="T3" fmla="*/ 2182 h 2182"/>
                <a:gd name="T4" fmla="*/ 4897 w 4897"/>
                <a:gd name="T5" fmla="*/ 2182 h 2182"/>
                <a:gd name="T6" fmla="*/ 4897 w 4897"/>
                <a:gd name="T7" fmla="*/ 0 h 2182"/>
                <a:gd name="T8" fmla="*/ 0 w 4897"/>
                <a:gd name="T9" fmla="*/ 0 h 2182"/>
                <a:gd name="T10" fmla="*/ 0 w 4897"/>
                <a:gd name="T11" fmla="*/ 0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97" h="2182">
                  <a:moveTo>
                    <a:pt x="0" y="0"/>
                  </a:moveTo>
                  <a:lnTo>
                    <a:pt x="0" y="2182"/>
                  </a:lnTo>
                  <a:lnTo>
                    <a:pt x="4897" y="2182"/>
                  </a:lnTo>
                  <a:lnTo>
                    <a:pt x="489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alpha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206" name="Freeform 6">
              <a:extLst>
                <a:ext uri="{FF2B5EF4-FFF2-40B4-BE49-F238E27FC236}">
                  <a16:creationId xmlns:a16="http://schemas.microsoft.com/office/drawing/2014/main" id="{C45DCC39-1488-5BC5-7B8D-D22A8B3E5837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28" y="1152"/>
              <a:ext cx="4607" cy="29"/>
            </a:xfrm>
            <a:custGeom>
              <a:avLst/>
              <a:gdLst>
                <a:gd name="T0" fmla="*/ 0 w 5387"/>
                <a:gd name="T1" fmla="*/ 0 h 149"/>
                <a:gd name="T2" fmla="*/ 0 w 5387"/>
                <a:gd name="T3" fmla="*/ 149 h 149"/>
                <a:gd name="T4" fmla="*/ 5387 w 5387"/>
                <a:gd name="T5" fmla="*/ 149 h 149"/>
                <a:gd name="T6" fmla="*/ 5387 w 5387"/>
                <a:gd name="T7" fmla="*/ 0 h 149"/>
                <a:gd name="T8" fmla="*/ 0 w 5387"/>
                <a:gd name="T9" fmla="*/ 0 h 149"/>
                <a:gd name="T10" fmla="*/ 0 w 5387"/>
                <a:gd name="T11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alpha val="0"/>
                  </a:schemeClr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207" name="Freeform 7">
              <a:extLst>
                <a:ext uri="{FF2B5EF4-FFF2-40B4-BE49-F238E27FC236}">
                  <a16:creationId xmlns:a16="http://schemas.microsoft.com/office/drawing/2014/main" id="{3EBD8F55-63A6-AF7A-BECD-3AAD8B3BF742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28" y="1152"/>
              <a:ext cx="29" cy="1785"/>
            </a:xfrm>
            <a:custGeom>
              <a:avLst/>
              <a:gdLst>
                <a:gd name="T0" fmla="*/ 0 w 29"/>
                <a:gd name="T1" fmla="*/ 0 h 2161"/>
                <a:gd name="T2" fmla="*/ 0 w 29"/>
                <a:gd name="T3" fmla="*/ 2161 h 2161"/>
                <a:gd name="T4" fmla="*/ 29 w 29"/>
                <a:gd name="T5" fmla="*/ 2161 h 2161"/>
                <a:gd name="T6" fmla="*/ 27 w 29"/>
                <a:gd name="T7" fmla="*/ 27 h 2161"/>
                <a:gd name="T8" fmla="*/ 0 w 29"/>
                <a:gd name="T9" fmla="*/ 0 h 2161"/>
                <a:gd name="T10" fmla="*/ 0 w 29"/>
                <a:gd name="T11" fmla="*/ 0 h 2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" h="2161">
                  <a:moveTo>
                    <a:pt x="0" y="0"/>
                  </a:moveTo>
                  <a:lnTo>
                    <a:pt x="0" y="2161"/>
                  </a:lnTo>
                  <a:lnTo>
                    <a:pt x="29" y="2161"/>
                  </a:lnTo>
                  <a:lnTo>
                    <a:pt x="27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gamma/>
                    <a:tint val="87843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208" name="Freeform 8">
              <a:extLst>
                <a:ext uri="{FF2B5EF4-FFF2-40B4-BE49-F238E27FC236}">
                  <a16:creationId xmlns:a16="http://schemas.microsoft.com/office/drawing/2014/main" id="{79252DF3-3B85-C9BC-F23B-F9F0553500D2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27" y="2904"/>
              <a:ext cx="29" cy="1416"/>
            </a:xfrm>
            <a:custGeom>
              <a:avLst/>
              <a:gdLst>
                <a:gd name="T0" fmla="*/ 0 w 29"/>
                <a:gd name="T1" fmla="*/ 1416 h 1416"/>
                <a:gd name="T2" fmla="*/ 29 w 29"/>
                <a:gd name="T3" fmla="*/ 1416 h 1416"/>
                <a:gd name="T4" fmla="*/ 28 w 29"/>
                <a:gd name="T5" fmla="*/ 24 h 1416"/>
                <a:gd name="T6" fmla="*/ 0 w 29"/>
                <a:gd name="T7" fmla="*/ 0 h 1416"/>
                <a:gd name="T8" fmla="*/ 0 w 29"/>
                <a:gd name="T9" fmla="*/ 1416 h 1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416">
                  <a:moveTo>
                    <a:pt x="0" y="1416"/>
                  </a:moveTo>
                  <a:lnTo>
                    <a:pt x="29" y="1416"/>
                  </a:lnTo>
                  <a:lnTo>
                    <a:pt x="28" y="24"/>
                  </a:lnTo>
                  <a:lnTo>
                    <a:pt x="0" y="0"/>
                  </a:lnTo>
                  <a:lnTo>
                    <a:pt x="0" y="1416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gamma/>
                    <a:tint val="87843"/>
                    <a:invGamma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209" name="Freeform 9">
              <a:extLst>
                <a:ext uri="{FF2B5EF4-FFF2-40B4-BE49-F238E27FC236}">
                  <a16:creationId xmlns:a16="http://schemas.microsoft.com/office/drawing/2014/main" id="{387A52CE-6B8B-2B5E-6225-D493E3B068B9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01" y="2904"/>
              <a:ext cx="2879" cy="29"/>
            </a:xfrm>
            <a:custGeom>
              <a:avLst/>
              <a:gdLst>
                <a:gd name="T0" fmla="*/ 0 w 5387"/>
                <a:gd name="T1" fmla="*/ 0 h 149"/>
                <a:gd name="T2" fmla="*/ 0 w 5387"/>
                <a:gd name="T3" fmla="*/ 149 h 149"/>
                <a:gd name="T4" fmla="*/ 5387 w 5387"/>
                <a:gd name="T5" fmla="*/ 149 h 149"/>
                <a:gd name="T6" fmla="*/ 5387 w 5387"/>
                <a:gd name="T7" fmla="*/ 0 h 149"/>
                <a:gd name="T8" fmla="*/ 0 w 5387"/>
                <a:gd name="T9" fmla="*/ 0 h 149"/>
                <a:gd name="T10" fmla="*/ 0 w 5387"/>
                <a:gd name="T11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alpha val="0"/>
                  </a:schemeClr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210" name="Freeform 10">
              <a:extLst>
                <a:ext uri="{FF2B5EF4-FFF2-40B4-BE49-F238E27FC236}">
                  <a16:creationId xmlns:a16="http://schemas.microsoft.com/office/drawing/2014/main" id="{1C79CA53-021C-1149-F584-88F31D1FB574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01" y="2904"/>
              <a:ext cx="30" cy="1416"/>
            </a:xfrm>
            <a:custGeom>
              <a:avLst/>
              <a:gdLst>
                <a:gd name="T0" fmla="*/ 0 w 30"/>
                <a:gd name="T1" fmla="*/ 0 h 1416"/>
                <a:gd name="T2" fmla="*/ 0 w 30"/>
                <a:gd name="T3" fmla="*/ 1416 h 1416"/>
                <a:gd name="T4" fmla="*/ 29 w 30"/>
                <a:gd name="T5" fmla="*/ 1416 h 1416"/>
                <a:gd name="T6" fmla="*/ 30 w 30"/>
                <a:gd name="T7" fmla="*/ 27 h 1416"/>
                <a:gd name="T8" fmla="*/ 0 w 30"/>
                <a:gd name="T9" fmla="*/ 0 h 1416"/>
                <a:gd name="T10" fmla="*/ 0 w 30"/>
                <a:gd name="T11" fmla="*/ 0 h 1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416">
                  <a:moveTo>
                    <a:pt x="0" y="0"/>
                  </a:moveTo>
                  <a:lnTo>
                    <a:pt x="0" y="1416"/>
                  </a:lnTo>
                  <a:lnTo>
                    <a:pt x="29" y="1416"/>
                  </a:lnTo>
                  <a:lnTo>
                    <a:pt x="30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gamma/>
                    <a:tint val="87843"/>
                    <a:invGamma/>
                  </a:schemeClr>
                </a:gs>
                <a:gs pos="100000">
                  <a:schemeClr val="bg2">
                    <a:alpha val="10001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1211" name="Rectangle 11">
            <a:extLst>
              <a:ext uri="{FF2B5EF4-FFF2-40B4-BE49-F238E27FC236}">
                <a16:creationId xmlns:a16="http://schemas.microsoft.com/office/drawing/2014/main" id="{8D135315-F55F-30EF-58E7-1C9273255F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245225"/>
            <a:ext cx="190182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51212" name="Rectangle 12">
            <a:extLst>
              <a:ext uri="{FF2B5EF4-FFF2-40B4-BE49-F238E27FC236}">
                <a16:creationId xmlns:a16="http://schemas.microsoft.com/office/drawing/2014/main" id="{7FB72DDB-51C8-CEDD-1EC6-6AAD6A5F4EF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51213" name="Rectangle 13">
            <a:extLst>
              <a:ext uri="{FF2B5EF4-FFF2-40B4-BE49-F238E27FC236}">
                <a16:creationId xmlns:a16="http://schemas.microsoft.com/office/drawing/2014/main" id="{22087B11-3134-958E-CBAD-8C44141BA36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7375" y="6245225"/>
            <a:ext cx="190182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0D0CB2FD-B209-4507-AE7D-64A8D7BB1017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51214" name="Rectangle 14">
            <a:extLst>
              <a:ext uri="{FF2B5EF4-FFF2-40B4-BE49-F238E27FC236}">
                <a16:creationId xmlns:a16="http://schemas.microsoft.com/office/drawing/2014/main" id="{F23B4BEB-DC3B-D020-B65C-D08800C913C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44475"/>
            <a:ext cx="8385175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51215" name="Rectangle 15">
            <a:extLst>
              <a:ext uri="{FF2B5EF4-FFF2-40B4-BE49-F238E27FC236}">
                <a16:creationId xmlns:a16="http://schemas.microsoft.com/office/drawing/2014/main" id="{E879D071-5162-6B0A-BAA5-95C28CDDAB62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838200" y="1905000"/>
            <a:ext cx="800735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  <a:cs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  <a:cs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  <a:cs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>
            <a:extLst>
              <a:ext uri="{FF2B5EF4-FFF2-40B4-BE49-F238E27FC236}">
                <a16:creationId xmlns:a16="http://schemas.microsoft.com/office/drawing/2014/main" id="{89A8922D-DF0A-7484-1B93-DBCF4CC81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90800"/>
            <a:ext cx="731520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30000"/>
              </a:spcBef>
            </a:pPr>
            <a:r>
              <a:rPr lang="en-US" altLang="pt-BR" sz="3200" b="1">
                <a:latin typeface="Verdana" panose="020B0604030504040204" pitchFamily="34" charset="0"/>
              </a:rPr>
              <a:t>116</a:t>
            </a:r>
          </a:p>
          <a:p>
            <a:pPr algn="ctr">
              <a:spcBef>
                <a:spcPct val="30000"/>
              </a:spcBef>
            </a:pPr>
            <a:r>
              <a:rPr lang="en-US" altLang="pt-BR" sz="3200" b="1" i="1">
                <a:latin typeface="Verdana" panose="020B0604030504040204" pitchFamily="34" charset="0"/>
              </a:rPr>
              <a:t>LIVRE ESTOU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C5E554C-9463-1334-DDD9-C3F92AAFA22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838200"/>
            <a:ext cx="8839200" cy="5257800"/>
          </a:xfrm>
        </p:spPr>
        <p:txBody>
          <a:bodyPr/>
          <a:lstStyle/>
          <a:p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Eu vagava pela senda de horror,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Oprimido pelo pecado e temor.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Quando o Salvador eu vi,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Sua terna voz ouvi,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Meu Jesus me libertou 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Por Seu amor.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0AFCD868-23AB-A86A-2597-7894A85A194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609600"/>
            <a:ext cx="9144000" cy="5486400"/>
          </a:xfrm>
        </p:spPr>
        <p:txBody>
          <a:bodyPr/>
          <a:lstStyle/>
          <a:p>
            <a:pPr algn="ctr"/>
            <a: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  <a:t>Livre estou! Livre estou!</a:t>
            </a:r>
            <a:b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  <a:t>Pela graça de Jesus </a:t>
            </a:r>
            <a:b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  <a:t>Livre estou;</a:t>
            </a:r>
            <a:b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</a:br>
            <a:b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  <a:t>Livre estou! Livre estou!</a:t>
            </a:r>
            <a:b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  <a:t>Aleluia! Pela fé, </a:t>
            </a:r>
            <a:b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  <a:t>Livre estou!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5EF41B6B-9C79-4C4A-7C62-C1AA2AFC8CB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838200"/>
            <a:ext cx="8839200" cy="5257800"/>
          </a:xfrm>
        </p:spPr>
        <p:txBody>
          <a:bodyPr/>
          <a:lstStyle/>
          <a:p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Eu vagava pela senda de horror,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Não pensando no amor do Salvador;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Eu vagava sem ter luz,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Longe do Senhor Jesus,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Mas liberto, 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hoje canto a Deus louvor.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7FB509D0-D7D8-F8E4-E738-B99B7DE8230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609600"/>
            <a:ext cx="9144000" cy="5486400"/>
          </a:xfrm>
        </p:spPr>
        <p:txBody>
          <a:bodyPr/>
          <a:lstStyle/>
          <a:p>
            <a:pPr algn="ctr"/>
            <a: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  <a:t>Livre estou! Livre estou!</a:t>
            </a:r>
            <a:b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  <a:t>Pela graça de Jesus </a:t>
            </a:r>
            <a:b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  <a:t>Livre estou;</a:t>
            </a:r>
            <a:b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</a:br>
            <a:b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  <a:t>Livre estou! Livre estou!</a:t>
            </a:r>
            <a:b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  <a:t>Aleluia! Pela fé, </a:t>
            </a:r>
            <a:b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  <a:t>Livre estou!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2D63DC87-C3E3-7F4A-D068-CBC1BA8293E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838200"/>
            <a:ext cx="8839200" cy="6019800"/>
          </a:xfrm>
        </p:spPr>
        <p:txBody>
          <a:bodyPr/>
          <a:lstStyle/>
          <a:p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Eu vagava pela senda de horror,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Mas, agora, 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Quero andar com meu Senhor,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Quero ouvir Sua terna voz,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E Segui-lo sempre após,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Glória seja dada </a:t>
            </a:r>
            <a:b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3600">
                <a:solidFill>
                  <a:schemeClr val="tx1"/>
                </a:solidFill>
                <a:latin typeface="Verdana" panose="020B0604030504040204" pitchFamily="34" charset="0"/>
              </a:rPr>
              <a:t>Ao nosso bom Pastor.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0C5CB1F9-81CB-8595-2A89-3DD96D4E694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609600"/>
            <a:ext cx="9144000" cy="5486400"/>
          </a:xfrm>
        </p:spPr>
        <p:txBody>
          <a:bodyPr/>
          <a:lstStyle/>
          <a:p>
            <a:pPr algn="ctr"/>
            <a: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  <a:t>Livre estou! Livre estou!</a:t>
            </a:r>
            <a:b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  <a:t>Pela graça de Jesus </a:t>
            </a:r>
            <a:b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  <a:t>Livre estou;</a:t>
            </a:r>
            <a:b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</a:br>
            <a:b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  <a:t>Livre estou! Livre estou!</a:t>
            </a:r>
            <a:b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  <a:t>Aleluia! Pela fé, </a:t>
            </a:r>
            <a:b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100" i="1">
                <a:solidFill>
                  <a:schemeClr val="tx1"/>
                </a:solidFill>
                <a:latin typeface="Verdana" panose="020B0604030504040204" pitchFamily="34" charset="0"/>
              </a:rPr>
              <a:t>Livre estou!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adas sobrepostas">
  <a:themeElements>
    <a:clrScheme name="Camadas sobrepostas 4">
      <a:dk1>
        <a:srgbClr val="006600"/>
      </a:dk1>
      <a:lt1>
        <a:srgbClr val="FFFFFF"/>
      </a:lt1>
      <a:dk2>
        <a:srgbClr val="008000"/>
      </a:dk2>
      <a:lt2>
        <a:srgbClr val="FFFFB7"/>
      </a:lt2>
      <a:accent1>
        <a:srgbClr val="99CC00"/>
      </a:accent1>
      <a:accent2>
        <a:srgbClr val="00CC00"/>
      </a:accent2>
      <a:accent3>
        <a:srgbClr val="AAC0AA"/>
      </a:accent3>
      <a:accent4>
        <a:srgbClr val="DADADA"/>
      </a:accent4>
      <a:accent5>
        <a:srgbClr val="CAE2AA"/>
      </a:accent5>
      <a:accent6>
        <a:srgbClr val="00B900"/>
      </a:accent6>
      <a:hlink>
        <a:srgbClr val="99FF66"/>
      </a:hlink>
      <a:folHlink>
        <a:srgbClr val="FFFF66"/>
      </a:folHlink>
    </a:clrScheme>
    <a:fontScheme name="Camadas sobrepostas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amadas sobrepostas 1">
        <a:dk1>
          <a:srgbClr val="FF9900"/>
        </a:dk1>
        <a:lt1>
          <a:srgbClr val="FFFFFF"/>
        </a:lt1>
        <a:dk2>
          <a:srgbClr val="FFCC66"/>
        </a:dk2>
        <a:lt2>
          <a:srgbClr val="CC6600"/>
        </a:lt2>
        <a:accent1>
          <a:srgbClr val="F05000"/>
        </a:accent1>
        <a:accent2>
          <a:srgbClr val="B28300"/>
        </a:accent2>
        <a:accent3>
          <a:srgbClr val="FFE2B8"/>
        </a:accent3>
        <a:accent4>
          <a:srgbClr val="DADADA"/>
        </a:accent4>
        <a:accent5>
          <a:srgbClr val="F6B3AA"/>
        </a:accent5>
        <a:accent6>
          <a:srgbClr val="A17600"/>
        </a:accent6>
        <a:hlink>
          <a:srgbClr val="99CC00"/>
        </a:hlink>
        <a:folHlink>
          <a:srgbClr val="0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sobrepostas 2">
        <a:dk1>
          <a:srgbClr val="BB5F03"/>
        </a:dk1>
        <a:lt1>
          <a:srgbClr val="FFFFFF"/>
        </a:lt1>
        <a:dk2>
          <a:srgbClr val="993300"/>
        </a:dk2>
        <a:lt2>
          <a:srgbClr val="FEEC94"/>
        </a:lt2>
        <a:accent1>
          <a:srgbClr val="FF9900"/>
        </a:accent1>
        <a:accent2>
          <a:srgbClr val="B76A03"/>
        </a:accent2>
        <a:accent3>
          <a:srgbClr val="CAADAA"/>
        </a:accent3>
        <a:accent4>
          <a:srgbClr val="DADADA"/>
        </a:accent4>
        <a:accent5>
          <a:srgbClr val="FFCAAA"/>
        </a:accent5>
        <a:accent6>
          <a:srgbClr val="A65F02"/>
        </a:accent6>
        <a:hlink>
          <a:srgbClr val="FFFF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sobrepostas 3">
        <a:dk1>
          <a:srgbClr val="56925A"/>
        </a:dk1>
        <a:lt1>
          <a:srgbClr val="FFFFFF"/>
        </a:lt1>
        <a:dk2>
          <a:srgbClr val="6FB56D"/>
        </a:dk2>
        <a:lt2>
          <a:srgbClr val="FFFFCC"/>
        </a:lt2>
        <a:accent1>
          <a:srgbClr val="2B877C"/>
        </a:accent1>
        <a:accent2>
          <a:srgbClr val="5A9A5F"/>
        </a:accent2>
        <a:accent3>
          <a:srgbClr val="BBD7BA"/>
        </a:accent3>
        <a:accent4>
          <a:srgbClr val="DADADA"/>
        </a:accent4>
        <a:accent5>
          <a:srgbClr val="ACC3BF"/>
        </a:accent5>
        <a:accent6>
          <a:srgbClr val="518B55"/>
        </a:accent6>
        <a:hlink>
          <a:srgbClr val="99FF33"/>
        </a:hlink>
        <a:folHlink>
          <a:srgbClr val="DDFFB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sobrepostas 4">
        <a:dk1>
          <a:srgbClr val="006600"/>
        </a:dk1>
        <a:lt1>
          <a:srgbClr val="FFFFFF"/>
        </a:lt1>
        <a:dk2>
          <a:srgbClr val="008000"/>
        </a:dk2>
        <a:lt2>
          <a:srgbClr val="FFFFB7"/>
        </a:lt2>
        <a:accent1>
          <a:srgbClr val="99CC00"/>
        </a:accent1>
        <a:accent2>
          <a:srgbClr val="00CC00"/>
        </a:accent2>
        <a:accent3>
          <a:srgbClr val="AAC0AA"/>
        </a:accent3>
        <a:accent4>
          <a:srgbClr val="DADADA"/>
        </a:accent4>
        <a:accent5>
          <a:srgbClr val="CAE2AA"/>
        </a:accent5>
        <a:accent6>
          <a:srgbClr val="00B900"/>
        </a:accent6>
        <a:hlink>
          <a:srgbClr val="99FF66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sobrepostas 5">
        <a:dk1>
          <a:srgbClr val="000000"/>
        </a:dk1>
        <a:lt1>
          <a:srgbClr val="CCECFF"/>
        </a:lt1>
        <a:dk2>
          <a:srgbClr val="000000"/>
        </a:dk2>
        <a:lt2>
          <a:srgbClr val="D6EDEE"/>
        </a:lt2>
        <a:accent1>
          <a:srgbClr val="E8F0F4"/>
        </a:accent1>
        <a:accent2>
          <a:srgbClr val="8EAAFA"/>
        </a:accent2>
        <a:accent3>
          <a:srgbClr val="E2F4FF"/>
        </a:accent3>
        <a:accent4>
          <a:srgbClr val="000000"/>
        </a:accent4>
        <a:accent5>
          <a:srgbClr val="F2F6F8"/>
        </a:accent5>
        <a:accent6>
          <a:srgbClr val="809AE3"/>
        </a:accent6>
        <a:hlink>
          <a:srgbClr val="0066FF"/>
        </a:hlink>
        <a:folHlink>
          <a:srgbClr val="9947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sobrepostas 6">
        <a:dk1>
          <a:srgbClr val="48486A"/>
        </a:dk1>
        <a:lt1>
          <a:srgbClr val="FFFFFF"/>
        </a:lt1>
        <a:dk2>
          <a:srgbClr val="000099"/>
        </a:dk2>
        <a:lt2>
          <a:srgbClr val="F8F8F8"/>
        </a:lt2>
        <a:accent1>
          <a:srgbClr val="6699FF"/>
        </a:accent1>
        <a:accent2>
          <a:srgbClr val="0000FF"/>
        </a:accent2>
        <a:accent3>
          <a:srgbClr val="AAAACA"/>
        </a:accent3>
        <a:accent4>
          <a:srgbClr val="DADADA"/>
        </a:accent4>
        <a:accent5>
          <a:srgbClr val="B8CAFF"/>
        </a:accent5>
        <a:accent6>
          <a:srgbClr val="0000E7"/>
        </a:accent6>
        <a:hlink>
          <a:srgbClr val="3DCCFF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sobrepostas 7">
        <a:dk1>
          <a:srgbClr val="573F8B"/>
        </a:dk1>
        <a:lt1>
          <a:srgbClr val="FFFFFF"/>
        </a:lt1>
        <a:dk2>
          <a:srgbClr val="666699"/>
        </a:dk2>
        <a:lt2>
          <a:srgbClr val="D9D9FF"/>
        </a:lt2>
        <a:accent1>
          <a:srgbClr val="CC99FF"/>
        </a:accent1>
        <a:accent2>
          <a:srgbClr val="9933FF"/>
        </a:accent2>
        <a:accent3>
          <a:srgbClr val="B8B8CA"/>
        </a:accent3>
        <a:accent4>
          <a:srgbClr val="DADADA"/>
        </a:accent4>
        <a:accent5>
          <a:srgbClr val="E2CAFF"/>
        </a:accent5>
        <a:accent6>
          <a:srgbClr val="8A2DE7"/>
        </a:accent6>
        <a:hlink>
          <a:srgbClr val="99F3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sobrepostas 8">
        <a:dk1>
          <a:srgbClr val="000000"/>
        </a:dk1>
        <a:lt1>
          <a:srgbClr val="EAEAEA"/>
        </a:lt1>
        <a:dk2>
          <a:srgbClr val="000000"/>
        </a:dk2>
        <a:lt2>
          <a:srgbClr val="C1C2CB"/>
        </a:lt2>
        <a:accent1>
          <a:srgbClr val="F1F1F7"/>
        </a:accent1>
        <a:accent2>
          <a:srgbClr val="8C8CB4"/>
        </a:accent2>
        <a:accent3>
          <a:srgbClr val="F3F3F3"/>
        </a:accent3>
        <a:accent4>
          <a:srgbClr val="000000"/>
        </a:accent4>
        <a:accent5>
          <a:srgbClr val="F7F7FA"/>
        </a:accent5>
        <a:accent6>
          <a:srgbClr val="7E7EA3"/>
        </a:accent6>
        <a:hlink>
          <a:srgbClr val="A3FFFF"/>
        </a:hlink>
        <a:folHlink>
          <a:srgbClr val="9E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Camadas sobrepostas</Template>
  <TotalTime>119</TotalTime>
  <Words>221</Words>
  <Application>Microsoft Office PowerPoint</Application>
  <PresentationFormat>Apresentação na tela (4:3)</PresentationFormat>
  <Paragraphs>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Times New Roman</vt:lpstr>
      <vt:lpstr>Wingdings</vt:lpstr>
      <vt:lpstr>Verdana</vt:lpstr>
      <vt:lpstr>Camadas sobrepostas</vt:lpstr>
      <vt:lpstr>Apresentação do PowerPoint</vt:lpstr>
      <vt:lpstr>Eu vagava pela senda de horror, Oprimido pelo pecado e temor. Quando o Salvador eu vi, Sua terna voz ouvi, Meu Jesus me libertou  Por Seu amor.</vt:lpstr>
      <vt:lpstr>Livre estou! Livre estou! Pela graça de Jesus  Livre estou;  Livre estou! Livre estou! Aleluia! Pela fé,  Livre estou!</vt:lpstr>
      <vt:lpstr>Eu vagava pela senda de horror, Não pensando no amor do Salvador; Eu vagava sem ter luz, Longe do Senhor Jesus, Mas liberto,  hoje canto a Deus louvor.</vt:lpstr>
      <vt:lpstr>Livre estou! Livre estou! Pela graça de Jesus  Livre estou;  Livre estou! Livre estou! Aleluia! Pela fé,  Livre estou!</vt:lpstr>
      <vt:lpstr>Eu vagava pela senda de horror, Mas, agora,  Quero andar com meu Senhor, Quero ouvir Sua terna voz, E Segui-lo sempre após, Glória seja dada  Ao nosso bom Pastor.</vt:lpstr>
      <vt:lpstr>Livre estou! Livre estou! Pela graça de Jesus  Livre estou;  Livre estou! Livre estou! Aleluia! Pela fé,  Livre estou!</vt:lpstr>
    </vt:vector>
  </TitlesOfParts>
  <Company>de bem family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 pendão vos entregou o Rei A vós, soldados seus; Corajosos, pois, em tudo o defendei, Marchando para os céus.</dc:title>
  <dc:creator>Heliezer de Bem</dc:creator>
  <cp:lastModifiedBy>Emerson Souza</cp:lastModifiedBy>
  <cp:revision>11</cp:revision>
  <dcterms:created xsi:type="dcterms:W3CDTF">2005-01-13T23:11:52Z</dcterms:created>
  <dcterms:modified xsi:type="dcterms:W3CDTF">2026-05-02T21:46:23Z</dcterms:modified>
</cp:coreProperties>
</file>