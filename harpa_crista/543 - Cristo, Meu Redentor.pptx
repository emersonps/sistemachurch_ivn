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7AA8E-49DA-CCE9-955B-FFBD1541D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C45BCB-D0EF-E054-1C6B-1F16BA9B7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90CB8D-44DD-9484-43A1-F690411C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CE2C74-9B1B-A6DB-DF9F-D361C0B1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BC1D68-13D1-CE47-4234-D0FF293E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F6906-09FD-4427-A149-7A4100F7C4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737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D9601-0C27-95D5-47F2-D8FD764C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54A3B8-7277-AE63-1E64-2448E442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0A4666-47FD-EFDD-AB79-37611A68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D830DC-AE74-7EDB-D735-0E78B001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92C92D-EF24-5CF0-8399-56DDEADA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EDD8B6-4CF6-4C17-A7E1-9CE6074F40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271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1FF1C-E9D4-8455-72C9-98257399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8244B0-6F3E-F08D-5128-6DC3E3C82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2F727-CD1F-E6E2-FD90-9614F8B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DFC5AB-98C3-2FDA-071D-18BE76CA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A64BC8-424F-4EB6-FB8D-23C9E257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BC3397-E771-401D-BAB5-07E39C880F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427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F26A8-F174-82F5-7E04-8B5D3F05F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F2E538-59CD-FD91-CBB8-843A5D562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89BFBB-2D23-47AE-8E8D-0A62470C3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FB1AD6-1C80-6567-BC06-3AC213B1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D31D10-6E0E-2416-7990-34FF33EB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106B54-467D-55D2-4E24-E0BD77CA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EC3B3-DB59-4A30-843A-2B85A441CE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11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127E5-8FAE-7EB9-A951-FC9BE9C3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7FFBE8-21C9-AAFB-2923-2E027D99F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8BCBE7-E71E-966D-E868-99384EC9D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68C5FE-2249-38A0-11FA-0325B17E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021260-5345-E06A-AC24-680711CD6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2C0C47-7614-FD8D-10D2-DBD07449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9A948C-7170-BF59-89CC-6D45CB5B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BAC490-B1A7-DFEF-22B8-C953ACA5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F9431-1B5E-4BC6-A9F5-3A692BBDCC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286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79CAF-F48C-78FC-D042-55F805A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17468E-0D86-97ED-8E49-941D8773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946979-2232-811B-8C3E-649455C8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7E0D5A-007F-1FB9-BE32-454485D9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F4B27-71C5-4DA9-BB93-E0C06FE6B0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194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2808F5-750E-E970-466B-4D36F155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8A05DB-A8FD-0CDB-270F-B402EEF0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109903-6030-6790-3D03-81DE0F35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DD0BF-1C95-4833-A6C1-B18F3FB6FF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04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71FBE-0140-8143-FB99-63248D9B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3C8BDD-5D1E-AEFB-2E1A-AB23AF0C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B57286-8031-22ED-26FB-BE4738AD4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29376-4282-5A79-F333-B03D1B87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6806B8-DA8B-A386-259F-11FC1523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249DA3-439B-1DD7-D8BD-8B30BC93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0BD87-FF1D-4FCA-A82A-A4B2340976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28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93EF0-080A-B30D-50FF-19DA9A05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A8EACD-1502-EE53-994C-C10AA0A5D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A83F54-A633-1445-6B57-2DEF3900C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20761A-7D3D-3D1B-6D9F-82E8FC40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2D7AA2-10D4-FD38-BD78-C3A8E4DF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FE9C7C-F52E-4B84-8889-E72FC1D5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0CDFC6-E1D7-478E-A1F8-99C4526801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049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26B50-ECC9-D49D-BA64-386C9BAE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F7E32-EEB5-51E8-DE5A-AAE3EB3AD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621975-BBC7-1B9F-C971-06A405E3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993813-478F-1647-16CB-3AF19BD5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62C5DE-6028-CE84-2DA3-AB224296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2F8EA-7EEC-4BA9-8CFF-D38677A220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413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2DD6F6-FC58-74D2-67C4-E4322984D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FA2854-2560-D1C6-BA79-59993BC1A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39319F-59D9-64F8-271F-91639222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EC3239-2C98-D4DE-B4FA-EFEFF092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A8F29-C4AC-49C2-A9A2-C7BC82AC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FC9BA-9446-4C80-BC76-D3026F9E57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15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C861F8-A087-4C2F-49CA-B9E5B1B46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C35BC1-7B95-ECE7-2EB8-3054B01C9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4D2147-892A-09AB-57DD-16D7837E78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DCA8047-5D05-8479-33B7-0571736A55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0DF70B4-150C-1CB6-FE41-F93AFA1B46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C1D916-9562-49C6-8502-93B70409F20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5D0057-1028-06FD-CE07-AD334519D3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400" b="1" i="1"/>
              <a:t>543 – Cristo, Meu Redentor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46C81A6-AA50-2E11-EDA5-1D11A12B98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99A21F9-6920-113D-0043-FB89C0DD0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Cristo, meu Redentor!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Cristo, meu bom Pastor!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Tu, que morreste, e teu sangue verteste,</a:t>
            </a:r>
            <a:r>
              <a:rPr lang="en-US" altLang="pt-BR" sz="4000"/>
              <a:t> </a:t>
            </a:r>
            <a:r>
              <a:rPr lang="en-US" altLang="pt-BR" sz="4000" i="1"/>
              <a:t>És meu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543 – Cristo, Meu Redentor</vt:lpstr>
      <vt:lpstr>Cristo, meu Redentor!  Cristo, meu bom Pastor!  Tu, que morreste, e teu sangue verteste, És meu Salvador!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543 – Cristo, Meu Redentor</dc:title>
  <dc:creator>Junior</dc:creator>
  <cp:lastModifiedBy>Emerson Souza</cp:lastModifiedBy>
  <cp:revision>1</cp:revision>
  <dcterms:created xsi:type="dcterms:W3CDTF">2005-12-26T23:53:58Z</dcterms:created>
  <dcterms:modified xsi:type="dcterms:W3CDTF">2026-05-02T22:22:37Z</dcterms:modified>
</cp:coreProperties>
</file>