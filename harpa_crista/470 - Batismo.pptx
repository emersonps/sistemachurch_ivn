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6730E-863B-0B40-716E-C55F44FB7D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E16F69-FFFA-922F-83DB-FE7E82260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97880D-7EAB-66A6-66BF-554DDBBC5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0EEB4E-36C2-7148-6B9B-CA67B686B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4EF320-112E-0AB3-4EBB-C1C9F834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8C47D-DEBE-4E97-A3FD-34C57AD84F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4329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4D4E8-EE82-7CC0-2A47-7188053CD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200EF6-A75F-B6E9-B72D-B2548083C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B3ED45-E217-A3AD-0063-A44EE919A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E13E15-77F6-2439-2C24-B69ABE85B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4BD85A-832E-19E3-2186-60CE4037D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E4E303-A63E-493C-8070-9B2DFCC49F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24043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77CFD-B56B-3CF7-50D2-8CE5FAD96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3DE1D3-AE9B-8626-921D-ED4B1F6D1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E85DA4-1330-09DE-3AFF-8710CDA27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AF531C-6051-4199-7576-859B65F83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87445A-3B56-FF14-2D6A-D6A4F6307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0235CB-34B6-4950-9D9A-D24780F8AA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59930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76E55-9A9F-C984-A577-EA75F4A3E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A69490-EFC4-D5F7-616B-8473C954B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5DB8CF-1BD0-B40C-25FC-3E90EA7B6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F11054-D4FD-B864-83B7-1D6AC7B0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82BD67-281F-D34C-2775-6E574594B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BD7023-D1D0-D1F3-3C4A-ADB7E1DA7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3DCE6-B4E7-497E-A1D9-C739BEE34F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1504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5F259-AC94-CB40-1FA1-B7ACAD5FB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08672C-AA00-CFB5-8001-7440EF543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CE1853-9989-7419-2101-C7BF04F3D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B2B990-BB35-3D9A-88FE-9782D8FAB4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76CC60-9F29-A05E-2A60-FD78DE761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6124EAF-69B4-4DE0-8185-24751554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FB36F5-A004-0200-4CA8-80EFD32E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9850E8D-8331-A0AA-366D-C5F560AB5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8431C1-68FF-4C0E-B6D9-825F5EC290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071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15395-9053-393B-CC5A-82DA33D20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D68BF45-90A3-C758-BF3E-196C85BA9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46DABC2-185D-D325-2625-87A4A672A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D960301-E3CD-0D40-6649-C2937C47B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3C34D3-99F4-48E7-8AA1-8F583F2409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9754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BD98539-67FC-0F97-D80F-8787C48D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53C6089-6017-7556-D7F9-74691548C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FBCAA8-6540-D09E-0F1D-05978B38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CBD23E-89C8-42A3-B133-56DB3A8B95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426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0078F-3E93-1090-4DD1-0E805772F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5CB8F0-1486-819D-CD89-3C222031A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7D07DC-3F28-D0A3-F7F3-671D179F0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9FBDCF-D89C-11C6-E7B2-3FE9B7983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E31F45-BAE4-31AC-B870-2EEC9C9E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7DFF30-E150-A64A-C31D-A48412DB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FD6482-B011-4C54-9A4D-D5EC7B0E41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515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20742-0B2C-1542-1E27-494E9D4F7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A5C265F-4816-E084-D9AB-86490718D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A8BF043-8CC4-BED1-3FD7-BBA78E8BC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19AD1D-C53D-1E58-451F-242344C2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A91596-1072-D3E6-EDFB-62438DDE8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AC0841-A1B9-2E51-DD73-A543B59F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44AFEC-4FBA-4F42-96BF-C9E93D78F7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392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58EB7-F4DB-B3AB-6E66-7895E499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C5C1CB-F3BE-7F08-AF1F-BE4E306B3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99A92B-52B7-28B9-1AAF-2A3128E7A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3EEFE1-5A65-5197-B27A-3FB9211D3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426FB-A86E-BC56-32B8-AB51BA92B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B516D4-3FCA-48BD-88BA-2FC78745A0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6834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580C84-98A2-560C-C88F-A382209985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229189-4B3F-EB77-A249-936F1EDBC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648D6F-17F2-B2F7-AC64-21683AD4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94A5B8-BC0F-9585-D0C5-1105716E0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EA25DA-AA38-7384-12A4-21233383E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3305B3-8638-493E-9653-CE5B30949B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4942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3B79CED-0F7D-E1B4-F825-CE18DC35B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F57004E-5803-846F-FB97-94988F6F9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28B7F92-41BA-A2F0-1F85-C1B194F91DF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A62BEDA-FB4C-FD9D-2F18-619EDB07C8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4033A0-3108-7F8F-4CF0-3EB8D9DB21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5D678B5-34D4-4BF9-93FE-A5A0BCA6A6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0282C28-3B49-BDF3-28A9-E42AC141A54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470 - Batismo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8B1181E-48D4-3098-B40E-8F667B6485A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44ED086-70D1-E370-F2FE-D222229B39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Tua graça. é Deus amado,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Vem agora conceder,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Aos que vão ser batizados,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Dá-lhes o Espírito e poder.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EB2FAF5-EF8C-24EB-B569-C98A0DCA8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Com o Teu Espírito Santo,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Estas almas vem selar;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Dá-lhes vida e novo canto,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P’ra Tua glória conquistar.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39BCB1A-B044-1585-D3E9-434421011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A fim de pra Ti viverem,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Mortos para o mundo estão;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o Espírito receberem,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Dá-lhes puro coração.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3F16B46-7A3B-3799-3F11-450EF9284A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Com o Teu Espírito Santo,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Estas almas vem selar;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Dá-lhes vida e novo canto,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P’ra Tua glória conquistar.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58128E8-ACA9-4755-CC40-88CE3B9C38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Com Espírito por Deus dado,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Vem, ó vem já batizar,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Os que hoje seus pecados,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Vêm nas águas, sepultar.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98EAA73-8BC8-109E-0F96-8A62F0BB7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Com o Teu Espírito Santo,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Estas almas vem selar;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Dá-lhes vida e novo canto,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P’ra Tua glória conquistar.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A0FBDCD-F8AB-EDAE-2279-34979C0648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Já contigo ressurgidos,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Teu nome louvarão;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Jerusalém, vestidos;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Sim, de branco, reinarão!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AC10E73-57A1-C8A2-5481-09FF640109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Com o Teu Espírito Santo,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Estas almas vem selar;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Dá-lhes vida e novo canto,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P’ra Tua glória conquistar.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470 - Batismo </vt:lpstr>
      <vt:lpstr>Tua graça. é Deus amado,  Vem agora conceder,  Aos que vão ser batizados,  Dá-lhes o Espírito e poder.  </vt:lpstr>
      <vt:lpstr>Com o Teu Espírito Santo,  Estas almas vem selar;  Dá-lhes vida e novo canto,  P’ra Tua glória conquistar.  </vt:lpstr>
      <vt:lpstr>A fim de pra Ti viverem,  Mortos para o mundo estão;  Para o Espírito receberem,  Dá-lhes puro coração. </vt:lpstr>
      <vt:lpstr>Com o Teu Espírito Santo,  Estas almas vem selar;  Dá-lhes vida e novo canto,  P’ra Tua glória conquistar.  </vt:lpstr>
      <vt:lpstr>Com Espírito por Deus dado,  Vem, ó vem já batizar,  Os que hoje seus pecados,  Vêm nas águas, sepultar.  </vt:lpstr>
      <vt:lpstr>Com o Teu Espírito Santo,  Estas almas vem selar;  Dá-lhes vida e novo canto,  P’ra Tua glória conquistar.  </vt:lpstr>
      <vt:lpstr>Já contigo ressurgidos,  O Teu nome louvarão;  Em Jerusalém, vestidos;  Sim, de branco, reinarão! </vt:lpstr>
      <vt:lpstr>Com o Teu Espírito Santo,  Estas almas vem selar;  Dá-lhes vida e novo canto,  P’ra Tua glória conquistar.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470 - Batismo </dc:title>
  <dc:creator>Junior</dc:creator>
  <cp:lastModifiedBy>Emerson Souza</cp:lastModifiedBy>
  <cp:revision>1</cp:revision>
  <dcterms:created xsi:type="dcterms:W3CDTF">2005-12-26T17:57:48Z</dcterms:created>
  <dcterms:modified xsi:type="dcterms:W3CDTF">2026-05-02T22:16:25Z</dcterms:modified>
</cp:coreProperties>
</file>