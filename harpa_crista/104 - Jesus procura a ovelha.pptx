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3" r:id="rId8"/>
    <p:sldId id="261" r:id="rId9"/>
    <p:sldId id="264" r:id="rId10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580" autoAdjust="0"/>
  </p:normalViewPr>
  <p:slideViewPr>
    <p:cSldViewPr>
      <p:cViewPr varScale="1">
        <p:scale>
          <a:sx n="63" d="100"/>
          <a:sy n="63" d="100"/>
        </p:scale>
        <p:origin x="-114" y="-18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D302E7C-0A41-0D03-6D37-A23E5B77B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08AE1ED-08F0-805A-6E32-6405F2D52C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F569140-2D58-A786-D1DF-3F0203F79E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D2B0624-5529-1FE7-E971-B65752DFA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8092D12-7EDD-6529-82D9-0F8BC67664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818DF-BD07-4D7F-8E9F-F5802A64E418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26841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5A3F88-2BF1-EBE3-44C2-904DA8EEED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828237A-6A03-E719-AC5A-1F9C41757A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BA738E-8078-D7A2-4F5C-6CBD3FDCF9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68564C1-FE2F-334F-0013-CC81BA538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63EDEFF-7E08-E568-DE53-4E61929C9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FEFFFA5-FD09-4FB3-AFE1-7CC901CB397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75053399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0493FD-4816-AF16-B071-A9974C2859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E58476D-4492-0C39-A2F9-44A5D53EE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643BE5F-A9A2-D9E3-CD72-FD3D0A38FB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5BBA2B9-7CAE-D32F-04A2-596042F06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8E3C25F-24F5-8819-88DC-F550F8DC5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2DCBC1-C49B-4810-AE9C-3EDC6027403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8058785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084AE51-AE8F-997A-A9A5-60DC1CD57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33E9157-BEBA-6AFA-E37F-14D49703B4F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D3EC59A-37BD-F4FB-A5B3-2D134DA8BD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E4AA49C-9DE4-749B-0E7A-82125EA1D4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F9280BE-4804-8457-42C1-A6C68D3DD9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EB12F4C-489C-77FB-3D79-3975DDB4D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0B399D-B3D3-435A-8814-FAF24DD6103F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7613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905DD42-0840-B96E-3270-3E71B55A8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683AF8E-F7C3-1BC5-DC71-F766617780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F76F884-6AA7-3E89-1BD0-1F2155CE70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0858FEA7-095D-E244-FA0C-8D85E62816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3F1B825A-D1D7-A9E8-4C1F-66AC4968C02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5340FFF-5440-5FA8-1FC6-1C0AF0D9D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B443E228-A458-7FC3-846C-2118D67035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CCC20E71-57FA-8FB0-E7A4-B948B9BF36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FFE1A0C-2AEA-49FC-B42A-495C0F60EC4D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796837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2FD065E-CE3E-DA20-F7AD-6637EB3B7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66223A6F-9250-D1A0-FB28-6CBE07F12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CBDCA2F2-FC2A-ADB5-6AA3-31F5DD1B5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828542BF-AB9C-C366-1AB0-EAC34C5C90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B9D3F21-DD45-4C6B-AA93-635B9CAAEC0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41246282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22C5C63-C2B6-759F-95CD-B4BBE50E20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1C630F84-0734-F44D-9B38-3DE8FC7E1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A8698A8-D0FF-868F-1D5C-91B1C29985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4DB6593-5B60-48C8-9729-9A5F961C1287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214813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D1C5D0F-600B-176C-0046-BC0309F5B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13CF972-1691-8B13-526B-CA49B313B9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C48B19-6422-DEC5-8D92-D56E94CE8B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771DE8F-077B-3F9B-3EB8-61DD62C113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ACF11C8-F333-564B-BEB0-980AC0F871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5F8BD49-F077-BADF-71D5-85BCF7BBB8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5DD9037-63E9-45B2-90CA-0A803065A3DA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0296145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F651855-B3FB-10B0-C53B-737326F4E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BB9D6EDA-9BBA-E064-E180-D70DC8D5885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A3CF6FBB-C952-5189-B63E-D0B8C25CB3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91EACFA0-5222-61EF-E7C8-7C91763AD0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3BA37D2-A401-1A58-DD58-85C036E2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BD92A7B-6B20-43AF-41D3-0DFCE64134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72BCA7E-2A0C-481C-835D-4D915B7EA1D9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622020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B91D6A-03A5-EB61-2B5A-7C007C1CBE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53FC934-958A-9B8F-8718-630DD3AB47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A5A583A8-7652-A635-82D5-4E20DEC994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06ADAB7-1CCA-9BC6-E8A4-5DF5200793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C2E5108-2B79-A6AF-3172-230766DC75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BB0091C-9A7C-443C-BF74-626300C75534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13538177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2745DF4D-3079-929F-0FD9-00B4C711E1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6B92F2D-7145-65C4-BC19-894D6AC70D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862CBBA-3A2B-C5E5-BBF5-982348D4E2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906C2A5-FC62-6ADB-2E6C-EC610050D1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FEFCAF1-94E0-936D-D761-FED17E025D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1CA88A7-658E-4CA8-9082-9BE8135ADB9C}" type="slidenum">
              <a:rPr lang="en-US" altLang="pt-BR"/>
              <a:pPr/>
              <a:t>‹nº›</a:t>
            </a:fld>
            <a:endParaRPr lang="en-US" altLang="pt-BR"/>
          </a:p>
        </p:txBody>
      </p:sp>
    </p:spTree>
    <p:extLst>
      <p:ext uri="{BB962C8B-B14F-4D97-AF65-F5344CB8AC3E}">
        <p14:creationId xmlns:p14="http://schemas.microsoft.com/office/powerpoint/2010/main" val="25169484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EDAF0EE7-41C9-DB57-1B50-E6FAA9EE382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 estilo do título mestre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0764BB5-C533-B0AF-6859-C81F5F883F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Clique para editar os estilos do texto mestre</a:t>
            </a:r>
          </a:p>
          <a:p>
            <a:pPr lvl="1"/>
            <a:r>
              <a:rPr lang="en-US" altLang="pt-BR"/>
              <a:t>Segundo nível</a:t>
            </a:r>
          </a:p>
          <a:p>
            <a:pPr lvl="2"/>
            <a:r>
              <a:rPr lang="en-US" altLang="pt-BR"/>
              <a:t>Terceiro nível</a:t>
            </a:r>
          </a:p>
          <a:p>
            <a:pPr lvl="3"/>
            <a:r>
              <a:rPr lang="en-US" altLang="pt-BR"/>
              <a:t>Quarto nível</a:t>
            </a:r>
          </a:p>
          <a:p>
            <a:pPr lvl="4"/>
            <a:r>
              <a:rPr lang="en-US" altLang="pt-BR"/>
              <a:t>Quinto nível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7BE6CEF-1C36-BDA1-E2D4-FF1CC7B6C5D4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endParaRPr lang="en-US" altLang="pt-BR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EEBEC02F-559A-975E-3994-C2649755DCA7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endParaRPr lang="en-US" altLang="pt-B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2E65AB8B-9583-2D32-4495-6E1644105CA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7F1DC1E-775B-4CDE-AB9B-718DCD2F2A68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2pPr>
      <a:lvl3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3pPr>
      <a:lvl4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4pPr>
      <a:lvl5pPr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5839704F-1832-BA2B-1662-E1660E3495BF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anchor="ctr"/>
          <a:lstStyle/>
          <a:p>
            <a:r>
              <a:rPr lang="en-US" altLang="pt-BR" sz="4000" b="1" i="1"/>
              <a:t>104</a:t>
            </a:r>
            <a:br>
              <a:rPr lang="en-US" altLang="pt-BR" sz="4000" b="1" i="1"/>
            </a:br>
            <a:r>
              <a:rPr lang="en-US" altLang="pt-BR" sz="4000" b="1" i="1"/>
              <a:t>JESUS PROCURA A OVELHA</a:t>
            </a:r>
            <a:r>
              <a:rPr lang="en-US" altLang="pt-BR" sz="4000"/>
              <a:t> </a:t>
            </a:r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702CC58-814F-193C-01BF-2760FE737327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endParaRPr lang="pt-BR" altLang="pt-BR" sz="32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6" name="Rectangle 4">
            <a:extLst>
              <a:ext uri="{FF2B5EF4-FFF2-40B4-BE49-F238E27FC236}">
                <a16:creationId xmlns:a16="http://schemas.microsoft.com/office/drawing/2014/main" id="{5D623B52-AFA3-ED5F-47B3-2E833A26DDB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/>
              <a:t>Eis Jesus a procurara ovelha, </a:t>
            </a:r>
            <a:br>
              <a:rPr lang="en-US" altLang="pt-BR" sz="3600" i="1"/>
            </a:br>
            <a:r>
              <a:rPr lang="en-US" altLang="pt-BR" sz="3600" i="1"/>
              <a:t>Que a vagar </a:t>
            </a:r>
            <a:br>
              <a:rPr lang="en-US" altLang="pt-BR" sz="3600" i="1"/>
            </a:br>
            <a:r>
              <a:rPr lang="en-US" altLang="pt-BR" sz="3600" i="1"/>
              <a:t>Desgarrou-se do aprisco do Senhor; </a:t>
            </a:r>
            <a:br>
              <a:rPr lang="en-US" altLang="pt-BR" sz="3600" i="1"/>
            </a:br>
            <a:r>
              <a:rPr lang="en-US" altLang="pt-BR" sz="3600" i="1"/>
              <a:t>Pelos montes a sofrer, </a:t>
            </a:r>
            <a:br>
              <a:rPr lang="en-US" altLang="pt-BR" sz="3600" i="1"/>
            </a:br>
            <a:r>
              <a:rPr lang="en-US" altLang="pt-BR" sz="3600" i="1"/>
              <a:t>Faça sol ou a chover, </a:t>
            </a:r>
            <a:br>
              <a:rPr lang="en-US" altLang="pt-BR" sz="3600" i="1"/>
            </a:br>
            <a:r>
              <a:rPr lang="en-US" altLang="pt-BR" sz="3600" i="1"/>
              <a:t>Cristo busca Sua ovelha, com amor.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7D8045E2-E754-CABD-8994-A3F237063E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b="1" i="1"/>
              <a:t>Com amor.., o Pastor...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Eis que chama Sua ovelha, sem cessar;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Possa hoje, </a:t>
            </a:r>
            <a:br>
              <a:rPr lang="en-US" altLang="pt-BR" sz="3600" b="1" i="1"/>
            </a:br>
            <a:r>
              <a:rPr lang="en-US" altLang="pt-BR" sz="3600" b="1" i="1"/>
              <a:t>O pecador</a:t>
            </a:r>
            <a:r>
              <a:rPr lang="en-US" altLang="pt-BR" sz="3600" i="1"/>
              <a:t> </a:t>
            </a:r>
            <a:r>
              <a:rPr lang="en-US" altLang="pt-BR" sz="3600" b="1" i="1"/>
              <a:t>escutar a voz do amor,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De Jesus, que procura p’ra salvar.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0C2B574C-2368-60E0-9117-D30D327690B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/>
              <a:t>Com Seus pés o bom Pastor, </a:t>
            </a:r>
            <a:br>
              <a:rPr lang="en-US" altLang="pt-BR" sz="3600" i="1"/>
            </a:br>
            <a:r>
              <a:rPr lang="en-US" altLang="pt-BR" sz="3600" i="1"/>
              <a:t>Já feridos, que horror, </a:t>
            </a:r>
            <a:br>
              <a:rPr lang="en-US" altLang="pt-BR" sz="3600" i="1"/>
            </a:br>
            <a:r>
              <a:rPr lang="en-US" altLang="pt-BR" sz="3600" i="1"/>
              <a:t>De descer nos tenebrosos pedregais,</a:t>
            </a:r>
            <a:br>
              <a:rPr lang="en-US" altLang="pt-BR" sz="3600" i="1"/>
            </a:br>
            <a:r>
              <a:rPr lang="en-US" altLang="pt-BR" sz="3600" i="1"/>
              <a:t>E cansado de andar, mais, ainda a clamar: </a:t>
            </a:r>
            <a:br>
              <a:rPr lang="en-US" altLang="pt-BR" sz="3600" i="1"/>
            </a:br>
            <a:r>
              <a:rPr lang="en-US" altLang="pt-BR" sz="3600" i="1"/>
              <a:t>"Ó ovelhas minhas, onde vós estais?”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B224C415-0B51-CF85-D039-9E1EE2EBC0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b="1" i="1"/>
              <a:t>Com amor.., o Pastor...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Eis que chama Sua ovelha, sem cessar;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Possa hoje, </a:t>
            </a:r>
            <a:br>
              <a:rPr lang="en-US" altLang="pt-BR" sz="3600" b="1" i="1"/>
            </a:br>
            <a:r>
              <a:rPr lang="en-US" altLang="pt-BR" sz="3600" b="1" i="1"/>
              <a:t>O pecador</a:t>
            </a:r>
            <a:r>
              <a:rPr lang="en-US" altLang="pt-BR" sz="3600" i="1"/>
              <a:t> </a:t>
            </a:r>
            <a:r>
              <a:rPr lang="en-US" altLang="pt-BR" sz="3600" b="1" i="1"/>
              <a:t>escutar a voz do amor,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De Jesus, que procura p’ra salvar.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7334FFC3-1C41-B4F7-7A94-67A5AEB5D0E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/>
              <a:t>Se escuta o gemer da ovelha, que prazer </a:t>
            </a:r>
            <a:br>
              <a:rPr lang="en-US" altLang="pt-BR" sz="3600" i="1"/>
            </a:br>
            <a:r>
              <a:rPr lang="en-US" altLang="pt-BR" sz="3600" i="1"/>
              <a:t>Enche logo o coração do bom Pastor! </a:t>
            </a:r>
            <a:br>
              <a:rPr lang="en-US" altLang="pt-BR" sz="3600" i="1"/>
            </a:br>
            <a:r>
              <a:rPr lang="en-US" altLang="pt-BR" sz="3600" i="1"/>
              <a:t>E correndo sem parar, 'té a ovelha abraçar, E trazê-la ao Seu ombro com amor.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1BA1AAF8-ED51-780B-38F0-D0923B57417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b="1" i="1"/>
              <a:t>Com amor.., o Pastor...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Eis que chama Sua ovelha, sem cessar;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Possa hoje, </a:t>
            </a:r>
            <a:br>
              <a:rPr lang="en-US" altLang="pt-BR" sz="3600" b="1" i="1"/>
            </a:br>
            <a:r>
              <a:rPr lang="en-US" altLang="pt-BR" sz="3600" b="1" i="1"/>
              <a:t>O pecador</a:t>
            </a:r>
            <a:r>
              <a:rPr lang="en-US" altLang="pt-BR" sz="3600" i="1"/>
              <a:t> </a:t>
            </a:r>
            <a:r>
              <a:rPr lang="en-US" altLang="pt-BR" sz="3600" b="1" i="1"/>
              <a:t>escutar a voz do amor,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De Jesus, que procura p’ra salvar.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A774DC20-4F12-9CB6-39D3-CB5211890E9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i="1"/>
              <a:t>Já em casa, o Pastor, </a:t>
            </a:r>
            <a:br>
              <a:rPr lang="en-US" altLang="pt-BR" sz="3600" i="1"/>
            </a:br>
            <a:r>
              <a:rPr lang="en-US" altLang="pt-BR" sz="3600" i="1"/>
              <a:t>Oh! Jubila com dulçor, </a:t>
            </a:r>
            <a:br>
              <a:rPr lang="en-US" altLang="pt-BR" sz="3600" i="1"/>
            </a:br>
            <a:r>
              <a:rPr lang="en-US" altLang="pt-BR" sz="3600" i="1"/>
              <a:t>Pela ovelha desgarrada que achou; </a:t>
            </a:r>
            <a:br>
              <a:rPr lang="en-US" altLang="pt-BR" sz="3600" i="1"/>
            </a:br>
            <a:r>
              <a:rPr lang="en-US" altLang="pt-BR" sz="3600" i="1"/>
              <a:t>E assim, também Jesus, </a:t>
            </a:r>
            <a:br>
              <a:rPr lang="en-US" altLang="pt-BR" sz="3600" i="1"/>
            </a:br>
            <a:r>
              <a:rPr lang="en-US" altLang="pt-BR" sz="3600" i="1"/>
              <a:t>Com os anjos lá na luz, </a:t>
            </a:r>
            <a:br>
              <a:rPr lang="en-US" altLang="pt-BR" sz="3600" i="1"/>
            </a:br>
            <a:r>
              <a:rPr lang="en-US" altLang="pt-BR" sz="3600" i="1"/>
              <a:t>Se alegra pelas almas que salvou!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9546827D-BDDE-815D-BED2-BFA7E44E09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0" y="304800"/>
            <a:ext cx="9144000" cy="5486400"/>
          </a:xfrm>
        </p:spPr>
        <p:txBody>
          <a:bodyPr/>
          <a:lstStyle/>
          <a:p>
            <a:r>
              <a:rPr lang="en-US" altLang="pt-BR" sz="3600" b="1" i="1"/>
              <a:t>Com amor.., o Pastor...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Eis que chama Sua ovelha, sem cessar;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Possa hoje, </a:t>
            </a:r>
            <a:br>
              <a:rPr lang="en-US" altLang="pt-BR" sz="3600" b="1" i="1"/>
            </a:br>
            <a:r>
              <a:rPr lang="en-US" altLang="pt-BR" sz="3600" b="1" i="1"/>
              <a:t>O pecador</a:t>
            </a:r>
            <a:r>
              <a:rPr lang="en-US" altLang="pt-BR" sz="3600" i="1"/>
              <a:t> </a:t>
            </a:r>
            <a:r>
              <a:rPr lang="en-US" altLang="pt-BR" sz="3600" b="1" i="1"/>
              <a:t>escutar a voz do amor,</a:t>
            </a:r>
            <a:r>
              <a:rPr lang="en-US" altLang="pt-BR" sz="3600" i="1"/>
              <a:t> </a:t>
            </a:r>
            <a:br>
              <a:rPr lang="en-US" altLang="pt-BR" sz="3600" i="1"/>
            </a:br>
            <a:r>
              <a:rPr lang="en-US" altLang="pt-BR" sz="3600" b="1" i="1"/>
              <a:t>De Jesus, que procura p’ra salvar.</a:t>
            </a:r>
            <a:r>
              <a:rPr lang="en-US" altLang="pt-BR" sz="3600"/>
              <a:t>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sign padrão">
  <a:themeElements>
    <a:clrScheme name="Design padrão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sign padrão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>
    <a:extraClrScheme>
      <a:clrScheme name="Design padrão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sign padrão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sign padrão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321</Words>
  <Application>Microsoft Office PowerPoint</Application>
  <PresentationFormat>Apresentação na tela (4:3)</PresentationFormat>
  <Paragraphs>9</Paragraphs>
  <Slides>9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9</vt:i4>
      </vt:variant>
    </vt:vector>
  </HeadingPairs>
  <TitlesOfParts>
    <vt:vector size="11" baseType="lpstr">
      <vt:lpstr>Arial</vt:lpstr>
      <vt:lpstr>Design padrão</vt:lpstr>
      <vt:lpstr>104 JESUS PROCURA A OVELHA </vt:lpstr>
      <vt:lpstr>Eis Jesus a procurara ovelha,  Que a vagar  Desgarrou-se do aprisco do Senhor;  Pelos montes a sofrer,  Faça sol ou a chover,  Cristo busca Sua ovelha, com amor. </vt:lpstr>
      <vt:lpstr>Com amor.., o Pastor...  Eis que chama Sua ovelha, sem cessar;  Possa hoje,  O pecador escutar a voz do amor,  De Jesus, que procura p’ra salvar. </vt:lpstr>
      <vt:lpstr>Com Seus pés o bom Pastor,  Já feridos, que horror,  De descer nos tenebrosos pedregais, E cansado de andar, mais, ainda a clamar:  "Ó ovelhas minhas, onde vós estais?” </vt:lpstr>
      <vt:lpstr>Com amor.., o Pastor...  Eis que chama Sua ovelha, sem cessar;  Possa hoje,  O pecador escutar a voz do amor,  De Jesus, que procura p’ra salvar. </vt:lpstr>
      <vt:lpstr>Se escuta o gemer da ovelha, que prazer  Enche logo o coração do bom Pastor!  E correndo sem parar, 'té a ovelha abraçar, E trazê-la ao Seu ombro com amor. </vt:lpstr>
      <vt:lpstr>Com amor.., o Pastor...  Eis que chama Sua ovelha, sem cessar;  Possa hoje,  O pecador escutar a voz do amor,  De Jesus, que procura p’ra salvar. </vt:lpstr>
      <vt:lpstr>Já em casa, o Pastor,  Oh! Jubila com dulçor,  Pela ovelha desgarrada que achou;  E assim, também Jesus,  Com os anjos lá na luz,  Se alegra pelas almas que salvou! </vt:lpstr>
      <vt:lpstr>Com amor.., o Pastor...  Eis que chama Sua ovelha, sem cessar;  Possa hoje,  O pecador escutar a voz do amor,  De Jesus, que procura p’ra salvar. 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104 JESUS PROCURA A OVELHA </dc:title>
  <dc:creator>Junior</dc:creator>
  <cp:lastModifiedBy>Emerson Souza</cp:lastModifiedBy>
  <cp:revision>1</cp:revision>
  <dcterms:created xsi:type="dcterms:W3CDTF">2005-12-23T13:51:14Z</dcterms:created>
  <dcterms:modified xsi:type="dcterms:W3CDTF">2026-05-02T21:45:21Z</dcterms:modified>
</cp:coreProperties>
</file>