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D2759-D49F-ACA0-CD01-ECDC61E48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2BB9CC-D80C-9E6A-AD5D-3858A0553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870537-28A5-43B7-F288-5543CA0A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BA7E84-71A9-6F78-373E-8BD28B97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379CF9-A444-41A1-14F6-F1863736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BA767-4FE8-49BE-825E-A718F0B34B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54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FDEC4-9C4D-9ACE-5F69-97FE8CFA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28090A-47AC-9BA9-6CB4-AB78273D4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4F7B62-08BB-AB31-D2C4-92D48652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AD4EEC-C8BF-BE8A-21B3-E36A5F8F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06C9DC-D9BA-F8FA-7A3C-7080116E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0981A-A747-4B82-BD7B-93314D30DF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118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15752-650E-B607-A013-F73A80ACE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7720EC-5F35-0DAE-0587-0310BCAF7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CD07ED-28D1-CF63-C91C-F7A9422FB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ACADF-AE68-D41E-390D-CAACC652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18EC0F-F2E9-2A4B-0943-5B1E9AA1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4702A-4CF0-4BBA-AD22-4BB16FE2E8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590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3140B-1F35-577B-BD06-9F332AD3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1853DC-3B56-282C-440E-9985F339D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E9579B-226F-60F1-2FF8-EC232AE50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582423-C32E-3391-2FC5-F5ED2FF9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93101A-D968-7A4F-A0BB-2D088B3B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890170-C5A1-33EB-C1D3-EE0F1A63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1B37A6-3F5D-4A99-BC36-18C37B4E77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07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9DABF-6168-585F-1EAD-FA92494F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866A49-4924-1C3B-7E62-DD2A6BFE3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D879C3-32D9-A9DF-21C2-E1D51CBEC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3EBA8B-2B9C-59DA-828F-96F7F461D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8F7E5F-CC6F-03A0-DB35-B11F60565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E4E0F9-C4AE-95CD-F69A-CE90CC57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9CE99B-7361-D093-280A-170D953D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AD905F-119D-4C9C-FC43-1B05B34B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4D34C-DD78-4E7A-BC8A-BC3A316E1D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477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08149-36C4-2B4B-1184-05139FD06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2ACF75E-8137-7940-9D76-2C20F36F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1F7E3F-A74B-0DBE-3DEB-A5300465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46DDEB-090A-DC6D-F983-E2D38C3B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44F72-3554-4875-A7CE-3454D35C30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314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4316A1-48EF-02DD-B458-A5637E9C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BD474C-1D9C-AA1E-C44E-F2CC9531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A189E2-BC24-278D-C066-C269A8FF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262B7-491C-417B-9915-C8AD9F52FF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50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5C81E-A225-3CE3-A6CA-8FDDDB81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B5C3A5-AAFC-0977-446F-8BAF052E4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C7BDDB-BFA4-939C-DF00-C309A91A3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BA8BB9-908C-75F6-0D3A-E382621F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FD7DD7-80FD-28FE-7DDC-A03C23E5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66F81B-A084-14E5-2044-31C4009C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B37B2-1868-4C38-BC0A-4B8B6CBF5A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0227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8A1E3-C9BF-74A2-CB93-5343F268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F86073-2413-2070-46EA-9C791F466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75FE68-691E-1B02-C986-728343481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540E54-882B-EFA8-FD80-B2FF3368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E44EDE-858B-8070-A27E-66F8026B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D9AECF-0497-5D07-6F17-B69D4599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A4DB1D-D549-4057-AC49-A35A73125F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059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0695F-3AFB-FF8D-8A4C-DFAC3788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F77DE5-EE2A-306C-ADF8-D1BCBEDCD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671E12-E545-D960-F329-C8622C31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325F44-B9F8-F41F-9441-FAB53F87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2A080D-571D-5142-4E09-701446FC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7208B2-BC1A-4388-A493-C3A86553D7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0265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105C6E-12C4-5159-6C4F-8FE237F0E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D8DF48-7ECF-163B-5891-B93AD4E03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E292DE-4B7C-9B1D-1746-A73AEF02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BC736-0D6A-E087-8300-5D2DD955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F890E5-1543-DBD3-4695-7CB2003E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37A0E-8DB7-4226-86CB-C0445CF0F4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641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63274E-DA18-D2DC-85A5-936030795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F6C736-8CA8-5394-3B8E-49B5F3A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E38C38-12C5-7141-A935-B7FF5EB4BB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C72176-58EB-115F-6B75-8A927C3AD9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A2741B-D650-AC0A-0AAA-49487EAB71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4E44DD-566C-4097-B4C1-567EBB3FDF4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7EA9E54-3198-69AD-48F5-5529249C09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534 – Cristo é Real pra Mim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C4B8F0B-C01F-53BB-65CA-3CB2F7840C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D185FC0-CE23-FCAA-494D-1849D14AE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Cristo é real pra mim, </a:t>
            </a:r>
            <a:br>
              <a:rPr lang="en-US" altLang="pt-BR" sz="4000" i="1"/>
            </a:br>
            <a:r>
              <a:rPr lang="en-US" altLang="pt-BR" sz="4000" i="1"/>
              <a:t>Cristo é real pra mim. </a:t>
            </a:r>
            <a:br>
              <a:rPr lang="en-US" altLang="pt-BR" sz="4000" i="1"/>
            </a:br>
            <a:r>
              <a:rPr lang="en-US" altLang="pt-BR" sz="4000" i="1"/>
              <a:t>Ele vive em meu ser;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Sua paz posso ter,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Cristo é real pra mim.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534 – Cristo é Real pra Mim</vt:lpstr>
      <vt:lpstr>Cristo é real pra mim,  Cristo é real pra mim.  Ele vive em meu ser;  Sua paz posso ter,  Pois Cristo é real pra mim.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534 – Cristo é Real pra Mim</dc:title>
  <dc:creator>Junior</dc:creator>
  <cp:lastModifiedBy>Emerson Souza</cp:lastModifiedBy>
  <cp:revision>1</cp:revision>
  <dcterms:created xsi:type="dcterms:W3CDTF">2005-12-26T23:13:46Z</dcterms:created>
  <dcterms:modified xsi:type="dcterms:W3CDTF">2026-05-02T22:21:51Z</dcterms:modified>
</cp:coreProperties>
</file>