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1" r:id="rId7"/>
    <p:sldId id="265" r:id="rId8"/>
    <p:sldId id="263" r:id="rId9"/>
    <p:sldId id="266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2" autoAdjust="0"/>
    <p:restoredTop sz="94673" autoAdjust="0"/>
  </p:normalViewPr>
  <p:slideViewPr>
    <p:cSldViewPr>
      <p:cViewPr varScale="1">
        <p:scale>
          <a:sx n="46" d="100"/>
          <a:sy n="46" d="100"/>
        </p:scale>
        <p:origin x="-108" y="-1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0283F2-6F84-5BA7-1A40-76479CE776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2F7C154-F5A9-273D-88FC-C85587795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066985-13C2-EA1C-E3E5-0A1ED85FE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D3F58F-0A56-0027-22D7-14E5D90B7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0D9EB5-EFD9-5953-976A-4014243DA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135BCC-EA78-444B-93FE-646B4CEE703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9753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661B6E-ACAB-8E1F-7031-14402243F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42BE24-9F3A-876A-2E6A-C3B14DA0B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A098E05-656F-6A36-550F-67E480366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9090EF-92CA-1714-65A4-6A6A99D7B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DC35C8-BB65-B562-3407-9D8CD9653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87199-62C4-40AE-BAAD-EE824FA3BBF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92280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5B5AE7-9181-138B-FFCB-F8ABF31AC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1B49C87-EA7B-A720-DA3B-B887618DD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C111E4-665F-63EC-F72B-184C1ECE4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C194FD-662C-8484-5366-F65A97274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F9088D-8398-6474-637B-915A48274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FE67FE-1FED-4B98-A6FC-46677F2FAE8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46385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C0E7A2-F0BE-EFE9-A413-8164D268D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C771C6-9AFB-EAEA-C02B-0A43FAE9AA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7CD156A-777F-0080-CD03-336F73F197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6E962FD-2A94-4BA0-C493-0B427A124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16F5789-E23E-5B52-CC96-B10242347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725C1B-E154-A7D5-0484-527BF0CFD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7FD139-3987-48CD-B0F1-7A889572FDA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06963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9E2306-7946-1A12-75D3-A66E3ABEF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7794718-65B9-0E37-C63E-57ED6FAEC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CD98608-C7AB-4F51-AD45-D2B68B9B6C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DF93596-8C02-B91A-D5CF-92455E97D5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4844F00-D7B8-E7B4-EB64-8D6F1F0438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620E35E-6298-B246-03A3-B6E57F951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C50097C-105F-7BA0-DDD2-8D34DE1BE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2F1B070-6A70-C0D6-6288-B12EC9E88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128F06-5CE3-4F66-BB00-897836AE1A6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48765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2E89CE-223E-C46C-DE3A-D6587E8C5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FEBE1C6-EE7C-34C1-154E-93FF950C8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8516B9D-3780-F7D6-B834-6B0292F53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3EFB795-1587-169D-29F5-A00855F36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EAC027-A96A-4719-B080-56463B5F9FA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32586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5FB6AEE-87E4-3571-3E0E-42C17D9EB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3F328FF-C0A2-1062-8105-C294B4871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485EDE-261D-AD1C-B228-3F4B0F840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F96131-F0ED-46C9-A4DD-EEA39A97D18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34481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D1CAEE-22BC-3BFA-8012-F383FE522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EDFA5B-7AA6-6CDE-D0AE-811917E0C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8396FE9-3BCA-1632-CA31-8B468F472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21A1823-04B6-A73A-DE16-F340B2AAC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E641B42-F912-5865-C3A0-DC9294755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A2A098C-DD62-2CB2-8DAB-2467A9238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0C003E-5B45-4806-9B0F-4F7B3BA0BA0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45216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B3DD38-042F-3C32-75F3-BA2D56B3A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4B9D69F-8D68-E4F2-AD9A-FC3C8A1526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C8A6904-1569-09E6-2DDF-88D527874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AC1BFFF-CABE-D5AE-41F1-2E25B0B63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883EDE-8D21-2F86-EFE9-AABD6FF01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2CAF926-2155-DCB6-EBB4-4370882B4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155063-F65D-4694-BB6E-13958B7CF41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62797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E08F5F-F7DB-4DE3-8C92-37D3E7B70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330FE71-4293-C8D3-1E02-9862A8D722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021E47-20EB-9EA8-3B26-B2BCBC833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42F711-9B79-E72C-6EC2-7FFF4B2FA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89F843-514D-3016-43B2-1FD212901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A9F84C-15E9-4EBE-A67F-622ABB1EF0C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55140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EC64998-0BF4-A57D-FA09-AFFF45B4EF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BDFF94E-4A9F-DC86-5CA5-1D907128E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0FD53D-6F96-043B-5A85-4C3B8E2E7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144967-98FF-E376-C1EE-26756C202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0110E0-43EF-16C7-ADD0-254D31321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321E1D-DD12-400A-AB52-552DC3A5E39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0330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192DF1C-9F37-2380-CFA6-EB7FDB7259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11470F6-D47C-DB07-952A-67175844D3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5619B7A-61C8-9A49-C06F-C48962D06C5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775039E-0E87-E7C4-CAA2-C69C631C837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F78D6A5-C0A2-4D0F-908F-2A776D90A2D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4876D45-5B9E-4C6B-A3EC-32DF25F9D28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BA624F4-07A6-29AB-AE26-F43EEDEA827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>
                <a:solidFill>
                  <a:srgbClr val="FFE5FF"/>
                </a:solidFill>
                <a:latin typeface="Castellar" panose="020A0402060406010301" pitchFamily="18" charset="0"/>
              </a:rPr>
              <a:t>15</a:t>
            </a:r>
            <a:br>
              <a:rPr lang="pt-BR" altLang="pt-BR" sz="4400">
                <a:solidFill>
                  <a:srgbClr val="FFE5FF"/>
                </a:solidFill>
                <a:latin typeface="Castellar" panose="020A0402060406010301" pitchFamily="18" charset="0"/>
              </a:rPr>
            </a:br>
            <a:r>
              <a:rPr lang="pt-BR" altLang="pt-BR" sz="4400">
                <a:solidFill>
                  <a:srgbClr val="FFE5FF"/>
                </a:solidFill>
                <a:latin typeface="Castellar" panose="020A0402060406010301" pitchFamily="18" charset="0"/>
              </a:rPr>
              <a:t>Conversão</a:t>
            </a:r>
            <a:endParaRPr lang="en-US" altLang="pt-BR" sz="4400">
              <a:solidFill>
                <a:srgbClr val="FFE5FF"/>
              </a:solidFill>
              <a:latin typeface="Castellar" panose="020A0402060406010301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A557A585-A58D-53FB-0CBC-5EBE18BB90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534400" cy="3962400"/>
          </a:xfrm>
        </p:spPr>
        <p:txBody>
          <a:bodyPr/>
          <a:lstStyle/>
          <a:p>
            <a:pPr algn="l"/>
            <a:r>
              <a:rPr lang="pt-BR" altLang="pt-BR" sz="4000">
                <a:solidFill>
                  <a:srgbClr val="FFE5FF"/>
                </a:solidFill>
              </a:rPr>
              <a:t>Oh! Quão cego andei </a:t>
            </a:r>
            <a:br>
              <a:rPr lang="pt-BR" altLang="pt-BR" sz="4000">
                <a:solidFill>
                  <a:srgbClr val="FFE5FF"/>
                </a:solidFill>
              </a:rPr>
            </a:br>
            <a:r>
              <a:rPr lang="pt-BR" altLang="pt-BR" sz="4000">
                <a:solidFill>
                  <a:srgbClr val="FFE5FF"/>
                </a:solidFill>
              </a:rPr>
              <a:t>E perdido vaguei,</a:t>
            </a:r>
            <a:br>
              <a:rPr lang="pt-BR" altLang="pt-BR" sz="4000">
                <a:solidFill>
                  <a:srgbClr val="FFE5FF"/>
                </a:solidFill>
              </a:rPr>
            </a:br>
            <a:r>
              <a:rPr lang="pt-BR" altLang="pt-BR" sz="4000">
                <a:solidFill>
                  <a:srgbClr val="FFE5FF"/>
                </a:solidFill>
              </a:rPr>
              <a:t>Longe, longe do meu Salvador!</a:t>
            </a:r>
            <a:br>
              <a:rPr lang="pt-BR" altLang="pt-BR" sz="4000">
                <a:solidFill>
                  <a:srgbClr val="FFE5FF"/>
                </a:solidFill>
              </a:rPr>
            </a:br>
            <a:r>
              <a:rPr lang="pt-BR" altLang="pt-BR" sz="4000">
                <a:solidFill>
                  <a:srgbClr val="FFE5FF"/>
                </a:solidFill>
              </a:rPr>
              <a:t>Mas do céu Ele desceu,</a:t>
            </a:r>
            <a:br>
              <a:rPr lang="pt-BR" altLang="pt-BR" sz="4000">
                <a:solidFill>
                  <a:srgbClr val="FFE5FF"/>
                </a:solidFill>
              </a:rPr>
            </a:br>
            <a:r>
              <a:rPr lang="pt-BR" altLang="pt-BR" sz="4000">
                <a:solidFill>
                  <a:srgbClr val="FFE5FF"/>
                </a:solidFill>
              </a:rPr>
              <a:t>E Seu sangue verteu</a:t>
            </a:r>
            <a:br>
              <a:rPr lang="pt-BR" altLang="pt-BR" sz="4000">
                <a:solidFill>
                  <a:srgbClr val="FFE5FF"/>
                </a:solidFill>
              </a:rPr>
            </a:br>
            <a:r>
              <a:rPr lang="pt-BR" altLang="pt-BR" sz="4000">
                <a:solidFill>
                  <a:srgbClr val="FFE5FF"/>
                </a:solidFill>
              </a:rPr>
              <a:t>Pra salvar um tão pobre pecador.</a:t>
            </a:r>
            <a:endParaRPr lang="en-US" altLang="pt-BR" sz="4000">
              <a:solidFill>
                <a:srgbClr val="FFE5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CEEDA34B-8A4F-6868-6BC1-EFDE8001A0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839200" cy="4495800"/>
          </a:xfrm>
        </p:spPr>
        <p:txBody>
          <a:bodyPr/>
          <a:lstStyle/>
          <a:p>
            <a:pPr algn="l"/>
            <a:r>
              <a:rPr lang="pt-BR" altLang="pt-BR">
                <a:solidFill>
                  <a:srgbClr val="FFE5FF"/>
                </a:solidFill>
              </a:rPr>
              <a:t>Foi na cruz, foi na cruz</a:t>
            </a:r>
            <a:br>
              <a:rPr lang="pt-BR" altLang="pt-BR">
                <a:solidFill>
                  <a:srgbClr val="FFE5FF"/>
                </a:solidFill>
              </a:rPr>
            </a:br>
            <a:r>
              <a:rPr lang="pt-BR" altLang="pt-BR">
                <a:solidFill>
                  <a:srgbClr val="FFE5FF"/>
                </a:solidFill>
              </a:rPr>
              <a:t>Onde um dia eu vi</a:t>
            </a:r>
            <a:br>
              <a:rPr lang="pt-BR" altLang="pt-BR">
                <a:solidFill>
                  <a:srgbClr val="FFE5FF"/>
                </a:solidFill>
              </a:rPr>
            </a:br>
            <a:r>
              <a:rPr lang="pt-BR" altLang="pt-BR">
                <a:solidFill>
                  <a:srgbClr val="FFE5FF"/>
                </a:solidFill>
              </a:rPr>
              <a:t>Meu pecado castigado em Jesus;</a:t>
            </a:r>
            <a:br>
              <a:rPr lang="pt-BR" altLang="pt-BR">
                <a:solidFill>
                  <a:srgbClr val="FFE5FF"/>
                </a:solidFill>
              </a:rPr>
            </a:br>
            <a:r>
              <a:rPr lang="pt-BR" altLang="pt-BR">
                <a:solidFill>
                  <a:srgbClr val="FFE5FF"/>
                </a:solidFill>
              </a:rPr>
              <a:t>Foi ali, pela fé, que os olhos abri,</a:t>
            </a:r>
            <a:br>
              <a:rPr lang="pt-BR" altLang="pt-BR">
                <a:solidFill>
                  <a:srgbClr val="FFE5FF"/>
                </a:solidFill>
              </a:rPr>
            </a:br>
            <a:r>
              <a:rPr lang="pt-BR" altLang="pt-BR">
                <a:solidFill>
                  <a:srgbClr val="FFE5FF"/>
                </a:solidFill>
              </a:rPr>
              <a:t>E agora me alegre em Sua luz.</a:t>
            </a:r>
            <a:endParaRPr lang="en-US" altLang="pt-BR">
              <a:solidFill>
                <a:srgbClr val="FFE5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E93D0067-6278-BA2E-7226-F7898CEF06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334000"/>
          </a:xfrm>
        </p:spPr>
        <p:txBody>
          <a:bodyPr/>
          <a:lstStyle/>
          <a:p>
            <a:pPr algn="l"/>
            <a:r>
              <a:rPr lang="pt-BR" altLang="pt-BR">
                <a:solidFill>
                  <a:srgbClr val="FFE5FF"/>
                </a:solidFill>
              </a:rPr>
              <a:t>Eu ouvia falar dessa graça sem par</a:t>
            </a:r>
            <a:br>
              <a:rPr lang="pt-BR" altLang="pt-BR">
                <a:solidFill>
                  <a:srgbClr val="FFE5FF"/>
                </a:solidFill>
              </a:rPr>
            </a:br>
            <a:r>
              <a:rPr lang="pt-BR" altLang="pt-BR">
                <a:solidFill>
                  <a:srgbClr val="FFE5FF"/>
                </a:solidFill>
              </a:rPr>
              <a:t>Que do céu trouxe nosso Jesus;</a:t>
            </a:r>
            <a:br>
              <a:rPr lang="pt-BR" altLang="pt-BR">
                <a:solidFill>
                  <a:srgbClr val="FFE5FF"/>
                </a:solidFill>
              </a:rPr>
            </a:br>
            <a:r>
              <a:rPr lang="pt-BR" altLang="pt-BR">
                <a:solidFill>
                  <a:srgbClr val="FFE5FF"/>
                </a:solidFill>
              </a:rPr>
              <a:t>Mas eu surdo me fiz, </a:t>
            </a:r>
            <a:br>
              <a:rPr lang="pt-BR" altLang="pt-BR">
                <a:solidFill>
                  <a:srgbClr val="FFE5FF"/>
                </a:solidFill>
              </a:rPr>
            </a:br>
            <a:r>
              <a:rPr lang="pt-BR" altLang="pt-BR">
                <a:solidFill>
                  <a:srgbClr val="FFE5FF"/>
                </a:solidFill>
              </a:rPr>
              <a:t>Converter-me não quis</a:t>
            </a:r>
            <a:br>
              <a:rPr lang="pt-BR" altLang="pt-BR">
                <a:solidFill>
                  <a:srgbClr val="FFE5FF"/>
                </a:solidFill>
              </a:rPr>
            </a:br>
            <a:r>
              <a:rPr lang="pt-BR" altLang="pt-BR">
                <a:solidFill>
                  <a:srgbClr val="FFE5FF"/>
                </a:solidFill>
              </a:rPr>
              <a:t>Ao Senhor que por mim </a:t>
            </a:r>
            <a:br>
              <a:rPr lang="pt-BR" altLang="pt-BR">
                <a:solidFill>
                  <a:srgbClr val="FFE5FF"/>
                </a:solidFill>
              </a:rPr>
            </a:br>
            <a:r>
              <a:rPr lang="pt-BR" altLang="pt-BR">
                <a:solidFill>
                  <a:srgbClr val="FFE5FF"/>
                </a:solidFill>
              </a:rPr>
              <a:t>Morreu na cruz.</a:t>
            </a:r>
            <a:endParaRPr lang="en-US" altLang="pt-BR">
              <a:solidFill>
                <a:srgbClr val="FFE5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D600D740-E688-244D-2AD4-4881AE213F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839200" cy="4495800"/>
          </a:xfrm>
        </p:spPr>
        <p:txBody>
          <a:bodyPr/>
          <a:lstStyle/>
          <a:p>
            <a:pPr algn="l"/>
            <a:r>
              <a:rPr lang="pt-BR" altLang="pt-BR">
                <a:solidFill>
                  <a:srgbClr val="FFE5FF"/>
                </a:solidFill>
              </a:rPr>
              <a:t>Foi na cruz, foi na cruz</a:t>
            </a:r>
            <a:br>
              <a:rPr lang="pt-BR" altLang="pt-BR">
                <a:solidFill>
                  <a:srgbClr val="FFE5FF"/>
                </a:solidFill>
              </a:rPr>
            </a:br>
            <a:r>
              <a:rPr lang="pt-BR" altLang="pt-BR">
                <a:solidFill>
                  <a:srgbClr val="FFE5FF"/>
                </a:solidFill>
              </a:rPr>
              <a:t>Onde um dia eu vi</a:t>
            </a:r>
            <a:br>
              <a:rPr lang="pt-BR" altLang="pt-BR">
                <a:solidFill>
                  <a:srgbClr val="FFE5FF"/>
                </a:solidFill>
              </a:rPr>
            </a:br>
            <a:r>
              <a:rPr lang="pt-BR" altLang="pt-BR">
                <a:solidFill>
                  <a:srgbClr val="FFE5FF"/>
                </a:solidFill>
              </a:rPr>
              <a:t>Meu pecado castigado em Jesus;</a:t>
            </a:r>
            <a:br>
              <a:rPr lang="pt-BR" altLang="pt-BR">
                <a:solidFill>
                  <a:srgbClr val="FFE5FF"/>
                </a:solidFill>
              </a:rPr>
            </a:br>
            <a:r>
              <a:rPr lang="pt-BR" altLang="pt-BR">
                <a:solidFill>
                  <a:srgbClr val="FFE5FF"/>
                </a:solidFill>
              </a:rPr>
              <a:t>Foi ali, pela fé, que os olhos abri,</a:t>
            </a:r>
            <a:br>
              <a:rPr lang="pt-BR" altLang="pt-BR">
                <a:solidFill>
                  <a:srgbClr val="FFE5FF"/>
                </a:solidFill>
              </a:rPr>
            </a:br>
            <a:r>
              <a:rPr lang="pt-BR" altLang="pt-BR">
                <a:solidFill>
                  <a:srgbClr val="FFE5FF"/>
                </a:solidFill>
              </a:rPr>
              <a:t>E agora me alegre em Sua luz.</a:t>
            </a:r>
            <a:endParaRPr lang="en-US" altLang="pt-BR">
              <a:solidFill>
                <a:srgbClr val="FFE5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19E80A75-DB38-EE53-8D94-39FD211540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839200" cy="4038600"/>
          </a:xfrm>
        </p:spPr>
        <p:txBody>
          <a:bodyPr/>
          <a:lstStyle/>
          <a:p>
            <a:pPr algn="l"/>
            <a:r>
              <a:rPr lang="pt-BR" altLang="pt-BR">
                <a:solidFill>
                  <a:srgbClr val="FFE5FF"/>
                </a:solidFill>
              </a:rPr>
              <a:t>Mas um dia senti meu pecado e vi</a:t>
            </a:r>
            <a:br>
              <a:rPr lang="pt-BR" altLang="pt-BR">
                <a:solidFill>
                  <a:srgbClr val="FFE5FF"/>
                </a:solidFill>
              </a:rPr>
            </a:br>
            <a:r>
              <a:rPr lang="pt-BR" altLang="pt-BR">
                <a:solidFill>
                  <a:srgbClr val="FFE5FF"/>
                </a:solidFill>
              </a:rPr>
              <a:t>Sobre mim a espada da lei;</a:t>
            </a:r>
            <a:br>
              <a:rPr lang="pt-BR" altLang="pt-BR">
                <a:solidFill>
                  <a:srgbClr val="FFE5FF"/>
                </a:solidFill>
              </a:rPr>
            </a:br>
            <a:r>
              <a:rPr lang="pt-BR" altLang="pt-BR">
                <a:solidFill>
                  <a:srgbClr val="FFE5FF"/>
                </a:solidFill>
              </a:rPr>
              <a:t>Apressado fugi, </a:t>
            </a:r>
            <a:br>
              <a:rPr lang="pt-BR" altLang="pt-BR">
                <a:solidFill>
                  <a:srgbClr val="FFE5FF"/>
                </a:solidFill>
              </a:rPr>
            </a:br>
            <a:r>
              <a:rPr lang="pt-BR" altLang="pt-BR">
                <a:solidFill>
                  <a:srgbClr val="FFE5FF"/>
                </a:solidFill>
              </a:rPr>
              <a:t>Em Jesus me escondi</a:t>
            </a:r>
            <a:br>
              <a:rPr lang="pt-BR" altLang="pt-BR">
                <a:solidFill>
                  <a:srgbClr val="FFE5FF"/>
                </a:solidFill>
              </a:rPr>
            </a:br>
            <a:r>
              <a:rPr lang="pt-BR" altLang="pt-BR">
                <a:solidFill>
                  <a:srgbClr val="FFE5FF"/>
                </a:solidFill>
              </a:rPr>
              <a:t>E abrigo seguro Nele achei.</a:t>
            </a:r>
            <a:endParaRPr lang="en-US" altLang="pt-BR">
              <a:solidFill>
                <a:srgbClr val="FFE5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B1048B4B-1C69-39E1-715D-939B1A4CB1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839200" cy="4495800"/>
          </a:xfrm>
        </p:spPr>
        <p:txBody>
          <a:bodyPr/>
          <a:lstStyle/>
          <a:p>
            <a:pPr algn="l"/>
            <a:r>
              <a:rPr lang="pt-BR" altLang="pt-BR">
                <a:solidFill>
                  <a:srgbClr val="FFE5FF"/>
                </a:solidFill>
              </a:rPr>
              <a:t>Foi na cruz, foi na cruz</a:t>
            </a:r>
            <a:br>
              <a:rPr lang="pt-BR" altLang="pt-BR">
                <a:solidFill>
                  <a:srgbClr val="FFE5FF"/>
                </a:solidFill>
              </a:rPr>
            </a:br>
            <a:r>
              <a:rPr lang="pt-BR" altLang="pt-BR">
                <a:solidFill>
                  <a:srgbClr val="FFE5FF"/>
                </a:solidFill>
              </a:rPr>
              <a:t>Onde um dia eu vi</a:t>
            </a:r>
            <a:br>
              <a:rPr lang="pt-BR" altLang="pt-BR">
                <a:solidFill>
                  <a:srgbClr val="FFE5FF"/>
                </a:solidFill>
              </a:rPr>
            </a:br>
            <a:r>
              <a:rPr lang="pt-BR" altLang="pt-BR">
                <a:solidFill>
                  <a:srgbClr val="FFE5FF"/>
                </a:solidFill>
              </a:rPr>
              <a:t>Meu pecado castigado em Jesus;</a:t>
            </a:r>
            <a:br>
              <a:rPr lang="pt-BR" altLang="pt-BR">
                <a:solidFill>
                  <a:srgbClr val="FFE5FF"/>
                </a:solidFill>
              </a:rPr>
            </a:br>
            <a:r>
              <a:rPr lang="pt-BR" altLang="pt-BR">
                <a:solidFill>
                  <a:srgbClr val="FFE5FF"/>
                </a:solidFill>
              </a:rPr>
              <a:t>Foi ali, pela fé, que os olhos abri,</a:t>
            </a:r>
            <a:br>
              <a:rPr lang="pt-BR" altLang="pt-BR">
                <a:solidFill>
                  <a:srgbClr val="FFE5FF"/>
                </a:solidFill>
              </a:rPr>
            </a:br>
            <a:r>
              <a:rPr lang="pt-BR" altLang="pt-BR">
                <a:solidFill>
                  <a:srgbClr val="FFE5FF"/>
                </a:solidFill>
              </a:rPr>
              <a:t>E agora me alegre em Sua luz.</a:t>
            </a:r>
            <a:endParaRPr lang="en-US" altLang="pt-BR">
              <a:solidFill>
                <a:srgbClr val="FFE5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BD2558ED-0072-04CB-5040-DBC54FF46A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839200" cy="4495800"/>
          </a:xfrm>
        </p:spPr>
        <p:txBody>
          <a:bodyPr/>
          <a:lstStyle/>
          <a:p>
            <a:pPr algn="l"/>
            <a:r>
              <a:rPr lang="pt-BR" altLang="pt-BR">
                <a:solidFill>
                  <a:srgbClr val="FFE5FF"/>
                </a:solidFill>
              </a:rPr>
              <a:t>Quão ditoso então, </a:t>
            </a:r>
            <a:br>
              <a:rPr lang="pt-BR" altLang="pt-BR">
                <a:solidFill>
                  <a:srgbClr val="FFE5FF"/>
                </a:solidFill>
              </a:rPr>
            </a:br>
            <a:r>
              <a:rPr lang="pt-BR" altLang="pt-BR">
                <a:solidFill>
                  <a:srgbClr val="FFE5FF"/>
                </a:solidFill>
              </a:rPr>
              <a:t>Este meu coração,</a:t>
            </a:r>
            <a:br>
              <a:rPr lang="pt-BR" altLang="pt-BR">
                <a:solidFill>
                  <a:srgbClr val="FFE5FF"/>
                </a:solidFill>
              </a:rPr>
            </a:br>
            <a:r>
              <a:rPr lang="pt-BR" altLang="pt-BR">
                <a:solidFill>
                  <a:srgbClr val="FFE5FF"/>
                </a:solidFill>
              </a:rPr>
              <a:t>Conhecendo o excelso amor</a:t>
            </a:r>
            <a:br>
              <a:rPr lang="pt-BR" altLang="pt-BR">
                <a:solidFill>
                  <a:srgbClr val="FFE5FF"/>
                </a:solidFill>
              </a:rPr>
            </a:br>
            <a:r>
              <a:rPr lang="pt-BR" altLang="pt-BR">
                <a:solidFill>
                  <a:srgbClr val="FFE5FF"/>
                </a:solidFill>
              </a:rPr>
              <a:t>Que levou meu Jesus</a:t>
            </a:r>
            <a:br>
              <a:rPr lang="pt-BR" altLang="pt-BR">
                <a:solidFill>
                  <a:srgbClr val="FFE5FF"/>
                </a:solidFill>
              </a:rPr>
            </a:br>
            <a:r>
              <a:rPr lang="pt-BR" altLang="pt-BR">
                <a:solidFill>
                  <a:srgbClr val="FFE5FF"/>
                </a:solidFill>
              </a:rPr>
              <a:t>A sofrer lá na cruz;</a:t>
            </a:r>
            <a:br>
              <a:rPr lang="pt-BR" altLang="pt-BR">
                <a:solidFill>
                  <a:srgbClr val="FFE5FF"/>
                </a:solidFill>
              </a:rPr>
            </a:br>
            <a:r>
              <a:rPr lang="pt-BR" altLang="pt-BR">
                <a:solidFill>
                  <a:srgbClr val="FFE5FF"/>
                </a:solidFill>
              </a:rPr>
              <a:t>Pra salvar o tão pobre pecador.</a:t>
            </a:r>
            <a:endParaRPr lang="en-US" altLang="pt-BR">
              <a:solidFill>
                <a:srgbClr val="FFE5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8A55A078-530B-82CB-5D51-762E60E8C3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839200" cy="4495800"/>
          </a:xfrm>
        </p:spPr>
        <p:txBody>
          <a:bodyPr/>
          <a:lstStyle/>
          <a:p>
            <a:pPr algn="l"/>
            <a:r>
              <a:rPr lang="pt-BR" altLang="pt-BR">
                <a:solidFill>
                  <a:srgbClr val="FFE5FF"/>
                </a:solidFill>
              </a:rPr>
              <a:t>Foi na cruz, foi na cruz</a:t>
            </a:r>
            <a:br>
              <a:rPr lang="pt-BR" altLang="pt-BR">
                <a:solidFill>
                  <a:srgbClr val="FFE5FF"/>
                </a:solidFill>
              </a:rPr>
            </a:br>
            <a:r>
              <a:rPr lang="pt-BR" altLang="pt-BR">
                <a:solidFill>
                  <a:srgbClr val="FFE5FF"/>
                </a:solidFill>
              </a:rPr>
              <a:t>Onde um dia eu vi</a:t>
            </a:r>
            <a:br>
              <a:rPr lang="pt-BR" altLang="pt-BR">
                <a:solidFill>
                  <a:srgbClr val="FFE5FF"/>
                </a:solidFill>
              </a:rPr>
            </a:br>
            <a:r>
              <a:rPr lang="pt-BR" altLang="pt-BR">
                <a:solidFill>
                  <a:srgbClr val="FFE5FF"/>
                </a:solidFill>
              </a:rPr>
              <a:t>Meu pecado castigado em Jesus;</a:t>
            </a:r>
            <a:br>
              <a:rPr lang="pt-BR" altLang="pt-BR">
                <a:solidFill>
                  <a:srgbClr val="FFE5FF"/>
                </a:solidFill>
              </a:rPr>
            </a:br>
            <a:r>
              <a:rPr lang="pt-BR" altLang="pt-BR">
                <a:solidFill>
                  <a:srgbClr val="FFE5FF"/>
                </a:solidFill>
              </a:rPr>
              <a:t>Foi ali, pela fé, que os olhos abri,</a:t>
            </a:r>
            <a:br>
              <a:rPr lang="pt-BR" altLang="pt-BR">
                <a:solidFill>
                  <a:srgbClr val="FFE5FF"/>
                </a:solidFill>
              </a:rPr>
            </a:br>
            <a:r>
              <a:rPr lang="pt-BR" altLang="pt-BR">
                <a:solidFill>
                  <a:srgbClr val="FFE5FF"/>
                </a:solidFill>
              </a:rPr>
              <a:t>E agora me alegre em Sua luz.</a:t>
            </a:r>
            <a:endParaRPr lang="en-US" altLang="pt-BR">
              <a:solidFill>
                <a:srgbClr val="FFE5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308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Castellar</vt:lpstr>
      <vt:lpstr>Design padrão</vt:lpstr>
      <vt:lpstr>15 Conversão</vt:lpstr>
      <vt:lpstr>Oh! Quão cego andei  E perdido vaguei, Longe, longe do meu Salvador! Mas do céu Ele desceu, E Seu sangue verteu Pra salvar um tão pobre pecador.</vt:lpstr>
      <vt:lpstr>Foi na cruz, foi na cruz Onde um dia eu vi Meu pecado castigado em Jesus; Foi ali, pela fé, que os olhos abri, E agora me alegre em Sua luz.</vt:lpstr>
      <vt:lpstr>Eu ouvia falar dessa graça sem par Que do céu trouxe nosso Jesus; Mas eu surdo me fiz,  Converter-me não quis Ao Senhor que por mim  Morreu na cruz.</vt:lpstr>
      <vt:lpstr>Foi na cruz, foi na cruz Onde um dia eu vi Meu pecado castigado em Jesus; Foi ali, pela fé, que os olhos abri, E agora me alegre em Sua luz.</vt:lpstr>
      <vt:lpstr>Mas um dia senti meu pecado e vi Sobre mim a espada da lei; Apressado fugi,  Em Jesus me escondi E abrigo seguro Nele achei.</vt:lpstr>
      <vt:lpstr>Foi na cruz, foi na cruz Onde um dia eu vi Meu pecado castigado em Jesus; Foi ali, pela fé, que os olhos abri, E agora me alegre em Sua luz.</vt:lpstr>
      <vt:lpstr>Quão ditoso então,  Este meu coração, Conhecendo o excelso amor Que levou meu Jesus A sofrer lá na cruz; Pra salvar o tão pobre pecador.</vt:lpstr>
      <vt:lpstr>Foi na cruz, foi na cruz Onde um dia eu vi Meu pecado castigado em Jesus; Foi ali, pela fé, que os olhos abri, E agora me alegre em Sua luz.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15 Conversão</dc:title>
  <dc:creator>Junior</dc:creator>
  <cp:lastModifiedBy>Emerson Souza</cp:lastModifiedBy>
  <cp:revision>4</cp:revision>
  <dcterms:created xsi:type="dcterms:W3CDTF">2005-10-14T21:56:40Z</dcterms:created>
  <dcterms:modified xsi:type="dcterms:W3CDTF">2026-05-02T21:38:18Z</dcterms:modified>
</cp:coreProperties>
</file>