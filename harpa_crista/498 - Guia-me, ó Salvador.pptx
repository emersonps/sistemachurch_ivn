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114" y="-2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16E60F-CCA9-997E-6251-4BF6069689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F3A6A0D-7665-87C9-E407-6AABDE3EC3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4E4D383-DBA3-9FA4-9030-BD48348E8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6A588C4-7923-5EF8-98AE-A2A67FCA4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8AC833C-7F7D-0266-8D6F-7499AA2C1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A5FF9E-39D2-43B0-B76A-40F6A15E0F9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16697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A51302-48E7-0CD3-A101-1D98B3B43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54083DF-9E88-A80A-B01A-EA77F41C16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DA9F45D-E0B5-BF42-C189-0D0228222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DA88594-4C98-1014-20F1-28E2FCFD2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A216CE0-C6D4-6F19-5D05-82E727511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9DFA261-6808-4DD1-A305-D3D32BB497D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167387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BAC242-7DD5-534D-C0E2-C07A202DA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B63FEAC-D909-3989-7A6D-76F5AAD197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AF76EB3-5EC3-E38F-B922-506E20FDF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5301DE2-CE2A-19DC-07C4-4DD7D9638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A6C9F3E-1AAA-FF00-C7F9-C45CE2CF6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8DD243C-2B1E-425B-856E-9864054E353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6191280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CD6093-4BA1-3244-9668-5476D70D56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4F2D372-419E-C8E3-BD50-74B3FF47EE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55367DD-A428-224D-45EF-4D8D55F054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5923FE7-2BFF-B2BE-AA15-615706CA9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9023C67-81E5-7FCA-6931-006AB77C8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D95C55B-8150-057E-EA5A-7C5ED1813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8349D2B-9614-40DE-98A4-362CB383462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077524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ADC967-3422-F8E5-BE7E-EBEAE8054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5879E9F-9663-6A5B-7753-23829B2941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8472147-630D-0819-8B07-C55EBDAD92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D8C023C-7DE8-1ADD-64C6-6D9876DAF3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FA6ADE1-9516-3AC6-02EC-E626A915D9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E9007E2-0225-F47E-19AD-F1C1E7D81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95DF416-B059-0F56-7B35-20D332F8D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AE19F8E6-A4A8-20F2-066E-62B00B9C3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363328-37DC-47D8-9FB9-E4050DAF0B1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46595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82EE13-AF63-4CEA-74F6-4F64F5F12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0FCCC34-B478-86CC-382F-BFD5FC524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B542C41-C198-5F2B-3470-BD2D73671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5024A00-F3D0-A83A-66E3-57A4640C7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5DC0D53-7F29-477B-B164-B10F5FC0189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627928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F0CF5D2-DB66-13D2-DCB2-924BAE151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20276A92-76D0-F14D-0F86-B2C944A2E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5950944-8D1B-4176-6C74-00953594DA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C476229-0596-4D4A-9517-DC2108A140C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624385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D1F225-04B0-5A0A-598D-7E2B6B0F7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4E3DD92-7327-B8E5-ABDF-E6018DEAAE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29CFE8C-3BD8-0847-B823-088AB28FAE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2DA8FC0-2BD4-5CAA-C812-34ADBBBC8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14A036E-4804-0622-EC5B-CE5E4827C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86E5F68-8F52-37E3-1B09-5D5308DD8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0FD832A-680C-49B9-9369-541DEDD166A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10435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E310B9-79E6-5599-90B2-35AA5AE00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7758CA81-E723-8568-F1F6-16330CC950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ABCC4E2-27D8-534D-9E6B-A2273AC3C8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5F5CA6C-BC83-E78F-E585-DA3068338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A3E1EC6-82AE-9CB8-2AB2-09CDEEBBA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D5D0F18-4E91-CBA4-6438-27B09741C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6A67B5D-C789-4014-8944-E59EB1FC2D7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9895662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BCE389-0B82-3B26-400A-962D99923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96649BC-095F-D3FA-29C1-4087DE3CF8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C088F2F-69CC-9B74-EC07-F1A42D2F3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E491305-1CDD-63AB-821A-88A680C81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00B02B6-63D2-1BAD-31A7-59FC51208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91AA8A2-9CE9-4B15-B3C8-41C7F0ECB13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6528400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FD9CEF1-ED93-1919-D2BA-F0340594E2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7A6A230-DD0E-B614-D65E-1915E54E0B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8D37FA-60E1-A401-E7AF-72A3874DB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57B5120-5729-82C4-E9DC-0238D7CC9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6DBDB1B-40F5-DBB6-3E48-D472C3DB0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3E2DB78-EEE5-4F92-BA9A-CEAB1E616A4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7891801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F78BE78C-7B06-2071-03EC-2522102D02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33205EF-FA8B-E949-B466-B553633732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E168746F-6935-E8C2-5D00-E1BFA0DAC0F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AF178837-544B-23BB-1AFC-10821D646FFD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2B674829-0D98-C2EB-BA7B-FDA70D98430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32B3AB3C-018F-4111-AD07-0E5688E504DB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A5E926DB-163C-4B07-A1A6-E1249391735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pt-BR" altLang="pt-BR" sz="4400" b="1"/>
              <a:t>498</a:t>
            </a:r>
            <a:br>
              <a:rPr lang="pt-BR" altLang="pt-BR" sz="4400" b="1"/>
            </a:br>
            <a:r>
              <a:rPr lang="pt-BR" altLang="pt-BR" sz="4400" b="1"/>
              <a:t>GUIA-ME, ó SALVADOR</a:t>
            </a:r>
            <a:endParaRPr lang="en-US" altLang="pt-BR" sz="44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D0CE6744-D59C-87BC-FC87-CF276D522A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23012"/>
          </a:xfrm>
        </p:spPr>
        <p:txBody>
          <a:bodyPr/>
          <a:lstStyle/>
          <a:p>
            <a:r>
              <a:rPr lang="pt-BR" altLang="pt-BR"/>
              <a:t>Guia-me, ó Salvador, pela senda divinal,</a:t>
            </a:r>
            <a:br>
              <a:rPr lang="pt-BR" altLang="pt-BR"/>
            </a:br>
            <a:r>
              <a:rPr lang="pt-BR" altLang="pt-BR"/>
              <a:t>Ao Teu fado, sem temor, tenho gozo perenal!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FB0DAB60-6F05-954F-56CC-9237CAD3CE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23012"/>
          </a:xfrm>
        </p:spPr>
        <p:txBody>
          <a:bodyPr/>
          <a:lstStyle/>
          <a:p>
            <a:r>
              <a:rPr lang="pt-BR" altLang="pt-BR" b="1" i="1"/>
              <a:t>Cristo! Cristo! Não me deixes, ó Senhor! </a:t>
            </a:r>
            <a:br>
              <a:rPr lang="pt-BR" altLang="pt-BR" b="1" i="1"/>
            </a:br>
            <a:r>
              <a:rPr lang="pt-BR" altLang="pt-BR" b="1" i="1"/>
              <a:t>Guia-me por Teu amor, e serei um vencedor</a:t>
            </a:r>
            <a:endParaRPr lang="en-US" altLang="pt-BR" b="1" i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D7842E5D-8513-0C44-6122-A33E94BE59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249987"/>
          </a:xfrm>
        </p:spPr>
        <p:txBody>
          <a:bodyPr/>
          <a:lstStyle/>
          <a:p>
            <a:r>
              <a:rPr lang="pt-BR" altLang="pt-BR"/>
              <a:t>Não me deixes, á Senhor, </a:t>
            </a:r>
            <a:br>
              <a:rPr lang="pt-BR" altLang="pt-BR"/>
            </a:br>
            <a:r>
              <a:rPr lang="pt-BR" altLang="pt-BR"/>
              <a:t>neste horrendo e forte mar; </a:t>
            </a:r>
            <a:br>
              <a:rPr lang="pt-BR" altLang="pt-BR"/>
            </a:br>
            <a:r>
              <a:rPr lang="pt-BR" altLang="pt-BR"/>
              <a:t>Leva-me por Teu amor </a:t>
            </a:r>
            <a:br>
              <a:rPr lang="pt-BR" altLang="pt-BR"/>
            </a:br>
            <a:r>
              <a:rPr lang="pt-BR" altLang="pt-BR"/>
              <a:t>para o meu eterno lar.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FA09037F-A08B-A7BB-6CF9-B079BD69EC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23012"/>
          </a:xfrm>
        </p:spPr>
        <p:txBody>
          <a:bodyPr/>
          <a:lstStyle/>
          <a:p>
            <a:r>
              <a:rPr lang="pt-BR" altLang="pt-BR"/>
              <a:t>És a minha salvação, </a:t>
            </a:r>
            <a:br>
              <a:rPr lang="pt-BR" altLang="pt-BR"/>
            </a:br>
            <a:r>
              <a:rPr lang="pt-BR" altLang="pt-BR"/>
              <a:t>meu querido Redentor; </a:t>
            </a:r>
            <a:br>
              <a:rPr lang="pt-BR" altLang="pt-BR"/>
            </a:br>
            <a:r>
              <a:rPr lang="pt-BR" altLang="pt-BR"/>
              <a:t>Da terrível corrupção </a:t>
            </a:r>
            <a:br>
              <a:rPr lang="pt-BR" altLang="pt-BR"/>
            </a:br>
            <a:r>
              <a:rPr lang="pt-BR" altLang="pt-BR"/>
              <a:t>me salvaste com amor!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79311806-18F1-0412-FB9F-137279695B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249987"/>
          </a:xfrm>
        </p:spPr>
        <p:txBody>
          <a:bodyPr/>
          <a:lstStyle/>
          <a:p>
            <a:r>
              <a:rPr lang="pt-BR" altLang="pt-BR"/>
              <a:t>Quero Teu somente ser, </a:t>
            </a:r>
            <a:br>
              <a:rPr lang="pt-BR" altLang="pt-BR"/>
            </a:br>
            <a:r>
              <a:rPr lang="pt-BR" altLang="pt-BR"/>
              <a:t>Te amar e Te servir,</a:t>
            </a:r>
            <a:br>
              <a:rPr lang="pt-BR" altLang="pt-BR"/>
            </a:br>
            <a:r>
              <a:rPr lang="pt-BR" altLang="pt-BR"/>
              <a:t>Cristo é, para mim, </a:t>
            </a:r>
            <a:br>
              <a:rPr lang="pt-BR" altLang="pt-BR"/>
            </a:br>
            <a:r>
              <a:rPr lang="pt-BR" altLang="pt-BR"/>
              <a:t>viver e morrer, o céu fruir.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122</Words>
  <Application>Microsoft Office PowerPoint</Application>
  <PresentationFormat>Apresentação na tela (4:3)</PresentationFormat>
  <Paragraphs>6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8" baseType="lpstr">
      <vt:lpstr>Arial</vt:lpstr>
      <vt:lpstr>Design padrão</vt:lpstr>
      <vt:lpstr>498 GUIA-ME, ó SALVADOR</vt:lpstr>
      <vt:lpstr>Guia-me, ó Salvador, pela senda divinal, Ao Teu fado, sem temor, tenho gozo perenal! </vt:lpstr>
      <vt:lpstr>Cristo! Cristo! Não me deixes, ó Senhor!  Guia-me por Teu amor, e serei um vencedor</vt:lpstr>
      <vt:lpstr>Não me deixes, á Senhor,  neste horrendo e forte mar;  Leva-me por Teu amor  para o meu eterno lar. </vt:lpstr>
      <vt:lpstr>És a minha salvação,  meu querido Redentor;  Da terrível corrupção  me salvaste com amor! </vt:lpstr>
      <vt:lpstr>Quero Teu somente ser,  Te amar e Te servir, Cristo é, para mim,  viver e morrer, o céu fruir. </vt:lpstr>
    </vt:vector>
  </TitlesOfParts>
  <Company>IEAD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498 - GUIA-ME, ó SALVADOR</dc:title>
  <dc:creator>Montagna</dc:creator>
  <cp:lastModifiedBy>Emerson Souza</cp:lastModifiedBy>
  <cp:revision>3</cp:revision>
  <dcterms:created xsi:type="dcterms:W3CDTF">2005-10-21T13:36:36Z</dcterms:created>
  <dcterms:modified xsi:type="dcterms:W3CDTF">2026-05-02T22:18:37Z</dcterms:modified>
</cp:coreProperties>
</file>