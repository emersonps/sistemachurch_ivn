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728" autoAdjust="0"/>
  </p:normalViewPr>
  <p:slideViewPr>
    <p:cSldViewPr>
      <p:cViewPr varScale="1">
        <p:scale>
          <a:sx n="66" d="100"/>
          <a:sy n="66" d="100"/>
        </p:scale>
        <p:origin x="-114" y="-3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>
            <a:extLst>
              <a:ext uri="{FF2B5EF4-FFF2-40B4-BE49-F238E27FC236}">
                <a16:creationId xmlns:a16="http://schemas.microsoft.com/office/drawing/2014/main" id="{5D9B156B-EE5D-EA89-B225-5925389B080F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59875" cy="6858000"/>
            <a:chOff x="0" y="0"/>
            <a:chExt cx="5770" cy="4320"/>
          </a:xfrm>
        </p:grpSpPr>
        <p:sp>
          <p:nvSpPr>
            <p:cNvPr id="5123" name="Rectangle 3">
              <a:extLst>
                <a:ext uri="{FF2B5EF4-FFF2-40B4-BE49-F238E27FC236}">
                  <a16:creationId xmlns:a16="http://schemas.microsoft.com/office/drawing/2014/main" id="{AC923F7C-E67E-5820-9831-D9F88D16646F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5232" y="1"/>
              <a:ext cx="528" cy="4319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94118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124" name="Rectangle 4">
              <a:extLst>
                <a:ext uri="{FF2B5EF4-FFF2-40B4-BE49-F238E27FC236}">
                  <a16:creationId xmlns:a16="http://schemas.microsoft.com/office/drawing/2014/main" id="{A73E5A79-E31A-05C9-FDB9-B4657180E7D9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1056" y="0"/>
              <a:ext cx="192" cy="432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125" name="Rectangle 5">
              <a:extLst>
                <a:ext uri="{FF2B5EF4-FFF2-40B4-BE49-F238E27FC236}">
                  <a16:creationId xmlns:a16="http://schemas.microsoft.com/office/drawing/2014/main" id="{74ECA533-A6A4-7CE2-103D-5963EE6DD1C1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1728" y="0"/>
              <a:ext cx="432" cy="432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126" name="Rectangle 6">
              <a:extLst>
                <a:ext uri="{FF2B5EF4-FFF2-40B4-BE49-F238E27FC236}">
                  <a16:creationId xmlns:a16="http://schemas.microsoft.com/office/drawing/2014/main" id="{D88F0397-F66F-F9F5-D07A-C2520A3F70E2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256" y="0"/>
              <a:ext cx="240" cy="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127" name="Rectangle 7">
              <a:extLst>
                <a:ext uri="{FF2B5EF4-FFF2-40B4-BE49-F238E27FC236}">
                  <a16:creationId xmlns:a16="http://schemas.microsoft.com/office/drawing/2014/main" id="{9E650C41-2B4F-0882-C8DE-CE25910416A8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1344" y="0"/>
              <a:ext cx="384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128" name="Rectangle 8">
              <a:extLst>
                <a:ext uri="{FF2B5EF4-FFF2-40B4-BE49-F238E27FC236}">
                  <a16:creationId xmlns:a16="http://schemas.microsoft.com/office/drawing/2014/main" id="{6B291857-6FEE-9C0B-A9D8-C88EB18F0F8E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480" y="0"/>
              <a:ext cx="576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129" name="Rectangle 9">
              <a:extLst>
                <a:ext uri="{FF2B5EF4-FFF2-40B4-BE49-F238E27FC236}">
                  <a16:creationId xmlns:a16="http://schemas.microsoft.com/office/drawing/2014/main" id="{5A8ED650-C6DF-BBC1-EFF5-183384FCF17B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88" y="0"/>
              <a:ext cx="192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2">
                    <a:gamma/>
                    <a:shade val="8470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130" name="Rectangle 10">
              <a:extLst>
                <a:ext uri="{FF2B5EF4-FFF2-40B4-BE49-F238E27FC236}">
                  <a16:creationId xmlns:a16="http://schemas.microsoft.com/office/drawing/2014/main" id="{E9D424DC-C961-5BC5-F52A-6B374FA0390B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0" y="0"/>
              <a:ext cx="288" cy="4320"/>
            </a:xfrm>
            <a:prstGeom prst="rect">
              <a:avLst/>
            </a:pr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131" name="Rectangle 11">
              <a:extLst>
                <a:ext uri="{FF2B5EF4-FFF2-40B4-BE49-F238E27FC236}">
                  <a16:creationId xmlns:a16="http://schemas.microsoft.com/office/drawing/2014/main" id="{06439071-E366-BBC7-8330-ECFF7B6AF0DF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160" y="0"/>
              <a:ext cx="240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132" name="Rectangle 12">
              <a:extLst>
                <a:ext uri="{FF2B5EF4-FFF2-40B4-BE49-F238E27FC236}">
                  <a16:creationId xmlns:a16="http://schemas.microsoft.com/office/drawing/2014/main" id="{39609216-39F6-E912-1731-149EF82FF857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784" y="0"/>
              <a:ext cx="528" cy="432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133" name="Rectangle 13">
              <a:extLst>
                <a:ext uri="{FF2B5EF4-FFF2-40B4-BE49-F238E27FC236}">
                  <a16:creationId xmlns:a16="http://schemas.microsoft.com/office/drawing/2014/main" id="{7BA304BA-6339-A713-925D-135F12A0DF34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1248" y="0"/>
              <a:ext cx="144" cy="432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134" name="Rectangle 14">
              <a:extLst>
                <a:ext uri="{FF2B5EF4-FFF2-40B4-BE49-F238E27FC236}">
                  <a16:creationId xmlns:a16="http://schemas.microsoft.com/office/drawing/2014/main" id="{41DDA30F-A283-44AE-60B4-5A40AB984374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3300" y="0"/>
              <a:ext cx="252" cy="432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135" name="Rectangle 15">
              <a:extLst>
                <a:ext uri="{FF2B5EF4-FFF2-40B4-BE49-F238E27FC236}">
                  <a16:creationId xmlns:a16="http://schemas.microsoft.com/office/drawing/2014/main" id="{F328256F-6E36-F552-8155-D9837A2735C8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4656" y="0"/>
              <a:ext cx="144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2">
                    <a:gamma/>
                    <a:shade val="96863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136" name="Rectangle 16">
              <a:extLst>
                <a:ext uri="{FF2B5EF4-FFF2-40B4-BE49-F238E27FC236}">
                  <a16:creationId xmlns:a16="http://schemas.microsoft.com/office/drawing/2014/main" id="{CF886E27-EDCC-6DBD-8E42-BEDD5C0F149A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4608" y="0"/>
              <a:ext cx="672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137" name="Rectangle 17">
              <a:extLst>
                <a:ext uri="{FF2B5EF4-FFF2-40B4-BE49-F238E27FC236}">
                  <a16:creationId xmlns:a16="http://schemas.microsoft.com/office/drawing/2014/main" id="{A5D1F98A-26D6-90D8-F964-F1F6A1899CA6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3504" y="0"/>
              <a:ext cx="624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138" name="Rectangle 18">
              <a:extLst>
                <a:ext uri="{FF2B5EF4-FFF2-40B4-BE49-F238E27FC236}">
                  <a16:creationId xmlns:a16="http://schemas.microsoft.com/office/drawing/2014/main" id="{9CCB4A75-4C5E-36B4-C6DF-007CDD3FE010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3840" y="0"/>
              <a:ext cx="528" cy="432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139" name="Rectangle 19">
              <a:extLst>
                <a:ext uri="{FF2B5EF4-FFF2-40B4-BE49-F238E27FC236}">
                  <a16:creationId xmlns:a16="http://schemas.microsoft.com/office/drawing/2014/main" id="{05513438-3DD8-5F34-308D-9D3C7F8CD8EB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4368" y="0"/>
              <a:ext cx="240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2">
                    <a:gamma/>
                    <a:shade val="96863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140" name="Rectangle 20">
              <a:extLst>
                <a:ext uri="{FF2B5EF4-FFF2-40B4-BE49-F238E27FC236}">
                  <a16:creationId xmlns:a16="http://schemas.microsoft.com/office/drawing/2014/main" id="{A5DA541B-B2C5-ABF8-E7FC-76804AC1F025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680" y="0"/>
              <a:ext cx="152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141" name="Rectangle 21">
              <a:extLst>
                <a:ext uri="{FF2B5EF4-FFF2-40B4-BE49-F238E27FC236}">
                  <a16:creationId xmlns:a16="http://schemas.microsoft.com/office/drawing/2014/main" id="{EFD2D7FF-347E-80F2-0C0F-EBD8D1BB0244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366" y="0"/>
              <a:ext cx="336" cy="432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142" name="Freeform 22">
              <a:extLst>
                <a:ext uri="{FF2B5EF4-FFF2-40B4-BE49-F238E27FC236}">
                  <a16:creationId xmlns:a16="http://schemas.microsoft.com/office/drawing/2014/main" id="{D0ED29D3-8B74-7BA6-7E0B-A9AD4587E77C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1" y="3875"/>
              <a:ext cx="5760" cy="445"/>
            </a:xfrm>
            <a:custGeom>
              <a:avLst/>
              <a:gdLst>
                <a:gd name="T0" fmla="*/ 5700 w 5760"/>
                <a:gd name="T1" fmla="*/ 86 h 445"/>
                <a:gd name="T2" fmla="*/ 5508 w 5760"/>
                <a:gd name="T3" fmla="*/ 86 h 445"/>
                <a:gd name="T4" fmla="*/ 5454 w 5760"/>
                <a:gd name="T5" fmla="*/ 76 h 445"/>
                <a:gd name="T6" fmla="*/ 5448 w 5760"/>
                <a:gd name="T7" fmla="*/ 65 h 445"/>
                <a:gd name="T8" fmla="*/ 5442 w 5760"/>
                <a:gd name="T9" fmla="*/ 44 h 445"/>
                <a:gd name="T10" fmla="*/ 5414 w 5760"/>
                <a:gd name="T11" fmla="*/ 18 h 445"/>
                <a:gd name="T12" fmla="*/ 5332 w 5760"/>
                <a:gd name="T13" fmla="*/ 7 h 445"/>
                <a:gd name="T14" fmla="*/ 5051 w 5760"/>
                <a:gd name="T15" fmla="*/ 22 h 445"/>
                <a:gd name="T16" fmla="*/ 4986 w 5760"/>
                <a:gd name="T17" fmla="*/ 55 h 445"/>
                <a:gd name="T18" fmla="*/ 4854 w 5760"/>
                <a:gd name="T19" fmla="*/ 102 h 445"/>
                <a:gd name="T20" fmla="*/ 4740 w 5760"/>
                <a:gd name="T21" fmla="*/ 112 h 445"/>
                <a:gd name="T22" fmla="*/ 4662 w 5760"/>
                <a:gd name="T23" fmla="*/ 91 h 445"/>
                <a:gd name="T24" fmla="*/ 4598 w 5760"/>
                <a:gd name="T25" fmla="*/ 25 h 445"/>
                <a:gd name="T26" fmla="*/ 4514 w 5760"/>
                <a:gd name="T27" fmla="*/ 9 h 445"/>
                <a:gd name="T28" fmla="*/ 4410 w 5760"/>
                <a:gd name="T29" fmla="*/ 39 h 445"/>
                <a:gd name="T30" fmla="*/ 4236 w 5760"/>
                <a:gd name="T31" fmla="*/ 81 h 445"/>
                <a:gd name="T32" fmla="*/ 4020 w 5760"/>
                <a:gd name="T33" fmla="*/ 102 h 445"/>
                <a:gd name="T34" fmla="*/ 3810 w 5760"/>
                <a:gd name="T35" fmla="*/ 102 h 445"/>
                <a:gd name="T36" fmla="*/ 3654 w 5760"/>
                <a:gd name="T37" fmla="*/ 76 h 445"/>
                <a:gd name="T38" fmla="*/ 3594 w 5760"/>
                <a:gd name="T39" fmla="*/ 50 h 445"/>
                <a:gd name="T40" fmla="*/ 3528 w 5760"/>
                <a:gd name="T41" fmla="*/ 44 h 445"/>
                <a:gd name="T42" fmla="*/ 3480 w 5760"/>
                <a:gd name="T43" fmla="*/ 55 h 445"/>
                <a:gd name="T44" fmla="*/ 3420 w 5760"/>
                <a:gd name="T45" fmla="*/ 76 h 445"/>
                <a:gd name="T46" fmla="*/ 3048 w 5760"/>
                <a:gd name="T47" fmla="*/ 112 h 445"/>
                <a:gd name="T48" fmla="*/ 2844 w 5760"/>
                <a:gd name="T49" fmla="*/ 128 h 445"/>
                <a:gd name="T50" fmla="*/ 2742 w 5760"/>
                <a:gd name="T51" fmla="*/ 117 h 445"/>
                <a:gd name="T52" fmla="*/ 2710 w 5760"/>
                <a:gd name="T53" fmla="*/ 56 h 445"/>
                <a:gd name="T54" fmla="*/ 2658 w 5760"/>
                <a:gd name="T55" fmla="*/ 50 h 445"/>
                <a:gd name="T56" fmla="*/ 2558 w 5760"/>
                <a:gd name="T57" fmla="*/ 95 h 445"/>
                <a:gd name="T58" fmla="*/ 2444 w 5760"/>
                <a:gd name="T59" fmla="*/ 109 h 445"/>
                <a:gd name="T60" fmla="*/ 2322 w 5760"/>
                <a:gd name="T61" fmla="*/ 91 h 445"/>
                <a:gd name="T62" fmla="*/ 2274 w 5760"/>
                <a:gd name="T63" fmla="*/ 70 h 445"/>
                <a:gd name="T64" fmla="*/ 2185 w 5760"/>
                <a:gd name="T65" fmla="*/ 3 h 445"/>
                <a:gd name="T66" fmla="*/ 2048 w 5760"/>
                <a:gd name="T67" fmla="*/ 64 h 445"/>
                <a:gd name="T68" fmla="*/ 1794 w 5760"/>
                <a:gd name="T69" fmla="*/ 102 h 445"/>
                <a:gd name="T70" fmla="*/ 1560 w 5760"/>
                <a:gd name="T71" fmla="*/ 91 h 445"/>
                <a:gd name="T72" fmla="*/ 1482 w 5760"/>
                <a:gd name="T73" fmla="*/ 76 h 445"/>
                <a:gd name="T74" fmla="*/ 1428 w 5760"/>
                <a:gd name="T75" fmla="*/ 50 h 445"/>
                <a:gd name="T76" fmla="*/ 1374 w 5760"/>
                <a:gd name="T77" fmla="*/ 44 h 445"/>
                <a:gd name="T78" fmla="*/ 1308 w 5760"/>
                <a:gd name="T79" fmla="*/ 55 h 445"/>
                <a:gd name="T80" fmla="*/ 1140 w 5760"/>
                <a:gd name="T81" fmla="*/ 107 h 445"/>
                <a:gd name="T82" fmla="*/ 948 w 5760"/>
                <a:gd name="T83" fmla="*/ 143 h 445"/>
                <a:gd name="T84" fmla="*/ 708 w 5760"/>
                <a:gd name="T85" fmla="*/ 138 h 445"/>
                <a:gd name="T86" fmla="*/ 534 w 5760"/>
                <a:gd name="T87" fmla="*/ 96 h 445"/>
                <a:gd name="T88" fmla="*/ 444 w 5760"/>
                <a:gd name="T89" fmla="*/ 55 h 445"/>
                <a:gd name="T90" fmla="*/ 396 w 5760"/>
                <a:gd name="T91" fmla="*/ 34 h 445"/>
                <a:gd name="T92" fmla="*/ 378 w 5760"/>
                <a:gd name="T93" fmla="*/ 39 h 445"/>
                <a:gd name="T94" fmla="*/ 342 w 5760"/>
                <a:gd name="T95" fmla="*/ 70 h 445"/>
                <a:gd name="T96" fmla="*/ 288 w 5760"/>
                <a:gd name="T97" fmla="*/ 96 h 445"/>
                <a:gd name="T98" fmla="*/ 192 w 5760"/>
                <a:gd name="T99" fmla="*/ 112 h 445"/>
                <a:gd name="T100" fmla="*/ 90 w 5760"/>
                <a:gd name="T101" fmla="*/ 112 h 445"/>
                <a:gd name="T102" fmla="*/ 0 w 5760"/>
                <a:gd name="T103" fmla="*/ 96 h 445"/>
                <a:gd name="T104" fmla="*/ 5760 w 5760"/>
                <a:gd name="T105" fmla="*/ 445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5760" h="445">
                  <a:moveTo>
                    <a:pt x="5760" y="445"/>
                  </a:moveTo>
                  <a:lnTo>
                    <a:pt x="5760" y="76"/>
                  </a:lnTo>
                  <a:lnTo>
                    <a:pt x="5730" y="81"/>
                  </a:lnTo>
                  <a:lnTo>
                    <a:pt x="5700" y="86"/>
                  </a:lnTo>
                  <a:lnTo>
                    <a:pt x="5646" y="91"/>
                  </a:lnTo>
                  <a:lnTo>
                    <a:pt x="5592" y="91"/>
                  </a:lnTo>
                  <a:lnTo>
                    <a:pt x="5544" y="91"/>
                  </a:lnTo>
                  <a:lnTo>
                    <a:pt x="5508" y="86"/>
                  </a:lnTo>
                  <a:lnTo>
                    <a:pt x="5490" y="86"/>
                  </a:lnTo>
                  <a:lnTo>
                    <a:pt x="5478" y="81"/>
                  </a:lnTo>
                  <a:lnTo>
                    <a:pt x="5466" y="76"/>
                  </a:lnTo>
                  <a:lnTo>
                    <a:pt x="5454" y="76"/>
                  </a:lnTo>
                  <a:lnTo>
                    <a:pt x="5454" y="70"/>
                  </a:lnTo>
                  <a:lnTo>
                    <a:pt x="5454" y="70"/>
                  </a:lnTo>
                  <a:lnTo>
                    <a:pt x="5448" y="70"/>
                  </a:lnTo>
                  <a:lnTo>
                    <a:pt x="5448" y="65"/>
                  </a:lnTo>
                  <a:lnTo>
                    <a:pt x="5448" y="60"/>
                  </a:lnTo>
                  <a:lnTo>
                    <a:pt x="5448" y="55"/>
                  </a:lnTo>
                  <a:lnTo>
                    <a:pt x="5442" y="50"/>
                  </a:lnTo>
                  <a:lnTo>
                    <a:pt x="5442" y="44"/>
                  </a:lnTo>
                  <a:lnTo>
                    <a:pt x="5436" y="39"/>
                  </a:lnTo>
                  <a:lnTo>
                    <a:pt x="5424" y="34"/>
                  </a:lnTo>
                  <a:lnTo>
                    <a:pt x="5418" y="29"/>
                  </a:lnTo>
                  <a:lnTo>
                    <a:pt x="5414" y="18"/>
                  </a:lnTo>
                  <a:lnTo>
                    <a:pt x="5401" y="16"/>
                  </a:lnTo>
                  <a:lnTo>
                    <a:pt x="5386" y="10"/>
                  </a:lnTo>
                  <a:lnTo>
                    <a:pt x="5368" y="7"/>
                  </a:lnTo>
                  <a:lnTo>
                    <a:pt x="5332" y="7"/>
                  </a:lnTo>
                  <a:lnTo>
                    <a:pt x="5246" y="10"/>
                  </a:lnTo>
                  <a:lnTo>
                    <a:pt x="5144" y="7"/>
                  </a:lnTo>
                  <a:lnTo>
                    <a:pt x="5090" y="16"/>
                  </a:lnTo>
                  <a:lnTo>
                    <a:pt x="5051" y="22"/>
                  </a:lnTo>
                  <a:lnTo>
                    <a:pt x="5036" y="30"/>
                  </a:lnTo>
                  <a:lnTo>
                    <a:pt x="5022" y="39"/>
                  </a:lnTo>
                  <a:lnTo>
                    <a:pt x="5010" y="44"/>
                  </a:lnTo>
                  <a:lnTo>
                    <a:pt x="4986" y="55"/>
                  </a:lnTo>
                  <a:lnTo>
                    <a:pt x="4950" y="70"/>
                  </a:lnTo>
                  <a:lnTo>
                    <a:pt x="4920" y="86"/>
                  </a:lnTo>
                  <a:lnTo>
                    <a:pt x="4884" y="96"/>
                  </a:lnTo>
                  <a:lnTo>
                    <a:pt x="4854" y="102"/>
                  </a:lnTo>
                  <a:lnTo>
                    <a:pt x="4824" y="107"/>
                  </a:lnTo>
                  <a:lnTo>
                    <a:pt x="4794" y="112"/>
                  </a:lnTo>
                  <a:lnTo>
                    <a:pt x="4764" y="112"/>
                  </a:lnTo>
                  <a:lnTo>
                    <a:pt x="4740" y="112"/>
                  </a:lnTo>
                  <a:lnTo>
                    <a:pt x="4716" y="107"/>
                  </a:lnTo>
                  <a:lnTo>
                    <a:pt x="4698" y="102"/>
                  </a:lnTo>
                  <a:lnTo>
                    <a:pt x="4674" y="96"/>
                  </a:lnTo>
                  <a:lnTo>
                    <a:pt x="4662" y="91"/>
                  </a:lnTo>
                  <a:lnTo>
                    <a:pt x="4644" y="86"/>
                  </a:lnTo>
                  <a:lnTo>
                    <a:pt x="4631" y="66"/>
                  </a:lnTo>
                  <a:lnTo>
                    <a:pt x="4617" y="42"/>
                  </a:lnTo>
                  <a:lnTo>
                    <a:pt x="4598" y="25"/>
                  </a:lnTo>
                  <a:lnTo>
                    <a:pt x="4584" y="13"/>
                  </a:lnTo>
                  <a:lnTo>
                    <a:pt x="4565" y="4"/>
                  </a:lnTo>
                  <a:lnTo>
                    <a:pt x="4535" y="3"/>
                  </a:lnTo>
                  <a:lnTo>
                    <a:pt x="4514" y="9"/>
                  </a:lnTo>
                  <a:lnTo>
                    <a:pt x="4494" y="18"/>
                  </a:lnTo>
                  <a:lnTo>
                    <a:pt x="4471" y="23"/>
                  </a:lnTo>
                  <a:lnTo>
                    <a:pt x="4440" y="29"/>
                  </a:lnTo>
                  <a:lnTo>
                    <a:pt x="4410" y="39"/>
                  </a:lnTo>
                  <a:lnTo>
                    <a:pt x="4374" y="50"/>
                  </a:lnTo>
                  <a:lnTo>
                    <a:pt x="4332" y="60"/>
                  </a:lnTo>
                  <a:lnTo>
                    <a:pt x="4284" y="76"/>
                  </a:lnTo>
                  <a:lnTo>
                    <a:pt x="4236" y="81"/>
                  </a:lnTo>
                  <a:lnTo>
                    <a:pt x="4183" y="91"/>
                  </a:lnTo>
                  <a:lnTo>
                    <a:pt x="4128" y="96"/>
                  </a:lnTo>
                  <a:lnTo>
                    <a:pt x="4074" y="102"/>
                  </a:lnTo>
                  <a:lnTo>
                    <a:pt x="4020" y="102"/>
                  </a:lnTo>
                  <a:lnTo>
                    <a:pt x="3966" y="102"/>
                  </a:lnTo>
                  <a:lnTo>
                    <a:pt x="3912" y="102"/>
                  </a:lnTo>
                  <a:lnTo>
                    <a:pt x="3858" y="102"/>
                  </a:lnTo>
                  <a:lnTo>
                    <a:pt x="3810" y="102"/>
                  </a:lnTo>
                  <a:lnTo>
                    <a:pt x="3762" y="96"/>
                  </a:lnTo>
                  <a:lnTo>
                    <a:pt x="3726" y="91"/>
                  </a:lnTo>
                  <a:lnTo>
                    <a:pt x="3684" y="81"/>
                  </a:lnTo>
                  <a:lnTo>
                    <a:pt x="3654" y="76"/>
                  </a:lnTo>
                  <a:lnTo>
                    <a:pt x="3642" y="70"/>
                  </a:lnTo>
                  <a:lnTo>
                    <a:pt x="3630" y="65"/>
                  </a:lnTo>
                  <a:lnTo>
                    <a:pt x="3612" y="60"/>
                  </a:lnTo>
                  <a:lnTo>
                    <a:pt x="3594" y="50"/>
                  </a:lnTo>
                  <a:lnTo>
                    <a:pt x="3576" y="50"/>
                  </a:lnTo>
                  <a:lnTo>
                    <a:pt x="3558" y="44"/>
                  </a:lnTo>
                  <a:lnTo>
                    <a:pt x="3540" y="44"/>
                  </a:lnTo>
                  <a:lnTo>
                    <a:pt x="3528" y="44"/>
                  </a:lnTo>
                  <a:lnTo>
                    <a:pt x="3516" y="50"/>
                  </a:lnTo>
                  <a:lnTo>
                    <a:pt x="3504" y="50"/>
                  </a:lnTo>
                  <a:lnTo>
                    <a:pt x="3492" y="55"/>
                  </a:lnTo>
                  <a:lnTo>
                    <a:pt x="3480" y="55"/>
                  </a:lnTo>
                  <a:lnTo>
                    <a:pt x="3468" y="65"/>
                  </a:lnTo>
                  <a:lnTo>
                    <a:pt x="3456" y="70"/>
                  </a:lnTo>
                  <a:lnTo>
                    <a:pt x="3450" y="70"/>
                  </a:lnTo>
                  <a:lnTo>
                    <a:pt x="3420" y="76"/>
                  </a:lnTo>
                  <a:lnTo>
                    <a:pt x="3330" y="81"/>
                  </a:lnTo>
                  <a:lnTo>
                    <a:pt x="3204" y="91"/>
                  </a:lnTo>
                  <a:lnTo>
                    <a:pt x="3126" y="102"/>
                  </a:lnTo>
                  <a:lnTo>
                    <a:pt x="3048" y="112"/>
                  </a:lnTo>
                  <a:lnTo>
                    <a:pt x="2970" y="123"/>
                  </a:lnTo>
                  <a:lnTo>
                    <a:pt x="2904" y="128"/>
                  </a:lnTo>
                  <a:lnTo>
                    <a:pt x="2868" y="128"/>
                  </a:lnTo>
                  <a:lnTo>
                    <a:pt x="2844" y="128"/>
                  </a:lnTo>
                  <a:lnTo>
                    <a:pt x="2814" y="128"/>
                  </a:lnTo>
                  <a:lnTo>
                    <a:pt x="2790" y="128"/>
                  </a:lnTo>
                  <a:lnTo>
                    <a:pt x="2766" y="123"/>
                  </a:lnTo>
                  <a:lnTo>
                    <a:pt x="2742" y="117"/>
                  </a:lnTo>
                  <a:lnTo>
                    <a:pt x="2724" y="112"/>
                  </a:lnTo>
                  <a:lnTo>
                    <a:pt x="2706" y="107"/>
                  </a:lnTo>
                  <a:lnTo>
                    <a:pt x="2704" y="83"/>
                  </a:lnTo>
                  <a:lnTo>
                    <a:pt x="2710" y="56"/>
                  </a:lnTo>
                  <a:lnTo>
                    <a:pt x="2710" y="36"/>
                  </a:lnTo>
                  <a:lnTo>
                    <a:pt x="2696" y="25"/>
                  </a:lnTo>
                  <a:lnTo>
                    <a:pt x="2672" y="36"/>
                  </a:lnTo>
                  <a:lnTo>
                    <a:pt x="2658" y="50"/>
                  </a:lnTo>
                  <a:lnTo>
                    <a:pt x="2638" y="60"/>
                  </a:lnTo>
                  <a:lnTo>
                    <a:pt x="2614" y="76"/>
                  </a:lnTo>
                  <a:lnTo>
                    <a:pt x="2590" y="84"/>
                  </a:lnTo>
                  <a:lnTo>
                    <a:pt x="2558" y="95"/>
                  </a:lnTo>
                  <a:lnTo>
                    <a:pt x="2536" y="98"/>
                  </a:lnTo>
                  <a:lnTo>
                    <a:pt x="2508" y="102"/>
                  </a:lnTo>
                  <a:lnTo>
                    <a:pt x="2478" y="105"/>
                  </a:lnTo>
                  <a:lnTo>
                    <a:pt x="2444" y="109"/>
                  </a:lnTo>
                  <a:lnTo>
                    <a:pt x="2410" y="110"/>
                  </a:lnTo>
                  <a:lnTo>
                    <a:pt x="2374" y="107"/>
                  </a:lnTo>
                  <a:lnTo>
                    <a:pt x="2348" y="103"/>
                  </a:lnTo>
                  <a:lnTo>
                    <a:pt x="2322" y="91"/>
                  </a:lnTo>
                  <a:lnTo>
                    <a:pt x="2304" y="86"/>
                  </a:lnTo>
                  <a:lnTo>
                    <a:pt x="2292" y="81"/>
                  </a:lnTo>
                  <a:lnTo>
                    <a:pt x="2286" y="76"/>
                  </a:lnTo>
                  <a:lnTo>
                    <a:pt x="2274" y="70"/>
                  </a:lnTo>
                  <a:lnTo>
                    <a:pt x="2268" y="65"/>
                  </a:lnTo>
                  <a:lnTo>
                    <a:pt x="2246" y="18"/>
                  </a:lnTo>
                  <a:lnTo>
                    <a:pt x="2224" y="0"/>
                  </a:lnTo>
                  <a:lnTo>
                    <a:pt x="2185" y="3"/>
                  </a:lnTo>
                  <a:lnTo>
                    <a:pt x="2156" y="16"/>
                  </a:lnTo>
                  <a:lnTo>
                    <a:pt x="2126" y="22"/>
                  </a:lnTo>
                  <a:lnTo>
                    <a:pt x="2081" y="49"/>
                  </a:lnTo>
                  <a:lnTo>
                    <a:pt x="2048" y="64"/>
                  </a:lnTo>
                  <a:lnTo>
                    <a:pt x="2018" y="76"/>
                  </a:lnTo>
                  <a:lnTo>
                    <a:pt x="1986" y="96"/>
                  </a:lnTo>
                  <a:lnTo>
                    <a:pt x="1896" y="102"/>
                  </a:lnTo>
                  <a:lnTo>
                    <a:pt x="1794" y="102"/>
                  </a:lnTo>
                  <a:lnTo>
                    <a:pt x="1692" y="102"/>
                  </a:lnTo>
                  <a:lnTo>
                    <a:pt x="1644" y="102"/>
                  </a:lnTo>
                  <a:lnTo>
                    <a:pt x="1602" y="96"/>
                  </a:lnTo>
                  <a:lnTo>
                    <a:pt x="1560" y="91"/>
                  </a:lnTo>
                  <a:lnTo>
                    <a:pt x="1524" y="86"/>
                  </a:lnTo>
                  <a:lnTo>
                    <a:pt x="1506" y="86"/>
                  </a:lnTo>
                  <a:lnTo>
                    <a:pt x="1494" y="81"/>
                  </a:lnTo>
                  <a:lnTo>
                    <a:pt x="1482" y="76"/>
                  </a:lnTo>
                  <a:lnTo>
                    <a:pt x="1476" y="70"/>
                  </a:lnTo>
                  <a:lnTo>
                    <a:pt x="1458" y="65"/>
                  </a:lnTo>
                  <a:lnTo>
                    <a:pt x="1440" y="55"/>
                  </a:lnTo>
                  <a:lnTo>
                    <a:pt x="1428" y="50"/>
                  </a:lnTo>
                  <a:lnTo>
                    <a:pt x="1410" y="50"/>
                  </a:lnTo>
                  <a:lnTo>
                    <a:pt x="1398" y="44"/>
                  </a:lnTo>
                  <a:lnTo>
                    <a:pt x="1386" y="44"/>
                  </a:lnTo>
                  <a:lnTo>
                    <a:pt x="1374" y="44"/>
                  </a:lnTo>
                  <a:lnTo>
                    <a:pt x="1356" y="44"/>
                  </a:lnTo>
                  <a:lnTo>
                    <a:pt x="1344" y="44"/>
                  </a:lnTo>
                  <a:lnTo>
                    <a:pt x="1332" y="50"/>
                  </a:lnTo>
                  <a:lnTo>
                    <a:pt x="1308" y="55"/>
                  </a:lnTo>
                  <a:lnTo>
                    <a:pt x="1260" y="70"/>
                  </a:lnTo>
                  <a:lnTo>
                    <a:pt x="1218" y="86"/>
                  </a:lnTo>
                  <a:lnTo>
                    <a:pt x="1176" y="96"/>
                  </a:lnTo>
                  <a:lnTo>
                    <a:pt x="1140" y="107"/>
                  </a:lnTo>
                  <a:lnTo>
                    <a:pt x="1098" y="117"/>
                  </a:lnTo>
                  <a:lnTo>
                    <a:pt x="1062" y="128"/>
                  </a:lnTo>
                  <a:lnTo>
                    <a:pt x="1020" y="133"/>
                  </a:lnTo>
                  <a:lnTo>
                    <a:pt x="948" y="143"/>
                  </a:lnTo>
                  <a:lnTo>
                    <a:pt x="882" y="149"/>
                  </a:lnTo>
                  <a:lnTo>
                    <a:pt x="822" y="149"/>
                  </a:lnTo>
                  <a:lnTo>
                    <a:pt x="762" y="143"/>
                  </a:lnTo>
                  <a:lnTo>
                    <a:pt x="708" y="138"/>
                  </a:lnTo>
                  <a:lnTo>
                    <a:pt x="654" y="128"/>
                  </a:lnTo>
                  <a:lnTo>
                    <a:pt x="612" y="117"/>
                  </a:lnTo>
                  <a:lnTo>
                    <a:pt x="570" y="107"/>
                  </a:lnTo>
                  <a:lnTo>
                    <a:pt x="534" y="96"/>
                  </a:lnTo>
                  <a:lnTo>
                    <a:pt x="504" y="86"/>
                  </a:lnTo>
                  <a:lnTo>
                    <a:pt x="480" y="76"/>
                  </a:lnTo>
                  <a:lnTo>
                    <a:pt x="462" y="65"/>
                  </a:lnTo>
                  <a:lnTo>
                    <a:pt x="444" y="55"/>
                  </a:lnTo>
                  <a:lnTo>
                    <a:pt x="426" y="44"/>
                  </a:lnTo>
                  <a:lnTo>
                    <a:pt x="408" y="34"/>
                  </a:lnTo>
                  <a:lnTo>
                    <a:pt x="402" y="34"/>
                  </a:lnTo>
                  <a:lnTo>
                    <a:pt x="396" y="34"/>
                  </a:lnTo>
                  <a:lnTo>
                    <a:pt x="390" y="34"/>
                  </a:lnTo>
                  <a:lnTo>
                    <a:pt x="390" y="34"/>
                  </a:lnTo>
                  <a:lnTo>
                    <a:pt x="384" y="34"/>
                  </a:lnTo>
                  <a:lnTo>
                    <a:pt x="378" y="39"/>
                  </a:lnTo>
                  <a:lnTo>
                    <a:pt x="372" y="44"/>
                  </a:lnTo>
                  <a:lnTo>
                    <a:pt x="360" y="55"/>
                  </a:lnTo>
                  <a:lnTo>
                    <a:pt x="348" y="65"/>
                  </a:lnTo>
                  <a:lnTo>
                    <a:pt x="342" y="70"/>
                  </a:lnTo>
                  <a:lnTo>
                    <a:pt x="336" y="76"/>
                  </a:lnTo>
                  <a:lnTo>
                    <a:pt x="324" y="86"/>
                  </a:lnTo>
                  <a:lnTo>
                    <a:pt x="306" y="91"/>
                  </a:lnTo>
                  <a:lnTo>
                    <a:pt x="288" y="96"/>
                  </a:lnTo>
                  <a:lnTo>
                    <a:pt x="264" y="102"/>
                  </a:lnTo>
                  <a:lnTo>
                    <a:pt x="240" y="107"/>
                  </a:lnTo>
                  <a:lnTo>
                    <a:pt x="216" y="112"/>
                  </a:lnTo>
                  <a:lnTo>
                    <a:pt x="192" y="112"/>
                  </a:lnTo>
                  <a:lnTo>
                    <a:pt x="168" y="117"/>
                  </a:lnTo>
                  <a:lnTo>
                    <a:pt x="145" y="117"/>
                  </a:lnTo>
                  <a:lnTo>
                    <a:pt x="120" y="117"/>
                  </a:lnTo>
                  <a:lnTo>
                    <a:pt x="90" y="112"/>
                  </a:lnTo>
                  <a:lnTo>
                    <a:pt x="66" y="112"/>
                  </a:lnTo>
                  <a:lnTo>
                    <a:pt x="42" y="107"/>
                  </a:lnTo>
                  <a:lnTo>
                    <a:pt x="24" y="102"/>
                  </a:lnTo>
                  <a:lnTo>
                    <a:pt x="0" y="96"/>
                  </a:lnTo>
                  <a:lnTo>
                    <a:pt x="0" y="445"/>
                  </a:lnTo>
                  <a:lnTo>
                    <a:pt x="5760" y="445"/>
                  </a:lnTo>
                  <a:lnTo>
                    <a:pt x="5760" y="445"/>
                  </a:lnTo>
                  <a:lnTo>
                    <a:pt x="5760" y="445"/>
                  </a:lnTo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11E8C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43" name="Freeform 23">
              <a:extLst>
                <a:ext uri="{FF2B5EF4-FFF2-40B4-BE49-F238E27FC236}">
                  <a16:creationId xmlns:a16="http://schemas.microsoft.com/office/drawing/2014/main" id="{E7F76CC3-E763-80AC-185F-AA2E5AA86607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0" y="3867"/>
              <a:ext cx="5770" cy="174"/>
            </a:xfrm>
            <a:custGeom>
              <a:avLst/>
              <a:gdLst>
                <a:gd name="T0" fmla="*/ 4993 w 5770"/>
                <a:gd name="T1" fmla="*/ 66 h 174"/>
                <a:gd name="T2" fmla="*/ 4771 w 5770"/>
                <a:gd name="T3" fmla="*/ 132 h 174"/>
                <a:gd name="T4" fmla="*/ 4640 w 5770"/>
                <a:gd name="T5" fmla="*/ 96 h 174"/>
                <a:gd name="T6" fmla="*/ 4598 w 5770"/>
                <a:gd name="T7" fmla="*/ 36 h 174"/>
                <a:gd name="T8" fmla="*/ 4478 w 5770"/>
                <a:gd name="T9" fmla="*/ 30 h 174"/>
                <a:gd name="T10" fmla="*/ 4186 w 5770"/>
                <a:gd name="T11" fmla="*/ 108 h 174"/>
                <a:gd name="T12" fmla="*/ 3815 w 5770"/>
                <a:gd name="T13" fmla="*/ 120 h 174"/>
                <a:gd name="T14" fmla="*/ 3617 w 5770"/>
                <a:gd name="T15" fmla="*/ 72 h 174"/>
                <a:gd name="T16" fmla="*/ 3510 w 5770"/>
                <a:gd name="T17" fmla="*/ 60 h 174"/>
                <a:gd name="T18" fmla="*/ 3336 w 5770"/>
                <a:gd name="T19" fmla="*/ 96 h 174"/>
                <a:gd name="T20" fmla="*/ 2846 w 5770"/>
                <a:gd name="T21" fmla="*/ 150 h 174"/>
                <a:gd name="T22" fmla="*/ 2703 w 5770"/>
                <a:gd name="T23" fmla="*/ 96 h 174"/>
                <a:gd name="T24" fmla="*/ 2619 w 5770"/>
                <a:gd name="T25" fmla="*/ 90 h 174"/>
                <a:gd name="T26" fmla="*/ 2416 w 5770"/>
                <a:gd name="T27" fmla="*/ 132 h 174"/>
                <a:gd name="T28" fmla="*/ 2278 w 5770"/>
                <a:gd name="T29" fmla="*/ 84 h 174"/>
                <a:gd name="T30" fmla="*/ 2151 w 5770"/>
                <a:gd name="T31" fmla="*/ 36 h 174"/>
                <a:gd name="T32" fmla="*/ 1947 w 5770"/>
                <a:gd name="T33" fmla="*/ 120 h 174"/>
                <a:gd name="T34" fmla="*/ 1525 w 5770"/>
                <a:gd name="T35" fmla="*/ 102 h 174"/>
                <a:gd name="T36" fmla="*/ 1429 w 5770"/>
                <a:gd name="T37" fmla="*/ 60 h 174"/>
                <a:gd name="T38" fmla="*/ 1333 w 5770"/>
                <a:gd name="T39" fmla="*/ 60 h 174"/>
                <a:gd name="T40" fmla="*/ 1058 w 5770"/>
                <a:gd name="T41" fmla="*/ 150 h 174"/>
                <a:gd name="T42" fmla="*/ 652 w 5770"/>
                <a:gd name="T43" fmla="*/ 150 h 174"/>
                <a:gd name="T44" fmla="*/ 442 w 5770"/>
                <a:gd name="T45" fmla="*/ 66 h 174"/>
                <a:gd name="T46" fmla="*/ 377 w 5770"/>
                <a:gd name="T47" fmla="*/ 48 h 174"/>
                <a:gd name="T48" fmla="*/ 305 w 5770"/>
                <a:gd name="T49" fmla="*/ 108 h 174"/>
                <a:gd name="T50" fmla="*/ 144 w 5770"/>
                <a:gd name="T51" fmla="*/ 138 h 174"/>
                <a:gd name="T52" fmla="*/ 0 w 5770"/>
                <a:gd name="T53" fmla="*/ 96 h 174"/>
                <a:gd name="T54" fmla="*/ 167 w 5770"/>
                <a:gd name="T55" fmla="*/ 120 h 174"/>
                <a:gd name="T56" fmla="*/ 323 w 5770"/>
                <a:gd name="T57" fmla="*/ 84 h 174"/>
                <a:gd name="T58" fmla="*/ 383 w 5770"/>
                <a:gd name="T59" fmla="*/ 24 h 174"/>
                <a:gd name="T60" fmla="*/ 460 w 5770"/>
                <a:gd name="T61" fmla="*/ 60 h 174"/>
                <a:gd name="T62" fmla="*/ 706 w 5770"/>
                <a:gd name="T63" fmla="*/ 144 h 174"/>
                <a:gd name="T64" fmla="*/ 1100 w 5770"/>
                <a:gd name="T65" fmla="*/ 120 h 174"/>
                <a:gd name="T66" fmla="*/ 1345 w 5770"/>
                <a:gd name="T67" fmla="*/ 36 h 174"/>
                <a:gd name="T68" fmla="*/ 1441 w 5770"/>
                <a:gd name="T69" fmla="*/ 48 h 174"/>
                <a:gd name="T70" fmla="*/ 1561 w 5770"/>
                <a:gd name="T71" fmla="*/ 90 h 174"/>
                <a:gd name="T72" fmla="*/ 1971 w 5770"/>
                <a:gd name="T73" fmla="*/ 96 h 174"/>
                <a:gd name="T74" fmla="*/ 2235 w 5770"/>
                <a:gd name="T75" fmla="*/ 3 h 174"/>
                <a:gd name="T76" fmla="*/ 2350 w 5770"/>
                <a:gd name="T77" fmla="*/ 102 h 174"/>
                <a:gd name="T78" fmla="*/ 2559 w 5770"/>
                <a:gd name="T79" fmla="*/ 96 h 174"/>
                <a:gd name="T80" fmla="*/ 2715 w 5770"/>
                <a:gd name="T81" fmla="*/ 24 h 174"/>
                <a:gd name="T82" fmla="*/ 2792 w 5770"/>
                <a:gd name="T83" fmla="*/ 132 h 174"/>
                <a:gd name="T84" fmla="*/ 3127 w 5770"/>
                <a:gd name="T85" fmla="*/ 102 h 174"/>
                <a:gd name="T86" fmla="*/ 3486 w 5770"/>
                <a:gd name="T87" fmla="*/ 48 h 174"/>
                <a:gd name="T88" fmla="*/ 3582 w 5770"/>
                <a:gd name="T89" fmla="*/ 42 h 174"/>
                <a:gd name="T90" fmla="*/ 3731 w 5770"/>
                <a:gd name="T91" fmla="*/ 90 h 174"/>
                <a:gd name="T92" fmla="*/ 4078 w 5770"/>
                <a:gd name="T93" fmla="*/ 102 h 174"/>
                <a:gd name="T94" fmla="*/ 4419 w 5770"/>
                <a:gd name="T95" fmla="*/ 30 h 174"/>
                <a:gd name="T96" fmla="*/ 4574 w 5770"/>
                <a:gd name="T97" fmla="*/ 6 h 174"/>
                <a:gd name="T98" fmla="*/ 4628 w 5770"/>
                <a:gd name="T99" fmla="*/ 60 h 174"/>
                <a:gd name="T100" fmla="*/ 4724 w 5770"/>
                <a:gd name="T101" fmla="*/ 108 h 174"/>
                <a:gd name="T102" fmla="*/ 4927 w 5770"/>
                <a:gd name="T103" fmla="*/ 84 h 174"/>
                <a:gd name="T104" fmla="*/ 5118 w 5770"/>
                <a:gd name="T105" fmla="*/ 14 h 174"/>
                <a:gd name="T106" fmla="*/ 5280 w 5770"/>
                <a:gd name="T107" fmla="*/ 9 h 174"/>
                <a:gd name="T108" fmla="*/ 5453 w 5770"/>
                <a:gd name="T109" fmla="*/ 36 h 174"/>
                <a:gd name="T110" fmla="*/ 5465 w 5770"/>
                <a:gd name="T111" fmla="*/ 72 h 174"/>
                <a:gd name="T112" fmla="*/ 5656 w 5770"/>
                <a:gd name="T113" fmla="*/ 90 h 174"/>
                <a:gd name="T114" fmla="*/ 5710 w 5770"/>
                <a:gd name="T115" fmla="*/ 102 h 174"/>
                <a:gd name="T116" fmla="*/ 5477 w 5770"/>
                <a:gd name="T117" fmla="*/ 90 h 174"/>
                <a:gd name="T118" fmla="*/ 5453 w 5770"/>
                <a:gd name="T119" fmla="*/ 60 h 174"/>
                <a:gd name="T120" fmla="*/ 5393 w 5770"/>
                <a:gd name="T121" fmla="*/ 30 h 174"/>
                <a:gd name="T122" fmla="*/ 5219 w 5770"/>
                <a:gd name="T123" fmla="*/ 2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770" h="174">
                  <a:moveTo>
                    <a:pt x="5151" y="24"/>
                  </a:moveTo>
                  <a:lnTo>
                    <a:pt x="5127" y="26"/>
                  </a:lnTo>
                  <a:lnTo>
                    <a:pt x="5082" y="30"/>
                  </a:lnTo>
                  <a:lnTo>
                    <a:pt x="5049" y="38"/>
                  </a:lnTo>
                  <a:lnTo>
                    <a:pt x="5029" y="48"/>
                  </a:lnTo>
                  <a:lnTo>
                    <a:pt x="5017" y="54"/>
                  </a:lnTo>
                  <a:lnTo>
                    <a:pt x="4993" y="66"/>
                  </a:lnTo>
                  <a:lnTo>
                    <a:pt x="4957" y="84"/>
                  </a:lnTo>
                  <a:lnTo>
                    <a:pt x="4927" y="102"/>
                  </a:lnTo>
                  <a:lnTo>
                    <a:pt x="4891" y="114"/>
                  </a:lnTo>
                  <a:lnTo>
                    <a:pt x="4861" y="120"/>
                  </a:lnTo>
                  <a:lnTo>
                    <a:pt x="4831" y="126"/>
                  </a:lnTo>
                  <a:lnTo>
                    <a:pt x="4801" y="132"/>
                  </a:lnTo>
                  <a:lnTo>
                    <a:pt x="4771" y="132"/>
                  </a:lnTo>
                  <a:lnTo>
                    <a:pt x="4748" y="132"/>
                  </a:lnTo>
                  <a:lnTo>
                    <a:pt x="4724" y="126"/>
                  </a:lnTo>
                  <a:lnTo>
                    <a:pt x="4706" y="120"/>
                  </a:lnTo>
                  <a:lnTo>
                    <a:pt x="4682" y="114"/>
                  </a:lnTo>
                  <a:lnTo>
                    <a:pt x="4670" y="108"/>
                  </a:lnTo>
                  <a:lnTo>
                    <a:pt x="4652" y="102"/>
                  </a:lnTo>
                  <a:lnTo>
                    <a:pt x="4640" y="96"/>
                  </a:lnTo>
                  <a:lnTo>
                    <a:pt x="4634" y="84"/>
                  </a:lnTo>
                  <a:lnTo>
                    <a:pt x="4628" y="78"/>
                  </a:lnTo>
                  <a:lnTo>
                    <a:pt x="4622" y="66"/>
                  </a:lnTo>
                  <a:lnTo>
                    <a:pt x="4616" y="54"/>
                  </a:lnTo>
                  <a:lnTo>
                    <a:pt x="4610" y="48"/>
                  </a:lnTo>
                  <a:lnTo>
                    <a:pt x="4604" y="42"/>
                  </a:lnTo>
                  <a:lnTo>
                    <a:pt x="4598" y="36"/>
                  </a:lnTo>
                  <a:lnTo>
                    <a:pt x="4586" y="30"/>
                  </a:lnTo>
                  <a:lnTo>
                    <a:pt x="4574" y="24"/>
                  </a:lnTo>
                  <a:lnTo>
                    <a:pt x="4562" y="18"/>
                  </a:lnTo>
                  <a:lnTo>
                    <a:pt x="4544" y="18"/>
                  </a:lnTo>
                  <a:lnTo>
                    <a:pt x="4526" y="18"/>
                  </a:lnTo>
                  <a:lnTo>
                    <a:pt x="4502" y="24"/>
                  </a:lnTo>
                  <a:lnTo>
                    <a:pt x="4478" y="30"/>
                  </a:lnTo>
                  <a:lnTo>
                    <a:pt x="4449" y="36"/>
                  </a:lnTo>
                  <a:lnTo>
                    <a:pt x="4419" y="48"/>
                  </a:lnTo>
                  <a:lnTo>
                    <a:pt x="4383" y="60"/>
                  </a:lnTo>
                  <a:lnTo>
                    <a:pt x="4341" y="72"/>
                  </a:lnTo>
                  <a:lnTo>
                    <a:pt x="4287" y="90"/>
                  </a:lnTo>
                  <a:lnTo>
                    <a:pt x="4239" y="96"/>
                  </a:lnTo>
                  <a:lnTo>
                    <a:pt x="4186" y="108"/>
                  </a:lnTo>
                  <a:lnTo>
                    <a:pt x="4132" y="114"/>
                  </a:lnTo>
                  <a:lnTo>
                    <a:pt x="4078" y="120"/>
                  </a:lnTo>
                  <a:lnTo>
                    <a:pt x="4024" y="120"/>
                  </a:lnTo>
                  <a:lnTo>
                    <a:pt x="3970" y="120"/>
                  </a:lnTo>
                  <a:lnTo>
                    <a:pt x="3916" y="120"/>
                  </a:lnTo>
                  <a:lnTo>
                    <a:pt x="3863" y="120"/>
                  </a:lnTo>
                  <a:lnTo>
                    <a:pt x="3815" y="120"/>
                  </a:lnTo>
                  <a:lnTo>
                    <a:pt x="3767" y="114"/>
                  </a:lnTo>
                  <a:lnTo>
                    <a:pt x="3731" y="108"/>
                  </a:lnTo>
                  <a:lnTo>
                    <a:pt x="3689" y="96"/>
                  </a:lnTo>
                  <a:lnTo>
                    <a:pt x="3659" y="90"/>
                  </a:lnTo>
                  <a:lnTo>
                    <a:pt x="3647" y="84"/>
                  </a:lnTo>
                  <a:lnTo>
                    <a:pt x="3635" y="78"/>
                  </a:lnTo>
                  <a:lnTo>
                    <a:pt x="3617" y="72"/>
                  </a:lnTo>
                  <a:lnTo>
                    <a:pt x="3600" y="60"/>
                  </a:lnTo>
                  <a:lnTo>
                    <a:pt x="3582" y="60"/>
                  </a:lnTo>
                  <a:lnTo>
                    <a:pt x="3564" y="54"/>
                  </a:lnTo>
                  <a:lnTo>
                    <a:pt x="3546" y="54"/>
                  </a:lnTo>
                  <a:lnTo>
                    <a:pt x="3534" y="54"/>
                  </a:lnTo>
                  <a:lnTo>
                    <a:pt x="3522" y="60"/>
                  </a:lnTo>
                  <a:lnTo>
                    <a:pt x="3510" y="60"/>
                  </a:lnTo>
                  <a:lnTo>
                    <a:pt x="3498" y="66"/>
                  </a:lnTo>
                  <a:lnTo>
                    <a:pt x="3486" y="66"/>
                  </a:lnTo>
                  <a:lnTo>
                    <a:pt x="3474" y="78"/>
                  </a:lnTo>
                  <a:lnTo>
                    <a:pt x="3462" y="84"/>
                  </a:lnTo>
                  <a:lnTo>
                    <a:pt x="3456" y="84"/>
                  </a:lnTo>
                  <a:lnTo>
                    <a:pt x="3426" y="90"/>
                  </a:lnTo>
                  <a:lnTo>
                    <a:pt x="3336" y="96"/>
                  </a:lnTo>
                  <a:lnTo>
                    <a:pt x="3205" y="108"/>
                  </a:lnTo>
                  <a:lnTo>
                    <a:pt x="3127" y="120"/>
                  </a:lnTo>
                  <a:lnTo>
                    <a:pt x="3049" y="132"/>
                  </a:lnTo>
                  <a:lnTo>
                    <a:pt x="2972" y="144"/>
                  </a:lnTo>
                  <a:lnTo>
                    <a:pt x="2906" y="150"/>
                  </a:lnTo>
                  <a:lnTo>
                    <a:pt x="2870" y="150"/>
                  </a:lnTo>
                  <a:lnTo>
                    <a:pt x="2846" y="150"/>
                  </a:lnTo>
                  <a:lnTo>
                    <a:pt x="2816" y="150"/>
                  </a:lnTo>
                  <a:lnTo>
                    <a:pt x="2792" y="150"/>
                  </a:lnTo>
                  <a:lnTo>
                    <a:pt x="2768" y="144"/>
                  </a:lnTo>
                  <a:lnTo>
                    <a:pt x="2744" y="138"/>
                  </a:lnTo>
                  <a:lnTo>
                    <a:pt x="2727" y="132"/>
                  </a:lnTo>
                  <a:lnTo>
                    <a:pt x="2709" y="126"/>
                  </a:lnTo>
                  <a:lnTo>
                    <a:pt x="2703" y="96"/>
                  </a:lnTo>
                  <a:lnTo>
                    <a:pt x="2703" y="78"/>
                  </a:lnTo>
                  <a:lnTo>
                    <a:pt x="2709" y="42"/>
                  </a:lnTo>
                  <a:lnTo>
                    <a:pt x="2697" y="36"/>
                  </a:lnTo>
                  <a:lnTo>
                    <a:pt x="2673" y="42"/>
                  </a:lnTo>
                  <a:lnTo>
                    <a:pt x="2661" y="60"/>
                  </a:lnTo>
                  <a:lnTo>
                    <a:pt x="2643" y="72"/>
                  </a:lnTo>
                  <a:lnTo>
                    <a:pt x="2619" y="90"/>
                  </a:lnTo>
                  <a:lnTo>
                    <a:pt x="2595" y="102"/>
                  </a:lnTo>
                  <a:lnTo>
                    <a:pt x="2559" y="114"/>
                  </a:lnTo>
                  <a:lnTo>
                    <a:pt x="2541" y="114"/>
                  </a:lnTo>
                  <a:lnTo>
                    <a:pt x="2511" y="120"/>
                  </a:lnTo>
                  <a:lnTo>
                    <a:pt x="2481" y="126"/>
                  </a:lnTo>
                  <a:lnTo>
                    <a:pt x="2446" y="126"/>
                  </a:lnTo>
                  <a:lnTo>
                    <a:pt x="2416" y="132"/>
                  </a:lnTo>
                  <a:lnTo>
                    <a:pt x="2380" y="126"/>
                  </a:lnTo>
                  <a:lnTo>
                    <a:pt x="2350" y="120"/>
                  </a:lnTo>
                  <a:lnTo>
                    <a:pt x="2326" y="108"/>
                  </a:lnTo>
                  <a:lnTo>
                    <a:pt x="2308" y="102"/>
                  </a:lnTo>
                  <a:lnTo>
                    <a:pt x="2296" y="96"/>
                  </a:lnTo>
                  <a:lnTo>
                    <a:pt x="2290" y="90"/>
                  </a:lnTo>
                  <a:lnTo>
                    <a:pt x="2278" y="84"/>
                  </a:lnTo>
                  <a:lnTo>
                    <a:pt x="2272" y="78"/>
                  </a:lnTo>
                  <a:lnTo>
                    <a:pt x="2250" y="57"/>
                  </a:lnTo>
                  <a:lnTo>
                    <a:pt x="2243" y="35"/>
                  </a:lnTo>
                  <a:lnTo>
                    <a:pt x="2228" y="18"/>
                  </a:lnTo>
                  <a:lnTo>
                    <a:pt x="2208" y="18"/>
                  </a:lnTo>
                  <a:lnTo>
                    <a:pt x="2172" y="24"/>
                  </a:lnTo>
                  <a:lnTo>
                    <a:pt x="2151" y="36"/>
                  </a:lnTo>
                  <a:lnTo>
                    <a:pt x="2127" y="51"/>
                  </a:lnTo>
                  <a:lnTo>
                    <a:pt x="2097" y="60"/>
                  </a:lnTo>
                  <a:lnTo>
                    <a:pt x="2073" y="72"/>
                  </a:lnTo>
                  <a:lnTo>
                    <a:pt x="2046" y="87"/>
                  </a:lnTo>
                  <a:lnTo>
                    <a:pt x="2007" y="102"/>
                  </a:lnTo>
                  <a:lnTo>
                    <a:pt x="1977" y="114"/>
                  </a:lnTo>
                  <a:lnTo>
                    <a:pt x="1947" y="120"/>
                  </a:lnTo>
                  <a:lnTo>
                    <a:pt x="1895" y="120"/>
                  </a:lnTo>
                  <a:lnTo>
                    <a:pt x="1794" y="120"/>
                  </a:lnTo>
                  <a:lnTo>
                    <a:pt x="1692" y="120"/>
                  </a:lnTo>
                  <a:lnTo>
                    <a:pt x="1644" y="120"/>
                  </a:lnTo>
                  <a:lnTo>
                    <a:pt x="1602" y="114"/>
                  </a:lnTo>
                  <a:lnTo>
                    <a:pt x="1561" y="108"/>
                  </a:lnTo>
                  <a:lnTo>
                    <a:pt x="1525" y="102"/>
                  </a:lnTo>
                  <a:lnTo>
                    <a:pt x="1507" y="102"/>
                  </a:lnTo>
                  <a:lnTo>
                    <a:pt x="1495" y="96"/>
                  </a:lnTo>
                  <a:lnTo>
                    <a:pt x="1483" y="90"/>
                  </a:lnTo>
                  <a:lnTo>
                    <a:pt x="1477" y="84"/>
                  </a:lnTo>
                  <a:lnTo>
                    <a:pt x="1459" y="78"/>
                  </a:lnTo>
                  <a:lnTo>
                    <a:pt x="1441" y="66"/>
                  </a:lnTo>
                  <a:lnTo>
                    <a:pt x="1429" y="60"/>
                  </a:lnTo>
                  <a:lnTo>
                    <a:pt x="1411" y="60"/>
                  </a:lnTo>
                  <a:lnTo>
                    <a:pt x="1399" y="54"/>
                  </a:lnTo>
                  <a:lnTo>
                    <a:pt x="1387" y="54"/>
                  </a:lnTo>
                  <a:lnTo>
                    <a:pt x="1375" y="54"/>
                  </a:lnTo>
                  <a:lnTo>
                    <a:pt x="1357" y="54"/>
                  </a:lnTo>
                  <a:lnTo>
                    <a:pt x="1345" y="54"/>
                  </a:lnTo>
                  <a:lnTo>
                    <a:pt x="1333" y="60"/>
                  </a:lnTo>
                  <a:lnTo>
                    <a:pt x="1309" y="66"/>
                  </a:lnTo>
                  <a:lnTo>
                    <a:pt x="1262" y="84"/>
                  </a:lnTo>
                  <a:lnTo>
                    <a:pt x="1220" y="102"/>
                  </a:lnTo>
                  <a:lnTo>
                    <a:pt x="1178" y="114"/>
                  </a:lnTo>
                  <a:lnTo>
                    <a:pt x="1142" y="126"/>
                  </a:lnTo>
                  <a:lnTo>
                    <a:pt x="1100" y="138"/>
                  </a:lnTo>
                  <a:lnTo>
                    <a:pt x="1058" y="150"/>
                  </a:lnTo>
                  <a:lnTo>
                    <a:pt x="1016" y="156"/>
                  </a:lnTo>
                  <a:lnTo>
                    <a:pt x="945" y="168"/>
                  </a:lnTo>
                  <a:lnTo>
                    <a:pt x="879" y="174"/>
                  </a:lnTo>
                  <a:lnTo>
                    <a:pt x="819" y="174"/>
                  </a:lnTo>
                  <a:lnTo>
                    <a:pt x="759" y="168"/>
                  </a:lnTo>
                  <a:lnTo>
                    <a:pt x="706" y="162"/>
                  </a:lnTo>
                  <a:lnTo>
                    <a:pt x="652" y="150"/>
                  </a:lnTo>
                  <a:lnTo>
                    <a:pt x="610" y="138"/>
                  </a:lnTo>
                  <a:lnTo>
                    <a:pt x="568" y="126"/>
                  </a:lnTo>
                  <a:lnTo>
                    <a:pt x="532" y="114"/>
                  </a:lnTo>
                  <a:lnTo>
                    <a:pt x="502" y="102"/>
                  </a:lnTo>
                  <a:lnTo>
                    <a:pt x="478" y="90"/>
                  </a:lnTo>
                  <a:lnTo>
                    <a:pt x="460" y="78"/>
                  </a:lnTo>
                  <a:lnTo>
                    <a:pt x="442" y="66"/>
                  </a:lnTo>
                  <a:lnTo>
                    <a:pt x="425" y="54"/>
                  </a:lnTo>
                  <a:lnTo>
                    <a:pt x="407" y="42"/>
                  </a:lnTo>
                  <a:lnTo>
                    <a:pt x="401" y="42"/>
                  </a:lnTo>
                  <a:lnTo>
                    <a:pt x="395" y="42"/>
                  </a:lnTo>
                  <a:lnTo>
                    <a:pt x="389" y="42"/>
                  </a:lnTo>
                  <a:lnTo>
                    <a:pt x="383" y="42"/>
                  </a:lnTo>
                  <a:lnTo>
                    <a:pt x="377" y="48"/>
                  </a:lnTo>
                  <a:lnTo>
                    <a:pt x="371" y="54"/>
                  </a:lnTo>
                  <a:lnTo>
                    <a:pt x="359" y="66"/>
                  </a:lnTo>
                  <a:lnTo>
                    <a:pt x="347" y="78"/>
                  </a:lnTo>
                  <a:lnTo>
                    <a:pt x="341" y="84"/>
                  </a:lnTo>
                  <a:lnTo>
                    <a:pt x="335" y="90"/>
                  </a:lnTo>
                  <a:lnTo>
                    <a:pt x="323" y="102"/>
                  </a:lnTo>
                  <a:lnTo>
                    <a:pt x="305" y="108"/>
                  </a:lnTo>
                  <a:lnTo>
                    <a:pt x="287" y="114"/>
                  </a:lnTo>
                  <a:lnTo>
                    <a:pt x="263" y="120"/>
                  </a:lnTo>
                  <a:lnTo>
                    <a:pt x="239" y="126"/>
                  </a:lnTo>
                  <a:lnTo>
                    <a:pt x="215" y="132"/>
                  </a:lnTo>
                  <a:lnTo>
                    <a:pt x="191" y="132"/>
                  </a:lnTo>
                  <a:lnTo>
                    <a:pt x="167" y="138"/>
                  </a:lnTo>
                  <a:lnTo>
                    <a:pt x="144" y="138"/>
                  </a:lnTo>
                  <a:lnTo>
                    <a:pt x="120" y="138"/>
                  </a:lnTo>
                  <a:lnTo>
                    <a:pt x="90" y="132"/>
                  </a:lnTo>
                  <a:lnTo>
                    <a:pt x="66" y="132"/>
                  </a:lnTo>
                  <a:lnTo>
                    <a:pt x="42" y="126"/>
                  </a:lnTo>
                  <a:lnTo>
                    <a:pt x="24" y="120"/>
                  </a:lnTo>
                  <a:lnTo>
                    <a:pt x="0" y="114"/>
                  </a:lnTo>
                  <a:lnTo>
                    <a:pt x="0" y="96"/>
                  </a:lnTo>
                  <a:lnTo>
                    <a:pt x="24" y="102"/>
                  </a:lnTo>
                  <a:lnTo>
                    <a:pt x="42" y="108"/>
                  </a:lnTo>
                  <a:lnTo>
                    <a:pt x="66" y="114"/>
                  </a:lnTo>
                  <a:lnTo>
                    <a:pt x="90" y="114"/>
                  </a:lnTo>
                  <a:lnTo>
                    <a:pt x="120" y="120"/>
                  </a:lnTo>
                  <a:lnTo>
                    <a:pt x="144" y="120"/>
                  </a:lnTo>
                  <a:lnTo>
                    <a:pt x="167" y="120"/>
                  </a:lnTo>
                  <a:lnTo>
                    <a:pt x="191" y="114"/>
                  </a:lnTo>
                  <a:lnTo>
                    <a:pt x="215" y="114"/>
                  </a:lnTo>
                  <a:lnTo>
                    <a:pt x="239" y="108"/>
                  </a:lnTo>
                  <a:lnTo>
                    <a:pt x="263" y="102"/>
                  </a:lnTo>
                  <a:lnTo>
                    <a:pt x="287" y="96"/>
                  </a:lnTo>
                  <a:lnTo>
                    <a:pt x="305" y="90"/>
                  </a:lnTo>
                  <a:lnTo>
                    <a:pt x="323" y="84"/>
                  </a:lnTo>
                  <a:lnTo>
                    <a:pt x="335" y="72"/>
                  </a:lnTo>
                  <a:lnTo>
                    <a:pt x="341" y="66"/>
                  </a:lnTo>
                  <a:lnTo>
                    <a:pt x="347" y="60"/>
                  </a:lnTo>
                  <a:lnTo>
                    <a:pt x="359" y="48"/>
                  </a:lnTo>
                  <a:lnTo>
                    <a:pt x="371" y="36"/>
                  </a:lnTo>
                  <a:lnTo>
                    <a:pt x="377" y="30"/>
                  </a:lnTo>
                  <a:lnTo>
                    <a:pt x="383" y="24"/>
                  </a:lnTo>
                  <a:lnTo>
                    <a:pt x="389" y="24"/>
                  </a:lnTo>
                  <a:lnTo>
                    <a:pt x="395" y="24"/>
                  </a:lnTo>
                  <a:lnTo>
                    <a:pt x="401" y="24"/>
                  </a:lnTo>
                  <a:lnTo>
                    <a:pt x="407" y="24"/>
                  </a:lnTo>
                  <a:lnTo>
                    <a:pt x="425" y="36"/>
                  </a:lnTo>
                  <a:lnTo>
                    <a:pt x="442" y="48"/>
                  </a:lnTo>
                  <a:lnTo>
                    <a:pt x="460" y="60"/>
                  </a:lnTo>
                  <a:lnTo>
                    <a:pt x="478" y="72"/>
                  </a:lnTo>
                  <a:lnTo>
                    <a:pt x="502" y="84"/>
                  </a:lnTo>
                  <a:lnTo>
                    <a:pt x="532" y="96"/>
                  </a:lnTo>
                  <a:lnTo>
                    <a:pt x="568" y="108"/>
                  </a:lnTo>
                  <a:lnTo>
                    <a:pt x="610" y="120"/>
                  </a:lnTo>
                  <a:lnTo>
                    <a:pt x="652" y="132"/>
                  </a:lnTo>
                  <a:lnTo>
                    <a:pt x="706" y="144"/>
                  </a:lnTo>
                  <a:lnTo>
                    <a:pt x="759" y="150"/>
                  </a:lnTo>
                  <a:lnTo>
                    <a:pt x="819" y="156"/>
                  </a:lnTo>
                  <a:lnTo>
                    <a:pt x="879" y="156"/>
                  </a:lnTo>
                  <a:lnTo>
                    <a:pt x="945" y="150"/>
                  </a:lnTo>
                  <a:lnTo>
                    <a:pt x="1016" y="138"/>
                  </a:lnTo>
                  <a:lnTo>
                    <a:pt x="1058" y="132"/>
                  </a:lnTo>
                  <a:lnTo>
                    <a:pt x="1100" y="120"/>
                  </a:lnTo>
                  <a:lnTo>
                    <a:pt x="1142" y="108"/>
                  </a:lnTo>
                  <a:lnTo>
                    <a:pt x="1178" y="96"/>
                  </a:lnTo>
                  <a:lnTo>
                    <a:pt x="1220" y="84"/>
                  </a:lnTo>
                  <a:lnTo>
                    <a:pt x="1262" y="66"/>
                  </a:lnTo>
                  <a:lnTo>
                    <a:pt x="1309" y="48"/>
                  </a:lnTo>
                  <a:lnTo>
                    <a:pt x="1333" y="42"/>
                  </a:lnTo>
                  <a:lnTo>
                    <a:pt x="1345" y="36"/>
                  </a:lnTo>
                  <a:lnTo>
                    <a:pt x="1357" y="36"/>
                  </a:lnTo>
                  <a:lnTo>
                    <a:pt x="1375" y="36"/>
                  </a:lnTo>
                  <a:lnTo>
                    <a:pt x="1387" y="36"/>
                  </a:lnTo>
                  <a:lnTo>
                    <a:pt x="1399" y="36"/>
                  </a:lnTo>
                  <a:lnTo>
                    <a:pt x="1411" y="42"/>
                  </a:lnTo>
                  <a:lnTo>
                    <a:pt x="1429" y="42"/>
                  </a:lnTo>
                  <a:lnTo>
                    <a:pt x="1441" y="48"/>
                  </a:lnTo>
                  <a:lnTo>
                    <a:pt x="1459" y="60"/>
                  </a:lnTo>
                  <a:lnTo>
                    <a:pt x="1477" y="66"/>
                  </a:lnTo>
                  <a:lnTo>
                    <a:pt x="1483" y="72"/>
                  </a:lnTo>
                  <a:lnTo>
                    <a:pt x="1495" y="78"/>
                  </a:lnTo>
                  <a:lnTo>
                    <a:pt x="1507" y="84"/>
                  </a:lnTo>
                  <a:lnTo>
                    <a:pt x="1525" y="84"/>
                  </a:lnTo>
                  <a:lnTo>
                    <a:pt x="1561" y="90"/>
                  </a:lnTo>
                  <a:lnTo>
                    <a:pt x="1602" y="96"/>
                  </a:lnTo>
                  <a:lnTo>
                    <a:pt x="1644" y="102"/>
                  </a:lnTo>
                  <a:lnTo>
                    <a:pt x="1692" y="102"/>
                  </a:lnTo>
                  <a:lnTo>
                    <a:pt x="1794" y="102"/>
                  </a:lnTo>
                  <a:lnTo>
                    <a:pt x="1895" y="102"/>
                  </a:lnTo>
                  <a:lnTo>
                    <a:pt x="1938" y="102"/>
                  </a:lnTo>
                  <a:lnTo>
                    <a:pt x="1971" y="96"/>
                  </a:lnTo>
                  <a:lnTo>
                    <a:pt x="2019" y="77"/>
                  </a:lnTo>
                  <a:lnTo>
                    <a:pt x="2063" y="57"/>
                  </a:lnTo>
                  <a:lnTo>
                    <a:pt x="2111" y="38"/>
                  </a:lnTo>
                  <a:lnTo>
                    <a:pt x="2145" y="18"/>
                  </a:lnTo>
                  <a:lnTo>
                    <a:pt x="2172" y="9"/>
                  </a:lnTo>
                  <a:lnTo>
                    <a:pt x="2202" y="0"/>
                  </a:lnTo>
                  <a:lnTo>
                    <a:pt x="2235" y="3"/>
                  </a:lnTo>
                  <a:lnTo>
                    <a:pt x="2250" y="24"/>
                  </a:lnTo>
                  <a:lnTo>
                    <a:pt x="2262" y="51"/>
                  </a:lnTo>
                  <a:lnTo>
                    <a:pt x="2290" y="72"/>
                  </a:lnTo>
                  <a:lnTo>
                    <a:pt x="2296" y="78"/>
                  </a:lnTo>
                  <a:lnTo>
                    <a:pt x="2308" y="84"/>
                  </a:lnTo>
                  <a:lnTo>
                    <a:pt x="2326" y="90"/>
                  </a:lnTo>
                  <a:lnTo>
                    <a:pt x="2350" y="102"/>
                  </a:lnTo>
                  <a:lnTo>
                    <a:pt x="2380" y="108"/>
                  </a:lnTo>
                  <a:lnTo>
                    <a:pt x="2416" y="114"/>
                  </a:lnTo>
                  <a:lnTo>
                    <a:pt x="2446" y="108"/>
                  </a:lnTo>
                  <a:lnTo>
                    <a:pt x="2481" y="108"/>
                  </a:lnTo>
                  <a:lnTo>
                    <a:pt x="2511" y="102"/>
                  </a:lnTo>
                  <a:lnTo>
                    <a:pt x="2541" y="96"/>
                  </a:lnTo>
                  <a:lnTo>
                    <a:pt x="2559" y="96"/>
                  </a:lnTo>
                  <a:lnTo>
                    <a:pt x="2595" y="84"/>
                  </a:lnTo>
                  <a:lnTo>
                    <a:pt x="2619" y="72"/>
                  </a:lnTo>
                  <a:lnTo>
                    <a:pt x="2643" y="54"/>
                  </a:lnTo>
                  <a:lnTo>
                    <a:pt x="2661" y="42"/>
                  </a:lnTo>
                  <a:lnTo>
                    <a:pt x="2673" y="24"/>
                  </a:lnTo>
                  <a:lnTo>
                    <a:pt x="2697" y="18"/>
                  </a:lnTo>
                  <a:lnTo>
                    <a:pt x="2715" y="24"/>
                  </a:lnTo>
                  <a:lnTo>
                    <a:pt x="2715" y="48"/>
                  </a:lnTo>
                  <a:lnTo>
                    <a:pt x="2709" y="78"/>
                  </a:lnTo>
                  <a:lnTo>
                    <a:pt x="2709" y="108"/>
                  </a:lnTo>
                  <a:lnTo>
                    <a:pt x="2727" y="114"/>
                  </a:lnTo>
                  <a:lnTo>
                    <a:pt x="2744" y="120"/>
                  </a:lnTo>
                  <a:lnTo>
                    <a:pt x="2768" y="126"/>
                  </a:lnTo>
                  <a:lnTo>
                    <a:pt x="2792" y="132"/>
                  </a:lnTo>
                  <a:lnTo>
                    <a:pt x="2816" y="132"/>
                  </a:lnTo>
                  <a:lnTo>
                    <a:pt x="2846" y="132"/>
                  </a:lnTo>
                  <a:lnTo>
                    <a:pt x="2870" y="132"/>
                  </a:lnTo>
                  <a:lnTo>
                    <a:pt x="2906" y="132"/>
                  </a:lnTo>
                  <a:lnTo>
                    <a:pt x="2972" y="126"/>
                  </a:lnTo>
                  <a:lnTo>
                    <a:pt x="3049" y="114"/>
                  </a:lnTo>
                  <a:lnTo>
                    <a:pt x="3127" y="102"/>
                  </a:lnTo>
                  <a:lnTo>
                    <a:pt x="3205" y="90"/>
                  </a:lnTo>
                  <a:lnTo>
                    <a:pt x="3336" y="78"/>
                  </a:lnTo>
                  <a:lnTo>
                    <a:pt x="3426" y="72"/>
                  </a:lnTo>
                  <a:lnTo>
                    <a:pt x="3456" y="66"/>
                  </a:lnTo>
                  <a:lnTo>
                    <a:pt x="3462" y="66"/>
                  </a:lnTo>
                  <a:lnTo>
                    <a:pt x="3474" y="60"/>
                  </a:lnTo>
                  <a:lnTo>
                    <a:pt x="3486" y="48"/>
                  </a:lnTo>
                  <a:lnTo>
                    <a:pt x="3498" y="48"/>
                  </a:lnTo>
                  <a:lnTo>
                    <a:pt x="3510" y="42"/>
                  </a:lnTo>
                  <a:lnTo>
                    <a:pt x="3522" y="42"/>
                  </a:lnTo>
                  <a:lnTo>
                    <a:pt x="3534" y="36"/>
                  </a:lnTo>
                  <a:lnTo>
                    <a:pt x="3546" y="36"/>
                  </a:lnTo>
                  <a:lnTo>
                    <a:pt x="3564" y="36"/>
                  </a:lnTo>
                  <a:lnTo>
                    <a:pt x="3582" y="42"/>
                  </a:lnTo>
                  <a:lnTo>
                    <a:pt x="3600" y="42"/>
                  </a:lnTo>
                  <a:lnTo>
                    <a:pt x="3617" y="54"/>
                  </a:lnTo>
                  <a:lnTo>
                    <a:pt x="3635" y="60"/>
                  </a:lnTo>
                  <a:lnTo>
                    <a:pt x="3647" y="66"/>
                  </a:lnTo>
                  <a:lnTo>
                    <a:pt x="3659" y="72"/>
                  </a:lnTo>
                  <a:lnTo>
                    <a:pt x="3689" y="78"/>
                  </a:lnTo>
                  <a:lnTo>
                    <a:pt x="3731" y="90"/>
                  </a:lnTo>
                  <a:lnTo>
                    <a:pt x="3767" y="96"/>
                  </a:lnTo>
                  <a:lnTo>
                    <a:pt x="3815" y="102"/>
                  </a:lnTo>
                  <a:lnTo>
                    <a:pt x="3863" y="102"/>
                  </a:lnTo>
                  <a:lnTo>
                    <a:pt x="3916" y="102"/>
                  </a:lnTo>
                  <a:lnTo>
                    <a:pt x="3970" y="102"/>
                  </a:lnTo>
                  <a:lnTo>
                    <a:pt x="4024" y="102"/>
                  </a:lnTo>
                  <a:lnTo>
                    <a:pt x="4078" y="102"/>
                  </a:lnTo>
                  <a:lnTo>
                    <a:pt x="4132" y="96"/>
                  </a:lnTo>
                  <a:lnTo>
                    <a:pt x="4186" y="90"/>
                  </a:lnTo>
                  <a:lnTo>
                    <a:pt x="4239" y="78"/>
                  </a:lnTo>
                  <a:lnTo>
                    <a:pt x="4287" y="72"/>
                  </a:lnTo>
                  <a:lnTo>
                    <a:pt x="4341" y="54"/>
                  </a:lnTo>
                  <a:lnTo>
                    <a:pt x="4383" y="42"/>
                  </a:lnTo>
                  <a:lnTo>
                    <a:pt x="4419" y="30"/>
                  </a:lnTo>
                  <a:lnTo>
                    <a:pt x="4449" y="18"/>
                  </a:lnTo>
                  <a:lnTo>
                    <a:pt x="4478" y="12"/>
                  </a:lnTo>
                  <a:lnTo>
                    <a:pt x="4502" y="6"/>
                  </a:lnTo>
                  <a:lnTo>
                    <a:pt x="4526" y="0"/>
                  </a:lnTo>
                  <a:lnTo>
                    <a:pt x="4544" y="0"/>
                  </a:lnTo>
                  <a:lnTo>
                    <a:pt x="4562" y="0"/>
                  </a:lnTo>
                  <a:lnTo>
                    <a:pt x="4574" y="6"/>
                  </a:lnTo>
                  <a:lnTo>
                    <a:pt x="4586" y="12"/>
                  </a:lnTo>
                  <a:lnTo>
                    <a:pt x="4598" y="18"/>
                  </a:lnTo>
                  <a:lnTo>
                    <a:pt x="4604" y="24"/>
                  </a:lnTo>
                  <a:lnTo>
                    <a:pt x="4610" y="30"/>
                  </a:lnTo>
                  <a:lnTo>
                    <a:pt x="4616" y="36"/>
                  </a:lnTo>
                  <a:lnTo>
                    <a:pt x="4622" y="48"/>
                  </a:lnTo>
                  <a:lnTo>
                    <a:pt x="4628" y="60"/>
                  </a:lnTo>
                  <a:lnTo>
                    <a:pt x="4634" y="66"/>
                  </a:lnTo>
                  <a:lnTo>
                    <a:pt x="4640" y="78"/>
                  </a:lnTo>
                  <a:lnTo>
                    <a:pt x="4652" y="84"/>
                  </a:lnTo>
                  <a:lnTo>
                    <a:pt x="4670" y="90"/>
                  </a:lnTo>
                  <a:lnTo>
                    <a:pt x="4682" y="96"/>
                  </a:lnTo>
                  <a:lnTo>
                    <a:pt x="4706" y="102"/>
                  </a:lnTo>
                  <a:lnTo>
                    <a:pt x="4724" y="108"/>
                  </a:lnTo>
                  <a:lnTo>
                    <a:pt x="4748" y="114"/>
                  </a:lnTo>
                  <a:lnTo>
                    <a:pt x="4771" y="114"/>
                  </a:lnTo>
                  <a:lnTo>
                    <a:pt x="4801" y="114"/>
                  </a:lnTo>
                  <a:lnTo>
                    <a:pt x="4831" y="108"/>
                  </a:lnTo>
                  <a:lnTo>
                    <a:pt x="4861" y="102"/>
                  </a:lnTo>
                  <a:lnTo>
                    <a:pt x="4891" y="96"/>
                  </a:lnTo>
                  <a:lnTo>
                    <a:pt x="4927" y="84"/>
                  </a:lnTo>
                  <a:lnTo>
                    <a:pt x="4957" y="66"/>
                  </a:lnTo>
                  <a:lnTo>
                    <a:pt x="4993" y="48"/>
                  </a:lnTo>
                  <a:lnTo>
                    <a:pt x="5017" y="36"/>
                  </a:lnTo>
                  <a:lnTo>
                    <a:pt x="5029" y="30"/>
                  </a:lnTo>
                  <a:lnTo>
                    <a:pt x="5061" y="24"/>
                  </a:lnTo>
                  <a:lnTo>
                    <a:pt x="5091" y="17"/>
                  </a:lnTo>
                  <a:lnTo>
                    <a:pt x="5118" y="14"/>
                  </a:lnTo>
                  <a:lnTo>
                    <a:pt x="5145" y="9"/>
                  </a:lnTo>
                  <a:lnTo>
                    <a:pt x="5175" y="9"/>
                  </a:lnTo>
                  <a:lnTo>
                    <a:pt x="5199" y="8"/>
                  </a:lnTo>
                  <a:lnTo>
                    <a:pt x="5219" y="9"/>
                  </a:lnTo>
                  <a:lnTo>
                    <a:pt x="5238" y="9"/>
                  </a:lnTo>
                  <a:lnTo>
                    <a:pt x="5258" y="11"/>
                  </a:lnTo>
                  <a:lnTo>
                    <a:pt x="5280" y="9"/>
                  </a:lnTo>
                  <a:lnTo>
                    <a:pt x="5304" y="11"/>
                  </a:lnTo>
                  <a:lnTo>
                    <a:pt x="5327" y="8"/>
                  </a:lnTo>
                  <a:lnTo>
                    <a:pt x="5351" y="8"/>
                  </a:lnTo>
                  <a:lnTo>
                    <a:pt x="5390" y="9"/>
                  </a:lnTo>
                  <a:lnTo>
                    <a:pt x="5435" y="24"/>
                  </a:lnTo>
                  <a:lnTo>
                    <a:pt x="5447" y="30"/>
                  </a:lnTo>
                  <a:lnTo>
                    <a:pt x="5453" y="36"/>
                  </a:lnTo>
                  <a:lnTo>
                    <a:pt x="5453" y="42"/>
                  </a:lnTo>
                  <a:lnTo>
                    <a:pt x="5459" y="48"/>
                  </a:lnTo>
                  <a:lnTo>
                    <a:pt x="5459" y="54"/>
                  </a:lnTo>
                  <a:lnTo>
                    <a:pt x="5459" y="60"/>
                  </a:lnTo>
                  <a:lnTo>
                    <a:pt x="5459" y="66"/>
                  </a:lnTo>
                  <a:lnTo>
                    <a:pt x="5465" y="66"/>
                  </a:lnTo>
                  <a:lnTo>
                    <a:pt x="5465" y="72"/>
                  </a:lnTo>
                  <a:lnTo>
                    <a:pt x="5477" y="72"/>
                  </a:lnTo>
                  <a:lnTo>
                    <a:pt x="5489" y="78"/>
                  </a:lnTo>
                  <a:lnTo>
                    <a:pt x="5501" y="84"/>
                  </a:lnTo>
                  <a:lnTo>
                    <a:pt x="5519" y="84"/>
                  </a:lnTo>
                  <a:lnTo>
                    <a:pt x="5555" y="90"/>
                  </a:lnTo>
                  <a:lnTo>
                    <a:pt x="5603" y="90"/>
                  </a:lnTo>
                  <a:lnTo>
                    <a:pt x="5656" y="90"/>
                  </a:lnTo>
                  <a:lnTo>
                    <a:pt x="5710" y="84"/>
                  </a:lnTo>
                  <a:lnTo>
                    <a:pt x="5740" y="78"/>
                  </a:lnTo>
                  <a:lnTo>
                    <a:pt x="5770" y="72"/>
                  </a:lnTo>
                  <a:lnTo>
                    <a:pt x="5770" y="90"/>
                  </a:lnTo>
                  <a:lnTo>
                    <a:pt x="5770" y="90"/>
                  </a:lnTo>
                  <a:lnTo>
                    <a:pt x="5740" y="96"/>
                  </a:lnTo>
                  <a:lnTo>
                    <a:pt x="5710" y="102"/>
                  </a:lnTo>
                  <a:lnTo>
                    <a:pt x="5656" y="108"/>
                  </a:lnTo>
                  <a:lnTo>
                    <a:pt x="5603" y="108"/>
                  </a:lnTo>
                  <a:lnTo>
                    <a:pt x="5555" y="108"/>
                  </a:lnTo>
                  <a:lnTo>
                    <a:pt x="5519" y="102"/>
                  </a:lnTo>
                  <a:lnTo>
                    <a:pt x="5501" y="102"/>
                  </a:lnTo>
                  <a:lnTo>
                    <a:pt x="5489" y="96"/>
                  </a:lnTo>
                  <a:lnTo>
                    <a:pt x="5477" y="90"/>
                  </a:lnTo>
                  <a:lnTo>
                    <a:pt x="5465" y="90"/>
                  </a:lnTo>
                  <a:lnTo>
                    <a:pt x="5465" y="84"/>
                  </a:lnTo>
                  <a:lnTo>
                    <a:pt x="5459" y="84"/>
                  </a:lnTo>
                  <a:lnTo>
                    <a:pt x="5459" y="78"/>
                  </a:lnTo>
                  <a:lnTo>
                    <a:pt x="5459" y="72"/>
                  </a:lnTo>
                  <a:lnTo>
                    <a:pt x="5459" y="66"/>
                  </a:lnTo>
                  <a:lnTo>
                    <a:pt x="5453" y="60"/>
                  </a:lnTo>
                  <a:lnTo>
                    <a:pt x="5453" y="54"/>
                  </a:lnTo>
                  <a:lnTo>
                    <a:pt x="5447" y="48"/>
                  </a:lnTo>
                  <a:lnTo>
                    <a:pt x="5435" y="42"/>
                  </a:lnTo>
                  <a:lnTo>
                    <a:pt x="5429" y="36"/>
                  </a:lnTo>
                  <a:lnTo>
                    <a:pt x="5423" y="36"/>
                  </a:lnTo>
                  <a:lnTo>
                    <a:pt x="5405" y="30"/>
                  </a:lnTo>
                  <a:lnTo>
                    <a:pt x="5393" y="30"/>
                  </a:lnTo>
                  <a:lnTo>
                    <a:pt x="5370" y="23"/>
                  </a:lnTo>
                  <a:lnTo>
                    <a:pt x="5346" y="24"/>
                  </a:lnTo>
                  <a:lnTo>
                    <a:pt x="5325" y="27"/>
                  </a:lnTo>
                  <a:lnTo>
                    <a:pt x="5298" y="29"/>
                  </a:lnTo>
                  <a:lnTo>
                    <a:pt x="5270" y="29"/>
                  </a:lnTo>
                  <a:lnTo>
                    <a:pt x="5247" y="26"/>
                  </a:lnTo>
                  <a:lnTo>
                    <a:pt x="5219" y="24"/>
                  </a:lnTo>
                  <a:lnTo>
                    <a:pt x="5199" y="21"/>
                  </a:lnTo>
                  <a:lnTo>
                    <a:pt x="5174" y="2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accent2">
                    <a:gamma/>
                    <a:tint val="96863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144" name="Rectangle 24">
            <a:extLst>
              <a:ext uri="{FF2B5EF4-FFF2-40B4-BE49-F238E27FC236}">
                <a16:creationId xmlns:a16="http://schemas.microsoft.com/office/drawing/2014/main" id="{CC21A146-8D83-4DA3-6EAD-A1224FE980D9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00200"/>
            <a:ext cx="7772400" cy="182880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5145" name="Rectangle 25">
            <a:extLst>
              <a:ext uri="{FF2B5EF4-FFF2-40B4-BE49-F238E27FC236}">
                <a16:creationId xmlns:a16="http://schemas.microsoft.com/office/drawing/2014/main" id="{AAA54630-ACB8-6036-6115-F370EA83DE2E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5146" name="Rectangle 26">
            <a:extLst>
              <a:ext uri="{FF2B5EF4-FFF2-40B4-BE49-F238E27FC236}">
                <a16:creationId xmlns:a16="http://schemas.microsoft.com/office/drawing/2014/main" id="{9CE7BC16-0DA1-0D98-F226-13FB25D1F81C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147" name="Rectangle 27">
            <a:extLst>
              <a:ext uri="{FF2B5EF4-FFF2-40B4-BE49-F238E27FC236}">
                <a16:creationId xmlns:a16="http://schemas.microsoft.com/office/drawing/2014/main" id="{DD578FC5-A500-7A60-1C0D-A120426D715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148" name="Rectangle 28">
            <a:extLst>
              <a:ext uri="{FF2B5EF4-FFF2-40B4-BE49-F238E27FC236}">
                <a16:creationId xmlns:a16="http://schemas.microsoft.com/office/drawing/2014/main" id="{D675F243-EE53-54C0-4EE8-80229E46B3D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749B4B15-8063-4FD6-80EA-8141FFF8312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C5B2E-2A08-6C6C-6F98-AEB9B79D3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82C4A7-37F2-57F3-1994-24CCF480F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05D1306-B9B6-5F2B-AFE0-18BC4DC8B3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7EB8F66-78EA-36E5-9EC1-B1E889D9C9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9494186-701A-4D12-B648-9BC8453811A3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F5F35F1B-17C5-4DF1-7EF8-04798A1CB73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43450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C65FD2-FA10-678E-105D-B3BBFAD79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A1CF4F6-83DF-C421-B76D-D02714C97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AD9120-B541-7853-65A2-55BE0A87EA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AD5F765-A072-D5D2-2FFD-28F741500D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CEA2FA1-AFCE-40A9-A056-2B45FD8A94FC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94D390E-0CB1-43EC-6DF4-CA34B2F6E9E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77081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EFAE6E-564D-6511-9450-F65DAA7B4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480B2B-0D32-35E3-FC23-C1332AED61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ACD48AE-7834-EBCE-DBF6-3514BC8EF0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B19EAE-FB48-980A-97E6-16CD7BC619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EB9394-B68C-4701-CF2D-CF6D208BBF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8913A32-4277-46C6-8826-06B178300F26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E2B62DF-DAD3-5E3C-D5C5-0B0D0023336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4647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1F81A8-B5C1-75BC-A99B-18733B059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93A5948-3013-FBA2-3546-BE8E04A07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96AF02-BCD5-6BF7-333C-4736EFF9C3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A8C1B8B-E47A-C17C-0CC0-CBC5B378C1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A379E0B-C116-6621-F776-18E5C19AB1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CD6E0464-73BF-7A8F-038D-4A65F7ED82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E7031356-A66D-BAFA-8543-1454E7F2FF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9E2128B-A77B-4B14-B0F7-030AC6907152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9" name="Espaço Reservado para Data 8">
            <a:extLst>
              <a:ext uri="{FF2B5EF4-FFF2-40B4-BE49-F238E27FC236}">
                <a16:creationId xmlns:a16="http://schemas.microsoft.com/office/drawing/2014/main" id="{40F2199E-D91A-B9C9-0CBE-42A59A94614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84949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9AAFD2-61A2-A58D-4617-253BCABD4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55042D3-3C9A-028C-41F0-F3A3DF8B1C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4DCDA33-792C-3A52-49BF-6AE37EC3B5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F4FC3F6-A047-4083-8E51-F35E67352990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C2B398-DFF1-97FB-EB3F-89DFE0950C0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26655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31E0CFBE-6E9B-1893-1DA2-EBA30A478B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9B2C8102-CC45-3C77-36AA-37E7D10B87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2152E05-6007-4F09-B1E6-5A6681826014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BEB7C4-B97E-93FC-FFC9-80F9CCD0A46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83916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BDFFED-0C01-7415-4E7B-D819EC3C6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F7ACBD-243F-A346-6AF3-A4F9FF78F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8F9A9D-7CB3-4E6E-6F31-1448B2220E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B70C1A-E871-4F69-DA7C-9608585D41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4698E6-F293-C360-D708-1F917E172B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CD1AC19-6F37-472A-8AC4-933BC74E5875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01D2715-2DD8-E17A-D8F5-4F7F7D3A28E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35797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E753C2-58B4-DE79-8111-44D471AAC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1D0D245-B17E-9360-FDA8-8C93C3A6BA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FFFC95D-0714-3B1F-E6B5-68105709C2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06B2FA-9943-95F9-6217-1D8B27AD9E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3CFCEF-2C9A-2F65-8015-00FD984765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B810DDB-61B2-4AB1-BD3B-DF278F1D19F9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C0C7BE3-76D5-8900-55ED-0DF02943263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42213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190AD8-0333-394B-439A-B374DA570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CC470AA-40FA-FA9F-08CA-9CE44B692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EBEB7AF-3B57-46F1-F6C3-85E91E2BB4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B50C354-B8EF-76E5-7158-084879E911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7BAE23B-3F80-4E49-97BE-649AF656F3C7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3E2EAE16-5A46-51C5-AC5B-9D5E6981A45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50995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B4B0C9E-9CC9-DFF0-6C79-E97CFB27E3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E225011-9A21-BE8B-4A33-7E3B3347D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7DFF1CB-9349-2103-F5C7-97037406BC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FA2ED37-9698-FB98-BCDB-28637C2FA0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C532EDA-5B5A-4E8C-843B-0CF315838374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9E7A465-7D82-ECDF-DE40-38F4D2F37CE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76881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>
            <a:extLst>
              <a:ext uri="{FF2B5EF4-FFF2-40B4-BE49-F238E27FC236}">
                <a16:creationId xmlns:a16="http://schemas.microsoft.com/office/drawing/2014/main" id="{9A0CD861-FDD1-18F8-BBA4-78AA27DAC986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59875" cy="6858000"/>
            <a:chOff x="0" y="0"/>
            <a:chExt cx="5770" cy="4320"/>
          </a:xfrm>
        </p:grpSpPr>
        <p:sp>
          <p:nvSpPr>
            <p:cNvPr id="4099" name="Rectangle 3">
              <a:extLst>
                <a:ext uri="{FF2B5EF4-FFF2-40B4-BE49-F238E27FC236}">
                  <a16:creationId xmlns:a16="http://schemas.microsoft.com/office/drawing/2014/main" id="{63B1E75B-BD1C-13C1-8129-6271FF5D8E9F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5232" y="1"/>
              <a:ext cx="528" cy="4319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tint val="94118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00" name="Rectangle 4">
              <a:extLst>
                <a:ext uri="{FF2B5EF4-FFF2-40B4-BE49-F238E27FC236}">
                  <a16:creationId xmlns:a16="http://schemas.microsoft.com/office/drawing/2014/main" id="{704113B7-15EB-5786-8AD2-80103A167060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1056" y="0"/>
              <a:ext cx="192" cy="432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01" name="Rectangle 5">
              <a:extLst>
                <a:ext uri="{FF2B5EF4-FFF2-40B4-BE49-F238E27FC236}">
                  <a16:creationId xmlns:a16="http://schemas.microsoft.com/office/drawing/2014/main" id="{FA61EAE2-A6EF-5AE5-3259-C8E1E963FD47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1728" y="0"/>
              <a:ext cx="432" cy="432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02" name="Rectangle 6">
              <a:extLst>
                <a:ext uri="{FF2B5EF4-FFF2-40B4-BE49-F238E27FC236}">
                  <a16:creationId xmlns:a16="http://schemas.microsoft.com/office/drawing/2014/main" id="{33E959B1-195F-704D-CA36-9FC5E86D6873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256" y="0"/>
              <a:ext cx="240" cy="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03" name="Rectangle 7">
              <a:extLst>
                <a:ext uri="{FF2B5EF4-FFF2-40B4-BE49-F238E27FC236}">
                  <a16:creationId xmlns:a16="http://schemas.microsoft.com/office/drawing/2014/main" id="{AC218075-0F6A-A17E-EF85-2A57A541A0AC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1344" y="0"/>
              <a:ext cx="384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04" name="Rectangle 8">
              <a:extLst>
                <a:ext uri="{FF2B5EF4-FFF2-40B4-BE49-F238E27FC236}">
                  <a16:creationId xmlns:a16="http://schemas.microsoft.com/office/drawing/2014/main" id="{F56BB015-B3B0-5D70-B4EB-6D60D3F40C48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480" y="0"/>
              <a:ext cx="576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05" name="Rectangle 9">
              <a:extLst>
                <a:ext uri="{FF2B5EF4-FFF2-40B4-BE49-F238E27FC236}">
                  <a16:creationId xmlns:a16="http://schemas.microsoft.com/office/drawing/2014/main" id="{0EC459E8-6BAA-025C-D906-987CAE7DFDAB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88" y="0"/>
              <a:ext cx="192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2">
                    <a:gamma/>
                    <a:shade val="8470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06" name="Rectangle 10">
              <a:extLst>
                <a:ext uri="{FF2B5EF4-FFF2-40B4-BE49-F238E27FC236}">
                  <a16:creationId xmlns:a16="http://schemas.microsoft.com/office/drawing/2014/main" id="{073FBCC6-5B34-0BDA-3555-6C6F2A49BB68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0" y="0"/>
              <a:ext cx="288" cy="4320"/>
            </a:xfrm>
            <a:prstGeom prst="rect">
              <a:avLst/>
            </a:pr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07" name="Rectangle 11">
              <a:extLst>
                <a:ext uri="{FF2B5EF4-FFF2-40B4-BE49-F238E27FC236}">
                  <a16:creationId xmlns:a16="http://schemas.microsoft.com/office/drawing/2014/main" id="{1736E409-EB42-C6E3-0487-B63B12B77E7D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160" y="0"/>
              <a:ext cx="240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08" name="Rectangle 12">
              <a:extLst>
                <a:ext uri="{FF2B5EF4-FFF2-40B4-BE49-F238E27FC236}">
                  <a16:creationId xmlns:a16="http://schemas.microsoft.com/office/drawing/2014/main" id="{018D4D27-6729-963D-5182-02D25D12804E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784" y="0"/>
              <a:ext cx="528" cy="432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09" name="Rectangle 13">
              <a:extLst>
                <a:ext uri="{FF2B5EF4-FFF2-40B4-BE49-F238E27FC236}">
                  <a16:creationId xmlns:a16="http://schemas.microsoft.com/office/drawing/2014/main" id="{D0EE0803-98AD-349A-9B77-0697EF0F3834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1248" y="0"/>
              <a:ext cx="144" cy="432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10" name="Rectangle 14">
              <a:extLst>
                <a:ext uri="{FF2B5EF4-FFF2-40B4-BE49-F238E27FC236}">
                  <a16:creationId xmlns:a16="http://schemas.microsoft.com/office/drawing/2014/main" id="{B0F93538-194C-D9DC-5E20-C5D2FA5817C7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3300" y="0"/>
              <a:ext cx="252" cy="432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11" name="Rectangle 15">
              <a:extLst>
                <a:ext uri="{FF2B5EF4-FFF2-40B4-BE49-F238E27FC236}">
                  <a16:creationId xmlns:a16="http://schemas.microsoft.com/office/drawing/2014/main" id="{A5A56E38-E0A1-67C9-CAD6-5B8407870014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4656" y="0"/>
              <a:ext cx="144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2">
                    <a:gamma/>
                    <a:shade val="96863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12" name="Rectangle 16">
              <a:extLst>
                <a:ext uri="{FF2B5EF4-FFF2-40B4-BE49-F238E27FC236}">
                  <a16:creationId xmlns:a16="http://schemas.microsoft.com/office/drawing/2014/main" id="{20A73F61-7479-C882-8526-3E387A6D26CE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4608" y="0"/>
              <a:ext cx="672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13" name="Rectangle 17">
              <a:extLst>
                <a:ext uri="{FF2B5EF4-FFF2-40B4-BE49-F238E27FC236}">
                  <a16:creationId xmlns:a16="http://schemas.microsoft.com/office/drawing/2014/main" id="{C0582934-101A-4227-7CDF-C38A577C46C0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3504" y="0"/>
              <a:ext cx="624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14" name="Rectangle 18">
              <a:extLst>
                <a:ext uri="{FF2B5EF4-FFF2-40B4-BE49-F238E27FC236}">
                  <a16:creationId xmlns:a16="http://schemas.microsoft.com/office/drawing/2014/main" id="{0F86F0F2-0FE8-5DB9-BCCF-80300215BA28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3840" y="0"/>
              <a:ext cx="528" cy="432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15" name="Rectangle 19">
              <a:extLst>
                <a:ext uri="{FF2B5EF4-FFF2-40B4-BE49-F238E27FC236}">
                  <a16:creationId xmlns:a16="http://schemas.microsoft.com/office/drawing/2014/main" id="{F38DCBD8-27F5-1C5C-BDC4-060BD758321C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4368" y="0"/>
              <a:ext cx="240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2">
                    <a:gamma/>
                    <a:shade val="96863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16" name="Rectangle 20">
              <a:extLst>
                <a:ext uri="{FF2B5EF4-FFF2-40B4-BE49-F238E27FC236}">
                  <a16:creationId xmlns:a16="http://schemas.microsoft.com/office/drawing/2014/main" id="{4FF59717-0A37-EC06-7B78-B5EDC0280F70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680" y="0"/>
              <a:ext cx="152" cy="43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17" name="Rectangle 21">
              <a:extLst>
                <a:ext uri="{FF2B5EF4-FFF2-40B4-BE49-F238E27FC236}">
                  <a16:creationId xmlns:a16="http://schemas.microsoft.com/office/drawing/2014/main" id="{BF154A76-3C7F-24F6-E4F0-2AF91AF283D7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366" y="0"/>
              <a:ext cx="336" cy="4320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18" name="Freeform 22">
              <a:extLst>
                <a:ext uri="{FF2B5EF4-FFF2-40B4-BE49-F238E27FC236}">
                  <a16:creationId xmlns:a16="http://schemas.microsoft.com/office/drawing/2014/main" id="{024031A2-7ED6-71DC-21F0-F3524BA3E497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1" y="3875"/>
              <a:ext cx="5760" cy="445"/>
            </a:xfrm>
            <a:custGeom>
              <a:avLst/>
              <a:gdLst>
                <a:gd name="T0" fmla="*/ 5700 w 5760"/>
                <a:gd name="T1" fmla="*/ 86 h 445"/>
                <a:gd name="T2" fmla="*/ 5508 w 5760"/>
                <a:gd name="T3" fmla="*/ 86 h 445"/>
                <a:gd name="T4" fmla="*/ 5454 w 5760"/>
                <a:gd name="T5" fmla="*/ 76 h 445"/>
                <a:gd name="T6" fmla="*/ 5448 w 5760"/>
                <a:gd name="T7" fmla="*/ 65 h 445"/>
                <a:gd name="T8" fmla="*/ 5442 w 5760"/>
                <a:gd name="T9" fmla="*/ 44 h 445"/>
                <a:gd name="T10" fmla="*/ 5414 w 5760"/>
                <a:gd name="T11" fmla="*/ 18 h 445"/>
                <a:gd name="T12" fmla="*/ 5332 w 5760"/>
                <a:gd name="T13" fmla="*/ 7 h 445"/>
                <a:gd name="T14" fmla="*/ 5051 w 5760"/>
                <a:gd name="T15" fmla="*/ 22 h 445"/>
                <a:gd name="T16" fmla="*/ 4986 w 5760"/>
                <a:gd name="T17" fmla="*/ 55 h 445"/>
                <a:gd name="T18" fmla="*/ 4854 w 5760"/>
                <a:gd name="T19" fmla="*/ 102 h 445"/>
                <a:gd name="T20" fmla="*/ 4740 w 5760"/>
                <a:gd name="T21" fmla="*/ 112 h 445"/>
                <a:gd name="T22" fmla="*/ 4662 w 5760"/>
                <a:gd name="T23" fmla="*/ 91 h 445"/>
                <a:gd name="T24" fmla="*/ 4598 w 5760"/>
                <a:gd name="T25" fmla="*/ 25 h 445"/>
                <a:gd name="T26" fmla="*/ 4514 w 5760"/>
                <a:gd name="T27" fmla="*/ 9 h 445"/>
                <a:gd name="T28" fmla="*/ 4410 w 5760"/>
                <a:gd name="T29" fmla="*/ 39 h 445"/>
                <a:gd name="T30" fmla="*/ 4236 w 5760"/>
                <a:gd name="T31" fmla="*/ 81 h 445"/>
                <a:gd name="T32" fmla="*/ 4020 w 5760"/>
                <a:gd name="T33" fmla="*/ 102 h 445"/>
                <a:gd name="T34" fmla="*/ 3810 w 5760"/>
                <a:gd name="T35" fmla="*/ 102 h 445"/>
                <a:gd name="T36" fmla="*/ 3654 w 5760"/>
                <a:gd name="T37" fmla="*/ 76 h 445"/>
                <a:gd name="T38" fmla="*/ 3594 w 5760"/>
                <a:gd name="T39" fmla="*/ 50 h 445"/>
                <a:gd name="T40" fmla="*/ 3528 w 5760"/>
                <a:gd name="T41" fmla="*/ 44 h 445"/>
                <a:gd name="T42" fmla="*/ 3480 w 5760"/>
                <a:gd name="T43" fmla="*/ 55 h 445"/>
                <a:gd name="T44" fmla="*/ 3420 w 5760"/>
                <a:gd name="T45" fmla="*/ 76 h 445"/>
                <a:gd name="T46" fmla="*/ 3048 w 5760"/>
                <a:gd name="T47" fmla="*/ 112 h 445"/>
                <a:gd name="T48" fmla="*/ 2844 w 5760"/>
                <a:gd name="T49" fmla="*/ 128 h 445"/>
                <a:gd name="T50" fmla="*/ 2742 w 5760"/>
                <a:gd name="T51" fmla="*/ 117 h 445"/>
                <a:gd name="T52" fmla="*/ 2710 w 5760"/>
                <a:gd name="T53" fmla="*/ 56 h 445"/>
                <a:gd name="T54" fmla="*/ 2658 w 5760"/>
                <a:gd name="T55" fmla="*/ 50 h 445"/>
                <a:gd name="T56" fmla="*/ 2558 w 5760"/>
                <a:gd name="T57" fmla="*/ 95 h 445"/>
                <a:gd name="T58" fmla="*/ 2444 w 5760"/>
                <a:gd name="T59" fmla="*/ 109 h 445"/>
                <a:gd name="T60" fmla="*/ 2322 w 5760"/>
                <a:gd name="T61" fmla="*/ 91 h 445"/>
                <a:gd name="T62" fmla="*/ 2274 w 5760"/>
                <a:gd name="T63" fmla="*/ 70 h 445"/>
                <a:gd name="T64" fmla="*/ 2185 w 5760"/>
                <a:gd name="T65" fmla="*/ 3 h 445"/>
                <a:gd name="T66" fmla="*/ 2048 w 5760"/>
                <a:gd name="T67" fmla="*/ 64 h 445"/>
                <a:gd name="T68" fmla="*/ 1794 w 5760"/>
                <a:gd name="T69" fmla="*/ 102 h 445"/>
                <a:gd name="T70" fmla="*/ 1560 w 5760"/>
                <a:gd name="T71" fmla="*/ 91 h 445"/>
                <a:gd name="T72" fmla="*/ 1482 w 5760"/>
                <a:gd name="T73" fmla="*/ 76 h 445"/>
                <a:gd name="T74" fmla="*/ 1428 w 5760"/>
                <a:gd name="T75" fmla="*/ 50 h 445"/>
                <a:gd name="T76" fmla="*/ 1374 w 5760"/>
                <a:gd name="T77" fmla="*/ 44 h 445"/>
                <a:gd name="T78" fmla="*/ 1308 w 5760"/>
                <a:gd name="T79" fmla="*/ 55 h 445"/>
                <a:gd name="T80" fmla="*/ 1140 w 5760"/>
                <a:gd name="T81" fmla="*/ 107 h 445"/>
                <a:gd name="T82" fmla="*/ 948 w 5760"/>
                <a:gd name="T83" fmla="*/ 143 h 445"/>
                <a:gd name="T84" fmla="*/ 708 w 5760"/>
                <a:gd name="T85" fmla="*/ 138 h 445"/>
                <a:gd name="T86" fmla="*/ 534 w 5760"/>
                <a:gd name="T87" fmla="*/ 96 h 445"/>
                <a:gd name="T88" fmla="*/ 444 w 5760"/>
                <a:gd name="T89" fmla="*/ 55 h 445"/>
                <a:gd name="T90" fmla="*/ 396 w 5760"/>
                <a:gd name="T91" fmla="*/ 34 h 445"/>
                <a:gd name="T92" fmla="*/ 378 w 5760"/>
                <a:gd name="T93" fmla="*/ 39 h 445"/>
                <a:gd name="T94" fmla="*/ 342 w 5760"/>
                <a:gd name="T95" fmla="*/ 70 h 445"/>
                <a:gd name="T96" fmla="*/ 288 w 5760"/>
                <a:gd name="T97" fmla="*/ 96 h 445"/>
                <a:gd name="T98" fmla="*/ 192 w 5760"/>
                <a:gd name="T99" fmla="*/ 112 h 445"/>
                <a:gd name="T100" fmla="*/ 90 w 5760"/>
                <a:gd name="T101" fmla="*/ 112 h 445"/>
                <a:gd name="T102" fmla="*/ 0 w 5760"/>
                <a:gd name="T103" fmla="*/ 96 h 445"/>
                <a:gd name="T104" fmla="*/ 5760 w 5760"/>
                <a:gd name="T105" fmla="*/ 445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5760" h="445">
                  <a:moveTo>
                    <a:pt x="5760" y="445"/>
                  </a:moveTo>
                  <a:lnTo>
                    <a:pt x="5760" y="76"/>
                  </a:lnTo>
                  <a:lnTo>
                    <a:pt x="5730" y="81"/>
                  </a:lnTo>
                  <a:lnTo>
                    <a:pt x="5700" y="86"/>
                  </a:lnTo>
                  <a:lnTo>
                    <a:pt x="5646" y="91"/>
                  </a:lnTo>
                  <a:lnTo>
                    <a:pt x="5592" y="91"/>
                  </a:lnTo>
                  <a:lnTo>
                    <a:pt x="5544" y="91"/>
                  </a:lnTo>
                  <a:lnTo>
                    <a:pt x="5508" y="86"/>
                  </a:lnTo>
                  <a:lnTo>
                    <a:pt x="5490" y="86"/>
                  </a:lnTo>
                  <a:lnTo>
                    <a:pt x="5478" y="81"/>
                  </a:lnTo>
                  <a:lnTo>
                    <a:pt x="5466" y="76"/>
                  </a:lnTo>
                  <a:lnTo>
                    <a:pt x="5454" y="76"/>
                  </a:lnTo>
                  <a:lnTo>
                    <a:pt x="5454" y="70"/>
                  </a:lnTo>
                  <a:lnTo>
                    <a:pt x="5454" y="70"/>
                  </a:lnTo>
                  <a:lnTo>
                    <a:pt x="5448" y="70"/>
                  </a:lnTo>
                  <a:lnTo>
                    <a:pt x="5448" y="65"/>
                  </a:lnTo>
                  <a:lnTo>
                    <a:pt x="5448" y="60"/>
                  </a:lnTo>
                  <a:lnTo>
                    <a:pt x="5448" y="55"/>
                  </a:lnTo>
                  <a:lnTo>
                    <a:pt x="5442" y="50"/>
                  </a:lnTo>
                  <a:lnTo>
                    <a:pt x="5442" y="44"/>
                  </a:lnTo>
                  <a:lnTo>
                    <a:pt x="5436" y="39"/>
                  </a:lnTo>
                  <a:lnTo>
                    <a:pt x="5424" y="34"/>
                  </a:lnTo>
                  <a:lnTo>
                    <a:pt x="5418" y="29"/>
                  </a:lnTo>
                  <a:lnTo>
                    <a:pt x="5414" y="18"/>
                  </a:lnTo>
                  <a:lnTo>
                    <a:pt x="5401" y="16"/>
                  </a:lnTo>
                  <a:lnTo>
                    <a:pt x="5386" y="10"/>
                  </a:lnTo>
                  <a:lnTo>
                    <a:pt x="5368" y="7"/>
                  </a:lnTo>
                  <a:lnTo>
                    <a:pt x="5332" y="7"/>
                  </a:lnTo>
                  <a:lnTo>
                    <a:pt x="5246" y="10"/>
                  </a:lnTo>
                  <a:lnTo>
                    <a:pt x="5144" y="7"/>
                  </a:lnTo>
                  <a:lnTo>
                    <a:pt x="5090" y="16"/>
                  </a:lnTo>
                  <a:lnTo>
                    <a:pt x="5051" y="22"/>
                  </a:lnTo>
                  <a:lnTo>
                    <a:pt x="5036" y="30"/>
                  </a:lnTo>
                  <a:lnTo>
                    <a:pt x="5022" y="39"/>
                  </a:lnTo>
                  <a:lnTo>
                    <a:pt x="5010" y="44"/>
                  </a:lnTo>
                  <a:lnTo>
                    <a:pt x="4986" y="55"/>
                  </a:lnTo>
                  <a:lnTo>
                    <a:pt x="4950" y="70"/>
                  </a:lnTo>
                  <a:lnTo>
                    <a:pt x="4920" y="86"/>
                  </a:lnTo>
                  <a:lnTo>
                    <a:pt x="4884" y="96"/>
                  </a:lnTo>
                  <a:lnTo>
                    <a:pt x="4854" y="102"/>
                  </a:lnTo>
                  <a:lnTo>
                    <a:pt x="4824" y="107"/>
                  </a:lnTo>
                  <a:lnTo>
                    <a:pt x="4794" y="112"/>
                  </a:lnTo>
                  <a:lnTo>
                    <a:pt x="4764" y="112"/>
                  </a:lnTo>
                  <a:lnTo>
                    <a:pt x="4740" y="112"/>
                  </a:lnTo>
                  <a:lnTo>
                    <a:pt x="4716" y="107"/>
                  </a:lnTo>
                  <a:lnTo>
                    <a:pt x="4698" y="102"/>
                  </a:lnTo>
                  <a:lnTo>
                    <a:pt x="4674" y="96"/>
                  </a:lnTo>
                  <a:lnTo>
                    <a:pt x="4662" y="91"/>
                  </a:lnTo>
                  <a:lnTo>
                    <a:pt x="4644" y="86"/>
                  </a:lnTo>
                  <a:lnTo>
                    <a:pt x="4631" y="66"/>
                  </a:lnTo>
                  <a:lnTo>
                    <a:pt x="4617" y="42"/>
                  </a:lnTo>
                  <a:lnTo>
                    <a:pt x="4598" y="25"/>
                  </a:lnTo>
                  <a:lnTo>
                    <a:pt x="4584" y="13"/>
                  </a:lnTo>
                  <a:lnTo>
                    <a:pt x="4565" y="4"/>
                  </a:lnTo>
                  <a:lnTo>
                    <a:pt x="4535" y="3"/>
                  </a:lnTo>
                  <a:lnTo>
                    <a:pt x="4514" y="9"/>
                  </a:lnTo>
                  <a:lnTo>
                    <a:pt x="4494" y="18"/>
                  </a:lnTo>
                  <a:lnTo>
                    <a:pt x="4471" y="23"/>
                  </a:lnTo>
                  <a:lnTo>
                    <a:pt x="4440" y="29"/>
                  </a:lnTo>
                  <a:lnTo>
                    <a:pt x="4410" y="39"/>
                  </a:lnTo>
                  <a:lnTo>
                    <a:pt x="4374" y="50"/>
                  </a:lnTo>
                  <a:lnTo>
                    <a:pt x="4332" y="60"/>
                  </a:lnTo>
                  <a:lnTo>
                    <a:pt x="4284" y="76"/>
                  </a:lnTo>
                  <a:lnTo>
                    <a:pt x="4236" y="81"/>
                  </a:lnTo>
                  <a:lnTo>
                    <a:pt x="4183" y="91"/>
                  </a:lnTo>
                  <a:lnTo>
                    <a:pt x="4128" y="96"/>
                  </a:lnTo>
                  <a:lnTo>
                    <a:pt x="4074" y="102"/>
                  </a:lnTo>
                  <a:lnTo>
                    <a:pt x="4020" y="102"/>
                  </a:lnTo>
                  <a:lnTo>
                    <a:pt x="3966" y="102"/>
                  </a:lnTo>
                  <a:lnTo>
                    <a:pt x="3912" y="102"/>
                  </a:lnTo>
                  <a:lnTo>
                    <a:pt x="3858" y="102"/>
                  </a:lnTo>
                  <a:lnTo>
                    <a:pt x="3810" y="102"/>
                  </a:lnTo>
                  <a:lnTo>
                    <a:pt x="3762" y="96"/>
                  </a:lnTo>
                  <a:lnTo>
                    <a:pt x="3726" y="91"/>
                  </a:lnTo>
                  <a:lnTo>
                    <a:pt x="3684" y="81"/>
                  </a:lnTo>
                  <a:lnTo>
                    <a:pt x="3654" y="76"/>
                  </a:lnTo>
                  <a:lnTo>
                    <a:pt x="3642" y="70"/>
                  </a:lnTo>
                  <a:lnTo>
                    <a:pt x="3630" y="65"/>
                  </a:lnTo>
                  <a:lnTo>
                    <a:pt x="3612" y="60"/>
                  </a:lnTo>
                  <a:lnTo>
                    <a:pt x="3594" y="50"/>
                  </a:lnTo>
                  <a:lnTo>
                    <a:pt x="3576" y="50"/>
                  </a:lnTo>
                  <a:lnTo>
                    <a:pt x="3558" y="44"/>
                  </a:lnTo>
                  <a:lnTo>
                    <a:pt x="3540" y="44"/>
                  </a:lnTo>
                  <a:lnTo>
                    <a:pt x="3528" y="44"/>
                  </a:lnTo>
                  <a:lnTo>
                    <a:pt x="3516" y="50"/>
                  </a:lnTo>
                  <a:lnTo>
                    <a:pt x="3504" y="50"/>
                  </a:lnTo>
                  <a:lnTo>
                    <a:pt x="3492" y="55"/>
                  </a:lnTo>
                  <a:lnTo>
                    <a:pt x="3480" y="55"/>
                  </a:lnTo>
                  <a:lnTo>
                    <a:pt x="3468" y="65"/>
                  </a:lnTo>
                  <a:lnTo>
                    <a:pt x="3456" y="70"/>
                  </a:lnTo>
                  <a:lnTo>
                    <a:pt x="3450" y="70"/>
                  </a:lnTo>
                  <a:lnTo>
                    <a:pt x="3420" y="76"/>
                  </a:lnTo>
                  <a:lnTo>
                    <a:pt x="3330" y="81"/>
                  </a:lnTo>
                  <a:lnTo>
                    <a:pt x="3204" y="91"/>
                  </a:lnTo>
                  <a:lnTo>
                    <a:pt x="3126" y="102"/>
                  </a:lnTo>
                  <a:lnTo>
                    <a:pt x="3048" y="112"/>
                  </a:lnTo>
                  <a:lnTo>
                    <a:pt x="2970" y="123"/>
                  </a:lnTo>
                  <a:lnTo>
                    <a:pt x="2904" y="128"/>
                  </a:lnTo>
                  <a:lnTo>
                    <a:pt x="2868" y="128"/>
                  </a:lnTo>
                  <a:lnTo>
                    <a:pt x="2844" y="128"/>
                  </a:lnTo>
                  <a:lnTo>
                    <a:pt x="2814" y="128"/>
                  </a:lnTo>
                  <a:lnTo>
                    <a:pt x="2790" y="128"/>
                  </a:lnTo>
                  <a:lnTo>
                    <a:pt x="2766" y="123"/>
                  </a:lnTo>
                  <a:lnTo>
                    <a:pt x="2742" y="117"/>
                  </a:lnTo>
                  <a:lnTo>
                    <a:pt x="2724" y="112"/>
                  </a:lnTo>
                  <a:lnTo>
                    <a:pt x="2706" y="107"/>
                  </a:lnTo>
                  <a:lnTo>
                    <a:pt x="2704" y="83"/>
                  </a:lnTo>
                  <a:lnTo>
                    <a:pt x="2710" y="56"/>
                  </a:lnTo>
                  <a:lnTo>
                    <a:pt x="2710" y="36"/>
                  </a:lnTo>
                  <a:lnTo>
                    <a:pt x="2696" y="25"/>
                  </a:lnTo>
                  <a:lnTo>
                    <a:pt x="2672" y="36"/>
                  </a:lnTo>
                  <a:lnTo>
                    <a:pt x="2658" y="50"/>
                  </a:lnTo>
                  <a:lnTo>
                    <a:pt x="2638" y="60"/>
                  </a:lnTo>
                  <a:lnTo>
                    <a:pt x="2614" y="76"/>
                  </a:lnTo>
                  <a:lnTo>
                    <a:pt x="2590" y="84"/>
                  </a:lnTo>
                  <a:lnTo>
                    <a:pt x="2558" y="95"/>
                  </a:lnTo>
                  <a:lnTo>
                    <a:pt x="2536" y="98"/>
                  </a:lnTo>
                  <a:lnTo>
                    <a:pt x="2508" y="102"/>
                  </a:lnTo>
                  <a:lnTo>
                    <a:pt x="2478" y="105"/>
                  </a:lnTo>
                  <a:lnTo>
                    <a:pt x="2444" y="109"/>
                  </a:lnTo>
                  <a:lnTo>
                    <a:pt x="2410" y="110"/>
                  </a:lnTo>
                  <a:lnTo>
                    <a:pt x="2374" y="107"/>
                  </a:lnTo>
                  <a:lnTo>
                    <a:pt x="2348" y="103"/>
                  </a:lnTo>
                  <a:lnTo>
                    <a:pt x="2322" y="91"/>
                  </a:lnTo>
                  <a:lnTo>
                    <a:pt x="2304" y="86"/>
                  </a:lnTo>
                  <a:lnTo>
                    <a:pt x="2292" y="81"/>
                  </a:lnTo>
                  <a:lnTo>
                    <a:pt x="2286" y="76"/>
                  </a:lnTo>
                  <a:lnTo>
                    <a:pt x="2274" y="70"/>
                  </a:lnTo>
                  <a:lnTo>
                    <a:pt x="2268" y="65"/>
                  </a:lnTo>
                  <a:lnTo>
                    <a:pt x="2246" y="18"/>
                  </a:lnTo>
                  <a:lnTo>
                    <a:pt x="2224" y="0"/>
                  </a:lnTo>
                  <a:lnTo>
                    <a:pt x="2185" y="3"/>
                  </a:lnTo>
                  <a:lnTo>
                    <a:pt x="2156" y="16"/>
                  </a:lnTo>
                  <a:lnTo>
                    <a:pt x="2126" y="22"/>
                  </a:lnTo>
                  <a:lnTo>
                    <a:pt x="2081" y="49"/>
                  </a:lnTo>
                  <a:lnTo>
                    <a:pt x="2048" y="64"/>
                  </a:lnTo>
                  <a:lnTo>
                    <a:pt x="2018" y="76"/>
                  </a:lnTo>
                  <a:lnTo>
                    <a:pt x="1986" y="96"/>
                  </a:lnTo>
                  <a:lnTo>
                    <a:pt x="1896" y="102"/>
                  </a:lnTo>
                  <a:lnTo>
                    <a:pt x="1794" y="102"/>
                  </a:lnTo>
                  <a:lnTo>
                    <a:pt x="1692" y="102"/>
                  </a:lnTo>
                  <a:lnTo>
                    <a:pt x="1644" y="102"/>
                  </a:lnTo>
                  <a:lnTo>
                    <a:pt x="1602" y="96"/>
                  </a:lnTo>
                  <a:lnTo>
                    <a:pt x="1560" y="91"/>
                  </a:lnTo>
                  <a:lnTo>
                    <a:pt x="1524" y="86"/>
                  </a:lnTo>
                  <a:lnTo>
                    <a:pt x="1506" y="86"/>
                  </a:lnTo>
                  <a:lnTo>
                    <a:pt x="1494" y="81"/>
                  </a:lnTo>
                  <a:lnTo>
                    <a:pt x="1482" y="76"/>
                  </a:lnTo>
                  <a:lnTo>
                    <a:pt x="1476" y="70"/>
                  </a:lnTo>
                  <a:lnTo>
                    <a:pt x="1458" y="65"/>
                  </a:lnTo>
                  <a:lnTo>
                    <a:pt x="1440" y="55"/>
                  </a:lnTo>
                  <a:lnTo>
                    <a:pt x="1428" y="50"/>
                  </a:lnTo>
                  <a:lnTo>
                    <a:pt x="1410" y="50"/>
                  </a:lnTo>
                  <a:lnTo>
                    <a:pt x="1398" y="44"/>
                  </a:lnTo>
                  <a:lnTo>
                    <a:pt x="1386" y="44"/>
                  </a:lnTo>
                  <a:lnTo>
                    <a:pt x="1374" y="44"/>
                  </a:lnTo>
                  <a:lnTo>
                    <a:pt x="1356" y="44"/>
                  </a:lnTo>
                  <a:lnTo>
                    <a:pt x="1344" y="44"/>
                  </a:lnTo>
                  <a:lnTo>
                    <a:pt x="1332" y="50"/>
                  </a:lnTo>
                  <a:lnTo>
                    <a:pt x="1308" y="55"/>
                  </a:lnTo>
                  <a:lnTo>
                    <a:pt x="1260" y="70"/>
                  </a:lnTo>
                  <a:lnTo>
                    <a:pt x="1218" y="86"/>
                  </a:lnTo>
                  <a:lnTo>
                    <a:pt x="1176" y="96"/>
                  </a:lnTo>
                  <a:lnTo>
                    <a:pt x="1140" y="107"/>
                  </a:lnTo>
                  <a:lnTo>
                    <a:pt x="1098" y="117"/>
                  </a:lnTo>
                  <a:lnTo>
                    <a:pt x="1062" y="128"/>
                  </a:lnTo>
                  <a:lnTo>
                    <a:pt x="1020" y="133"/>
                  </a:lnTo>
                  <a:lnTo>
                    <a:pt x="948" y="143"/>
                  </a:lnTo>
                  <a:lnTo>
                    <a:pt x="882" y="149"/>
                  </a:lnTo>
                  <a:lnTo>
                    <a:pt x="822" y="149"/>
                  </a:lnTo>
                  <a:lnTo>
                    <a:pt x="762" y="143"/>
                  </a:lnTo>
                  <a:lnTo>
                    <a:pt x="708" y="138"/>
                  </a:lnTo>
                  <a:lnTo>
                    <a:pt x="654" y="128"/>
                  </a:lnTo>
                  <a:lnTo>
                    <a:pt x="612" y="117"/>
                  </a:lnTo>
                  <a:lnTo>
                    <a:pt x="570" y="107"/>
                  </a:lnTo>
                  <a:lnTo>
                    <a:pt x="534" y="96"/>
                  </a:lnTo>
                  <a:lnTo>
                    <a:pt x="504" y="86"/>
                  </a:lnTo>
                  <a:lnTo>
                    <a:pt x="480" y="76"/>
                  </a:lnTo>
                  <a:lnTo>
                    <a:pt x="462" y="65"/>
                  </a:lnTo>
                  <a:lnTo>
                    <a:pt x="444" y="55"/>
                  </a:lnTo>
                  <a:lnTo>
                    <a:pt x="426" y="44"/>
                  </a:lnTo>
                  <a:lnTo>
                    <a:pt x="408" y="34"/>
                  </a:lnTo>
                  <a:lnTo>
                    <a:pt x="402" y="34"/>
                  </a:lnTo>
                  <a:lnTo>
                    <a:pt x="396" y="34"/>
                  </a:lnTo>
                  <a:lnTo>
                    <a:pt x="390" y="34"/>
                  </a:lnTo>
                  <a:lnTo>
                    <a:pt x="390" y="34"/>
                  </a:lnTo>
                  <a:lnTo>
                    <a:pt x="384" y="34"/>
                  </a:lnTo>
                  <a:lnTo>
                    <a:pt x="378" y="39"/>
                  </a:lnTo>
                  <a:lnTo>
                    <a:pt x="372" y="44"/>
                  </a:lnTo>
                  <a:lnTo>
                    <a:pt x="360" y="55"/>
                  </a:lnTo>
                  <a:lnTo>
                    <a:pt x="348" y="65"/>
                  </a:lnTo>
                  <a:lnTo>
                    <a:pt x="342" y="70"/>
                  </a:lnTo>
                  <a:lnTo>
                    <a:pt x="336" y="76"/>
                  </a:lnTo>
                  <a:lnTo>
                    <a:pt x="324" y="86"/>
                  </a:lnTo>
                  <a:lnTo>
                    <a:pt x="306" y="91"/>
                  </a:lnTo>
                  <a:lnTo>
                    <a:pt x="288" y="96"/>
                  </a:lnTo>
                  <a:lnTo>
                    <a:pt x="264" y="102"/>
                  </a:lnTo>
                  <a:lnTo>
                    <a:pt x="240" y="107"/>
                  </a:lnTo>
                  <a:lnTo>
                    <a:pt x="216" y="112"/>
                  </a:lnTo>
                  <a:lnTo>
                    <a:pt x="192" y="112"/>
                  </a:lnTo>
                  <a:lnTo>
                    <a:pt x="168" y="117"/>
                  </a:lnTo>
                  <a:lnTo>
                    <a:pt x="145" y="117"/>
                  </a:lnTo>
                  <a:lnTo>
                    <a:pt x="120" y="117"/>
                  </a:lnTo>
                  <a:lnTo>
                    <a:pt x="90" y="112"/>
                  </a:lnTo>
                  <a:lnTo>
                    <a:pt x="66" y="112"/>
                  </a:lnTo>
                  <a:lnTo>
                    <a:pt x="42" y="107"/>
                  </a:lnTo>
                  <a:lnTo>
                    <a:pt x="24" y="102"/>
                  </a:lnTo>
                  <a:lnTo>
                    <a:pt x="0" y="96"/>
                  </a:lnTo>
                  <a:lnTo>
                    <a:pt x="0" y="445"/>
                  </a:lnTo>
                  <a:lnTo>
                    <a:pt x="5760" y="445"/>
                  </a:lnTo>
                  <a:lnTo>
                    <a:pt x="5760" y="445"/>
                  </a:lnTo>
                  <a:lnTo>
                    <a:pt x="5760" y="445"/>
                  </a:lnTo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11E8C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19" name="Freeform 23">
              <a:extLst>
                <a:ext uri="{FF2B5EF4-FFF2-40B4-BE49-F238E27FC236}">
                  <a16:creationId xmlns:a16="http://schemas.microsoft.com/office/drawing/2014/main" id="{D71401BC-1CBC-FC11-9BF2-A88A6CB06801}"/>
                </a:ext>
              </a:extLst>
            </p:cNvPr>
            <p:cNvSpPr>
              <a:spLocks/>
            </p:cNvSpPr>
            <p:nvPr userDrawn="1"/>
          </p:nvSpPr>
          <p:spPr bwMode="hidden">
            <a:xfrm>
              <a:off x="0" y="3867"/>
              <a:ext cx="5770" cy="174"/>
            </a:xfrm>
            <a:custGeom>
              <a:avLst/>
              <a:gdLst>
                <a:gd name="T0" fmla="*/ 4993 w 5770"/>
                <a:gd name="T1" fmla="*/ 66 h 174"/>
                <a:gd name="T2" fmla="*/ 4771 w 5770"/>
                <a:gd name="T3" fmla="*/ 132 h 174"/>
                <a:gd name="T4" fmla="*/ 4640 w 5770"/>
                <a:gd name="T5" fmla="*/ 96 h 174"/>
                <a:gd name="T6" fmla="*/ 4598 w 5770"/>
                <a:gd name="T7" fmla="*/ 36 h 174"/>
                <a:gd name="T8" fmla="*/ 4478 w 5770"/>
                <a:gd name="T9" fmla="*/ 30 h 174"/>
                <a:gd name="T10" fmla="*/ 4186 w 5770"/>
                <a:gd name="T11" fmla="*/ 108 h 174"/>
                <a:gd name="T12" fmla="*/ 3815 w 5770"/>
                <a:gd name="T13" fmla="*/ 120 h 174"/>
                <a:gd name="T14" fmla="*/ 3617 w 5770"/>
                <a:gd name="T15" fmla="*/ 72 h 174"/>
                <a:gd name="T16" fmla="*/ 3510 w 5770"/>
                <a:gd name="T17" fmla="*/ 60 h 174"/>
                <a:gd name="T18" fmla="*/ 3336 w 5770"/>
                <a:gd name="T19" fmla="*/ 96 h 174"/>
                <a:gd name="T20" fmla="*/ 2846 w 5770"/>
                <a:gd name="T21" fmla="*/ 150 h 174"/>
                <a:gd name="T22" fmla="*/ 2703 w 5770"/>
                <a:gd name="T23" fmla="*/ 96 h 174"/>
                <a:gd name="T24" fmla="*/ 2619 w 5770"/>
                <a:gd name="T25" fmla="*/ 90 h 174"/>
                <a:gd name="T26" fmla="*/ 2416 w 5770"/>
                <a:gd name="T27" fmla="*/ 132 h 174"/>
                <a:gd name="T28" fmla="*/ 2278 w 5770"/>
                <a:gd name="T29" fmla="*/ 84 h 174"/>
                <a:gd name="T30" fmla="*/ 2151 w 5770"/>
                <a:gd name="T31" fmla="*/ 36 h 174"/>
                <a:gd name="T32" fmla="*/ 1947 w 5770"/>
                <a:gd name="T33" fmla="*/ 120 h 174"/>
                <a:gd name="T34" fmla="*/ 1525 w 5770"/>
                <a:gd name="T35" fmla="*/ 102 h 174"/>
                <a:gd name="T36" fmla="*/ 1429 w 5770"/>
                <a:gd name="T37" fmla="*/ 60 h 174"/>
                <a:gd name="T38" fmla="*/ 1333 w 5770"/>
                <a:gd name="T39" fmla="*/ 60 h 174"/>
                <a:gd name="T40" fmla="*/ 1058 w 5770"/>
                <a:gd name="T41" fmla="*/ 150 h 174"/>
                <a:gd name="T42" fmla="*/ 652 w 5770"/>
                <a:gd name="T43" fmla="*/ 150 h 174"/>
                <a:gd name="T44" fmla="*/ 442 w 5770"/>
                <a:gd name="T45" fmla="*/ 66 h 174"/>
                <a:gd name="T46" fmla="*/ 377 w 5770"/>
                <a:gd name="T47" fmla="*/ 48 h 174"/>
                <a:gd name="T48" fmla="*/ 305 w 5770"/>
                <a:gd name="T49" fmla="*/ 108 h 174"/>
                <a:gd name="T50" fmla="*/ 144 w 5770"/>
                <a:gd name="T51" fmla="*/ 138 h 174"/>
                <a:gd name="T52" fmla="*/ 0 w 5770"/>
                <a:gd name="T53" fmla="*/ 96 h 174"/>
                <a:gd name="T54" fmla="*/ 167 w 5770"/>
                <a:gd name="T55" fmla="*/ 120 h 174"/>
                <a:gd name="T56" fmla="*/ 323 w 5770"/>
                <a:gd name="T57" fmla="*/ 84 h 174"/>
                <a:gd name="T58" fmla="*/ 383 w 5770"/>
                <a:gd name="T59" fmla="*/ 24 h 174"/>
                <a:gd name="T60" fmla="*/ 460 w 5770"/>
                <a:gd name="T61" fmla="*/ 60 h 174"/>
                <a:gd name="T62" fmla="*/ 706 w 5770"/>
                <a:gd name="T63" fmla="*/ 144 h 174"/>
                <a:gd name="T64" fmla="*/ 1100 w 5770"/>
                <a:gd name="T65" fmla="*/ 120 h 174"/>
                <a:gd name="T66" fmla="*/ 1345 w 5770"/>
                <a:gd name="T67" fmla="*/ 36 h 174"/>
                <a:gd name="T68" fmla="*/ 1441 w 5770"/>
                <a:gd name="T69" fmla="*/ 48 h 174"/>
                <a:gd name="T70" fmla="*/ 1561 w 5770"/>
                <a:gd name="T71" fmla="*/ 90 h 174"/>
                <a:gd name="T72" fmla="*/ 1971 w 5770"/>
                <a:gd name="T73" fmla="*/ 96 h 174"/>
                <a:gd name="T74" fmla="*/ 2235 w 5770"/>
                <a:gd name="T75" fmla="*/ 3 h 174"/>
                <a:gd name="T76" fmla="*/ 2350 w 5770"/>
                <a:gd name="T77" fmla="*/ 102 h 174"/>
                <a:gd name="T78" fmla="*/ 2559 w 5770"/>
                <a:gd name="T79" fmla="*/ 96 h 174"/>
                <a:gd name="T80" fmla="*/ 2715 w 5770"/>
                <a:gd name="T81" fmla="*/ 24 h 174"/>
                <a:gd name="T82" fmla="*/ 2792 w 5770"/>
                <a:gd name="T83" fmla="*/ 132 h 174"/>
                <a:gd name="T84" fmla="*/ 3127 w 5770"/>
                <a:gd name="T85" fmla="*/ 102 h 174"/>
                <a:gd name="T86" fmla="*/ 3486 w 5770"/>
                <a:gd name="T87" fmla="*/ 48 h 174"/>
                <a:gd name="T88" fmla="*/ 3582 w 5770"/>
                <a:gd name="T89" fmla="*/ 42 h 174"/>
                <a:gd name="T90" fmla="*/ 3731 w 5770"/>
                <a:gd name="T91" fmla="*/ 90 h 174"/>
                <a:gd name="T92" fmla="*/ 4078 w 5770"/>
                <a:gd name="T93" fmla="*/ 102 h 174"/>
                <a:gd name="T94" fmla="*/ 4419 w 5770"/>
                <a:gd name="T95" fmla="*/ 30 h 174"/>
                <a:gd name="T96" fmla="*/ 4574 w 5770"/>
                <a:gd name="T97" fmla="*/ 6 h 174"/>
                <a:gd name="T98" fmla="*/ 4628 w 5770"/>
                <a:gd name="T99" fmla="*/ 60 h 174"/>
                <a:gd name="T100" fmla="*/ 4724 w 5770"/>
                <a:gd name="T101" fmla="*/ 108 h 174"/>
                <a:gd name="T102" fmla="*/ 4927 w 5770"/>
                <a:gd name="T103" fmla="*/ 84 h 174"/>
                <a:gd name="T104" fmla="*/ 5118 w 5770"/>
                <a:gd name="T105" fmla="*/ 14 h 174"/>
                <a:gd name="T106" fmla="*/ 5280 w 5770"/>
                <a:gd name="T107" fmla="*/ 9 h 174"/>
                <a:gd name="T108" fmla="*/ 5453 w 5770"/>
                <a:gd name="T109" fmla="*/ 36 h 174"/>
                <a:gd name="T110" fmla="*/ 5465 w 5770"/>
                <a:gd name="T111" fmla="*/ 72 h 174"/>
                <a:gd name="T112" fmla="*/ 5656 w 5770"/>
                <a:gd name="T113" fmla="*/ 90 h 174"/>
                <a:gd name="T114" fmla="*/ 5710 w 5770"/>
                <a:gd name="T115" fmla="*/ 102 h 174"/>
                <a:gd name="T116" fmla="*/ 5477 w 5770"/>
                <a:gd name="T117" fmla="*/ 90 h 174"/>
                <a:gd name="T118" fmla="*/ 5453 w 5770"/>
                <a:gd name="T119" fmla="*/ 60 h 174"/>
                <a:gd name="T120" fmla="*/ 5393 w 5770"/>
                <a:gd name="T121" fmla="*/ 30 h 174"/>
                <a:gd name="T122" fmla="*/ 5219 w 5770"/>
                <a:gd name="T123" fmla="*/ 2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770" h="174">
                  <a:moveTo>
                    <a:pt x="5151" y="24"/>
                  </a:moveTo>
                  <a:lnTo>
                    <a:pt x="5127" y="26"/>
                  </a:lnTo>
                  <a:lnTo>
                    <a:pt x="5082" y="30"/>
                  </a:lnTo>
                  <a:lnTo>
                    <a:pt x="5049" y="38"/>
                  </a:lnTo>
                  <a:lnTo>
                    <a:pt x="5029" y="48"/>
                  </a:lnTo>
                  <a:lnTo>
                    <a:pt x="5017" y="54"/>
                  </a:lnTo>
                  <a:lnTo>
                    <a:pt x="4993" y="66"/>
                  </a:lnTo>
                  <a:lnTo>
                    <a:pt x="4957" y="84"/>
                  </a:lnTo>
                  <a:lnTo>
                    <a:pt x="4927" y="102"/>
                  </a:lnTo>
                  <a:lnTo>
                    <a:pt x="4891" y="114"/>
                  </a:lnTo>
                  <a:lnTo>
                    <a:pt x="4861" y="120"/>
                  </a:lnTo>
                  <a:lnTo>
                    <a:pt x="4831" y="126"/>
                  </a:lnTo>
                  <a:lnTo>
                    <a:pt x="4801" y="132"/>
                  </a:lnTo>
                  <a:lnTo>
                    <a:pt x="4771" y="132"/>
                  </a:lnTo>
                  <a:lnTo>
                    <a:pt x="4748" y="132"/>
                  </a:lnTo>
                  <a:lnTo>
                    <a:pt x="4724" y="126"/>
                  </a:lnTo>
                  <a:lnTo>
                    <a:pt x="4706" y="120"/>
                  </a:lnTo>
                  <a:lnTo>
                    <a:pt x="4682" y="114"/>
                  </a:lnTo>
                  <a:lnTo>
                    <a:pt x="4670" y="108"/>
                  </a:lnTo>
                  <a:lnTo>
                    <a:pt x="4652" y="102"/>
                  </a:lnTo>
                  <a:lnTo>
                    <a:pt x="4640" y="96"/>
                  </a:lnTo>
                  <a:lnTo>
                    <a:pt x="4634" y="84"/>
                  </a:lnTo>
                  <a:lnTo>
                    <a:pt x="4628" y="78"/>
                  </a:lnTo>
                  <a:lnTo>
                    <a:pt x="4622" y="66"/>
                  </a:lnTo>
                  <a:lnTo>
                    <a:pt x="4616" y="54"/>
                  </a:lnTo>
                  <a:lnTo>
                    <a:pt x="4610" y="48"/>
                  </a:lnTo>
                  <a:lnTo>
                    <a:pt x="4604" y="42"/>
                  </a:lnTo>
                  <a:lnTo>
                    <a:pt x="4598" y="36"/>
                  </a:lnTo>
                  <a:lnTo>
                    <a:pt x="4586" y="30"/>
                  </a:lnTo>
                  <a:lnTo>
                    <a:pt x="4574" y="24"/>
                  </a:lnTo>
                  <a:lnTo>
                    <a:pt x="4562" y="18"/>
                  </a:lnTo>
                  <a:lnTo>
                    <a:pt x="4544" y="18"/>
                  </a:lnTo>
                  <a:lnTo>
                    <a:pt x="4526" y="18"/>
                  </a:lnTo>
                  <a:lnTo>
                    <a:pt x="4502" y="24"/>
                  </a:lnTo>
                  <a:lnTo>
                    <a:pt x="4478" y="30"/>
                  </a:lnTo>
                  <a:lnTo>
                    <a:pt x="4449" y="36"/>
                  </a:lnTo>
                  <a:lnTo>
                    <a:pt x="4419" y="48"/>
                  </a:lnTo>
                  <a:lnTo>
                    <a:pt x="4383" y="60"/>
                  </a:lnTo>
                  <a:lnTo>
                    <a:pt x="4341" y="72"/>
                  </a:lnTo>
                  <a:lnTo>
                    <a:pt x="4287" y="90"/>
                  </a:lnTo>
                  <a:lnTo>
                    <a:pt x="4239" y="96"/>
                  </a:lnTo>
                  <a:lnTo>
                    <a:pt x="4186" y="108"/>
                  </a:lnTo>
                  <a:lnTo>
                    <a:pt x="4132" y="114"/>
                  </a:lnTo>
                  <a:lnTo>
                    <a:pt x="4078" y="120"/>
                  </a:lnTo>
                  <a:lnTo>
                    <a:pt x="4024" y="120"/>
                  </a:lnTo>
                  <a:lnTo>
                    <a:pt x="3970" y="120"/>
                  </a:lnTo>
                  <a:lnTo>
                    <a:pt x="3916" y="120"/>
                  </a:lnTo>
                  <a:lnTo>
                    <a:pt x="3863" y="120"/>
                  </a:lnTo>
                  <a:lnTo>
                    <a:pt x="3815" y="120"/>
                  </a:lnTo>
                  <a:lnTo>
                    <a:pt x="3767" y="114"/>
                  </a:lnTo>
                  <a:lnTo>
                    <a:pt x="3731" y="108"/>
                  </a:lnTo>
                  <a:lnTo>
                    <a:pt x="3689" y="96"/>
                  </a:lnTo>
                  <a:lnTo>
                    <a:pt x="3659" y="90"/>
                  </a:lnTo>
                  <a:lnTo>
                    <a:pt x="3647" y="84"/>
                  </a:lnTo>
                  <a:lnTo>
                    <a:pt x="3635" y="78"/>
                  </a:lnTo>
                  <a:lnTo>
                    <a:pt x="3617" y="72"/>
                  </a:lnTo>
                  <a:lnTo>
                    <a:pt x="3600" y="60"/>
                  </a:lnTo>
                  <a:lnTo>
                    <a:pt x="3582" y="60"/>
                  </a:lnTo>
                  <a:lnTo>
                    <a:pt x="3564" y="54"/>
                  </a:lnTo>
                  <a:lnTo>
                    <a:pt x="3546" y="54"/>
                  </a:lnTo>
                  <a:lnTo>
                    <a:pt x="3534" y="54"/>
                  </a:lnTo>
                  <a:lnTo>
                    <a:pt x="3522" y="60"/>
                  </a:lnTo>
                  <a:lnTo>
                    <a:pt x="3510" y="60"/>
                  </a:lnTo>
                  <a:lnTo>
                    <a:pt x="3498" y="66"/>
                  </a:lnTo>
                  <a:lnTo>
                    <a:pt x="3486" y="66"/>
                  </a:lnTo>
                  <a:lnTo>
                    <a:pt x="3474" y="78"/>
                  </a:lnTo>
                  <a:lnTo>
                    <a:pt x="3462" y="84"/>
                  </a:lnTo>
                  <a:lnTo>
                    <a:pt x="3456" y="84"/>
                  </a:lnTo>
                  <a:lnTo>
                    <a:pt x="3426" y="90"/>
                  </a:lnTo>
                  <a:lnTo>
                    <a:pt x="3336" y="96"/>
                  </a:lnTo>
                  <a:lnTo>
                    <a:pt x="3205" y="108"/>
                  </a:lnTo>
                  <a:lnTo>
                    <a:pt x="3127" y="120"/>
                  </a:lnTo>
                  <a:lnTo>
                    <a:pt x="3049" y="132"/>
                  </a:lnTo>
                  <a:lnTo>
                    <a:pt x="2972" y="144"/>
                  </a:lnTo>
                  <a:lnTo>
                    <a:pt x="2906" y="150"/>
                  </a:lnTo>
                  <a:lnTo>
                    <a:pt x="2870" y="150"/>
                  </a:lnTo>
                  <a:lnTo>
                    <a:pt x="2846" y="150"/>
                  </a:lnTo>
                  <a:lnTo>
                    <a:pt x="2816" y="150"/>
                  </a:lnTo>
                  <a:lnTo>
                    <a:pt x="2792" y="150"/>
                  </a:lnTo>
                  <a:lnTo>
                    <a:pt x="2768" y="144"/>
                  </a:lnTo>
                  <a:lnTo>
                    <a:pt x="2744" y="138"/>
                  </a:lnTo>
                  <a:lnTo>
                    <a:pt x="2727" y="132"/>
                  </a:lnTo>
                  <a:lnTo>
                    <a:pt x="2709" y="126"/>
                  </a:lnTo>
                  <a:lnTo>
                    <a:pt x="2703" y="96"/>
                  </a:lnTo>
                  <a:lnTo>
                    <a:pt x="2703" y="78"/>
                  </a:lnTo>
                  <a:lnTo>
                    <a:pt x="2709" y="42"/>
                  </a:lnTo>
                  <a:lnTo>
                    <a:pt x="2697" y="36"/>
                  </a:lnTo>
                  <a:lnTo>
                    <a:pt x="2673" y="42"/>
                  </a:lnTo>
                  <a:lnTo>
                    <a:pt x="2661" y="60"/>
                  </a:lnTo>
                  <a:lnTo>
                    <a:pt x="2643" y="72"/>
                  </a:lnTo>
                  <a:lnTo>
                    <a:pt x="2619" y="90"/>
                  </a:lnTo>
                  <a:lnTo>
                    <a:pt x="2595" y="102"/>
                  </a:lnTo>
                  <a:lnTo>
                    <a:pt x="2559" y="114"/>
                  </a:lnTo>
                  <a:lnTo>
                    <a:pt x="2541" y="114"/>
                  </a:lnTo>
                  <a:lnTo>
                    <a:pt x="2511" y="120"/>
                  </a:lnTo>
                  <a:lnTo>
                    <a:pt x="2481" y="126"/>
                  </a:lnTo>
                  <a:lnTo>
                    <a:pt x="2446" y="126"/>
                  </a:lnTo>
                  <a:lnTo>
                    <a:pt x="2416" y="132"/>
                  </a:lnTo>
                  <a:lnTo>
                    <a:pt x="2380" y="126"/>
                  </a:lnTo>
                  <a:lnTo>
                    <a:pt x="2350" y="120"/>
                  </a:lnTo>
                  <a:lnTo>
                    <a:pt x="2326" y="108"/>
                  </a:lnTo>
                  <a:lnTo>
                    <a:pt x="2308" y="102"/>
                  </a:lnTo>
                  <a:lnTo>
                    <a:pt x="2296" y="96"/>
                  </a:lnTo>
                  <a:lnTo>
                    <a:pt x="2290" y="90"/>
                  </a:lnTo>
                  <a:lnTo>
                    <a:pt x="2278" y="84"/>
                  </a:lnTo>
                  <a:lnTo>
                    <a:pt x="2272" y="78"/>
                  </a:lnTo>
                  <a:lnTo>
                    <a:pt x="2250" y="57"/>
                  </a:lnTo>
                  <a:lnTo>
                    <a:pt x="2243" y="35"/>
                  </a:lnTo>
                  <a:lnTo>
                    <a:pt x="2228" y="18"/>
                  </a:lnTo>
                  <a:lnTo>
                    <a:pt x="2208" y="18"/>
                  </a:lnTo>
                  <a:lnTo>
                    <a:pt x="2172" y="24"/>
                  </a:lnTo>
                  <a:lnTo>
                    <a:pt x="2151" y="36"/>
                  </a:lnTo>
                  <a:lnTo>
                    <a:pt x="2127" y="51"/>
                  </a:lnTo>
                  <a:lnTo>
                    <a:pt x="2097" y="60"/>
                  </a:lnTo>
                  <a:lnTo>
                    <a:pt x="2073" y="72"/>
                  </a:lnTo>
                  <a:lnTo>
                    <a:pt x="2046" y="87"/>
                  </a:lnTo>
                  <a:lnTo>
                    <a:pt x="2007" y="102"/>
                  </a:lnTo>
                  <a:lnTo>
                    <a:pt x="1977" y="114"/>
                  </a:lnTo>
                  <a:lnTo>
                    <a:pt x="1947" y="120"/>
                  </a:lnTo>
                  <a:lnTo>
                    <a:pt x="1895" y="120"/>
                  </a:lnTo>
                  <a:lnTo>
                    <a:pt x="1794" y="120"/>
                  </a:lnTo>
                  <a:lnTo>
                    <a:pt x="1692" y="120"/>
                  </a:lnTo>
                  <a:lnTo>
                    <a:pt x="1644" y="120"/>
                  </a:lnTo>
                  <a:lnTo>
                    <a:pt x="1602" y="114"/>
                  </a:lnTo>
                  <a:lnTo>
                    <a:pt x="1561" y="108"/>
                  </a:lnTo>
                  <a:lnTo>
                    <a:pt x="1525" y="102"/>
                  </a:lnTo>
                  <a:lnTo>
                    <a:pt x="1507" y="102"/>
                  </a:lnTo>
                  <a:lnTo>
                    <a:pt x="1495" y="96"/>
                  </a:lnTo>
                  <a:lnTo>
                    <a:pt x="1483" y="90"/>
                  </a:lnTo>
                  <a:lnTo>
                    <a:pt x="1477" y="84"/>
                  </a:lnTo>
                  <a:lnTo>
                    <a:pt x="1459" y="78"/>
                  </a:lnTo>
                  <a:lnTo>
                    <a:pt x="1441" y="66"/>
                  </a:lnTo>
                  <a:lnTo>
                    <a:pt x="1429" y="60"/>
                  </a:lnTo>
                  <a:lnTo>
                    <a:pt x="1411" y="60"/>
                  </a:lnTo>
                  <a:lnTo>
                    <a:pt x="1399" y="54"/>
                  </a:lnTo>
                  <a:lnTo>
                    <a:pt x="1387" y="54"/>
                  </a:lnTo>
                  <a:lnTo>
                    <a:pt x="1375" y="54"/>
                  </a:lnTo>
                  <a:lnTo>
                    <a:pt x="1357" y="54"/>
                  </a:lnTo>
                  <a:lnTo>
                    <a:pt x="1345" y="54"/>
                  </a:lnTo>
                  <a:lnTo>
                    <a:pt x="1333" y="60"/>
                  </a:lnTo>
                  <a:lnTo>
                    <a:pt x="1309" y="66"/>
                  </a:lnTo>
                  <a:lnTo>
                    <a:pt x="1262" y="84"/>
                  </a:lnTo>
                  <a:lnTo>
                    <a:pt x="1220" y="102"/>
                  </a:lnTo>
                  <a:lnTo>
                    <a:pt x="1178" y="114"/>
                  </a:lnTo>
                  <a:lnTo>
                    <a:pt x="1142" y="126"/>
                  </a:lnTo>
                  <a:lnTo>
                    <a:pt x="1100" y="138"/>
                  </a:lnTo>
                  <a:lnTo>
                    <a:pt x="1058" y="150"/>
                  </a:lnTo>
                  <a:lnTo>
                    <a:pt x="1016" y="156"/>
                  </a:lnTo>
                  <a:lnTo>
                    <a:pt x="945" y="168"/>
                  </a:lnTo>
                  <a:lnTo>
                    <a:pt x="879" y="174"/>
                  </a:lnTo>
                  <a:lnTo>
                    <a:pt x="819" y="174"/>
                  </a:lnTo>
                  <a:lnTo>
                    <a:pt x="759" y="168"/>
                  </a:lnTo>
                  <a:lnTo>
                    <a:pt x="706" y="162"/>
                  </a:lnTo>
                  <a:lnTo>
                    <a:pt x="652" y="150"/>
                  </a:lnTo>
                  <a:lnTo>
                    <a:pt x="610" y="138"/>
                  </a:lnTo>
                  <a:lnTo>
                    <a:pt x="568" y="126"/>
                  </a:lnTo>
                  <a:lnTo>
                    <a:pt x="532" y="114"/>
                  </a:lnTo>
                  <a:lnTo>
                    <a:pt x="502" y="102"/>
                  </a:lnTo>
                  <a:lnTo>
                    <a:pt x="478" y="90"/>
                  </a:lnTo>
                  <a:lnTo>
                    <a:pt x="460" y="78"/>
                  </a:lnTo>
                  <a:lnTo>
                    <a:pt x="442" y="66"/>
                  </a:lnTo>
                  <a:lnTo>
                    <a:pt x="425" y="54"/>
                  </a:lnTo>
                  <a:lnTo>
                    <a:pt x="407" y="42"/>
                  </a:lnTo>
                  <a:lnTo>
                    <a:pt x="401" y="42"/>
                  </a:lnTo>
                  <a:lnTo>
                    <a:pt x="395" y="42"/>
                  </a:lnTo>
                  <a:lnTo>
                    <a:pt x="389" y="42"/>
                  </a:lnTo>
                  <a:lnTo>
                    <a:pt x="383" y="42"/>
                  </a:lnTo>
                  <a:lnTo>
                    <a:pt x="377" y="48"/>
                  </a:lnTo>
                  <a:lnTo>
                    <a:pt x="371" y="54"/>
                  </a:lnTo>
                  <a:lnTo>
                    <a:pt x="359" y="66"/>
                  </a:lnTo>
                  <a:lnTo>
                    <a:pt x="347" y="78"/>
                  </a:lnTo>
                  <a:lnTo>
                    <a:pt x="341" y="84"/>
                  </a:lnTo>
                  <a:lnTo>
                    <a:pt x="335" y="90"/>
                  </a:lnTo>
                  <a:lnTo>
                    <a:pt x="323" y="102"/>
                  </a:lnTo>
                  <a:lnTo>
                    <a:pt x="305" y="108"/>
                  </a:lnTo>
                  <a:lnTo>
                    <a:pt x="287" y="114"/>
                  </a:lnTo>
                  <a:lnTo>
                    <a:pt x="263" y="120"/>
                  </a:lnTo>
                  <a:lnTo>
                    <a:pt x="239" y="126"/>
                  </a:lnTo>
                  <a:lnTo>
                    <a:pt x="215" y="132"/>
                  </a:lnTo>
                  <a:lnTo>
                    <a:pt x="191" y="132"/>
                  </a:lnTo>
                  <a:lnTo>
                    <a:pt x="167" y="138"/>
                  </a:lnTo>
                  <a:lnTo>
                    <a:pt x="144" y="138"/>
                  </a:lnTo>
                  <a:lnTo>
                    <a:pt x="120" y="138"/>
                  </a:lnTo>
                  <a:lnTo>
                    <a:pt x="90" y="132"/>
                  </a:lnTo>
                  <a:lnTo>
                    <a:pt x="66" y="132"/>
                  </a:lnTo>
                  <a:lnTo>
                    <a:pt x="42" y="126"/>
                  </a:lnTo>
                  <a:lnTo>
                    <a:pt x="24" y="120"/>
                  </a:lnTo>
                  <a:lnTo>
                    <a:pt x="0" y="114"/>
                  </a:lnTo>
                  <a:lnTo>
                    <a:pt x="0" y="96"/>
                  </a:lnTo>
                  <a:lnTo>
                    <a:pt x="24" y="102"/>
                  </a:lnTo>
                  <a:lnTo>
                    <a:pt x="42" y="108"/>
                  </a:lnTo>
                  <a:lnTo>
                    <a:pt x="66" y="114"/>
                  </a:lnTo>
                  <a:lnTo>
                    <a:pt x="90" y="114"/>
                  </a:lnTo>
                  <a:lnTo>
                    <a:pt x="120" y="120"/>
                  </a:lnTo>
                  <a:lnTo>
                    <a:pt x="144" y="120"/>
                  </a:lnTo>
                  <a:lnTo>
                    <a:pt x="167" y="120"/>
                  </a:lnTo>
                  <a:lnTo>
                    <a:pt x="191" y="114"/>
                  </a:lnTo>
                  <a:lnTo>
                    <a:pt x="215" y="114"/>
                  </a:lnTo>
                  <a:lnTo>
                    <a:pt x="239" y="108"/>
                  </a:lnTo>
                  <a:lnTo>
                    <a:pt x="263" y="102"/>
                  </a:lnTo>
                  <a:lnTo>
                    <a:pt x="287" y="96"/>
                  </a:lnTo>
                  <a:lnTo>
                    <a:pt x="305" y="90"/>
                  </a:lnTo>
                  <a:lnTo>
                    <a:pt x="323" y="84"/>
                  </a:lnTo>
                  <a:lnTo>
                    <a:pt x="335" y="72"/>
                  </a:lnTo>
                  <a:lnTo>
                    <a:pt x="341" y="66"/>
                  </a:lnTo>
                  <a:lnTo>
                    <a:pt x="347" y="60"/>
                  </a:lnTo>
                  <a:lnTo>
                    <a:pt x="359" y="48"/>
                  </a:lnTo>
                  <a:lnTo>
                    <a:pt x="371" y="36"/>
                  </a:lnTo>
                  <a:lnTo>
                    <a:pt x="377" y="30"/>
                  </a:lnTo>
                  <a:lnTo>
                    <a:pt x="383" y="24"/>
                  </a:lnTo>
                  <a:lnTo>
                    <a:pt x="389" y="24"/>
                  </a:lnTo>
                  <a:lnTo>
                    <a:pt x="395" y="24"/>
                  </a:lnTo>
                  <a:lnTo>
                    <a:pt x="401" y="24"/>
                  </a:lnTo>
                  <a:lnTo>
                    <a:pt x="407" y="24"/>
                  </a:lnTo>
                  <a:lnTo>
                    <a:pt x="425" y="36"/>
                  </a:lnTo>
                  <a:lnTo>
                    <a:pt x="442" y="48"/>
                  </a:lnTo>
                  <a:lnTo>
                    <a:pt x="460" y="60"/>
                  </a:lnTo>
                  <a:lnTo>
                    <a:pt x="478" y="72"/>
                  </a:lnTo>
                  <a:lnTo>
                    <a:pt x="502" y="84"/>
                  </a:lnTo>
                  <a:lnTo>
                    <a:pt x="532" y="96"/>
                  </a:lnTo>
                  <a:lnTo>
                    <a:pt x="568" y="108"/>
                  </a:lnTo>
                  <a:lnTo>
                    <a:pt x="610" y="120"/>
                  </a:lnTo>
                  <a:lnTo>
                    <a:pt x="652" y="132"/>
                  </a:lnTo>
                  <a:lnTo>
                    <a:pt x="706" y="144"/>
                  </a:lnTo>
                  <a:lnTo>
                    <a:pt x="759" y="150"/>
                  </a:lnTo>
                  <a:lnTo>
                    <a:pt x="819" y="156"/>
                  </a:lnTo>
                  <a:lnTo>
                    <a:pt x="879" y="156"/>
                  </a:lnTo>
                  <a:lnTo>
                    <a:pt x="945" y="150"/>
                  </a:lnTo>
                  <a:lnTo>
                    <a:pt x="1016" y="138"/>
                  </a:lnTo>
                  <a:lnTo>
                    <a:pt x="1058" y="132"/>
                  </a:lnTo>
                  <a:lnTo>
                    <a:pt x="1100" y="120"/>
                  </a:lnTo>
                  <a:lnTo>
                    <a:pt x="1142" y="108"/>
                  </a:lnTo>
                  <a:lnTo>
                    <a:pt x="1178" y="96"/>
                  </a:lnTo>
                  <a:lnTo>
                    <a:pt x="1220" y="84"/>
                  </a:lnTo>
                  <a:lnTo>
                    <a:pt x="1262" y="66"/>
                  </a:lnTo>
                  <a:lnTo>
                    <a:pt x="1309" y="48"/>
                  </a:lnTo>
                  <a:lnTo>
                    <a:pt x="1333" y="42"/>
                  </a:lnTo>
                  <a:lnTo>
                    <a:pt x="1345" y="36"/>
                  </a:lnTo>
                  <a:lnTo>
                    <a:pt x="1357" y="36"/>
                  </a:lnTo>
                  <a:lnTo>
                    <a:pt x="1375" y="36"/>
                  </a:lnTo>
                  <a:lnTo>
                    <a:pt x="1387" y="36"/>
                  </a:lnTo>
                  <a:lnTo>
                    <a:pt x="1399" y="36"/>
                  </a:lnTo>
                  <a:lnTo>
                    <a:pt x="1411" y="42"/>
                  </a:lnTo>
                  <a:lnTo>
                    <a:pt x="1429" y="42"/>
                  </a:lnTo>
                  <a:lnTo>
                    <a:pt x="1441" y="48"/>
                  </a:lnTo>
                  <a:lnTo>
                    <a:pt x="1459" y="60"/>
                  </a:lnTo>
                  <a:lnTo>
                    <a:pt x="1477" y="66"/>
                  </a:lnTo>
                  <a:lnTo>
                    <a:pt x="1483" y="72"/>
                  </a:lnTo>
                  <a:lnTo>
                    <a:pt x="1495" y="78"/>
                  </a:lnTo>
                  <a:lnTo>
                    <a:pt x="1507" y="84"/>
                  </a:lnTo>
                  <a:lnTo>
                    <a:pt x="1525" y="84"/>
                  </a:lnTo>
                  <a:lnTo>
                    <a:pt x="1561" y="90"/>
                  </a:lnTo>
                  <a:lnTo>
                    <a:pt x="1602" y="96"/>
                  </a:lnTo>
                  <a:lnTo>
                    <a:pt x="1644" y="102"/>
                  </a:lnTo>
                  <a:lnTo>
                    <a:pt x="1692" y="102"/>
                  </a:lnTo>
                  <a:lnTo>
                    <a:pt x="1794" y="102"/>
                  </a:lnTo>
                  <a:lnTo>
                    <a:pt x="1895" y="102"/>
                  </a:lnTo>
                  <a:lnTo>
                    <a:pt x="1938" y="102"/>
                  </a:lnTo>
                  <a:lnTo>
                    <a:pt x="1971" y="96"/>
                  </a:lnTo>
                  <a:lnTo>
                    <a:pt x="2019" y="77"/>
                  </a:lnTo>
                  <a:lnTo>
                    <a:pt x="2063" y="57"/>
                  </a:lnTo>
                  <a:lnTo>
                    <a:pt x="2111" y="38"/>
                  </a:lnTo>
                  <a:lnTo>
                    <a:pt x="2145" y="18"/>
                  </a:lnTo>
                  <a:lnTo>
                    <a:pt x="2172" y="9"/>
                  </a:lnTo>
                  <a:lnTo>
                    <a:pt x="2202" y="0"/>
                  </a:lnTo>
                  <a:lnTo>
                    <a:pt x="2235" y="3"/>
                  </a:lnTo>
                  <a:lnTo>
                    <a:pt x="2250" y="24"/>
                  </a:lnTo>
                  <a:lnTo>
                    <a:pt x="2262" y="51"/>
                  </a:lnTo>
                  <a:lnTo>
                    <a:pt x="2290" y="72"/>
                  </a:lnTo>
                  <a:lnTo>
                    <a:pt x="2296" y="78"/>
                  </a:lnTo>
                  <a:lnTo>
                    <a:pt x="2308" y="84"/>
                  </a:lnTo>
                  <a:lnTo>
                    <a:pt x="2326" y="90"/>
                  </a:lnTo>
                  <a:lnTo>
                    <a:pt x="2350" y="102"/>
                  </a:lnTo>
                  <a:lnTo>
                    <a:pt x="2380" y="108"/>
                  </a:lnTo>
                  <a:lnTo>
                    <a:pt x="2416" y="114"/>
                  </a:lnTo>
                  <a:lnTo>
                    <a:pt x="2446" y="108"/>
                  </a:lnTo>
                  <a:lnTo>
                    <a:pt x="2481" y="108"/>
                  </a:lnTo>
                  <a:lnTo>
                    <a:pt x="2511" y="102"/>
                  </a:lnTo>
                  <a:lnTo>
                    <a:pt x="2541" y="96"/>
                  </a:lnTo>
                  <a:lnTo>
                    <a:pt x="2559" y="96"/>
                  </a:lnTo>
                  <a:lnTo>
                    <a:pt x="2595" y="84"/>
                  </a:lnTo>
                  <a:lnTo>
                    <a:pt x="2619" y="72"/>
                  </a:lnTo>
                  <a:lnTo>
                    <a:pt x="2643" y="54"/>
                  </a:lnTo>
                  <a:lnTo>
                    <a:pt x="2661" y="42"/>
                  </a:lnTo>
                  <a:lnTo>
                    <a:pt x="2673" y="24"/>
                  </a:lnTo>
                  <a:lnTo>
                    <a:pt x="2697" y="18"/>
                  </a:lnTo>
                  <a:lnTo>
                    <a:pt x="2715" y="24"/>
                  </a:lnTo>
                  <a:lnTo>
                    <a:pt x="2715" y="48"/>
                  </a:lnTo>
                  <a:lnTo>
                    <a:pt x="2709" y="78"/>
                  </a:lnTo>
                  <a:lnTo>
                    <a:pt x="2709" y="108"/>
                  </a:lnTo>
                  <a:lnTo>
                    <a:pt x="2727" y="114"/>
                  </a:lnTo>
                  <a:lnTo>
                    <a:pt x="2744" y="120"/>
                  </a:lnTo>
                  <a:lnTo>
                    <a:pt x="2768" y="126"/>
                  </a:lnTo>
                  <a:lnTo>
                    <a:pt x="2792" y="132"/>
                  </a:lnTo>
                  <a:lnTo>
                    <a:pt x="2816" y="132"/>
                  </a:lnTo>
                  <a:lnTo>
                    <a:pt x="2846" y="132"/>
                  </a:lnTo>
                  <a:lnTo>
                    <a:pt x="2870" y="132"/>
                  </a:lnTo>
                  <a:lnTo>
                    <a:pt x="2906" y="132"/>
                  </a:lnTo>
                  <a:lnTo>
                    <a:pt x="2972" y="126"/>
                  </a:lnTo>
                  <a:lnTo>
                    <a:pt x="3049" y="114"/>
                  </a:lnTo>
                  <a:lnTo>
                    <a:pt x="3127" y="102"/>
                  </a:lnTo>
                  <a:lnTo>
                    <a:pt x="3205" y="90"/>
                  </a:lnTo>
                  <a:lnTo>
                    <a:pt x="3336" y="78"/>
                  </a:lnTo>
                  <a:lnTo>
                    <a:pt x="3426" y="72"/>
                  </a:lnTo>
                  <a:lnTo>
                    <a:pt x="3456" y="66"/>
                  </a:lnTo>
                  <a:lnTo>
                    <a:pt x="3462" y="66"/>
                  </a:lnTo>
                  <a:lnTo>
                    <a:pt x="3474" y="60"/>
                  </a:lnTo>
                  <a:lnTo>
                    <a:pt x="3486" y="48"/>
                  </a:lnTo>
                  <a:lnTo>
                    <a:pt x="3498" y="48"/>
                  </a:lnTo>
                  <a:lnTo>
                    <a:pt x="3510" y="42"/>
                  </a:lnTo>
                  <a:lnTo>
                    <a:pt x="3522" y="42"/>
                  </a:lnTo>
                  <a:lnTo>
                    <a:pt x="3534" y="36"/>
                  </a:lnTo>
                  <a:lnTo>
                    <a:pt x="3546" y="36"/>
                  </a:lnTo>
                  <a:lnTo>
                    <a:pt x="3564" y="36"/>
                  </a:lnTo>
                  <a:lnTo>
                    <a:pt x="3582" y="42"/>
                  </a:lnTo>
                  <a:lnTo>
                    <a:pt x="3600" y="42"/>
                  </a:lnTo>
                  <a:lnTo>
                    <a:pt x="3617" y="54"/>
                  </a:lnTo>
                  <a:lnTo>
                    <a:pt x="3635" y="60"/>
                  </a:lnTo>
                  <a:lnTo>
                    <a:pt x="3647" y="66"/>
                  </a:lnTo>
                  <a:lnTo>
                    <a:pt x="3659" y="72"/>
                  </a:lnTo>
                  <a:lnTo>
                    <a:pt x="3689" y="78"/>
                  </a:lnTo>
                  <a:lnTo>
                    <a:pt x="3731" y="90"/>
                  </a:lnTo>
                  <a:lnTo>
                    <a:pt x="3767" y="96"/>
                  </a:lnTo>
                  <a:lnTo>
                    <a:pt x="3815" y="102"/>
                  </a:lnTo>
                  <a:lnTo>
                    <a:pt x="3863" y="102"/>
                  </a:lnTo>
                  <a:lnTo>
                    <a:pt x="3916" y="102"/>
                  </a:lnTo>
                  <a:lnTo>
                    <a:pt x="3970" y="102"/>
                  </a:lnTo>
                  <a:lnTo>
                    <a:pt x="4024" y="102"/>
                  </a:lnTo>
                  <a:lnTo>
                    <a:pt x="4078" y="102"/>
                  </a:lnTo>
                  <a:lnTo>
                    <a:pt x="4132" y="96"/>
                  </a:lnTo>
                  <a:lnTo>
                    <a:pt x="4186" y="90"/>
                  </a:lnTo>
                  <a:lnTo>
                    <a:pt x="4239" y="78"/>
                  </a:lnTo>
                  <a:lnTo>
                    <a:pt x="4287" y="72"/>
                  </a:lnTo>
                  <a:lnTo>
                    <a:pt x="4341" y="54"/>
                  </a:lnTo>
                  <a:lnTo>
                    <a:pt x="4383" y="42"/>
                  </a:lnTo>
                  <a:lnTo>
                    <a:pt x="4419" y="30"/>
                  </a:lnTo>
                  <a:lnTo>
                    <a:pt x="4449" y="18"/>
                  </a:lnTo>
                  <a:lnTo>
                    <a:pt x="4478" y="12"/>
                  </a:lnTo>
                  <a:lnTo>
                    <a:pt x="4502" y="6"/>
                  </a:lnTo>
                  <a:lnTo>
                    <a:pt x="4526" y="0"/>
                  </a:lnTo>
                  <a:lnTo>
                    <a:pt x="4544" y="0"/>
                  </a:lnTo>
                  <a:lnTo>
                    <a:pt x="4562" y="0"/>
                  </a:lnTo>
                  <a:lnTo>
                    <a:pt x="4574" y="6"/>
                  </a:lnTo>
                  <a:lnTo>
                    <a:pt x="4586" y="12"/>
                  </a:lnTo>
                  <a:lnTo>
                    <a:pt x="4598" y="18"/>
                  </a:lnTo>
                  <a:lnTo>
                    <a:pt x="4604" y="24"/>
                  </a:lnTo>
                  <a:lnTo>
                    <a:pt x="4610" y="30"/>
                  </a:lnTo>
                  <a:lnTo>
                    <a:pt x="4616" y="36"/>
                  </a:lnTo>
                  <a:lnTo>
                    <a:pt x="4622" y="48"/>
                  </a:lnTo>
                  <a:lnTo>
                    <a:pt x="4628" y="60"/>
                  </a:lnTo>
                  <a:lnTo>
                    <a:pt x="4634" y="66"/>
                  </a:lnTo>
                  <a:lnTo>
                    <a:pt x="4640" y="78"/>
                  </a:lnTo>
                  <a:lnTo>
                    <a:pt x="4652" y="84"/>
                  </a:lnTo>
                  <a:lnTo>
                    <a:pt x="4670" y="90"/>
                  </a:lnTo>
                  <a:lnTo>
                    <a:pt x="4682" y="96"/>
                  </a:lnTo>
                  <a:lnTo>
                    <a:pt x="4706" y="102"/>
                  </a:lnTo>
                  <a:lnTo>
                    <a:pt x="4724" y="108"/>
                  </a:lnTo>
                  <a:lnTo>
                    <a:pt x="4748" y="114"/>
                  </a:lnTo>
                  <a:lnTo>
                    <a:pt x="4771" y="114"/>
                  </a:lnTo>
                  <a:lnTo>
                    <a:pt x="4801" y="114"/>
                  </a:lnTo>
                  <a:lnTo>
                    <a:pt x="4831" y="108"/>
                  </a:lnTo>
                  <a:lnTo>
                    <a:pt x="4861" y="102"/>
                  </a:lnTo>
                  <a:lnTo>
                    <a:pt x="4891" y="96"/>
                  </a:lnTo>
                  <a:lnTo>
                    <a:pt x="4927" y="84"/>
                  </a:lnTo>
                  <a:lnTo>
                    <a:pt x="4957" y="66"/>
                  </a:lnTo>
                  <a:lnTo>
                    <a:pt x="4993" y="48"/>
                  </a:lnTo>
                  <a:lnTo>
                    <a:pt x="5017" y="36"/>
                  </a:lnTo>
                  <a:lnTo>
                    <a:pt x="5029" y="30"/>
                  </a:lnTo>
                  <a:lnTo>
                    <a:pt x="5061" y="24"/>
                  </a:lnTo>
                  <a:lnTo>
                    <a:pt x="5091" y="17"/>
                  </a:lnTo>
                  <a:lnTo>
                    <a:pt x="5118" y="14"/>
                  </a:lnTo>
                  <a:lnTo>
                    <a:pt x="5145" y="9"/>
                  </a:lnTo>
                  <a:lnTo>
                    <a:pt x="5175" y="9"/>
                  </a:lnTo>
                  <a:lnTo>
                    <a:pt x="5199" y="8"/>
                  </a:lnTo>
                  <a:lnTo>
                    <a:pt x="5219" y="9"/>
                  </a:lnTo>
                  <a:lnTo>
                    <a:pt x="5238" y="9"/>
                  </a:lnTo>
                  <a:lnTo>
                    <a:pt x="5258" y="11"/>
                  </a:lnTo>
                  <a:lnTo>
                    <a:pt x="5280" y="9"/>
                  </a:lnTo>
                  <a:lnTo>
                    <a:pt x="5304" y="11"/>
                  </a:lnTo>
                  <a:lnTo>
                    <a:pt x="5327" y="8"/>
                  </a:lnTo>
                  <a:lnTo>
                    <a:pt x="5351" y="8"/>
                  </a:lnTo>
                  <a:lnTo>
                    <a:pt x="5390" y="9"/>
                  </a:lnTo>
                  <a:lnTo>
                    <a:pt x="5435" y="24"/>
                  </a:lnTo>
                  <a:lnTo>
                    <a:pt x="5447" y="30"/>
                  </a:lnTo>
                  <a:lnTo>
                    <a:pt x="5453" y="36"/>
                  </a:lnTo>
                  <a:lnTo>
                    <a:pt x="5453" y="42"/>
                  </a:lnTo>
                  <a:lnTo>
                    <a:pt x="5459" y="48"/>
                  </a:lnTo>
                  <a:lnTo>
                    <a:pt x="5459" y="54"/>
                  </a:lnTo>
                  <a:lnTo>
                    <a:pt x="5459" y="60"/>
                  </a:lnTo>
                  <a:lnTo>
                    <a:pt x="5459" y="66"/>
                  </a:lnTo>
                  <a:lnTo>
                    <a:pt x="5465" y="66"/>
                  </a:lnTo>
                  <a:lnTo>
                    <a:pt x="5465" y="72"/>
                  </a:lnTo>
                  <a:lnTo>
                    <a:pt x="5477" y="72"/>
                  </a:lnTo>
                  <a:lnTo>
                    <a:pt x="5489" y="78"/>
                  </a:lnTo>
                  <a:lnTo>
                    <a:pt x="5501" y="84"/>
                  </a:lnTo>
                  <a:lnTo>
                    <a:pt x="5519" y="84"/>
                  </a:lnTo>
                  <a:lnTo>
                    <a:pt x="5555" y="90"/>
                  </a:lnTo>
                  <a:lnTo>
                    <a:pt x="5603" y="90"/>
                  </a:lnTo>
                  <a:lnTo>
                    <a:pt x="5656" y="90"/>
                  </a:lnTo>
                  <a:lnTo>
                    <a:pt x="5710" y="84"/>
                  </a:lnTo>
                  <a:lnTo>
                    <a:pt x="5740" y="78"/>
                  </a:lnTo>
                  <a:lnTo>
                    <a:pt x="5770" y="72"/>
                  </a:lnTo>
                  <a:lnTo>
                    <a:pt x="5770" y="90"/>
                  </a:lnTo>
                  <a:lnTo>
                    <a:pt x="5770" y="90"/>
                  </a:lnTo>
                  <a:lnTo>
                    <a:pt x="5740" y="96"/>
                  </a:lnTo>
                  <a:lnTo>
                    <a:pt x="5710" y="102"/>
                  </a:lnTo>
                  <a:lnTo>
                    <a:pt x="5656" y="108"/>
                  </a:lnTo>
                  <a:lnTo>
                    <a:pt x="5603" y="108"/>
                  </a:lnTo>
                  <a:lnTo>
                    <a:pt x="5555" y="108"/>
                  </a:lnTo>
                  <a:lnTo>
                    <a:pt x="5519" y="102"/>
                  </a:lnTo>
                  <a:lnTo>
                    <a:pt x="5501" y="102"/>
                  </a:lnTo>
                  <a:lnTo>
                    <a:pt x="5489" y="96"/>
                  </a:lnTo>
                  <a:lnTo>
                    <a:pt x="5477" y="90"/>
                  </a:lnTo>
                  <a:lnTo>
                    <a:pt x="5465" y="90"/>
                  </a:lnTo>
                  <a:lnTo>
                    <a:pt x="5465" y="84"/>
                  </a:lnTo>
                  <a:lnTo>
                    <a:pt x="5459" y="84"/>
                  </a:lnTo>
                  <a:lnTo>
                    <a:pt x="5459" y="78"/>
                  </a:lnTo>
                  <a:lnTo>
                    <a:pt x="5459" y="72"/>
                  </a:lnTo>
                  <a:lnTo>
                    <a:pt x="5459" y="66"/>
                  </a:lnTo>
                  <a:lnTo>
                    <a:pt x="5453" y="60"/>
                  </a:lnTo>
                  <a:lnTo>
                    <a:pt x="5453" y="54"/>
                  </a:lnTo>
                  <a:lnTo>
                    <a:pt x="5447" y="48"/>
                  </a:lnTo>
                  <a:lnTo>
                    <a:pt x="5435" y="42"/>
                  </a:lnTo>
                  <a:lnTo>
                    <a:pt x="5429" y="36"/>
                  </a:lnTo>
                  <a:lnTo>
                    <a:pt x="5423" y="36"/>
                  </a:lnTo>
                  <a:lnTo>
                    <a:pt x="5405" y="30"/>
                  </a:lnTo>
                  <a:lnTo>
                    <a:pt x="5393" y="30"/>
                  </a:lnTo>
                  <a:lnTo>
                    <a:pt x="5370" y="23"/>
                  </a:lnTo>
                  <a:lnTo>
                    <a:pt x="5346" y="24"/>
                  </a:lnTo>
                  <a:lnTo>
                    <a:pt x="5325" y="27"/>
                  </a:lnTo>
                  <a:lnTo>
                    <a:pt x="5298" y="29"/>
                  </a:lnTo>
                  <a:lnTo>
                    <a:pt x="5270" y="29"/>
                  </a:lnTo>
                  <a:lnTo>
                    <a:pt x="5247" y="26"/>
                  </a:lnTo>
                  <a:lnTo>
                    <a:pt x="5219" y="24"/>
                  </a:lnTo>
                  <a:lnTo>
                    <a:pt x="5199" y="21"/>
                  </a:lnTo>
                  <a:lnTo>
                    <a:pt x="5174" y="2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accent2">
                    <a:gamma/>
                    <a:tint val="96863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120" name="Rectangle 24">
            <a:extLst>
              <a:ext uri="{FF2B5EF4-FFF2-40B4-BE49-F238E27FC236}">
                <a16:creationId xmlns:a16="http://schemas.microsoft.com/office/drawing/2014/main" id="{CE2FEFD6-32C1-7D24-AF58-C52CFFD8BD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4121" name="Rectangle 25">
            <a:extLst>
              <a:ext uri="{FF2B5EF4-FFF2-40B4-BE49-F238E27FC236}">
                <a16:creationId xmlns:a16="http://schemas.microsoft.com/office/drawing/2014/main" id="{C6BF502D-75E4-6ECD-B0B2-87FBB2B0AA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4122" name="Rectangle 26">
            <a:extLst>
              <a:ext uri="{FF2B5EF4-FFF2-40B4-BE49-F238E27FC236}">
                <a16:creationId xmlns:a16="http://schemas.microsoft.com/office/drawing/2014/main" id="{D9332027-274D-DE0C-723B-099614848BE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4123" name="Rectangle 27">
            <a:extLst>
              <a:ext uri="{FF2B5EF4-FFF2-40B4-BE49-F238E27FC236}">
                <a16:creationId xmlns:a16="http://schemas.microsoft.com/office/drawing/2014/main" id="{74E7BC26-EE77-2D92-CAD1-A6C43901812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EC258C2E-3195-471F-B051-876BC9836307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4124" name="Rectangle 28">
            <a:extLst>
              <a:ext uri="{FF2B5EF4-FFF2-40B4-BE49-F238E27FC236}">
                <a16:creationId xmlns:a16="http://schemas.microsoft.com/office/drawing/2014/main" id="{B380A3F9-C084-1185-D03B-AC518DB5717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2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l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l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anose="05000000000000000000" pitchFamily="2" charset="2"/>
        <a:buChar char="l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6FC1389-80FA-94D4-C64B-F035F86AECB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pt-BR" altLang="pt-BR" sz="4000" i="1"/>
              <a:t>277</a:t>
            </a:r>
            <a:br>
              <a:rPr lang="pt-BR" altLang="pt-BR" sz="4000" i="1"/>
            </a:br>
            <a:r>
              <a:rPr lang="pt-BR" altLang="pt-BR" sz="4000" i="1"/>
              <a:t>SALVO ESTÁS? LIMPO ESTÁS?</a:t>
            </a:r>
            <a:endParaRPr lang="en-US" altLang="pt-BR" sz="4000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>
            <a:extLst>
              <a:ext uri="{FF2B5EF4-FFF2-40B4-BE49-F238E27FC236}">
                <a16:creationId xmlns:a16="http://schemas.microsoft.com/office/drawing/2014/main" id="{43513FE6-785D-A03A-0FA0-D5479FB506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pt-BR" altLang="pt-BR" sz="3600">
                <a:solidFill>
                  <a:schemeClr val="tx2"/>
                </a:solidFill>
              </a:rPr>
              <a:t>Tens achado em Cristo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3600">
                <a:solidFill>
                  <a:schemeClr val="tx2"/>
                </a:solidFill>
              </a:rPr>
              <a:t>Plena Salvação.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3600">
                <a:solidFill>
                  <a:schemeClr val="tx2"/>
                </a:solidFill>
              </a:rPr>
              <a:t>Pelo sangue vertido na cruz?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3600">
                <a:solidFill>
                  <a:schemeClr val="tx2"/>
                </a:solidFill>
              </a:rPr>
              <a:t>Toda mancha lava de teu coração,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3600">
                <a:solidFill>
                  <a:schemeClr val="tx2"/>
                </a:solidFill>
              </a:rPr>
              <a:t>Este sangue eficaz de Jesus.</a:t>
            </a:r>
            <a:endParaRPr lang="en-US" altLang="pt-BR" sz="36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4304D4B-F3B4-B3A1-2B23-3A91F6330D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 sz="3600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8260F73-959A-AA3D-7945-3C35D4B0AC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pt-BR" altLang="pt-BR" sz="3600">
                <a:solidFill>
                  <a:schemeClr val="tx2"/>
                </a:solidFill>
              </a:rPr>
              <a:t>Salvo estás, limpo estás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3600">
                <a:solidFill>
                  <a:schemeClr val="tx2"/>
                </a:solidFill>
              </a:rPr>
              <a:t>Pelo sangue de Cristo Jesus?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3600">
                <a:solidFill>
                  <a:schemeClr val="tx2"/>
                </a:solidFill>
              </a:rPr>
              <a:t>Tens teu coração mais alvo que a luz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3600">
                <a:solidFill>
                  <a:schemeClr val="tx2"/>
                </a:solidFill>
              </a:rPr>
              <a:t>Foste limpo no sangue eficaz?</a:t>
            </a:r>
            <a:endParaRPr lang="en-US" altLang="pt-BR" sz="36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DEC122C-BC3C-8D86-52A0-7EC52A5202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 sz="3600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B5ECB804-D85A-EA0D-2CBE-328A0E4BFD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pt-BR" altLang="pt-BR" sz="3600">
                <a:solidFill>
                  <a:schemeClr val="tx2"/>
                </a:solidFill>
              </a:rPr>
              <a:t>Vive sempre ao lado do Teu Salvador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3600">
                <a:solidFill>
                  <a:schemeClr val="tx2"/>
                </a:solidFill>
              </a:rPr>
              <a:t>Pelo sangue que mana da cruz?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3600">
                <a:solidFill>
                  <a:schemeClr val="tx2"/>
                </a:solidFill>
              </a:rPr>
              <a:t>Do pecado foste sempre vencedor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3600">
                <a:solidFill>
                  <a:schemeClr val="tx2"/>
                </a:solidFill>
              </a:rPr>
              <a:t>Como foi teu bendito Jesus?</a:t>
            </a:r>
            <a:endParaRPr lang="en-US" altLang="pt-BR" sz="36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873AA40-68C2-6759-EC60-754DB6F54E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 sz="3600"/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C7ACFF71-A264-101D-0ADC-98A868982F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pt-BR" altLang="pt-BR" sz="3600">
                <a:solidFill>
                  <a:schemeClr val="tx2"/>
                </a:solidFill>
              </a:rPr>
              <a:t>Salvo estás, limpo estás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3600">
                <a:solidFill>
                  <a:schemeClr val="tx2"/>
                </a:solidFill>
              </a:rPr>
              <a:t>Pelo sangue de Cristo Jesus?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3600">
                <a:solidFill>
                  <a:schemeClr val="tx2"/>
                </a:solidFill>
              </a:rPr>
              <a:t>Tens teu coração mais alvo que a luz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3600">
                <a:solidFill>
                  <a:schemeClr val="tx2"/>
                </a:solidFill>
              </a:rPr>
              <a:t>Foste limpo no sangue eficaz?</a:t>
            </a:r>
            <a:endParaRPr lang="en-US" altLang="pt-BR" sz="36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677939F-F863-8378-5E38-B11A4A94F2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 sz="3600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305E346-FB05-39D8-B1D1-922E8A6382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pt-BR" altLang="pt-BR" sz="3600">
                <a:solidFill>
                  <a:schemeClr val="tx2"/>
                </a:solidFill>
              </a:rPr>
              <a:t>Terás roupa branca quando vier Jesus,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3600">
                <a:solidFill>
                  <a:schemeClr val="tx2"/>
                </a:solidFill>
              </a:rPr>
              <a:t>Foste limpo na fonte de amor?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3600">
                <a:solidFill>
                  <a:schemeClr val="tx2"/>
                </a:solidFill>
              </a:rPr>
              <a:t>Estás pronto pra seguir ao céu de luz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3600">
                <a:solidFill>
                  <a:schemeClr val="tx2"/>
                </a:solidFill>
              </a:rPr>
              <a:t>Pelo sangue purificador?</a:t>
            </a:r>
          </a:p>
          <a:p>
            <a:pPr algn="ctr">
              <a:buFont typeface="Wingdings" panose="05000000000000000000" pitchFamily="2" charset="2"/>
              <a:buNone/>
            </a:pPr>
            <a:endParaRPr lang="en-US" altLang="pt-BR" sz="36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A5CF8BD-5005-03AB-989E-2CD1499FDA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 sz="3600"/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5034EF82-A918-4404-27B7-B35142921D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pt-BR" altLang="pt-BR" sz="3600">
                <a:solidFill>
                  <a:schemeClr val="tx2"/>
                </a:solidFill>
              </a:rPr>
              <a:t>Salvo estás, limpo estás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3600">
                <a:solidFill>
                  <a:schemeClr val="tx2"/>
                </a:solidFill>
              </a:rPr>
              <a:t>Pelo sangue de Cristo Jesus?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3600">
                <a:solidFill>
                  <a:schemeClr val="tx2"/>
                </a:solidFill>
              </a:rPr>
              <a:t>Tens teu coração mais alvo que a luz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3600">
                <a:solidFill>
                  <a:schemeClr val="tx2"/>
                </a:solidFill>
              </a:rPr>
              <a:t>Foste limpo no sangue eficaz?</a:t>
            </a:r>
            <a:endParaRPr lang="en-US" altLang="pt-BR" sz="36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DF0D049-9198-F95E-DA2E-34DF5DF1E2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 sz="3600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A998D08F-5A82-EE98-DC0D-7E7CCE0E18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pt-BR" altLang="pt-BR" sz="3600">
                <a:solidFill>
                  <a:schemeClr val="tx2"/>
                </a:solidFill>
              </a:rPr>
              <a:t>Cristo hoje dá pureza e mui poder.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3600">
                <a:solidFill>
                  <a:schemeClr val="tx2"/>
                </a:solidFill>
              </a:rPr>
              <a:t>Fita os olhos na cruz do Senhor,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3600">
                <a:solidFill>
                  <a:schemeClr val="tx2"/>
                </a:solidFill>
              </a:rPr>
              <a:t>Dela, fonte sai que te enche de prazer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3600">
                <a:solidFill>
                  <a:schemeClr val="tx2"/>
                </a:solidFill>
              </a:rPr>
              <a:t>Que te farta de vida e vigor.</a:t>
            </a:r>
            <a:endParaRPr lang="en-US" altLang="pt-BR" sz="36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011D274-4C90-B6E0-0A63-9D903B9378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 sz="3600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3D3EDC5F-6931-4820-AE2E-4AAF2CBFA4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pt-BR" altLang="pt-BR" sz="3600">
                <a:solidFill>
                  <a:schemeClr val="tx2"/>
                </a:solidFill>
              </a:rPr>
              <a:t>Salvo estás, limpo estás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3600">
                <a:solidFill>
                  <a:schemeClr val="tx2"/>
                </a:solidFill>
              </a:rPr>
              <a:t>Pelo sangue de Cristo Jesus?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3600">
                <a:solidFill>
                  <a:schemeClr val="tx2"/>
                </a:solidFill>
              </a:rPr>
              <a:t>Tens teu coração mais alvo que a luz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3600">
                <a:solidFill>
                  <a:schemeClr val="tx2"/>
                </a:solidFill>
              </a:rPr>
              <a:t>Foste limpo no sangue eficaz?</a:t>
            </a:r>
            <a:endParaRPr lang="en-US" altLang="pt-BR" sz="36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tina de seda">
  <a:themeElements>
    <a:clrScheme name="Cortina de seda 1">
      <a:dk1>
        <a:srgbClr val="602000"/>
      </a:dk1>
      <a:lt1>
        <a:srgbClr val="FFFFFF"/>
      </a:lt1>
      <a:dk2>
        <a:srgbClr val="800000"/>
      </a:dk2>
      <a:lt2>
        <a:srgbClr val="FFFFCC"/>
      </a:lt2>
      <a:accent1>
        <a:srgbClr val="FF3300"/>
      </a:accent1>
      <a:accent2>
        <a:srgbClr val="000000"/>
      </a:accent2>
      <a:accent3>
        <a:srgbClr val="C0AAAA"/>
      </a:accent3>
      <a:accent4>
        <a:srgbClr val="DADADA"/>
      </a:accent4>
      <a:accent5>
        <a:srgbClr val="FFADAA"/>
      </a:accent5>
      <a:accent6>
        <a:srgbClr val="000000"/>
      </a:accent6>
      <a:hlink>
        <a:srgbClr val="EBF25A"/>
      </a:hlink>
      <a:folHlink>
        <a:srgbClr val="F2AA68"/>
      </a:folHlink>
    </a:clrScheme>
    <a:fontScheme name="Cortina de sed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ortina de seda 1">
        <a:dk1>
          <a:srgbClr val="602000"/>
        </a:dk1>
        <a:lt1>
          <a:srgbClr val="FFFFFF"/>
        </a:lt1>
        <a:dk2>
          <a:srgbClr val="800000"/>
        </a:dk2>
        <a:lt2>
          <a:srgbClr val="FFFFCC"/>
        </a:lt2>
        <a:accent1>
          <a:srgbClr val="FF3300"/>
        </a:accent1>
        <a:accent2>
          <a:srgbClr val="000000"/>
        </a:accent2>
        <a:accent3>
          <a:srgbClr val="C0AAAA"/>
        </a:accent3>
        <a:accent4>
          <a:srgbClr val="DADADA"/>
        </a:accent4>
        <a:accent5>
          <a:srgbClr val="FFADAA"/>
        </a:accent5>
        <a:accent6>
          <a:srgbClr val="000000"/>
        </a:accent6>
        <a:hlink>
          <a:srgbClr val="EBF25A"/>
        </a:hlink>
        <a:folHlink>
          <a:srgbClr val="F2AA6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rtina de seda 2">
        <a:dk1>
          <a:srgbClr val="000066"/>
        </a:dk1>
        <a:lt1>
          <a:srgbClr val="FFFFFF"/>
        </a:lt1>
        <a:dk2>
          <a:srgbClr val="000099"/>
        </a:dk2>
        <a:lt2>
          <a:srgbClr val="D8F6F8"/>
        </a:lt2>
        <a:accent1>
          <a:srgbClr val="0099FF"/>
        </a:accent1>
        <a:accent2>
          <a:srgbClr val="00003A"/>
        </a:accent2>
        <a:accent3>
          <a:srgbClr val="AAAACA"/>
        </a:accent3>
        <a:accent4>
          <a:srgbClr val="DADADA"/>
        </a:accent4>
        <a:accent5>
          <a:srgbClr val="AACAFF"/>
        </a:accent5>
        <a:accent6>
          <a:srgbClr val="000034"/>
        </a:accent6>
        <a:hlink>
          <a:srgbClr val="DDD925"/>
        </a:hlink>
        <a:folHlink>
          <a:srgbClr val="72C67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rtina de seda 3">
        <a:dk1>
          <a:srgbClr val="4C3D57"/>
        </a:dk1>
        <a:lt1>
          <a:srgbClr val="FFFFFF"/>
        </a:lt1>
        <a:dk2>
          <a:srgbClr val="660066"/>
        </a:dk2>
        <a:lt2>
          <a:srgbClr val="FDFBE3"/>
        </a:lt2>
        <a:accent1>
          <a:srgbClr val="976C9E"/>
        </a:accent1>
        <a:accent2>
          <a:srgbClr val="1E1822"/>
        </a:accent2>
        <a:accent3>
          <a:srgbClr val="B8AAB8"/>
        </a:accent3>
        <a:accent4>
          <a:srgbClr val="DADADA"/>
        </a:accent4>
        <a:accent5>
          <a:srgbClr val="C9BACC"/>
        </a:accent5>
        <a:accent6>
          <a:srgbClr val="1A151E"/>
        </a:accent6>
        <a:hlink>
          <a:srgbClr val="D8C460"/>
        </a:hlink>
        <a:folHlink>
          <a:srgbClr val="C3C2B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rtina de seda 4">
        <a:dk1>
          <a:srgbClr val="334D3F"/>
        </a:dk1>
        <a:lt1>
          <a:srgbClr val="FFFFFF"/>
        </a:lt1>
        <a:dk2>
          <a:srgbClr val="008000"/>
        </a:dk2>
        <a:lt2>
          <a:srgbClr val="D3F1DB"/>
        </a:lt2>
        <a:accent1>
          <a:srgbClr val="4A6D84"/>
        </a:accent1>
        <a:accent2>
          <a:srgbClr val="213329"/>
        </a:accent2>
        <a:accent3>
          <a:srgbClr val="AAC0AA"/>
        </a:accent3>
        <a:accent4>
          <a:srgbClr val="DADADA"/>
        </a:accent4>
        <a:accent5>
          <a:srgbClr val="B1BAC2"/>
        </a:accent5>
        <a:accent6>
          <a:srgbClr val="1D2D24"/>
        </a:accent6>
        <a:hlink>
          <a:srgbClr val="F0B100"/>
        </a:hlink>
        <a:folHlink>
          <a:srgbClr val="C3710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rtina de seda 5">
        <a:dk1>
          <a:srgbClr val="566858"/>
        </a:dk1>
        <a:lt1>
          <a:srgbClr val="FFFFFF"/>
        </a:lt1>
        <a:dk2>
          <a:srgbClr val="6D8771"/>
        </a:dk2>
        <a:lt2>
          <a:srgbClr val="ECECB2"/>
        </a:lt2>
        <a:accent1>
          <a:srgbClr val="76A571"/>
        </a:accent1>
        <a:accent2>
          <a:srgbClr val="465648"/>
        </a:accent2>
        <a:accent3>
          <a:srgbClr val="BAC3BB"/>
        </a:accent3>
        <a:accent4>
          <a:srgbClr val="DADADA"/>
        </a:accent4>
        <a:accent5>
          <a:srgbClr val="BDCFBB"/>
        </a:accent5>
        <a:accent6>
          <a:srgbClr val="3F4D40"/>
        </a:accent6>
        <a:hlink>
          <a:srgbClr val="FFDC0B"/>
        </a:hlink>
        <a:folHlink>
          <a:srgbClr val="FC991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rtina de seda 6">
        <a:dk1>
          <a:srgbClr val="0A6866"/>
        </a:dk1>
        <a:lt1>
          <a:srgbClr val="FFFFFF"/>
        </a:lt1>
        <a:dk2>
          <a:srgbClr val="0D8784"/>
        </a:dk2>
        <a:lt2>
          <a:srgbClr val="B8DEC6"/>
        </a:lt2>
        <a:accent1>
          <a:srgbClr val="3C7652"/>
        </a:accent1>
        <a:accent2>
          <a:srgbClr val="005250"/>
        </a:accent2>
        <a:accent3>
          <a:srgbClr val="AAC3C2"/>
        </a:accent3>
        <a:accent4>
          <a:srgbClr val="DADADA"/>
        </a:accent4>
        <a:accent5>
          <a:srgbClr val="AFBDB3"/>
        </a:accent5>
        <a:accent6>
          <a:srgbClr val="004948"/>
        </a:accent6>
        <a:hlink>
          <a:srgbClr val="00E0A5"/>
        </a:hlink>
        <a:folHlink>
          <a:srgbClr val="00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rtina de seda 7">
        <a:dk1>
          <a:srgbClr val="50688C"/>
        </a:dk1>
        <a:lt1>
          <a:srgbClr val="FFFFFF"/>
        </a:lt1>
        <a:dk2>
          <a:srgbClr val="6E87AC"/>
        </a:dk2>
        <a:lt2>
          <a:srgbClr val="FFFFFF"/>
        </a:lt2>
        <a:accent1>
          <a:srgbClr val="376EA5"/>
        </a:accent1>
        <a:accent2>
          <a:srgbClr val="445876"/>
        </a:accent2>
        <a:accent3>
          <a:srgbClr val="BAC3D2"/>
        </a:accent3>
        <a:accent4>
          <a:srgbClr val="DADADA"/>
        </a:accent4>
        <a:accent5>
          <a:srgbClr val="AEBACF"/>
        </a:accent5>
        <a:accent6>
          <a:srgbClr val="3D4F6A"/>
        </a:accent6>
        <a:hlink>
          <a:srgbClr val="66C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rtina de seda 8">
        <a:dk1>
          <a:srgbClr val="000000"/>
        </a:dk1>
        <a:lt1>
          <a:srgbClr val="DDDCC5"/>
        </a:lt1>
        <a:dk2>
          <a:srgbClr val="000000"/>
        </a:dk2>
        <a:lt2>
          <a:srgbClr val="C9C6A5"/>
        </a:lt2>
        <a:accent1>
          <a:srgbClr val="C0C0C0"/>
        </a:accent1>
        <a:accent2>
          <a:srgbClr val="B0AC90"/>
        </a:accent2>
        <a:accent3>
          <a:srgbClr val="EBEBDF"/>
        </a:accent3>
        <a:accent4>
          <a:srgbClr val="000000"/>
        </a:accent4>
        <a:accent5>
          <a:srgbClr val="DCDCDC"/>
        </a:accent5>
        <a:accent6>
          <a:srgbClr val="9F9B82"/>
        </a:accent6>
        <a:hlink>
          <a:srgbClr val="666699"/>
        </a:hlink>
        <a:folHlink>
          <a:srgbClr val="905C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rtina de seda 9">
        <a:dk1>
          <a:srgbClr val="000000"/>
        </a:dk1>
        <a:lt1>
          <a:srgbClr val="FFFFFF"/>
        </a:lt1>
        <a:dk2>
          <a:srgbClr val="000099"/>
        </a:dk2>
        <a:lt2>
          <a:srgbClr val="DDDDDD"/>
        </a:lt2>
        <a:accent1>
          <a:srgbClr val="C6D4D4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DFE6E6"/>
        </a:accent5>
        <a:accent6>
          <a:srgbClr val="AEAEAE"/>
        </a:accent6>
        <a:hlink>
          <a:srgbClr val="6600FF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Cortina de seda</Template>
  <TotalTime>8</TotalTime>
  <Words>218</Words>
  <Application>Microsoft Office PowerPoint</Application>
  <PresentationFormat>Apresentação na tela (4:3)</PresentationFormat>
  <Paragraphs>34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Tahoma</vt:lpstr>
      <vt:lpstr>Times New Roman</vt:lpstr>
      <vt:lpstr>Wingdings</vt:lpstr>
      <vt:lpstr>Cortina de seda</vt:lpstr>
      <vt:lpstr>277 SALVO ESTÁS? LIMPO ESTÁS?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277 SALVO ESTÁS? LIMPO ESTÁS?</dc:title>
  <dc:creator>Junior</dc:creator>
  <cp:lastModifiedBy>Emerson Souza</cp:lastModifiedBy>
  <cp:revision>1</cp:revision>
  <dcterms:created xsi:type="dcterms:W3CDTF">2005-07-03T21:50:22Z</dcterms:created>
  <dcterms:modified xsi:type="dcterms:W3CDTF">2026-05-02T22:00:00Z</dcterms:modified>
</cp:coreProperties>
</file>