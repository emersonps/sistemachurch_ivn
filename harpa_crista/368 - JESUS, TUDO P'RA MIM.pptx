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39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B07C46-19CC-124E-000F-F6BB920EF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81CEEB-B2B1-58F4-2877-CA54C1438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039028-CE42-3C08-AA69-9EE562899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3023EF-98BA-E303-2C5C-0D82B6C0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A1D4A0-33D6-2922-45DA-D358BE607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BB64C5-A8B4-4359-B8E0-364E5A0D41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4556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6E180-DDAC-DDDF-1F12-D8863E05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0AA3BD-8AF1-ACC8-E3E3-077C9A3EA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59C2D1-44DB-4993-D466-E5A532075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78130B-10DF-AF9D-5494-532A40625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1B5EFC-DD93-5681-A31E-72BFB9A74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66EF43-C163-48EA-AAD5-234F5EEC64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61566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CB517-BAF9-D289-C65F-4D6D023F3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3C2CE6-C5DA-492B-C49F-36B0FF89F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DAD506-5132-C706-969A-FF46FAB5C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01A3A4-532F-7436-4090-823319A2D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AFAAB6-EB0F-C8D1-5573-4D718267E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6AB010-46E1-45B1-B403-60EE74B22B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373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69657-868C-AB19-0B3C-DE049CE7B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98DF89-A217-9016-A021-42E4E6642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9526EE-932B-39C0-126B-AEF3C596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CDDF43-B85F-52A1-F16B-1A41652EA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0D2FA1-98ED-DDEC-1C6B-3F851A9F8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37A685-9390-6DF1-A827-5944F28F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C653B8-35E8-4930-B799-CFC0BB4496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92590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2A0DA-F0AC-97D0-6320-4553549B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4E9A04-E010-2187-8172-FD7D97744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F721E5-CB6D-6E12-258E-7B30A5CA9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50EFDE-0DC3-2F65-BBCD-2AF0AB7D4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83221D-FAE3-16FA-4B22-B78D2D3D85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16D4CFA-6E88-33FD-60CA-B6FE891F2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EB29213-9C34-F0F6-F661-1BA5DD060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2C53685-0B87-C10B-88EC-A795B3407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673FD0-51C4-40CA-9E56-A2C9B0A2AA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9806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937F3-B47B-A2E8-7492-3A8E923A7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AB60B9C-166B-04C0-9449-9E2C2FD7D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61AB809-FCC0-0314-01C9-C9C31911F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8BAE1DA-2C2A-35A2-13B0-8C8D10534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5658DE-B5A9-4FBE-9EB1-E97C3BB517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2860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38C71D6-CA1E-D322-BB00-F4BF9ED31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751D2A3-4352-A53E-3EE3-46E66FDFF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285FF4-5431-2936-CCF3-286BE4150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AE106B-E586-4124-9B74-0279B348DD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5111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B020F-9CF0-6192-6C09-D7DA63F6C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8FAC0E-418E-060B-A9D5-788807D6F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7FD1C9E-AAF2-ABE3-58E0-227695788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81D029-A6CE-C2D7-59A8-A8F4D15B1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D8D4E5-CF31-7BB5-E12C-E8A772B11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37C9C7-F7BA-76B2-859A-D1FCFD8D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EF7EF-7EB1-4C22-AEB4-DAF0F926FA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8016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D8458-D524-9622-3211-1F2783B4B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6174DA0-1D84-D87B-03AF-FB68788275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96AF73-966D-2DB5-E6A8-529509394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243320-CF3D-D39A-7086-18199196A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C5FB78-A6D9-F77D-F73F-BC7D69CB0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5D6C07-702E-3E76-65C9-3444B72B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D555C8-6344-4905-ADCE-46FB884BB8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9908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BD0DF-DC61-81A4-2F56-0E1F34FAB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EF7A4C5-3AB0-A0F0-2840-7BBC73F35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CF9B5E-A116-6600-0F04-12CC410B9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044B90-C408-E75D-B18B-AD52774D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27D0F9-13EE-D15C-F42D-EC69BA86E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838693-6C97-4D44-B08B-7220962CA5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4011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282084-06F7-1E5A-0550-750DBF65F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05DC5D-1349-815F-3EAE-219EAE643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7A42C5-3B0C-828D-4C4B-05C93B42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EA91AE-1F60-2961-A310-06B6F1316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922BB2-8767-F23A-FF4A-44A7053E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4BED72-95F9-4E91-89CB-81DEA93FBB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9532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DB17462-689F-2A21-E42C-F6AD13215A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8E02938-F6A8-60D7-7274-E1466D6A90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850943F-C725-CF48-C2F9-AA266525BBF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052D075-4266-2254-C46D-7C325DAE6A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E09D3-5E93-9FA4-5479-D16E625835F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D2D3CC3-2A8D-4D17-BBDF-4CBC049D49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B092856-36BE-1E80-1520-DEAADF7ED32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368</a:t>
            </a:r>
            <a:br>
              <a:rPr lang="pt-BR" altLang="pt-BR" sz="4400" b="1"/>
            </a:br>
            <a:r>
              <a:rPr lang="pt-BR" altLang="pt-BR" sz="4400" b="1"/>
              <a:t>JESUS, TUDO P'RA MIM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643305B-EE00-FD73-EC3C-C981F24BD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/>
              <a:t>Eu estava no pecado, perdido, triste e só; </a:t>
            </a:r>
            <a:br>
              <a:rPr lang="pt-BR" altLang="pt-BR" sz="3200"/>
            </a:br>
            <a:r>
              <a:rPr lang="pt-BR" altLang="pt-BR" sz="3200"/>
              <a:t>Que diferença agora, Jesus de mim tem dó; </a:t>
            </a:r>
            <a:br>
              <a:rPr lang="pt-BR" altLang="pt-BR" sz="3200"/>
            </a:br>
            <a:r>
              <a:rPr lang="pt-BR" altLang="pt-BR" sz="3200"/>
              <a:t>Eu hoje só confio na graça que me deu; </a:t>
            </a:r>
            <a:br>
              <a:rPr lang="pt-BR" altLang="pt-BR" sz="3200"/>
            </a:br>
            <a:r>
              <a:rPr lang="pt-BR" altLang="pt-BR" sz="3200"/>
              <a:t>Q Seu amor conheço e ando para o céu.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31F2FBC-829B-2B81-344B-00092D1AA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200" b="1" i="1"/>
              <a:t>Jesus, tudo é p'ra mim, </a:t>
            </a:r>
            <a:br>
              <a:rPr lang="pt-BR" altLang="pt-BR" sz="3200" b="1" i="1"/>
            </a:br>
            <a:r>
              <a:rPr lang="pt-BR" altLang="pt-BR" sz="3200" b="1" i="1"/>
              <a:t>de culpa me livrou, </a:t>
            </a:r>
            <a:br>
              <a:rPr lang="pt-BR" altLang="pt-BR" sz="3200" b="1" i="1"/>
            </a:br>
            <a:r>
              <a:rPr lang="pt-BR" altLang="pt-BR" sz="3200" b="1" i="1"/>
              <a:t>Amor e paz eterna,</a:t>
            </a:r>
            <a:br>
              <a:rPr lang="pt-BR" altLang="pt-BR" sz="3200" b="1" i="1"/>
            </a:br>
            <a:r>
              <a:rPr lang="pt-BR" altLang="pt-BR" sz="3200" b="1" i="1"/>
              <a:t>na cruz p'ra mim ganhou;</a:t>
            </a:r>
            <a:br>
              <a:rPr lang="pt-BR" altLang="pt-BR" sz="3200" b="1" i="1"/>
            </a:br>
            <a:r>
              <a:rPr lang="pt-BR" altLang="pt-BR" sz="3200" b="1" i="1"/>
              <a:t>Sim, tudo é p'ra mim,</a:t>
            </a:r>
            <a:br>
              <a:rPr lang="pt-BR" altLang="pt-BR" sz="3200" b="1" i="1"/>
            </a:br>
            <a:r>
              <a:rPr lang="pt-BR" altLang="pt-BR" sz="3200" b="1" i="1"/>
              <a:t>mostrou Seu imenso amor,</a:t>
            </a:r>
            <a:br>
              <a:rPr lang="pt-BR" altLang="pt-BR" sz="3200" b="1" i="1"/>
            </a:br>
            <a:r>
              <a:rPr lang="pt-BR" altLang="pt-BR" sz="3200" b="1" i="1"/>
              <a:t>Glória ao santo nome do amado Salvador!</a:t>
            </a:r>
            <a:endParaRPr lang="en-US" altLang="pt-BR" sz="32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494BD16-593E-E2F9-56D3-BB4F97DC5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200"/>
              <a:t>Estou p'ra o mundo morto, </a:t>
            </a:r>
            <a:br>
              <a:rPr lang="pt-BR" altLang="pt-BR" sz="3200"/>
            </a:br>
            <a:r>
              <a:rPr lang="pt-BR" altLang="pt-BR" sz="3200"/>
              <a:t>mas vivo p'ra Jesus; </a:t>
            </a:r>
            <a:br>
              <a:rPr lang="pt-BR" altLang="pt-BR" sz="3200"/>
            </a:br>
            <a:r>
              <a:rPr lang="pt-BR" altLang="pt-BR" sz="3200"/>
              <a:t>Só Ele é o piloto que certo, me conduz;</a:t>
            </a:r>
            <a:br>
              <a:rPr lang="pt-BR" altLang="pt-BR" sz="3200"/>
            </a:br>
            <a:r>
              <a:rPr lang="pt-BR" altLang="pt-BR" sz="3200"/>
              <a:t>A Bíblia é que me ensina, </a:t>
            </a:r>
            <a:br>
              <a:rPr lang="pt-BR" altLang="pt-BR" sz="3200"/>
            </a:br>
            <a:r>
              <a:rPr lang="pt-BR" altLang="pt-BR" sz="3200"/>
              <a:t>que na cruz padeceu; </a:t>
            </a:r>
            <a:br>
              <a:rPr lang="pt-BR" altLang="pt-BR" sz="3200"/>
            </a:br>
            <a:r>
              <a:rPr lang="pt-BR" altLang="pt-BR" sz="3200"/>
              <a:t>Comprou-me com Seu sangue </a:t>
            </a:r>
            <a:br>
              <a:rPr lang="pt-BR" altLang="pt-BR" sz="3200"/>
            </a:br>
            <a:r>
              <a:rPr lang="pt-BR" altLang="pt-BR" sz="3200"/>
              <a:t>e Sua paz me deu.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9BDFDA5-9A09-FB2C-768C-B834E9448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200" b="1" i="1"/>
              <a:t>Jesus, tudo é p'ra mim, </a:t>
            </a:r>
            <a:br>
              <a:rPr lang="pt-BR" altLang="pt-BR" sz="3200" b="1" i="1"/>
            </a:br>
            <a:r>
              <a:rPr lang="pt-BR" altLang="pt-BR" sz="3200" b="1" i="1"/>
              <a:t>de culpa me livrou, </a:t>
            </a:r>
            <a:br>
              <a:rPr lang="pt-BR" altLang="pt-BR" sz="3200" b="1" i="1"/>
            </a:br>
            <a:r>
              <a:rPr lang="pt-BR" altLang="pt-BR" sz="3200" b="1" i="1"/>
              <a:t>Amor e paz eterna,</a:t>
            </a:r>
            <a:br>
              <a:rPr lang="pt-BR" altLang="pt-BR" sz="3200" b="1" i="1"/>
            </a:br>
            <a:r>
              <a:rPr lang="pt-BR" altLang="pt-BR" sz="3200" b="1" i="1"/>
              <a:t>na cruz p'ra mim ganhou;</a:t>
            </a:r>
            <a:br>
              <a:rPr lang="pt-BR" altLang="pt-BR" sz="3200" b="1" i="1"/>
            </a:br>
            <a:r>
              <a:rPr lang="pt-BR" altLang="pt-BR" sz="3200" b="1" i="1"/>
              <a:t>Sim, tudo é p'ra mim,</a:t>
            </a:r>
            <a:br>
              <a:rPr lang="pt-BR" altLang="pt-BR" sz="3200" b="1" i="1"/>
            </a:br>
            <a:r>
              <a:rPr lang="pt-BR" altLang="pt-BR" sz="3200" b="1" i="1"/>
              <a:t>mostrou Seu imenso amor,</a:t>
            </a:r>
            <a:br>
              <a:rPr lang="pt-BR" altLang="pt-BR" sz="3200" b="1" i="1"/>
            </a:br>
            <a:r>
              <a:rPr lang="pt-BR" altLang="pt-BR" sz="3200" b="1" i="1"/>
              <a:t>Glória ao santo nome do amado Salvador!</a:t>
            </a:r>
            <a:endParaRPr lang="en-US" altLang="pt-BR" sz="32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8AFEF5E-8E39-C9A5-99A5-8A383239B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Mui perto vou chegando do glorioso lar; </a:t>
            </a:r>
            <a:br>
              <a:rPr lang="pt-BR" altLang="pt-BR" sz="3600"/>
            </a:br>
            <a:r>
              <a:rPr lang="pt-BR" altLang="pt-BR" sz="3600"/>
              <a:t>Me preparou morada, onde irei habitar, </a:t>
            </a:r>
            <a:br>
              <a:rPr lang="pt-BR" altLang="pt-BR" sz="3600"/>
            </a:br>
            <a:r>
              <a:rPr lang="pt-BR" altLang="pt-BR" sz="3600"/>
              <a:t>Jesus me santifica, ajuda-me a lutar</a:t>
            </a:r>
            <a:br>
              <a:rPr lang="pt-BR" altLang="pt-BR" sz="3600"/>
            </a:br>
            <a:r>
              <a:rPr lang="pt-BR" altLang="pt-BR" sz="3600"/>
              <a:t>Contra a vil injustiça e, </a:t>
            </a:r>
            <a:br>
              <a:rPr lang="pt-BR" altLang="pt-BR" sz="3600"/>
            </a:br>
            <a:r>
              <a:rPr lang="pt-BR" altLang="pt-BR" sz="3600"/>
              <a:t>mesmo me negar.	</a:t>
            </a:r>
            <a:br>
              <a:rPr lang="pt-BR" altLang="pt-BR" sz="3600"/>
            </a:br>
            <a:r>
              <a:rPr lang="pt-BR" altLang="pt-BR" sz="1600"/>
              <a:t>I.A.F.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F4F22AF-1D7A-F310-BF62-7CA6388B5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200" b="1" i="1"/>
              <a:t>Jesus, tudo é p'ra mim, </a:t>
            </a:r>
            <a:br>
              <a:rPr lang="pt-BR" altLang="pt-BR" sz="3200" b="1" i="1"/>
            </a:br>
            <a:r>
              <a:rPr lang="pt-BR" altLang="pt-BR" sz="3200" b="1" i="1"/>
              <a:t>de culpa me livrou, </a:t>
            </a:r>
            <a:br>
              <a:rPr lang="pt-BR" altLang="pt-BR" sz="3200" b="1" i="1"/>
            </a:br>
            <a:r>
              <a:rPr lang="pt-BR" altLang="pt-BR" sz="3200" b="1" i="1"/>
              <a:t>Amor e paz eterna,</a:t>
            </a:r>
            <a:br>
              <a:rPr lang="pt-BR" altLang="pt-BR" sz="3200" b="1" i="1"/>
            </a:br>
            <a:r>
              <a:rPr lang="pt-BR" altLang="pt-BR" sz="3200" b="1" i="1"/>
              <a:t>na cruz p'ra mim ganhou;</a:t>
            </a:r>
            <a:br>
              <a:rPr lang="pt-BR" altLang="pt-BR" sz="3200" b="1" i="1"/>
            </a:br>
            <a:r>
              <a:rPr lang="pt-BR" altLang="pt-BR" sz="3200" b="1" i="1"/>
              <a:t>Sim, tudo é p'ra mim,</a:t>
            </a:r>
            <a:br>
              <a:rPr lang="pt-BR" altLang="pt-BR" sz="3200" b="1" i="1"/>
            </a:br>
            <a:r>
              <a:rPr lang="pt-BR" altLang="pt-BR" sz="3200" b="1" i="1"/>
              <a:t>mostrou Seu imenso amor,</a:t>
            </a:r>
            <a:br>
              <a:rPr lang="pt-BR" altLang="pt-BR" sz="3200" b="1" i="1"/>
            </a:br>
            <a:r>
              <a:rPr lang="pt-BR" altLang="pt-BR" sz="3200" b="1" i="1"/>
              <a:t>Glória ao santo nome do amado Salvador!</a:t>
            </a:r>
            <a:endParaRPr lang="en-US" altLang="pt-BR" sz="32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368 JESUS, TUDO P'RA MIM</vt:lpstr>
      <vt:lpstr>Eu estava no pecado, perdido, triste e só;  Que diferença agora, Jesus de mim tem dó;  Eu hoje só confio na graça que me deu;  Q Seu amor conheço e ando para o céu. </vt:lpstr>
      <vt:lpstr>Jesus, tudo é p'ra mim,  de culpa me livrou,  Amor e paz eterna, na cruz p'ra mim ganhou; Sim, tudo é p'ra mim, mostrou Seu imenso amor, Glória ao santo nome do amado Salvador!</vt:lpstr>
      <vt:lpstr>Estou p'ra o mundo morto,  mas vivo p'ra Jesus;  Só Ele é o piloto que certo, me conduz; A Bíblia é que me ensina,  que na cruz padeceu;  Comprou-me com Seu sangue  e Sua paz me deu. </vt:lpstr>
      <vt:lpstr>Jesus, tudo é p'ra mim,  de culpa me livrou,  Amor e paz eterna, na cruz p'ra mim ganhou; Sim, tudo é p'ra mim, mostrou Seu imenso amor, Glória ao santo nome do amado Salvador!</vt:lpstr>
      <vt:lpstr>Mui perto vou chegando do glorioso lar;  Me preparou morada, onde irei habitar,  Jesus me santifica, ajuda-me a lutar Contra a vil injustiça e,  mesmo me negar.  I.A.F. </vt:lpstr>
      <vt:lpstr>Jesus, tudo é p'ra mim,  de culpa me livrou,  Amor e paz eterna, na cruz p'ra mim ganhou; Sim, tudo é p'ra mim, mostrou Seu imenso amor, Glória ao santo nome do amado Salvador!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368 - JESUS, TUDO P'RA MIM</dc:title>
  <dc:creator>Montagna</dc:creator>
  <cp:lastModifiedBy>Emerson Souza</cp:lastModifiedBy>
  <cp:revision>2</cp:revision>
  <dcterms:created xsi:type="dcterms:W3CDTF">2005-10-20T23:07:40Z</dcterms:created>
  <dcterms:modified xsi:type="dcterms:W3CDTF">2026-05-02T22:07:39Z</dcterms:modified>
</cp:coreProperties>
</file>