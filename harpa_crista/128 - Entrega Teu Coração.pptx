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6" d="100"/>
          <a:sy n="66" d="100"/>
        </p:scale>
        <p:origin x="-108" y="-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F5973-EC08-7961-3B13-461E774B2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5FB7E6-2F47-ABF4-2543-4536AF153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8D58B9-E143-E4EE-E1C1-BAD25E738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82532C-55FB-558C-2B13-9104DE44D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762D13-A495-388D-0BC5-A0F7B2D88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DE5596-C2CC-4DD3-9E0F-7BA2D94037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3979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5F552-40D7-E6ED-3848-579B3958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A0A0C9-4362-9AF3-29A8-C711741E2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E66F38-7913-058C-61C9-7097817D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4A7335-C665-B3C8-A655-82DC790FA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EA13E6-2764-0CF6-B2CB-D3749E152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A4A40A-DEBD-4CA2-BF01-3FFFE2F515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23954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58846-A6BD-B4CF-03AD-AF0EC2C97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213E4C-448B-9529-E337-E04FF5D94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0758C3-316A-F2BB-AC6E-010B59107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FED503-42F0-04EF-6C2C-CDDFAA26C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5B5A5F-168E-A50E-EA14-C8ECA1039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359178-B573-452D-8DCC-D1E8E0C18F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02064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C60EAB-B985-3899-0D97-34D4222DF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F56892-BDC3-DDB5-F365-417D4A4C7A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F977F48-614F-5FA0-6EF5-DC4AFB98C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1BF001-BD29-C43E-5652-9F646C022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23627C-CBD8-CB5D-8A57-EA05C2C5F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8456B5-307B-6E5D-75F0-0325CCD4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2C603D-06F2-42BF-B5C5-183E77D322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83817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EF1A9-CE1B-751C-FADB-28A2F77A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6A1F9D-1747-CFA8-CF24-5E598B862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D3BA0B2-390F-BBD4-AB85-B4135173F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3F3C1DE-8D78-7BC6-7976-9381559792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C84DCCE-5D71-0186-96EF-59E41E308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226B9F-B1FE-A82F-9F98-486683E5C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4FDE5-4256-8209-5629-2186BCDC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83FBC29-53D9-267C-0E36-1EA2DD14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4C7DF2-F81D-424C-9B09-752B2F9F86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1281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71C378-4EE7-3B1D-FB19-ED4D226C5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5D45B20-F099-FE4A-23EE-F4ED7E85A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5059291-8C17-AB8D-78D4-9179287BA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A8DE27-4FA5-0EB8-66CF-49D50FE93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E3D875-A620-47E1-B501-429B24FFA6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9886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E732BC6-1FA6-98A2-BF2E-769CBF900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AD3C7D3-7EB0-5616-6193-8C5D2B28E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3CA59C-F875-1747-EAC6-A1EC6F1A7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967FF7-3C5B-4ECF-9FAC-E560C1462F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451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FBFA29-6B0B-DEEC-FE3A-BD8961528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205FE7-FBAF-CB12-25BE-57464E7A6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541D64-0387-7A16-E98A-4B72B357B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94CF5B5-7AA4-68B5-42B8-48E559B7B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AB934E-3358-CFAE-A681-3DA8274FE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479224-1621-0D0A-0562-B709457BE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C2F00D-1F29-40A6-A086-779FBDAB55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7497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E0403-D749-99D4-D8DD-4E874CBED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2563FF3-09CC-9AFD-A9FF-8E8F9A34C5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7F6D6D5-F0B8-A321-FA53-78EBF4F79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83285F1-D61B-450E-0AC6-439B76602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F361C6-FB12-7353-4EB3-4B1363617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47240C-7C62-5066-0A28-3D6E3ABB0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83B99B-1D05-4567-8B10-C2473715E5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2476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362DE-EE00-62B3-A7F9-E12FEF555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B0F757-7DDA-099C-8219-145CE45DE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22C50B-0FAD-CBEB-D01D-7BE28E37F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2B784A-5FCB-782B-1FFA-5230B693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05C96B-E141-9EE9-3DB6-45B09ECDE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EE07B4-5256-418D-9791-61B93D5FC8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2296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A23E97-C18F-A721-2AB2-95645926C0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7DF718-8A27-8A89-22BE-B97024C8B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F284E7-8E76-F3EC-A8AB-192585EE0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57FFAF-EE09-DA96-F793-19C9629C0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E1CB6E-76C4-F679-F29A-3E3724D31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2B0DFE-7A80-4589-B8BF-15315178FC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6146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553533E-3477-55CC-A50E-AE8C385CAA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0BBF2E9-D59F-1184-FC6F-C6ABE9D5D5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28A8D8A-4C22-977A-C5AC-27FBDC88EFC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158D62D-9E15-95C5-F4D9-6252A353199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E66303D-0C0C-A5FD-ECEC-C0D3B591559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DAC9D4A-6937-4068-98FA-E65337BFB4B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93555FE-8A0B-15AB-FBB8-EBBC03FDEBE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650" y="2060575"/>
            <a:ext cx="7702550" cy="1900238"/>
          </a:xfrm>
        </p:spPr>
        <p:txBody>
          <a:bodyPr anchor="ctr"/>
          <a:lstStyle/>
          <a:p>
            <a:r>
              <a:rPr lang="en-US" altLang="pt-BR" sz="3600" b="1">
                <a:solidFill>
                  <a:srgbClr val="FFFFFF"/>
                </a:solidFill>
              </a:rPr>
              <a:t>128 </a:t>
            </a:r>
            <a:br>
              <a:rPr lang="en-US" altLang="pt-BR" sz="3600" b="1">
                <a:solidFill>
                  <a:srgbClr val="FFFFFF"/>
                </a:solidFill>
              </a:rPr>
            </a:br>
            <a:r>
              <a:rPr lang="en-US" altLang="pt-BR" sz="3600" b="1">
                <a:solidFill>
                  <a:srgbClr val="FFFFFF"/>
                </a:solidFill>
              </a:rPr>
              <a:t> ENTREGA TEU CORAÇÃO</a:t>
            </a:r>
            <a:br>
              <a:rPr lang="en-US" altLang="pt-BR" sz="3600" b="1">
                <a:solidFill>
                  <a:srgbClr val="FFFFFF"/>
                </a:solidFill>
              </a:rPr>
            </a:br>
            <a:endParaRPr lang="en-US" altLang="pt-BR"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CFFF538-FAFC-618F-A61F-C189D2DD0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4883150"/>
          </a:xfrm>
        </p:spPr>
        <p:txBody>
          <a:bodyPr/>
          <a:lstStyle/>
          <a:p>
            <a:r>
              <a:rPr lang="en-US" altLang="pt-BR">
                <a:solidFill>
                  <a:srgbClr val="FFFFFF"/>
                </a:solidFill>
              </a:rPr>
              <a:t>O alma triste, perdida,</a:t>
            </a:r>
            <a:br>
              <a:rPr lang="en-US" altLang="pt-BR">
                <a:solidFill>
                  <a:srgbClr val="FFFFFF"/>
                </a:solidFill>
              </a:rPr>
            </a:br>
            <a:r>
              <a:rPr lang="en-US" altLang="pt-BR">
                <a:solidFill>
                  <a:srgbClr val="FFFFFF"/>
                </a:solidFill>
              </a:rPr>
              <a:t>Que vagas sem teireção!</a:t>
            </a:r>
            <a:br>
              <a:rPr lang="en-US" altLang="pt-BR">
                <a:solidFill>
                  <a:srgbClr val="FFFFFF"/>
                </a:solidFill>
              </a:rPr>
            </a:br>
            <a:r>
              <a:rPr lang="en-US" altLang="pt-BR">
                <a:solidFill>
                  <a:srgbClr val="FFFFFF"/>
                </a:solidFill>
              </a:rPr>
              <a:t>Aceita de Deus a vida, </a:t>
            </a:r>
            <a:br>
              <a:rPr lang="en-US" altLang="pt-BR">
                <a:solidFill>
                  <a:srgbClr val="FFFFFF"/>
                </a:solidFill>
              </a:rPr>
            </a:br>
            <a:r>
              <a:rPr lang="en-US" altLang="pt-BR">
                <a:solidFill>
                  <a:srgbClr val="FFFFFF"/>
                </a:solidFill>
              </a:rPr>
              <a:t>Entrega teu coração!</a:t>
            </a:r>
            <a:br>
              <a:rPr lang="en-US" altLang="pt-BR">
                <a:solidFill>
                  <a:srgbClr val="FFFFFF"/>
                </a:solidFill>
              </a:rPr>
            </a:br>
            <a:endParaRPr lang="en-US" altLang="pt-BR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052F92B-5C74-45B5-7103-8D31E8225E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04813"/>
            <a:ext cx="9144000" cy="5602287"/>
          </a:xfrm>
        </p:spPr>
        <p:txBody>
          <a:bodyPr/>
          <a:lstStyle/>
          <a:p>
            <a:r>
              <a:rPr lang="en-US" altLang="pt-BR" sz="4000" b="1" i="1">
                <a:solidFill>
                  <a:srgbClr val="FFFFFF"/>
                </a:solidFill>
              </a:rPr>
              <a:t>Dá, hoje, a Cristo,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Teu coração, teu coração.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Pois nEle acharás a paz, o perdão, Entrega teu coração.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Dá, hoje, a Cristo,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Teu coração, teu coração.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Pois nEle acharás a paz, o perdão, Entrega teu coração.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endParaRPr lang="en-US" altLang="pt-BR" sz="4000" b="1" i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137D448-E431-95C8-1A72-157E70FF2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5314950"/>
          </a:xfrm>
        </p:spPr>
        <p:txBody>
          <a:bodyPr/>
          <a:lstStyle/>
          <a:p>
            <a:r>
              <a:rPr lang="en-US" altLang="pt-BR">
                <a:solidFill>
                  <a:srgbClr val="FFFFFF"/>
                </a:solidFill>
              </a:rPr>
              <a:t>Jesus não quer teu dinheiro;</a:t>
            </a:r>
            <a:br>
              <a:rPr lang="en-US" altLang="pt-BR">
                <a:solidFill>
                  <a:srgbClr val="FFFFFF"/>
                </a:solidFill>
              </a:rPr>
            </a:br>
            <a:r>
              <a:rPr lang="en-US" altLang="pt-BR">
                <a:solidFill>
                  <a:srgbClr val="FFFFFF"/>
                </a:solidFill>
              </a:rPr>
              <a:t>De graça te dá salvação! </a:t>
            </a:r>
            <a:br>
              <a:rPr lang="en-US" altLang="pt-BR">
                <a:solidFill>
                  <a:srgbClr val="FFFFFF"/>
                </a:solidFill>
              </a:rPr>
            </a:br>
            <a:r>
              <a:rPr lang="en-US" altLang="pt-BR">
                <a:solidFill>
                  <a:srgbClr val="FFFFFF"/>
                </a:solidFill>
              </a:rPr>
              <a:t>E gozo mui verdadeiro:</a:t>
            </a:r>
            <a:br>
              <a:rPr lang="en-US" altLang="pt-BR">
                <a:solidFill>
                  <a:srgbClr val="FFFFFF"/>
                </a:solidFill>
              </a:rPr>
            </a:br>
            <a:r>
              <a:rPr lang="en-US" altLang="pt-BR">
                <a:solidFill>
                  <a:srgbClr val="FFFFFF"/>
                </a:solidFill>
              </a:rPr>
              <a:t>Entrega teu coração!</a:t>
            </a:r>
            <a:br>
              <a:rPr lang="en-US" altLang="pt-BR">
                <a:solidFill>
                  <a:srgbClr val="FFFFFF"/>
                </a:solidFill>
              </a:rPr>
            </a:br>
            <a:endParaRPr lang="en-US" altLang="pt-BR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5">
            <a:extLst>
              <a:ext uri="{FF2B5EF4-FFF2-40B4-BE49-F238E27FC236}">
                <a16:creationId xmlns:a16="http://schemas.microsoft.com/office/drawing/2014/main" id="{BBF3474E-DB73-64E4-1D65-CD7E97DE5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76250"/>
            <a:ext cx="9144000" cy="5616575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FFFFFF"/>
                </a:solidFill>
              </a:rPr>
              <a:t>Dá, hoje, a Cristo,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Teu coração, teu coração.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Pois nEle acharás a paz, o perdão, Entrega teu coração.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Dá, hoje, a Cristo,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Teu coração, teu coração.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Pois nEle acharás a paz, o perdão, Entrega teu coração.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endParaRPr lang="en-US" altLang="pt-BR" sz="4000" b="1" i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0CB3079-2A1E-479E-468E-66AE39E7A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5170487"/>
          </a:xfrm>
        </p:spPr>
        <p:txBody>
          <a:bodyPr/>
          <a:lstStyle/>
          <a:p>
            <a:r>
              <a:rPr lang="en-US" altLang="pt-BR">
                <a:solidFill>
                  <a:srgbClr val="FFFFFF"/>
                </a:solidFill>
              </a:rPr>
              <a:t>De Cristo ressuscitado </a:t>
            </a:r>
            <a:br>
              <a:rPr lang="en-US" altLang="pt-BR">
                <a:solidFill>
                  <a:srgbClr val="FFFFFF"/>
                </a:solidFill>
              </a:rPr>
            </a:br>
            <a:r>
              <a:rPr lang="en-US" altLang="pt-BR">
                <a:solidFill>
                  <a:srgbClr val="FFFFFF"/>
                </a:solidFill>
              </a:rPr>
              <a:t>Aceita o vero perdão, </a:t>
            </a:r>
            <a:br>
              <a:rPr lang="en-US" altLang="pt-BR">
                <a:solidFill>
                  <a:srgbClr val="FFFFFF"/>
                </a:solidFill>
              </a:rPr>
            </a:br>
            <a:r>
              <a:rPr lang="en-US" altLang="pt-BR">
                <a:solidFill>
                  <a:srgbClr val="FFFFFF"/>
                </a:solidFill>
              </a:rPr>
              <a:t>Se queres ser libertado, </a:t>
            </a:r>
            <a:br>
              <a:rPr lang="en-US" altLang="pt-BR">
                <a:solidFill>
                  <a:srgbClr val="FFFFFF"/>
                </a:solidFill>
              </a:rPr>
            </a:br>
            <a:r>
              <a:rPr lang="en-US" altLang="pt-BR">
                <a:solidFill>
                  <a:srgbClr val="FFFFFF"/>
                </a:solidFill>
              </a:rPr>
              <a:t>Entrega teu coração.</a:t>
            </a:r>
            <a:br>
              <a:rPr lang="en-US" altLang="pt-BR">
                <a:solidFill>
                  <a:srgbClr val="FFFFFF"/>
                </a:solidFill>
              </a:rPr>
            </a:br>
            <a:endParaRPr lang="en-US" altLang="pt-BR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5">
            <a:extLst>
              <a:ext uri="{FF2B5EF4-FFF2-40B4-BE49-F238E27FC236}">
                <a16:creationId xmlns:a16="http://schemas.microsoft.com/office/drawing/2014/main" id="{50CF35DF-E7D3-2945-6048-73F4D6643D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0713"/>
            <a:ext cx="9144000" cy="5473700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FFFFFF"/>
                </a:solidFill>
              </a:rPr>
              <a:t>Dá, hoje, a Cristo,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Teu coração, teu coração.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Pois nEle acharás a paz, o perdão, Entrega teu coração.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Dá, hoje, a Cristo,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Teu coração, teu coração.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Pois nEle acharás a paz, o perdão, Entrega teu coração.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endParaRPr lang="en-US" altLang="pt-BR" sz="4000" b="1" i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D882D1C-4ACA-9C59-60CB-B756AD4CFD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5026025"/>
          </a:xfrm>
        </p:spPr>
        <p:txBody>
          <a:bodyPr/>
          <a:lstStyle/>
          <a:p>
            <a:r>
              <a:rPr lang="en-US" altLang="pt-BR">
                <a:solidFill>
                  <a:srgbClr val="FFFFFF"/>
                </a:solidFill>
              </a:rPr>
              <a:t>Agora é o tempo aceitável</a:t>
            </a:r>
            <a:br>
              <a:rPr lang="en-US" altLang="pt-BR">
                <a:solidFill>
                  <a:srgbClr val="FFFFFF"/>
                </a:solidFill>
              </a:rPr>
            </a:br>
            <a:r>
              <a:rPr lang="en-US" altLang="pt-BR">
                <a:solidFill>
                  <a:srgbClr val="FFFFFF"/>
                </a:solidFill>
              </a:rPr>
              <a:t>O dia em que há salvação.</a:t>
            </a:r>
            <a:br>
              <a:rPr lang="en-US" altLang="pt-BR">
                <a:solidFill>
                  <a:srgbClr val="FFFFFF"/>
                </a:solidFill>
              </a:rPr>
            </a:br>
            <a:r>
              <a:rPr lang="en-US" altLang="pt-BR">
                <a:solidFill>
                  <a:srgbClr val="FFFFFF"/>
                </a:solidFill>
              </a:rPr>
              <a:t>A Cristo, meigo, adorável</a:t>
            </a:r>
            <a:br>
              <a:rPr lang="en-US" altLang="pt-BR">
                <a:solidFill>
                  <a:srgbClr val="FFFFFF"/>
                </a:solidFill>
              </a:rPr>
            </a:br>
            <a:r>
              <a:rPr lang="en-US" altLang="pt-BR">
                <a:solidFill>
                  <a:srgbClr val="FFFFFF"/>
                </a:solidFill>
              </a:rPr>
              <a:t>Entrega teu coração.	</a:t>
            </a:r>
            <a:br>
              <a:rPr lang="en-US" altLang="pt-BR">
                <a:solidFill>
                  <a:srgbClr val="FFFFFF"/>
                </a:solidFill>
              </a:rPr>
            </a:br>
            <a:br>
              <a:rPr lang="en-US" altLang="pt-BR">
                <a:solidFill>
                  <a:srgbClr val="FFFFFF"/>
                </a:solidFill>
              </a:rPr>
            </a:br>
            <a:r>
              <a:rPr lang="en-US" altLang="pt-BR">
                <a:solidFill>
                  <a:srgbClr val="FFFFFF"/>
                </a:solidFill>
              </a:rPr>
              <a:t>								</a:t>
            </a:r>
            <a:r>
              <a:rPr lang="en-US" altLang="pt-BR" sz="1800">
                <a:solidFill>
                  <a:srgbClr val="FFFFFF"/>
                </a:solidFill>
              </a:rPr>
              <a:t>J.T.L.</a:t>
            </a:r>
            <a:br>
              <a:rPr lang="en-US" altLang="pt-BR">
                <a:solidFill>
                  <a:srgbClr val="FFFFFF"/>
                </a:solidFill>
              </a:rPr>
            </a:br>
            <a:endParaRPr lang="en-US" altLang="pt-BR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5">
            <a:extLst>
              <a:ext uri="{FF2B5EF4-FFF2-40B4-BE49-F238E27FC236}">
                <a16:creationId xmlns:a16="http://schemas.microsoft.com/office/drawing/2014/main" id="{16316CF5-CAC3-2E86-B9BB-07E9151045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76250"/>
            <a:ext cx="9144000" cy="5545138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FFFFFF"/>
                </a:solidFill>
              </a:rPr>
              <a:t>Dá, hoje, a Cristo,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Teu coração, teu coração.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Pois nEle acharás a paz, o perdão, Entrega teu coração.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Dá, hoje, a Cristo,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Teu coração, teu coração.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Pois nEle acharás a paz, o perdão, Entrega teu coração.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endParaRPr lang="en-US" altLang="pt-BR" sz="4000" b="1" i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353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128   ENTREGA TEU CORAÇÃO </vt:lpstr>
      <vt:lpstr>O alma triste, perdida, Que vagas sem teireção! Aceita de Deus a vida,  Entrega teu coração! </vt:lpstr>
      <vt:lpstr>Dá, hoje, a Cristo, Teu coração, teu coração. Pois nEle acharás a paz, o perdão, Entrega teu coração. Dá, hoje, a Cristo, Teu coração, teu coração. Pois nEle acharás a paz, o perdão, Entrega teu coração. </vt:lpstr>
      <vt:lpstr>Jesus não quer teu dinheiro; De graça te dá salvação!  E gozo mui verdadeiro: Entrega teu coração! </vt:lpstr>
      <vt:lpstr>Dá, hoje, a Cristo, Teu coração, teu coração. Pois nEle acharás a paz, o perdão, Entrega teu coração. Dá, hoje, a Cristo, Teu coração, teu coração. Pois nEle acharás a paz, o perdão, Entrega teu coração. </vt:lpstr>
      <vt:lpstr>De Cristo ressuscitado  Aceita o vero perdão,  Se queres ser libertado,  Entrega teu coração. </vt:lpstr>
      <vt:lpstr>Dá, hoje, a Cristo, Teu coração, teu coração. Pois nEle acharás a paz, o perdão, Entrega teu coração. Dá, hoje, a Cristo, Teu coração, teu coração. Pois nEle acharás a paz, o perdão, Entrega teu coração. </vt:lpstr>
      <vt:lpstr>Agora é o tempo aceitável O dia em que há salvação. A Cristo, meigo, adorável Entrega teu coração.           J.T.L. </vt:lpstr>
      <vt:lpstr>Dá, hoje, a Cristo, Teu coração, teu coração. Pois nEle acharás a paz, o perdão, Entrega teu coração. Dá, hoje, a Cristo, Teu coração, teu coração. Pois nEle acharás a paz, o perdão, Entrega teu coração.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128 - ENTREGA TEU CORAÇÃO </dc:title>
  <dc:creator>Montagna</dc:creator>
  <cp:lastModifiedBy>Emerson Souza</cp:lastModifiedBy>
  <cp:revision>2</cp:revision>
  <dcterms:created xsi:type="dcterms:W3CDTF">2005-10-16T03:09:29Z</dcterms:created>
  <dcterms:modified xsi:type="dcterms:W3CDTF">2026-05-02T21:47:25Z</dcterms:modified>
</cp:coreProperties>
</file>