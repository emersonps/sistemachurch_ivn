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6254CF-6C61-1A16-D120-6F27AFD3E7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E30F89-1A89-72A4-4D19-8C3F0DC02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FA1FC9-83A5-457A-D777-13E2F91EB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A3756-8819-0DB2-8CA7-064B1E81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B7066C-BDF5-0103-11F6-5B3F204FC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D95F5D-D9F1-4B21-8321-28ED472B11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3661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332A7-289F-351B-E550-6CF8106B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3B2F8D-E5C6-8B59-E62E-E64FE775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53EE1D-DD53-6D18-5B40-CEF59769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8A0B0A-6C30-68B1-B353-11303D213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C6FCD3-B256-9A2C-61BD-E05CECF20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78599C-CD15-47CD-B92C-5F33D2A27D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301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CCDBA-0410-DBB7-A17C-10A8D629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5CB738-DD45-210B-1D1C-BE4366575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2B0E4-A082-7E40-024D-FBAA0D43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DC611B-91D9-2924-8897-FF0AA5CC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063EE2-C564-9DAE-9D9A-0B65A3F7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FA3DF7-F2D6-417C-A8E5-221C364EAA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9442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77BDB-A417-96F7-0FD2-531F0C02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5B4DFC-BDF2-37C5-CC1D-FFF8E4522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FA91EF1-8C58-C6DD-F1E3-DC1BC539E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0C846C-D50E-D7B6-98F0-7B92B415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EAECDC-112A-AE67-F588-12F3FC6A4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701768-1B17-2C26-84FE-468ABE31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88128-D499-4339-9540-75BD8266AA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602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370921-7D2A-4224-F070-C0766A74B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3FFBBE-C8BC-1F98-69C8-4EE31E0CD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1953FB7-CE7F-D903-C617-A3C172E69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4DD6E6-6C69-1333-BFFA-E1F599C88D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6B6D92-9E97-A9EA-F7DF-F71F29DE58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C80749B-A762-E260-E8AB-8B3FB99A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AA745E-6AC0-D6CB-17DF-C7C76B4D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BE8595-1BE8-43A6-BDF6-E0AF290C0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FF120-0FCC-4075-B297-40095D1C4AB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490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8E6DF-EBEC-75AB-2456-63D220AF0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374D9F-D3A9-C811-0EFC-7D23270B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87F76ED-8A65-A235-9381-040D5F00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9B5ACD-5256-A82E-8E7B-6CCB38EFF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6F0191-B61A-4EB9-A38A-1DC2DD5DFE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6227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C29D2B5-053A-83EB-D0F1-849A1039C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41F8BD2-3F99-20AE-6137-C8DDAA1A0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3A4386D-7CA6-2CE5-AE17-CBA6C36E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6B7E9F-8FB9-4A69-BF80-ACC88F59304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8176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68E47-746F-CFA5-855C-EE607EA05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26AF24-F3E8-5D2A-2741-AA4E78E32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B5499C-7DB4-58D8-F8B7-1A6F205E4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0B4C68-B8F5-3CE5-86B0-50A764908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EFF958-2156-EB98-96DB-C6A32B17A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22D577-67FB-1FB2-A35F-ACF59117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9FBC60-7EB8-4F67-A47F-CE916E4EE9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1768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6408D-808B-1C26-B472-B5A3F0F32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FEC870F-D7BE-7D3B-6801-E839DF3923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EE171C-F6CE-94DC-5BD8-9494AE8A2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42CBA5-CA26-259D-826F-7BFFBA34F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7F6FC7-AF81-ACD8-36AB-29B692E1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8E8D7E-B50A-8FF6-CCC1-07ABAC74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3BC17-86CE-465C-8C3D-36D590B474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338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74D09-4F2E-59FD-5095-38292FA93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2FCD01-50A7-8F8C-B1A3-32BA710CB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00C4DA-9911-078E-E730-0BD448B6F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80D676-F359-2078-39D6-7C05C8067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9650B1-C65E-5B7D-521C-C445CE48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3D4CC0-6C66-4B8E-AB9F-1E845FF639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85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556077-6DEE-87CE-30F2-F55B1DDFE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8CC010-A1A0-7228-874B-D3A3839EE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B1457D-4066-25C4-08F3-3B62D590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82186B-F15B-9DAA-6477-6C97E364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40915-5AD2-C857-4606-F7CC8ACC8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0F9678-F40F-4BFA-863E-239FE48BF6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3288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8CC5A7-55EE-1E8F-894B-19528BC91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DA72C70-96B7-7D67-BBBE-E068530E2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9560CE9-1758-0384-88D4-80C79D0EAA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251579-F6FA-080C-8D95-E0E6E4DD8F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81ACB4D-6D5B-5243-0BEE-095580D334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E30757-A020-447D-82AE-5322DF0BDB4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0A75CDC-AF72-0A27-78F8-850EF7331F2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381 - O Cordeiro de Deus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6FA0E02-5FE9-159A-0D5C-498E0FFC8F9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38ADBE8-3B2A-F033-CA86-22E1E5B276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Vejo um homem na cruz pendurado </a:t>
            </a:r>
            <a:br>
              <a:rPr lang="en-US" altLang="pt-BR" sz="3800" i="1"/>
            </a:br>
            <a:r>
              <a:rPr lang="en-US" altLang="pt-BR" sz="3800" i="1"/>
              <a:t>A derramar sangue, por meu pecado, </a:t>
            </a:r>
            <a:br>
              <a:rPr lang="en-US" altLang="pt-BR" sz="3800" i="1"/>
            </a:br>
            <a:r>
              <a:rPr lang="en-US" altLang="pt-BR" sz="3800" i="1"/>
              <a:t>E o Cordeiro de Deus imolado, </a:t>
            </a:r>
            <a:br>
              <a:rPr lang="en-US" altLang="pt-BR" sz="3800" i="1"/>
            </a:br>
            <a:r>
              <a:rPr lang="en-US" altLang="pt-BR" sz="3800" i="1"/>
              <a:t>Que por mim sofre grandíssima dor; Quanto padece na cruz, no altar, </a:t>
            </a:r>
            <a:br>
              <a:rPr lang="en-US" altLang="pt-BR" sz="3800" i="1"/>
            </a:br>
            <a:r>
              <a:rPr lang="en-US" altLang="pt-BR" sz="3800" i="1"/>
              <a:t>Cristo Jesus, o meu bom Salvador, </a:t>
            </a:r>
            <a:br>
              <a:rPr lang="en-US" altLang="pt-BR" sz="3800" i="1"/>
            </a:br>
            <a:r>
              <a:rPr lang="en-US" altLang="pt-BR" sz="3800" i="1"/>
              <a:t>Para fazer-me um tesouro herdar. </a:t>
            </a:r>
            <a:br>
              <a:rPr lang="en-US" altLang="pt-BR" sz="3800" i="1"/>
            </a:br>
            <a:r>
              <a:rPr lang="en-US" altLang="pt-BR" sz="3800" i="1"/>
              <a:t>No santo reino do Senhor!    </a:t>
            </a:r>
            <a:endParaRPr lang="en-US" altLang="pt-BR"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B9C5A62-00AF-72E1-92D5-9A06BE9412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Em oração, quando rompe a alva, </a:t>
            </a:r>
            <a:br>
              <a:rPr lang="en-US" altLang="pt-BR" sz="3800" i="1"/>
            </a:br>
            <a:r>
              <a:rPr lang="en-US" altLang="pt-BR" sz="3800" i="1"/>
              <a:t>Sinto remorsos no fundo da alma, </a:t>
            </a:r>
            <a:br>
              <a:rPr lang="en-US" altLang="pt-BR" sz="3800" i="1"/>
            </a:br>
            <a:r>
              <a:rPr lang="en-US" altLang="pt-BR" sz="3800" i="1"/>
              <a:t>Porque na cruz sofreu Cristo com calma, Todo castigo, por mim pecador; </a:t>
            </a:r>
            <a:br>
              <a:rPr lang="en-US" altLang="pt-BR" sz="3800" i="1"/>
            </a:br>
            <a:r>
              <a:rPr lang="en-US" altLang="pt-BR" sz="3800" i="1"/>
              <a:t>Quis o supremo Pai determinar </a:t>
            </a:r>
            <a:br>
              <a:rPr lang="en-US" altLang="pt-BR" sz="3800" i="1"/>
            </a:br>
            <a:r>
              <a:rPr lang="en-US" altLang="pt-BR" sz="3800" i="1"/>
              <a:t>Tão cruel morte ao meu Salvador; </a:t>
            </a:r>
            <a:br>
              <a:rPr lang="en-US" altLang="pt-BR" sz="3800" i="1"/>
            </a:br>
            <a:r>
              <a:rPr lang="en-US" altLang="pt-BR" sz="3800" i="1"/>
              <a:t>Para no céu conceder-me lugar </a:t>
            </a:r>
            <a:br>
              <a:rPr lang="en-US" altLang="pt-BR" sz="3800" i="1"/>
            </a:br>
            <a:r>
              <a:rPr lang="en-US" altLang="pt-BR" sz="3800" i="1"/>
              <a:t>Junto de Cristo Redentor.  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6E0D747-34E0-EFE8-FF01-4333CA2A3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Oh! Quanta dor não sentiu o Eterno, Quando nos deu Cristo meigo e terno! Para minh’alma salvar do inferno, </a:t>
            </a:r>
            <a:br>
              <a:rPr lang="en-US" altLang="pt-BR" sz="3800" i="1"/>
            </a:br>
            <a:r>
              <a:rPr lang="en-US" altLang="pt-BR" sz="3800" i="1"/>
              <a:t>Por mim morreu o meu bom Salvador, </a:t>
            </a:r>
            <a:br>
              <a:rPr lang="en-US" altLang="pt-BR" sz="3800" i="1"/>
            </a:br>
            <a:r>
              <a:rPr lang="en-US" altLang="pt-BR" sz="3800" i="1"/>
              <a:t>Os meus pecados na cruz expiou </a:t>
            </a:r>
            <a:br>
              <a:rPr lang="en-US" altLang="pt-BR" sz="3800" i="1"/>
            </a:br>
            <a:r>
              <a:rPr lang="en-US" altLang="pt-BR" sz="3800" i="1"/>
              <a:t>E morte horrenda sofreu com amor. </a:t>
            </a:r>
            <a:br>
              <a:rPr lang="en-US" altLang="pt-BR" sz="3800" i="1"/>
            </a:br>
            <a:r>
              <a:rPr lang="en-US" altLang="pt-BR" sz="3800" i="1"/>
              <a:t>Mas sobre Si minha culpa tomou, </a:t>
            </a:r>
            <a:br>
              <a:rPr lang="en-US" altLang="pt-BR" sz="3800" i="1"/>
            </a:br>
            <a:r>
              <a:rPr lang="en-US" altLang="pt-BR" sz="3800" i="1"/>
              <a:t>O meu amado Redentor.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6EB55CC-03BE-FCA4-5E35-0F9876B5B8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3800" i="1"/>
              <a:t>Faz Jesus Cristo. que eu mais Te ame </a:t>
            </a:r>
            <a:br>
              <a:rPr lang="en-US" altLang="pt-BR" sz="3800" i="1"/>
            </a:br>
            <a:r>
              <a:rPr lang="en-US" altLang="pt-BR" sz="3800" i="1"/>
              <a:t>E mais e mais Tua graça proclame; </a:t>
            </a:r>
            <a:br>
              <a:rPr lang="en-US" altLang="pt-BR" sz="3800" i="1"/>
            </a:br>
            <a:r>
              <a:rPr lang="en-US" altLang="pt-BR" sz="3800" i="1"/>
              <a:t>Livra-me de todos fortes liames, </a:t>
            </a:r>
            <a:br>
              <a:rPr lang="en-US" altLang="pt-BR" sz="3800" i="1"/>
            </a:br>
            <a:r>
              <a:rPr lang="en-US" altLang="pt-BR" sz="3800" i="1"/>
              <a:t>Que sempre tece o vil tentador; </a:t>
            </a:r>
            <a:br>
              <a:rPr lang="en-US" altLang="pt-BR" sz="3800" i="1"/>
            </a:br>
            <a:r>
              <a:rPr lang="en-US" altLang="pt-BR" sz="3800" i="1"/>
              <a:t>Sobre o altar, por mim Cristo subiu, Oferecendo holocausto de amor: </a:t>
            </a:r>
            <a:br>
              <a:rPr lang="en-US" altLang="pt-BR" sz="3800" i="1"/>
            </a:br>
            <a:r>
              <a:rPr lang="en-US" altLang="pt-BR" sz="3800" i="1"/>
              <a:t>Qual um cordeiro, na cruz sucumbiu Cristo Jesus, meu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381 - O Cordeiro de Deus</vt:lpstr>
      <vt:lpstr>Vejo um homem na cruz pendurado  A derramar sangue, por meu pecado,  E o Cordeiro de Deus imolado,  Que por mim sofre grandíssima dor; Quanto padece na cruz, no altar,  Cristo Jesus, o meu bom Salvador,  Para fazer-me um tesouro herdar.  No santo reino do Senhor!    </vt:lpstr>
      <vt:lpstr>Em oração, quando rompe a alva,  Sinto remorsos no fundo da alma,  Porque na cruz sofreu Cristo com calma, Todo castigo, por mim pecador;  Quis o supremo Pai determinar  Tão cruel morte ao meu Salvador;  Para no céu conceder-me lugar  Junto de Cristo Redentor.    </vt:lpstr>
      <vt:lpstr>Oh! Quanta dor não sentiu o Eterno, Quando nos deu Cristo meigo e terno! Para minh’alma salvar do inferno,  Por mim morreu o meu bom Salvador,  Os meus pecados na cruz expiou  E morte horrenda sofreu com amor.  Mas sobre Si minha culpa tomou,  O meu amado Redentor.  </vt:lpstr>
      <vt:lpstr>Faz Jesus Cristo. que eu mais Te ame  E mais e mais Tua graça proclame;  Livra-me de todos fortes liames,  Que sempre tece o vil tentador;  Sobre o altar, por mim Cristo subiu, Oferecendo holocausto de amor:  Qual um cordeiro, na cruz sucumbiu Cristo Jesus, meu Salvador.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381 - O Cordeiro de Deus</dc:title>
  <dc:creator>Junior</dc:creator>
  <cp:lastModifiedBy>Emerson Souza</cp:lastModifiedBy>
  <cp:revision>1</cp:revision>
  <dcterms:created xsi:type="dcterms:W3CDTF">2005-12-26T21:13:53Z</dcterms:created>
  <dcterms:modified xsi:type="dcterms:W3CDTF">2026-05-02T22:08:44Z</dcterms:modified>
</cp:coreProperties>
</file>