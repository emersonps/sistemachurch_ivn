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F09704-0B68-B6E2-8479-F1EAA6E803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542611-3FED-D775-DC2F-7BBECC3356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BAB0D3-2C3C-37E9-0BDE-1DE52FE97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151FAB-8E2D-453C-F505-B014EC82A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8AEB65-86D7-7719-187A-3F0B79BE4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F6C41E-DBDF-414C-97AD-3E2DD5077A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68294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08A5CE-6075-3AB8-D112-B7C9C399F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6D3BD6-A889-0D6C-8742-1863C31D8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583645-765E-C534-F20C-21BDD3B0D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64CC85-ABD3-A59A-EC4B-FB53DC53C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9F68EC-F9B0-F30C-1C5D-D27974693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A8E742-A11C-49EE-A88E-02190A17672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45954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B48180-26D3-2BAC-C57D-EA88564C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9DE8712-DA42-68D7-547B-315E34322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E377C7-0C9D-BFF7-D486-8C3404B2D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E77CFA-1006-0086-37D9-CCA05CF66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2C3F17-2B33-BC9B-9E02-0B6F4005B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2EBD52-5C5C-4CAD-9A44-8F9BF3AAC70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23619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D7D5D3-1A33-130B-8644-EB54A0B42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2C33FE-E3D6-C1E0-B9FD-47E58922B9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2A0FCCB-AD85-5512-1877-232144C55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74972A3-C346-4D30-7880-CCF23E16B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0201A8-8CD4-273C-ECDF-F879E9513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12FA83-B9B4-2A8C-8F51-2C0A778DE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C2CD5B-E4F3-48A6-B899-445F1370D1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96006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A4CC27-CB46-E150-DA6F-9B066D42D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9609A1-F981-6347-353D-AC8AA6438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6FA8B2F-4133-1ACB-F56B-D5E113E51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CD172FC-16A6-DFBF-1499-5FF703768C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78A9711-3717-1329-49DC-25F559DCC0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8145F91-4C04-5FB5-4852-F3FE1590B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AF7BA03-4151-3811-B794-AA9129D04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3B35863-95A0-D930-1972-20F004C90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306D6D-5649-4317-B5D1-4A373B48B0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22339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01C11-C729-5D5D-B5C4-95844CDD2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E4FCFAE-52B3-BC6B-77D9-9B2A0AA92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BB3E771-5DE2-55D2-3A14-B6A4DEA0D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9AF6AC8-24B2-8F50-71A9-9BC1AC573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6539C7-8223-499C-965D-F5C73A36D95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41501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872D2C0-AFC8-B563-9DC0-4D401127A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4EAA785-5F15-1231-1E8C-8E9B396F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8C9C5AE-57C3-94E7-D9C4-363E16E63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28B2A6-28AB-4C62-9C7C-E78A9066BD7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43867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0BFA5F-1CA6-4651-1CF6-663F09A86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C891AA-46A2-E91E-C633-018336541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7ECC232-532F-C637-42AF-5DEAE614F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8A5784-7EB6-B9CF-9F53-EFF19FBC1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BB21771-3E78-CC0D-7F82-91F1AEB13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4BEAEA-4CDF-53F3-7F81-1D2540AFC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AE3386-63E0-46E1-BFFD-F1D1BBA7BED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76782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5A5800-BDF0-6B2C-AFEE-5149AE0AD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C48A2B-CF8F-F625-0B9D-9A2850EC3B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57362F3-04E9-5647-9EC5-F218A449E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51219C-7FFC-4D3A-6853-2AE076368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8C8FCE9-19AD-CEA2-F5DD-0FEAA0568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6854F0-384A-ED65-C79F-9EAA35E1A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8474F6-1879-47F3-9AB2-7B5015D4F9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02024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DD9685-E8DE-BFC6-E6E6-F6572D123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2E888A5-0CE7-71EA-C83F-716B04EA3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5A1F5D-F43B-747F-1531-33C8B0201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DCCEA1-9639-0348-3F93-98947FE5F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88180D-07F6-967A-72CE-2A5895A95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ACF2E9-FD2C-4B0B-AC1E-B03082D9179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09379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9FBC2C-CC43-2D33-462E-FCC4A3B1B8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6E5C9E9-662D-6203-E3FC-269B09220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29435E-3075-56F5-4161-B67ED54F4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F45386-F92B-48AD-96C1-073B51ED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DB1698-297B-3B28-B79A-07A77E741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2C09B1-D7A6-4131-A708-0A596360E82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1360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F0F5604-1517-F729-568C-A040686D9F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5AA564F-4362-5D45-975A-C7CA0D2196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0D09DB6-BA7D-35DF-2437-7A3D9390C07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1E7C975-3016-F92E-042D-F5B6F1E9E03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E1DB285-6154-5121-FBDB-AA3E23B19E4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8F70CEC-FEDD-42A0-A13F-86C6E3FFD15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47938FD-7811-4787-F17C-141A87FFE9A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513-MINHA ALMA TE QUER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8EE0D44-4C7A-739D-C194-DD96C12BC81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FEC07F6-D294-B343-3D70-052B6E6D83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i="1"/>
              <a:t>Vem, ó meu bom Jesus, me consolar;</a:t>
            </a:r>
            <a:r>
              <a:rPr lang="en-US" altLang="pt-BR" sz="4000"/>
              <a:t> </a:t>
            </a:r>
            <a:r>
              <a:rPr lang="en-US" altLang="pt-BR" sz="4000" i="1"/>
              <a:t>Vem, leva-me daqui, pra contigo estar.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A23B510-E961-91A7-BB05-CF3302C996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b="1" i="1"/>
              <a:t>Minh’aima Te quer, vem ó meu Jesus sem par!</a:t>
            </a:r>
            <a:r>
              <a:rPr lang="en-US" altLang="pt-BR" sz="4000" i="1"/>
              <a:t> </a:t>
            </a:r>
            <a:r>
              <a:rPr lang="en-US" altLang="pt-BR" sz="4000" b="1" i="1"/>
              <a:t>Vem, leva-me daqui, p’ra contigo estar.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4F59993-C941-EB3B-CD18-E5027F78EE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i="1"/>
              <a:t>2 Que sofrimento atroz eu sinto aqui.</a:t>
            </a:r>
            <a:r>
              <a:rPr lang="en-US" altLang="pt-BR" sz="4000"/>
              <a:t> </a:t>
            </a:r>
            <a:r>
              <a:rPr lang="en-US" altLang="pt-BR" sz="4000" i="1"/>
              <a:t>Longe da pátria além, choro eu por Ti.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C0BCF4C-9717-4922-1350-FDD1EE14B8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i="1"/>
              <a:t>3 Quero descanso ter ao pé de Ti.</a:t>
            </a:r>
            <a:r>
              <a:rPr lang="en-US" altLang="pt-BR" sz="4000"/>
              <a:t> </a:t>
            </a:r>
            <a:r>
              <a:rPr lang="en-US" altLang="pt-BR" sz="4000" i="1"/>
              <a:t>Desejo só partir deste mundo aqui.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0B32DD0-17DA-BE4A-E7F3-AA33B603A1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i="1"/>
              <a:t>4 Nada me satisfaz longe do lar,</a:t>
            </a:r>
            <a:r>
              <a:rPr lang="en-US" altLang="pt-BR" sz="4000"/>
              <a:t> </a:t>
            </a:r>
            <a:r>
              <a:rPr lang="en-US" altLang="pt-BR" sz="4000" i="1"/>
              <a:t>Que preparaste ali, para eu morar.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0AF6A6C-704D-8705-82F7-A607BE0DF5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i="1"/>
              <a:t>5 Que glória, que prazer eu sentirei,</a:t>
            </a:r>
            <a:r>
              <a:rPr lang="en-US" altLang="pt-BR" sz="4000"/>
              <a:t> </a:t>
            </a:r>
            <a:r>
              <a:rPr lang="en-US" altLang="pt-BR" sz="4000" i="1"/>
              <a:t>Quando eu daqui, partir, com o eterno Rei.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>
            <a:extLst>
              <a:ext uri="{FF2B5EF4-FFF2-40B4-BE49-F238E27FC236}">
                <a16:creationId xmlns:a16="http://schemas.microsoft.com/office/drawing/2014/main" id="{AC36B175-5004-E716-8261-E6BD8757BC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6 Vem, ora vem, Senhor, é Rei dos céus!</a:t>
            </a:r>
            <a:r>
              <a:rPr lang="en-US" altLang="pt-BR" sz="4000"/>
              <a:t> </a:t>
            </a:r>
            <a:r>
              <a:rPr lang="en-US" altLang="pt-BR" sz="4000" i="1"/>
              <a:t>Vem já me libertar, para estar com Deus.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</Words>
  <Application>Microsoft Office PowerPoint</Application>
  <PresentationFormat>Apresentação na tela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0" baseType="lpstr">
      <vt:lpstr>Arial</vt:lpstr>
      <vt:lpstr>Design padrão</vt:lpstr>
      <vt:lpstr>513-MINHA ALMA TE QUER </vt:lpstr>
      <vt:lpstr>Vem, ó meu bom Jesus, me consolar; Vem, leva-me daqui, pra contigo estar.  </vt:lpstr>
      <vt:lpstr>Minh’aima Te quer, vem ó meu Jesus sem par! Vem, leva-me daqui, p’ra contigo estar.  </vt:lpstr>
      <vt:lpstr>2 Que sofrimento atroz eu sinto aqui. Longe da pátria além, choro eu por Ti.  </vt:lpstr>
      <vt:lpstr>3 Quero descanso ter ao pé de Ti. Desejo só partir deste mundo aqui.  </vt:lpstr>
      <vt:lpstr>4 Nada me satisfaz longe do lar, Que preparaste ali, para eu morar.  </vt:lpstr>
      <vt:lpstr>5 Que glória, que prazer eu sentirei, Quando eu daqui, partir, com o eterno Rei.  </vt:lpstr>
      <vt:lpstr>6 Vem, ora vem, Senhor, é Rei dos céus! Vem já me libertar, para estar com Deus.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513-MINHA ALMA TE QUER </dc:title>
  <dc:creator>Junior</dc:creator>
  <cp:lastModifiedBy>Emerson Souza</cp:lastModifiedBy>
  <cp:revision>1</cp:revision>
  <dcterms:created xsi:type="dcterms:W3CDTF">2005-12-24T14:31:39Z</dcterms:created>
  <dcterms:modified xsi:type="dcterms:W3CDTF">2026-05-02T22:19:55Z</dcterms:modified>
</cp:coreProperties>
</file>