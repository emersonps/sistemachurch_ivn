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0" r:id="rId7"/>
    <p:sldId id="263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0C3DE8-D392-EB01-3DB3-4F48A3CDD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F960F9-18F9-5C2C-6C5E-B34CAEBEA4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5AC885-CA9E-3622-A184-ADC6840C0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D07D67-9555-D349-8047-3552DF4DF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EBECE88-A285-F1A6-2E7B-92157C577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4E6848-FA87-45A4-B8FA-E66291C5B5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4882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4E55CF-EA8D-E3D6-3DCD-ACF586468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63D5A6-9640-BBBD-B9C0-FDC9D1470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747E366-BA6A-A4B6-CA04-48FB1A970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D3D390-E097-C72C-5413-492FDF517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4E8BC4-5FCB-9BDC-8F1F-46223075A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8F4B7A-6BFF-4957-8792-252433DEBBF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75155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06E39-54FC-36E2-9C39-1AB697462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509C18-1F12-B9D2-40D7-A68CF94CC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805549-B398-D4E2-70FC-AED91367C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BDB27E-3901-7667-2891-59702BC7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1C9DB2D-B78D-B468-A65B-47C5985D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0AAAC9-BC4A-47BF-B0DF-71FBB563F0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4916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DA12B-C2F8-839C-517B-37CC5A9BD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AB5C51-A1A4-9961-BDC8-CA33138A5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93335E4-5FBA-7CA6-0FB4-26EF3C02A4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35B0A5C-8978-9ED6-AE69-233536389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2ECA9B-05D9-BC17-BD5A-2DEA0AB1E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8E66476-9443-F829-076C-76A3ABE1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257598-F42A-4C74-8F15-57808DBDDF1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23146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75B0D5-E351-A1F1-F30A-5EA0C7102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404560C-BBF3-68FD-C8CE-1D71CAFA7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F037D7-30A7-2147-ABE2-FE404908D3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C84F92D-BABD-9EC2-B967-F011297695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6E8A0FA-C770-BD97-3979-A64DC5CB85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ADDCA50-CE26-3195-A546-6D742A7D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6610ADF-1A63-FBF8-27CF-0E66DE0FA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C5B2AC-1454-E45A-DCDF-A90FD4A81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E46A1A-70CE-4D14-98F6-A6EDEEFDEC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29990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13B0F0-6547-E73A-503D-4369B1340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DDEA05-A8AD-7263-E1A0-039229630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E2F87F2-FA7D-E663-10B4-46C8679E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794416E-AAED-2C30-7D26-FABBD646E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DF5E1C-33EE-4247-910B-11B33400512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3693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495F8E8-3FF0-916E-604D-9AB8A3286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083448B-90DF-8959-D4F0-B02FA03D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7E096C0-652A-5392-C554-197AC0DE9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D795C-42C7-4A7C-BEAE-6B93C4221B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28685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F7E560-FE67-1356-D737-3B2D1DCC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4DA62C-2C91-0AAF-B2D3-C90B4E0B0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D68E00E-3A04-D58F-9CD8-E7FC7F1A98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72644B7-A019-6050-F598-18719D3F8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F7F3F2B-80B8-0A46-7649-31CF263D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C7BBDE-3377-2531-5FFB-6AAA0E472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61CD17-7667-49B9-8CFF-1FBEF044CE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7658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7D574-ACEE-439C-2B92-A8BE4AFE0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9667D54-4F4C-4AE9-E8C2-FB449758D0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028AE65-1ED9-1B1E-A011-23F6A350B1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74433D7-FAAB-28C2-743B-52751A633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17D9C7E-B86C-B094-2937-7110519A8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FEF752-0C15-3665-D624-EF80F86C4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078B6F-E49E-4565-BEED-1AE92924AE9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4277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B5051-0E0C-2075-CBEC-0742D89F3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99E1D7-8576-F63E-83F9-53EF1602D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A2AE119-1C98-9F0B-A909-A1D45F86E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9F3917-8C7D-033B-8709-578BDCFF5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540E73-15A7-32E5-A12D-B207645D4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C146A0-B28F-4735-8F69-8720A89339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448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1E8685-0A7C-A21F-ED42-67846C1CE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E3F41F-3B93-8C42-4038-1195A0098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70330F-FB1D-EDE0-44D6-2B082AF5C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2807C2-18CD-BC96-5CDA-83B9496A0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5645C7F-9C10-0CD6-5C5B-C9D64FF3D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138751-51BA-4BBC-A7CF-426E3345399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94774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CEB52F61-C2C3-C084-3220-553D17EB03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77BFEEB-E071-2316-FBBF-831537B2CD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5354C52-8C61-20F7-931C-0A08CA93A5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D5F128F-02B5-1FA6-6E03-A2ED22EBBA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B205841-F355-C039-CFDC-479472BF05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AB475D29-33E0-492F-8FA4-C2BC02F539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A9A5D60-975A-F860-E77C-717A209908A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220</a:t>
            </a:r>
            <a:br>
              <a:rPr lang="en-US" altLang="pt-BR" sz="4000" b="1"/>
            </a:br>
            <a:r>
              <a:rPr lang="en-US" altLang="pt-BR" sz="4000" b="1"/>
              <a:t>IDE SEGAR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95ECF12F-76E1-35D0-2C65-0C12F34482A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6939E86-71C1-C3A5-1FCF-F1F7294A49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Para os campos a segar,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Eis o trigo a lourejar,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Ide ceifar, ide segar;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Todo dia trabalhai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 só de Jesus falai;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Ide ceifar, ide pregar!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59F6898-217E-8381-E030-9DAA20E36D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Ide segar, ide ceifar!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Sim, trabalhai, e proclamai!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Eis que o amor do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Vos impele ao Seu labor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demorar, ide segar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165201E-09E3-8D78-D74E-C4E8160A1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Para o vale, monte ou mar,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 Senhor vos quer mandar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 proclamar, anunciar;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Os perdidos procurar,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Pois Jesus os quer salvar;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Ide falar, e proclamar!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D8194E1-06F6-72AF-D37A-C135B8E7AF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Ide segar, ide ceifar!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Sim, trabalhai, e proclamai!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Eis que o amor do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Vos impele ao Seu labor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demorar, ide segar</a:t>
            </a:r>
            <a:endParaRPr lang="en-US" altLang="pt-BR" sz="400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87374F18-79E1-F71E-E33F-4BA2CFA1D2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i="1"/>
              <a:t>Falaremos com fervor.</a:t>
            </a:r>
            <a:br>
              <a:rPr lang="en-US" altLang="pt-BR" sz="4000" i="1"/>
            </a:br>
            <a:r>
              <a:rPr lang="en-US" altLang="pt-BR" sz="4000" i="1"/>
              <a:t>Do poder do Salvador,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Ao pecador, ao sof redor;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Pronto chegará o fim,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Soará do céu o clarim,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Tereis, então, o galardão.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CFF4A90-6885-DA18-EC6E-6A7A301160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096000"/>
          </a:xfrm>
        </p:spPr>
        <p:txBody>
          <a:bodyPr/>
          <a:lstStyle/>
          <a:p>
            <a:r>
              <a:rPr lang="en-US" altLang="pt-BR" sz="4000" b="1" i="1"/>
              <a:t>Ide segar, ide ceifar!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Sim, trabalhai, e proclamai!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Eis que o amor do Salvador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Vos impele ao Seu labor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b="1" i="1"/>
              <a:t>Sem demorar, ide segar</a:t>
            </a:r>
            <a:endParaRPr lang="en-US" altLang="pt-BR" sz="4000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220 IDE SEGAR </vt:lpstr>
      <vt:lpstr>Para os campos a segar,  Eis o trigo a lourejar,  Ide ceifar, ide segar;  Todo dia trabalhai  E só de Jesus falai;  Ide ceifar, ide pregar!   </vt:lpstr>
      <vt:lpstr>Ide segar, ide ceifar!  Sim, trabalhai, e proclamai!  Eis que o amor do Salvador  Vos impele ao Seu labor  Sem demorar, ide segar</vt:lpstr>
      <vt:lpstr>Para o vale, monte ou mar,  O Senhor vos quer mandar  A proclamar, anunciar;  Os perdidos procurar,  Pois Jesus os quer salvar;  Ide falar, e proclamar!  </vt:lpstr>
      <vt:lpstr>Ide segar, ide ceifar!  Sim, trabalhai, e proclamai!  Eis que o amor do Salvador  Vos impele ao Seu labor  Sem demorar, ide segar</vt:lpstr>
      <vt:lpstr>Falaremos com fervor. Do poder do Salvador,  Ao pecador, ao sof redor;  Pronto chegará o fim,  Soará do céu o clarim,  Tereis, então, o galardão.</vt:lpstr>
      <vt:lpstr>Ide segar, ide ceifar!  Sim, trabalhai, e proclamai!  Eis que o amor do Salvador  Vos impele ao Seu labor  Sem demorar, ide segar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220 IDE SEGAR </dc:title>
  <dc:creator>Junior</dc:creator>
  <cp:lastModifiedBy>Emerson Souza</cp:lastModifiedBy>
  <cp:revision>1</cp:revision>
  <dcterms:created xsi:type="dcterms:W3CDTF">2005-12-23T22:20:35Z</dcterms:created>
  <dcterms:modified xsi:type="dcterms:W3CDTF">2026-05-02T21:55:14Z</dcterms:modified>
</cp:coreProperties>
</file>