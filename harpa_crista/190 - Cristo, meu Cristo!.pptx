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738E1-E7D4-36D0-7FB2-79BA6F5AF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396027-9DE9-BD74-C19A-D6D824341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B0F97-E11E-CA7C-7A3C-FFD18828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F2C082-BE67-0651-BC80-0EFE363C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33367C-BC9D-524A-A89B-FE00A4F8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4DC71-9583-4C4F-A35B-ADC77C82CC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9608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CB6DE-D137-E131-8550-C1D0CBA7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1FD480-262A-BEB4-65BF-D5B0405AF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F1A95E-C63E-5DB7-4ACF-4C7E2D8F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D78AE-0DB8-FF4D-3990-7A3B59C3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D7765E-6924-DD4A-DC94-04615B30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560B1-554C-4648-BD82-28402244A2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503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52EB4-ABB8-64AD-F209-E33AEB8E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53C23C-CE5A-42EF-6FFE-85978D4D9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58FFDB-D0D3-F7DD-D72A-3E964008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603B48-D9C7-97D3-F238-2E165E02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3E7E7D-A8F8-7E5C-F981-D74CE0F6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EC13F4-F89C-4895-9B0F-EDF81B8BAC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944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35743-D9C7-8875-7EFB-8FB075B6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EBDBD2-318B-B35D-A0A3-762385B29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1D9283-430F-BE9E-92DE-E4B95951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DA5CE2-8FD1-9E9A-471C-0E781ABB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0F8779-860F-7030-3832-3831353C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694395-422B-E5A5-47A2-AA305616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C6D8C5-0C66-4108-A5BE-6468589FAD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7772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BF72A-5A90-ED3C-19D0-5E060F25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2E3532-78CB-6F5E-8A38-DBBE97C2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523BEA-B74D-F16D-5A5E-681EBF7C2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35C88E-504D-3763-4ACA-2D9F37D2A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6E50B0-F0BD-4601-7D65-ABC946FF2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AEA8D6-4B19-94F5-A14D-CE5C886A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8443DFF-283C-E91A-6B1F-322B0FE06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E7D5A7-01E1-36BA-98AA-62541A27A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EF090-961D-499C-B66E-CCEF6708BE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837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0F97A-ACDF-BE14-6795-8BC7B9E9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6A3D22-97FB-AE38-DE5E-E9BA25C0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4DA938-1FAF-9923-12D6-EBF26803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AA2607-664C-2768-BA37-19510C08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2DC79-194A-4A10-AF06-1D7F6A5C36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06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1DB5CE-1920-9ACE-821D-19FBEA68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21C71E-1A1F-9953-031D-E8FC14A6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7ED6BE-6743-71AB-831B-838ADD09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3B9D6-2D80-4909-82F4-37A8AA3E7E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61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67663-60E3-1BBF-67B9-A52AECFF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0667AA-CD1A-2666-B9BD-2ECECDF84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93B634-54F8-47A4-08C5-BC7CDEBBA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66591-E474-B6FD-C527-62E4D9CC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DB302F-ABB1-9EB7-8AFE-4ECA1541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A6380B-108F-D677-B999-D39DF80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24756-0039-40F8-8B4E-2B6E9487C3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167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FC862-AB50-FF0E-1D33-4BE3E5813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7336B3-E8C0-07A6-62C3-620BF60EE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943B82-E333-69D2-43DF-E8F00980A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2CC44E-59D3-ED31-C0BD-B69FA706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8187C2-52DC-86C3-BB63-5110C6E7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6A772A-C002-5138-EB49-ED251175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3F83FB-0771-47DE-AA8C-7F99620AF8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813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B37B6-9D75-151F-627A-D1CE61C5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0951E5-9616-4FD2-5D32-F1EE0A01A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E8A591-8FFF-290B-A7F1-487BC401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90A8D8-051E-DE81-B356-4E7E5C8F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B670DF-B761-5EF2-C6E4-9E087956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91DA4-A4DD-4EF4-AA39-C5051B480A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236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16BB1E-0EBE-28C7-7D0D-4066C9688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C6222B-51DD-56FF-6737-DF27CD8AD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F7AE5B-D535-A8FF-317D-2735ACD9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CA184-0464-F421-244C-FF5F0D95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C23BEC-AD92-3C0F-C72B-32CD4058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747C1-8912-4D74-9567-6DA9FF40E9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627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D693D26-B8C7-3773-E371-6C0D3CB61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CA4F76-FC43-CFD6-4B0B-77AFBA6D8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34B531-E7D9-F1E4-5A79-3A7B5ACF63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87FF4C-D2CB-8B7D-DF0F-959C39E55C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632FA0-06DB-B103-05AC-BB9002430A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F08109-77E0-4DC7-81FD-DA64E65BDC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F85C354-D34B-DB10-DBFB-295CE9A0DE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190</a:t>
            </a:r>
            <a:br>
              <a:rPr lang="en-US" altLang="pt-BR" sz="4000" b="1"/>
            </a:br>
            <a:r>
              <a:rPr lang="en-US" altLang="pt-BR" sz="4000" b="1"/>
              <a:t>CRISTO! MEU CRISTO!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88CC3B3-56DD-BAEB-DE79-D226B9D010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20246AA-55F4-8F96-187D-4E2DA737E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Oh! quanto fez Jesus por mim! </a:t>
            </a:r>
            <a:br>
              <a:rPr lang="en-US" altLang="pt-BR" sz="4000" i="1"/>
            </a:br>
            <a:r>
              <a:rPr lang="en-US" altLang="pt-BR" sz="4000" i="1"/>
              <a:t>Salvou-me do pecado! </a:t>
            </a:r>
            <a:br>
              <a:rPr lang="en-US" altLang="pt-BR" sz="4000" i="1"/>
            </a:br>
            <a:r>
              <a:rPr lang="en-US" altLang="pt-BR" sz="4000" i="1"/>
              <a:t>Até à morte (triste fim), </a:t>
            </a:r>
            <a:br>
              <a:rPr lang="en-US" altLang="pt-BR" sz="4000" i="1"/>
            </a:br>
            <a:r>
              <a:rPr lang="en-US" altLang="pt-BR" sz="4000" i="1"/>
              <a:t>Amou-me o bem amado. </a:t>
            </a:r>
            <a:br>
              <a:rPr lang="en-US" altLang="pt-BR" sz="4000" i="1"/>
            </a:br>
            <a:r>
              <a:rPr lang="en-US" altLang="pt-BR" sz="4000" i="1"/>
              <a:t>Com Deus, o Pai, </a:t>
            </a:r>
            <a:br>
              <a:rPr lang="en-US" altLang="pt-BR" sz="4000" i="1"/>
            </a:br>
            <a:r>
              <a:rPr lang="en-US" altLang="pt-BR" sz="4000" i="1"/>
              <a:t>Agora está Jesus, meu Advogado; </a:t>
            </a:r>
            <a:br>
              <a:rPr lang="en-US" altLang="pt-BR" sz="4000" i="1"/>
            </a:br>
            <a:r>
              <a:rPr lang="en-US" altLang="pt-BR" sz="4000" i="1"/>
              <a:t>Morada me concederá </a:t>
            </a:r>
            <a:br>
              <a:rPr lang="en-US" altLang="pt-BR" sz="4000" i="1"/>
            </a:br>
            <a:r>
              <a:rPr lang="en-US" altLang="pt-BR" sz="4000" i="1"/>
              <a:t>Na glória, com o amado.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57A3E5-B0D5-7D9F-6BEF-9D12F5982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Cristo! meu Cristo!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Teu nome é doce, amado!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Desejo ver-te, face a face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Cristo bem amado.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F483CEF-3BF2-1666-8F58-8FE32A104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Defende como protetor, </a:t>
            </a:r>
            <a:br>
              <a:rPr lang="en-US" altLang="pt-BR" sz="4000" i="1"/>
            </a:br>
            <a:r>
              <a:rPr lang="en-US" altLang="pt-BR" sz="4000" i="1"/>
              <a:t>Segura o pé cansado; </a:t>
            </a:r>
            <a:br>
              <a:rPr lang="en-US" altLang="pt-BR" sz="4000" i="1"/>
            </a:br>
            <a:r>
              <a:rPr lang="en-US" altLang="pt-BR" sz="4000" i="1"/>
              <a:t>E sobre mim, com terno amor. </a:t>
            </a:r>
            <a:br>
              <a:rPr lang="en-US" altLang="pt-BR" sz="4000" i="1"/>
            </a:br>
            <a:r>
              <a:rPr lang="en-US" altLang="pt-BR" sz="4000" i="1"/>
              <a:t>Vigia o bem amado. </a:t>
            </a:r>
            <a:br>
              <a:rPr lang="en-US" altLang="pt-BR" sz="4000" i="1"/>
            </a:br>
            <a:r>
              <a:rPr lang="en-US" altLang="pt-BR" sz="4000" i="1"/>
              <a:t>A minha humilde petição </a:t>
            </a:r>
            <a:br>
              <a:rPr lang="en-US" altLang="pt-BR" sz="4000" i="1"/>
            </a:br>
            <a:r>
              <a:rPr lang="en-US" altLang="pt-BR" sz="4000" i="1"/>
              <a:t>Escuta com agrado; </a:t>
            </a:r>
            <a:br>
              <a:rPr lang="en-US" altLang="pt-BR" sz="4000" i="1"/>
            </a:br>
            <a:r>
              <a:rPr lang="en-US" altLang="pt-BR" sz="4000" i="1"/>
              <a:t>Tranqüilo e débil coração, </a:t>
            </a:r>
            <a:br>
              <a:rPr lang="en-US" altLang="pt-BR" sz="4000" i="1"/>
            </a:br>
            <a:r>
              <a:rPr lang="en-US" altLang="pt-BR" sz="4000" i="1"/>
              <a:t>Repousa em Ti, Amado.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44F9D44-665B-80EB-BADF-4DC518A77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Cristo! meu Cristo!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Teu nome é doce, amado!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Desejo ver-te, face a face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Cristo bem amado.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190 CRISTO! MEU CRISTO! </vt:lpstr>
      <vt:lpstr>Oh! quanto fez Jesus por mim!  Salvou-me do pecado!  Até à morte (triste fim),  Amou-me o bem amado.  Com Deus, o Pai,  Agora está Jesus, meu Advogado;  Morada me concederá  Na glória, com o amado. </vt:lpstr>
      <vt:lpstr>Cristo! meu Cristo!  Teu nome é doce, amado!  Desejo ver-te, face a face  Meu Cristo bem amado. </vt:lpstr>
      <vt:lpstr>Defende como protetor,  Segura o pé cansado;  E sobre mim, com terno amor.  Vigia o bem amado.  A minha humilde petição  Escuta com agrado;  Tranqüilo e débil coração,  Repousa em Ti, Amado. </vt:lpstr>
      <vt:lpstr>Cristo! meu Cristo!  Teu nome é doce, amado!  Desejo ver-te, face a face  Meu Cristo bem amado.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 CRISTO! MEU CRISTO! </dc:title>
  <dc:creator>Junior</dc:creator>
  <cp:lastModifiedBy>Emerson Souza</cp:lastModifiedBy>
  <cp:revision>1</cp:revision>
  <dcterms:created xsi:type="dcterms:W3CDTF">2005-12-23T17:30:40Z</dcterms:created>
  <dcterms:modified xsi:type="dcterms:W3CDTF">2026-05-02T21:52:41Z</dcterms:modified>
</cp:coreProperties>
</file>