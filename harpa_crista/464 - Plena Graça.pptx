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04A2E-B025-0637-BA2C-D55321DAB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5E5158-42ED-6C41-6906-7125AB443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BAE22B-95F6-5D68-0A7F-28699FBF4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066C47-7754-82D0-0327-B4C6EFCC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17A8E9-7291-E5A7-8489-C56D9FFB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EF751-FC79-47AC-A70F-A1BEA7120C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6285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639EA-306E-A91F-72C2-6A532959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D1AFE1-3B5B-DB2D-55BF-43D9B3546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18C833-2F78-A9E7-CFDA-E740DD2C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39855F-2069-80C8-3119-E8B4E0202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0B0BD8-1165-E9DA-DA2A-4CAF5797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CC58A-30B0-4156-A8C3-C114F88731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6040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8CCE9-65E3-9A5F-5CF2-2D7E70D9F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F50B5F-7F66-74CD-38D8-50849A672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800A88-CB31-9ED5-3EF1-1B7774AC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097D35-F105-3870-9FC7-643269C1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1687B2-CB69-4B50-037F-77BA8261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5764DD-5294-464F-A202-6CBDE1F8F5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8706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9D9D6-46BF-AE3A-A5A8-196C64E0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C77695-F293-BE2A-9914-AB668625F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D997AF-FDDC-E059-5D18-8526B9481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A47A14-EBF0-A598-28A1-3128C47F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F6874C-E190-70BF-20FE-A829CB74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9ED28F-DB01-6ED8-4050-AC76D4DF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54908F-02B8-47A7-A96C-0EFED563F8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816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18556-FEF8-4A5C-DAF0-97E5DAD0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150141-D8FE-7A67-AD14-D14915AB6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70D4A7-818A-E08C-CAF1-4D72AD6D4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8006CC-AF7A-1922-6366-EC2EC0109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B8DB71-E9EF-6EED-5BF6-D079AA2507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A86B7F3-70BB-E3D3-3BD7-14FB599B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15C71F8-AFBD-7DA1-57D6-C8CE0BC1B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BB23C8-8730-1D5F-60E0-774C2472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055158-E965-4659-9376-548353B034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057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57C38-C331-F3D3-02E9-73FC5111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98D1AA8-18D1-2ACE-6989-A58B0298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79E96E-2121-29FF-6DFA-4FDE28943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C57FBB-8E02-9EDF-5D2A-E2C5CECC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8590B0-4D18-48C2-A18B-8804A363A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2120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F0A2CF-AFFB-BF43-BB18-DC6CFB73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D6BE93-5713-548F-508F-1FB6C0B5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7D13A9-1AB5-278A-4829-D7480027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406AC9-9D06-43E3-B160-EBC7D6F532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601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1CE34-FA83-7ADA-D3CC-13A82747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37BB1-323B-0DD9-C61C-7AEC8290F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480850-56E9-DE18-2D46-139E071DA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9CF4A8-1BCE-3728-D7D3-410A4DEB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DFBCBA-F916-2450-DCDB-7C9319A3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6317D5-B47E-5B5A-C68A-9DCF3B83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3DF109-FABB-424B-B3A9-75BB595550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958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A4CBC-179B-45C3-5E25-73266D46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97EB2B5-5E43-680E-BAE0-A3ADF5DF0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CA6A78-11A3-9B88-8F75-0B630C0C5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17918D-2DDB-E15B-742C-6D173D01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302D34-E57E-CFB7-A37B-4EC4C5B7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B15693-792B-0886-5832-E80494BE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912498-68E0-420C-BE22-19C202E30C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147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CF193-3214-8FF4-1BA1-FFFF25C2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7B0A49-1738-ED10-0C8E-3BD9109E0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BD2C12-1FBF-7065-47C0-09132F90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1D700A-E2A9-8EBA-04CE-DC71A50B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2AEBD0-27F2-EFC3-981E-30807EAD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A9DC6-50CF-40E0-B174-C071D5D425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6615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62E8EC-8BCD-0DAA-1B83-9BD45DFB3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9D5F80-0C3B-037F-3753-B6E2AA5CE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AD6B6F-E59F-E0D8-B766-192D75D6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D1F807-14E0-C6E9-01DD-C01A81D9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FD114F-6A87-EB94-CE24-6D838BA1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3A85CE-FBF2-4368-9FF4-D540E4EBD6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97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F566E6-8868-C55E-1E71-8E7A8F70C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2AAF8DF-C8E9-0BAC-C5F5-7715055B0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2CB650E-30F1-966E-9D5C-F040504C02A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77851EF-0DC7-2112-4C7F-626B640619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A4DCF4-A42D-2CCE-1A89-3E2F75596A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0948B33-03E3-40D3-9D66-288ECC15F81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D40EF94-7DED-E4F4-AE02-E73861471E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464 - Plena Graça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DF1937B-C091-A5AB-D13D-EA0426FC9E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49BC56B-F166-105A-EF6C-1A87C27DF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Plena graça para me salvar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Sangue puro para me Iavar,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E poder pra sempre me guardar,</a:t>
            </a:r>
            <a:r>
              <a:rPr lang="en-US" altLang="pt-BR"/>
              <a:t> </a:t>
            </a:r>
            <a:r>
              <a:rPr lang="en-US" altLang="pt-BR" i="1"/>
              <a:t>Tem meu Senhor.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464 - Plena Graça </vt:lpstr>
      <vt:lpstr>Plena graça para me salvar  Sangue puro para me Iavar,  E poder pra sempre me guardar, Tem meu Senhor.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464 - Plena Graça </dc:title>
  <dc:creator>Junior</dc:creator>
  <cp:lastModifiedBy>Emerson Souza</cp:lastModifiedBy>
  <cp:revision>1</cp:revision>
  <dcterms:created xsi:type="dcterms:W3CDTF">2005-12-26T18:11:09Z</dcterms:created>
  <dcterms:modified xsi:type="dcterms:W3CDTF">2026-05-02T22:15:53Z</dcterms:modified>
</cp:coreProperties>
</file>