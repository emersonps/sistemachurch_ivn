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4CEA1-0811-E549-F6A6-E8C6A108D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556F02-EFD3-C7C1-16F1-3691F83939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FB3953-4614-D65A-4A8C-C8694E38B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911234-30B7-7CAE-90E9-8E1F899B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CA18FB-1AB7-787E-8035-0DA31EC6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62DC63-BB59-4A55-960F-8F9E950B03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08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27D1AF-B2ED-FE95-5028-6B679975C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D26ED9-8BAF-4FC9-2D06-8B782ADFF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52326E-D811-07D6-6572-30C090740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A42781-C6FE-FC86-62DA-90F9AAE34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37E941-AAFE-99A7-75E5-75510A69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5FE6FE-17B8-4D28-B2FC-91D1649AC6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35064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40770-C72E-CB0E-F9EE-C8E85B11A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42B29C-B1C6-CC8B-A7A8-1297FDB89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C6C203-BCD3-80F0-D56E-F5C049758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0B38FA-1B75-CADB-0FD6-08D7FE8CC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C49CBD-97D1-6FB4-A642-C2DBD14A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8AEF75-113B-4CE0-9565-E07575D7BE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3330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C4C8EE-97EC-BB1B-0D2F-A18BC01C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D7EF30-96E7-2FA8-0DA5-6A9E77C6D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078030-3150-06B5-203E-D9266BD78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7B3B1D-6D86-B540-1DBF-2B9CA5DF7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17056C-A2BC-4AFF-B8F8-E2B6C7BAE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C5514C-C773-C758-FC11-64B6ED7A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63E15C-6102-46B0-8915-661FCF5BA4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02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ED1C2-88D6-17F1-E8FC-02A3412C2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E70FCF-1F84-E2EF-67E9-8D78958B3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0E4BBC-4B18-1EE8-163E-89D8C1387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8EB76E-AB12-3AEA-8BE6-620EB1696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13A38F8-2F0E-4326-C6CF-063A83926A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6875FB-CB1E-AA58-F257-367D02ADB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33366DA-DC8E-6340-DE0D-9B14AE5F3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76A1480-3D0C-52BD-7857-26C8DAD7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3AD10B-9C2E-4DFA-93CD-27658E8B07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43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5F53E-0F15-99E6-AB4B-EEE7169F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920F9F-96B8-49B6-60AC-FE14C9EDB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BDF4649-CDD9-8D9D-6CB3-19C63B88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0F35882-2F87-8948-6F7C-E8A154C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0968D8-7445-4EE9-9088-2E4C4709C3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7341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6BB7E3-6201-46B3-862A-47D1E399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83F9EB7-CDF8-3CD9-57C2-B366CD4C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5BABC9-0133-006B-33DF-312C8B55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F5CFF6-F6C1-4F73-8283-F86F096053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8747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FD214B-58C1-3AAC-0ED8-5EB0B8B50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7DC138-6297-FCD0-5D2C-7B6D51337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4A13F1C-AC2F-3C21-7533-98C9733E0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6AB44C-22D2-BE3E-1FAA-8D65C4A5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D85CFE-A2D3-AA02-97DF-F5A9F6109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DDEE2E-13A8-EAB9-1474-9001A01A1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83CE1-6AE5-43DB-82F7-0A4C27E8FD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4011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8B993-D3B0-53A6-2796-8F7B8AF14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862599E-941C-BE3A-F64A-3938B3BCC5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00E5F7-DD20-07C0-6226-61D56007A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834013-F0A9-C8F4-5079-D35E7B1AE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AFDF01-C62C-89A2-0472-BF0900B88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3507BB-0B0B-0CA9-0ACE-DF96E634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B5A45D-88EE-45F1-8B52-AA360365FD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5169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59468-61DB-2210-C361-7E38335C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319BE66-18F1-BA64-D536-6D992D8CF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8624EA-8753-897D-3494-837E42A8C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700FED-758A-5AEA-188B-885C8864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652C2D-21B3-367C-6D52-F445E151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893C8-02D8-4047-B5FE-C12CAA3E19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1101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2C9208-6819-DBFA-C8A2-2C7B5487BC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A0A4A84-3DF0-3A65-3B1D-B19CB8C03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749B5C-E314-0F00-F8C9-6ECCC484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AD92F1-25E6-FE44-9760-CD97748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60C129-4ECA-0875-1545-36CE65BAE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1B58AE-6ECA-4F25-9268-322EF09A21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2827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F3486C9-F1DF-2A3D-7566-AB93DEC89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44D82FC-9987-EFCE-1B1B-63F1DF7C60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EA2C490-1E21-FFE9-9675-8649675740A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9FB3770-6C2F-2172-922C-B6AA6ADC55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E5514D4-B2FD-5005-D944-66303AB8341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A650E57-E86E-4370-A31E-0828272599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FFA0049-4D69-C9DB-76ED-B3BE46D46A6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283</a:t>
            </a:r>
            <a:br>
              <a:rPr lang="pt-BR" altLang="pt-BR" sz="4400" b="1"/>
            </a:br>
            <a:r>
              <a:rPr lang="pt-BR" altLang="pt-BR" sz="4400" b="1"/>
              <a:t>PASTOR E AS OVELHAS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1F34E40-CDE0-8A38-A66B-6F40FC81D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Ama o Pastor as ovelhas, </a:t>
            </a:r>
            <a:br>
              <a:rPr lang="pt-BR" altLang="pt-BR" sz="3600"/>
            </a:br>
            <a:r>
              <a:rPr lang="pt-BR" altLang="pt-BR" sz="3600"/>
              <a:t>Com um amor paternal, </a:t>
            </a:r>
            <a:br>
              <a:rPr lang="pt-BR" altLang="pt-BR" sz="3600"/>
            </a:br>
            <a:r>
              <a:rPr lang="pt-BR" altLang="pt-BR" sz="3600"/>
              <a:t>Ama o Pastor seu rebanho, </a:t>
            </a:r>
            <a:br>
              <a:rPr lang="pt-BR" altLang="pt-BR" sz="3600"/>
            </a:br>
            <a:r>
              <a:rPr lang="pt-BR" altLang="pt-BR" sz="3600"/>
              <a:t>Com um amor sem igual; </a:t>
            </a:r>
            <a:br>
              <a:rPr lang="pt-BR" altLang="pt-BR" sz="3600"/>
            </a:br>
            <a:r>
              <a:rPr lang="pt-BR" altLang="pt-BR" sz="3600"/>
              <a:t>Ama o Pastor inda outras, </a:t>
            </a:r>
            <a:br>
              <a:rPr lang="pt-BR" altLang="pt-BR" sz="3600"/>
            </a:br>
            <a:r>
              <a:rPr lang="pt-BR" altLang="pt-BR" sz="3600"/>
              <a:t>Que desgarradas estão, </a:t>
            </a:r>
            <a:br>
              <a:rPr lang="pt-BR" altLang="pt-BR" sz="3600"/>
            </a:br>
            <a:r>
              <a:rPr lang="pt-BR" altLang="pt-BR" sz="3600"/>
              <a:t>E comovido as procura, </a:t>
            </a:r>
            <a:br>
              <a:rPr lang="pt-BR" altLang="pt-BR" sz="3600"/>
            </a:br>
            <a:r>
              <a:rPr lang="pt-BR" altLang="pt-BR" sz="3600"/>
              <a:t>Por onde quer qu'elas vão.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6BAAA1-D91C-0211-4529-3AFE81622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 b="1" i="1"/>
              <a:t>Pelos desertos errantes, </a:t>
            </a:r>
            <a:br>
              <a:rPr lang="pt-BR" altLang="pt-BR" sz="3600" b="1" i="1"/>
            </a:br>
            <a:r>
              <a:rPr lang="pt-BR" altLang="pt-BR" sz="3600" b="1" i="1"/>
              <a:t>Vêem-se a sofrer penas mil, </a:t>
            </a:r>
            <a:br>
              <a:rPr lang="pt-BR" altLang="pt-BR" sz="3600" b="1" i="1"/>
            </a:br>
            <a:r>
              <a:rPr lang="pt-BR" altLang="pt-BR" sz="3600" b="1" i="1"/>
              <a:t>Ele ao achá-las, nos ombros </a:t>
            </a:r>
            <a:br>
              <a:rPr lang="pt-BR" altLang="pt-BR" sz="3600" b="1" i="1"/>
            </a:br>
            <a:r>
              <a:rPr lang="pt-BR" altLang="pt-BR" sz="3600" b="1" i="1"/>
              <a:t>Leva-as ditoso, ao redil.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298727A-9C31-D85F-49CA-FFF3D016E6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/>
              <a:t>Ama o Pastor seus cordeiros, </a:t>
            </a:r>
            <a:br>
              <a:rPr lang="pt-BR" altLang="pt-BR" sz="3600"/>
            </a:br>
            <a:r>
              <a:rPr lang="pt-BR" altLang="pt-BR" sz="3600"/>
              <a:t>Com inefável amor,</a:t>
            </a:r>
            <a:br>
              <a:rPr lang="pt-BR" altLang="pt-BR" sz="3600"/>
            </a:br>
            <a:r>
              <a:rPr lang="pt-BR" altLang="pt-BR" sz="3600"/>
              <a:t>Aos que, às vezes, perdidos, </a:t>
            </a:r>
            <a:br>
              <a:rPr lang="pt-BR" altLang="pt-BR" sz="3600"/>
            </a:br>
            <a:r>
              <a:rPr lang="pt-BR" altLang="pt-BR" sz="3600"/>
              <a:t>Gemendo se ouvem de dor. </a:t>
            </a:r>
            <a:br>
              <a:rPr lang="pt-BR" altLang="pt-BR" sz="3600"/>
            </a:br>
            <a:r>
              <a:rPr lang="pt-BR" altLang="pt-BR" sz="3600"/>
              <a:t>Vede o Pastor comovido</a:t>
            </a:r>
            <a:br>
              <a:rPr lang="pt-BR" altLang="pt-BR" sz="3600"/>
            </a:br>
            <a:r>
              <a:rPr lang="pt-BR" altLang="pt-BR" sz="3600"/>
              <a:t>Pelas colinas vagar,</a:t>
            </a:r>
            <a:br>
              <a:rPr lang="pt-BR" altLang="pt-BR" sz="3600"/>
            </a:br>
            <a:r>
              <a:rPr lang="pt-BR" altLang="pt-BR" sz="3600"/>
              <a:t>E os cordeiros nos ombros, </a:t>
            </a:r>
            <a:br>
              <a:rPr lang="pt-BR" altLang="pt-BR" sz="3600"/>
            </a:br>
            <a:r>
              <a:rPr lang="pt-BR" altLang="pt-BR" sz="3600"/>
              <a:t>Vede-O, levando ao lugar.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5D1B30E-E89D-EEF0-8F20-413447E48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 b="1" i="1"/>
              <a:t>Pelos desertos errantes, </a:t>
            </a:r>
            <a:br>
              <a:rPr lang="pt-BR" altLang="pt-BR" sz="3600" b="1" i="1"/>
            </a:br>
            <a:r>
              <a:rPr lang="pt-BR" altLang="pt-BR" sz="3600" b="1" i="1"/>
              <a:t>Vêem-se a sofrer penas mil, </a:t>
            </a:r>
            <a:br>
              <a:rPr lang="pt-BR" altLang="pt-BR" sz="3600" b="1" i="1"/>
            </a:br>
            <a:r>
              <a:rPr lang="pt-BR" altLang="pt-BR" sz="3600" b="1" i="1"/>
              <a:t>Ele ao achá-las, nos ombros </a:t>
            </a:r>
            <a:br>
              <a:rPr lang="pt-BR" altLang="pt-BR" sz="3600" b="1" i="1"/>
            </a:br>
            <a:r>
              <a:rPr lang="pt-BR" altLang="pt-BR" sz="3600" b="1" i="1"/>
              <a:t>Leva-as ditoso, ao redil.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E81620C-10CE-5EE1-B178-64CACFC1FB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Ama as noventa e nove, </a:t>
            </a:r>
            <a:br>
              <a:rPr lang="pt-BR" altLang="pt-BR" sz="3600"/>
            </a:br>
            <a:r>
              <a:rPr lang="pt-BR" altLang="pt-BR" sz="3600"/>
              <a:t>Que no redil abrigou; </a:t>
            </a:r>
            <a:br>
              <a:rPr lang="pt-BR" altLang="pt-BR" sz="3600"/>
            </a:br>
            <a:r>
              <a:rPr lang="pt-BR" altLang="pt-BR" sz="3600"/>
              <a:t>Ama a que, desgarrada, </a:t>
            </a:r>
            <a:br>
              <a:rPr lang="pt-BR" altLang="pt-BR" sz="3600"/>
            </a:br>
            <a:r>
              <a:rPr lang="pt-BR" altLang="pt-BR" sz="3600"/>
              <a:t>Np campo se desviou;</a:t>
            </a:r>
            <a:br>
              <a:rPr lang="pt-BR" altLang="pt-BR" sz="3600"/>
            </a:br>
            <a:r>
              <a:rPr lang="pt-BR" altLang="pt-BR" sz="3600"/>
              <a:t>"Ó minha ovelha perdida!" </a:t>
            </a:r>
            <a:br>
              <a:rPr lang="pt-BR" altLang="pt-BR" sz="3600"/>
            </a:br>
            <a:r>
              <a:rPr lang="pt-BR" altLang="pt-BR" sz="3600"/>
              <a:t>Clama o dolente Pastor; </a:t>
            </a:r>
            <a:br>
              <a:rPr lang="pt-BR" altLang="pt-BR" sz="3600"/>
            </a:br>
            <a:r>
              <a:rPr lang="pt-BR" altLang="pt-BR" sz="3600"/>
              <a:t>Quem irá em sua ajuda, </a:t>
            </a:r>
            <a:br>
              <a:rPr lang="pt-BR" altLang="pt-BR" sz="3600"/>
            </a:br>
            <a:r>
              <a:rPr lang="pt-BR" altLang="pt-BR" sz="3600"/>
              <a:t>Para salvá-la, Senhor?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6E8E6CC-F5AD-FDD0-6C6C-7276A44EE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 b="1" i="1"/>
              <a:t>Pelos desertos errantes, </a:t>
            </a:r>
            <a:br>
              <a:rPr lang="pt-BR" altLang="pt-BR" sz="3600" b="1" i="1"/>
            </a:br>
            <a:r>
              <a:rPr lang="pt-BR" altLang="pt-BR" sz="3600" b="1" i="1"/>
              <a:t>Vêem-se a sofrer penas mil, </a:t>
            </a:r>
            <a:br>
              <a:rPr lang="pt-BR" altLang="pt-BR" sz="3600" b="1" i="1"/>
            </a:br>
            <a:r>
              <a:rPr lang="pt-BR" altLang="pt-BR" sz="3600" b="1" i="1"/>
              <a:t>Ele ao achá-las, nos ombros </a:t>
            </a:r>
            <a:br>
              <a:rPr lang="pt-BR" altLang="pt-BR" sz="3600" b="1" i="1"/>
            </a:br>
            <a:r>
              <a:rPr lang="pt-BR" altLang="pt-BR" sz="3600" b="1" i="1"/>
              <a:t>Leva-as ditoso, ao redil.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8B35349-6AC9-66FF-9608-2A83297C9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São delicados teus pastos, </a:t>
            </a:r>
            <a:br>
              <a:rPr lang="pt-BR" altLang="pt-BR" sz="3600"/>
            </a:br>
            <a:r>
              <a:rPr lang="pt-BR" altLang="pt-BR" sz="3600"/>
              <a:t>Mui quietas tuas águas são; </a:t>
            </a:r>
            <a:br>
              <a:rPr lang="pt-BR" altLang="pt-BR" sz="3600"/>
            </a:br>
            <a:r>
              <a:rPr lang="pt-BR" altLang="pt-BR" sz="3600"/>
              <a:t>Eis-nos aqui, á bom Mestre, </a:t>
            </a:r>
            <a:br>
              <a:rPr lang="pt-BR" altLang="pt-BR" sz="3600"/>
            </a:br>
            <a:r>
              <a:rPr lang="pt-BR" altLang="pt-BR" sz="3600"/>
              <a:t>Dá-nos veraz direção,</a:t>
            </a:r>
            <a:br>
              <a:rPr lang="pt-BR" altLang="pt-BR" sz="3600"/>
            </a:br>
            <a:r>
              <a:rPr lang="pt-BR" altLang="pt-BR" sz="3600"/>
              <a:t>Faz-nos obreiros zelosos, </a:t>
            </a:r>
            <a:br>
              <a:rPr lang="pt-BR" altLang="pt-BR" sz="3600"/>
            </a:br>
            <a:r>
              <a:rPr lang="pt-BR" altLang="pt-BR" sz="3600"/>
              <a:t>Enche-nos de santo amor, </a:t>
            </a:r>
            <a:br>
              <a:rPr lang="pt-BR" altLang="pt-BR" sz="3600"/>
            </a:br>
            <a:r>
              <a:rPr lang="pt-BR" altLang="pt-BR" sz="3600"/>
              <a:t>Pelas ovelhas perdidas</a:t>
            </a:r>
            <a:br>
              <a:rPr lang="pt-BR" altLang="pt-BR" sz="3600"/>
            </a:br>
            <a:r>
              <a:rPr lang="pt-BR" altLang="pt-BR" sz="3600"/>
              <a:t>Do Teu redil, bom Senhor.	J.T.L.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9710C7A-7139-36AA-3935-7F95D142F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 b="1" i="1"/>
              <a:t>Pelos desertos errantes, </a:t>
            </a:r>
            <a:br>
              <a:rPr lang="pt-BR" altLang="pt-BR" sz="3600" b="1" i="1"/>
            </a:br>
            <a:r>
              <a:rPr lang="pt-BR" altLang="pt-BR" sz="3600" b="1" i="1"/>
              <a:t>Vêem-se a sofrer penas mil, </a:t>
            </a:r>
            <a:br>
              <a:rPr lang="pt-BR" altLang="pt-BR" sz="3600" b="1" i="1"/>
            </a:br>
            <a:r>
              <a:rPr lang="pt-BR" altLang="pt-BR" sz="3600" b="1" i="1"/>
              <a:t>Ele ao achá-las, nos ombros </a:t>
            </a:r>
            <a:br>
              <a:rPr lang="pt-BR" altLang="pt-BR" sz="3600" b="1" i="1"/>
            </a:br>
            <a:r>
              <a:rPr lang="pt-BR" altLang="pt-BR" sz="3600" b="1" i="1"/>
              <a:t>Leva-as ditoso, ao redil.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283 PASTOR E AS OVELHAS</vt:lpstr>
      <vt:lpstr>Ama o Pastor as ovelhas,  Com um amor paternal,  Ama o Pastor seu rebanho,  Com um amor sem igual;  Ama o Pastor inda outras,  Que desgarradas estão,  E comovido as procura,  Por onde quer qu'elas vão. </vt:lpstr>
      <vt:lpstr>Pelos desertos errantes,  Vêem-se a sofrer penas mil,  Ele ao achá-las, nos ombros  Leva-as ditoso, ao redil.</vt:lpstr>
      <vt:lpstr>Ama o Pastor seus cordeiros,  Com inefável amor, Aos que, às vezes, perdidos,  Gemendo se ouvem de dor.  Vede o Pastor comovido Pelas colinas vagar, E os cordeiros nos ombros,  Vede-O, levando ao lugar. </vt:lpstr>
      <vt:lpstr>Pelos desertos errantes,  Vêem-se a sofrer penas mil,  Ele ao achá-las, nos ombros  Leva-as ditoso, ao redil.</vt:lpstr>
      <vt:lpstr>Ama as noventa e nove,  Que no redil abrigou;  Ama a que, desgarrada,  Np campo se desviou; "Ó minha ovelha perdida!"  Clama o dolente Pastor;  Quem irá em sua ajuda,  Para salvá-la, Senhor? </vt:lpstr>
      <vt:lpstr>Pelos desertos errantes,  Vêem-se a sofrer penas mil,  Ele ao achá-las, nos ombros  Leva-as ditoso, ao redil.</vt:lpstr>
      <vt:lpstr>São delicados teus pastos,  Mui quietas tuas águas são;  Eis-nos aqui, á bom Mestre,  Dá-nos veraz direção, Faz-nos obreiros zelosos,  Enche-nos de santo amor,  Pelas ovelhas perdidas Do Teu redil, bom Senhor. J.T.L. </vt:lpstr>
      <vt:lpstr>Pelos desertos errantes,  Vêem-se a sofrer penas mil,  Ele ao achá-las, nos ombros  Leva-as ditoso, ao redil.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283-PASTOR E AS OVELHAS</dc:title>
  <dc:creator>Montagna</dc:creator>
  <cp:lastModifiedBy>Emerson Souza</cp:lastModifiedBy>
  <cp:revision>2</cp:revision>
  <dcterms:created xsi:type="dcterms:W3CDTF">2005-10-19T00:51:24Z</dcterms:created>
  <dcterms:modified xsi:type="dcterms:W3CDTF">2026-05-02T22:00:33Z</dcterms:modified>
</cp:coreProperties>
</file>