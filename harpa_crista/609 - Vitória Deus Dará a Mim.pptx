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3076D-0D13-9F7E-1330-FEFA18961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1F7759-FC49-486F-F1D7-DD85C19DB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E2D2B8-6868-4988-6756-2BCA0358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B007E4-654F-4A73-C801-92FEB831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5BAF98-171B-71DA-16E7-31D23062A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D29343-9E58-4184-B4E1-2F3E91D73B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94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95A32-37C6-BA5D-6BF1-19441111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55D2F0-0FFC-0FC8-9DF4-F010A7CFB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0E3BF-6850-E2D6-55DF-5CD6DC09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0A1EA6-73A4-C6F6-6556-64FA9976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1A2A20-C2BC-3A96-0C61-AD500C71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639E1A-2EC9-4AE0-B140-E36ED6E6D4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3248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73924-8F2D-67E9-8AA7-FFFDB61CC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58868D-38FD-B7B9-4C18-70B9AE852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D5348A-215F-CD20-1961-8B72E1DD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8EF716-2EBD-6713-F9E8-4519ED6A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C21842-746E-86F7-8843-2B11B79C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B7EECF-6E59-49F4-BEE4-84DEBB6A9A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4258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6DC65A-5296-ECA4-858C-EDA11733B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DE1546-AA2B-80EA-260E-92BEC811C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9ABD23-29CD-59E8-A39A-3252C9194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BB780A-B90D-83EF-F0EF-B5460949E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292A8B-9575-6160-3AC8-2EBDC668E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A2E330-7D45-B9BB-F936-62BCCB90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B2EED2-8B22-43BE-A539-7DC303956D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789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4DC42-5DF7-D261-FFF7-77557C72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5F5FCD-6FC8-089C-06D6-144F2FFC0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02CE3C-E54E-47B8-B544-EA0BC7C5B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9F36EE9-8786-B304-A085-CDA908B93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984637F-90B4-FCC2-C350-687838A15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728E75E-C62E-FCC0-55DE-84A07E82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C35AEE8-3A21-6417-9EBC-CDA2FAFF1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9504200-48EB-00D2-6513-92250632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44CF46-1BE0-4A01-8D03-E5DBDA5AA8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785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04438-D568-5044-AF16-152EC7C4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65CB09-619F-7E3A-32AA-79194F0D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D3D89C-6EA5-FBDF-A475-55140B17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D6EA25-DC55-677F-0A60-E0BF0494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39D5D5-EB10-45C3-9B54-4EE01CC05B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742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FE62AC-DDE6-0FC2-804F-0BD9BA56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56ED31E-AA6A-6884-4959-E603FCF60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E8C08F-5932-1795-21EB-626FE237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10A75E-D211-46A3-AFAE-3517F18A5D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08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B29C5-1C51-2888-96BA-A15AC6B1B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57DC1C-984B-CE99-81C0-6F6226D07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AC18BE-83EB-8678-8D74-D8ACF9C76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8E1A79-9F26-0374-3821-FB049670B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E2C8D9-6790-CD12-C00F-4A39E796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99A72D-2A95-47C3-3105-635CF753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7E1F9-83EA-4356-8674-F7CE305B5A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161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6BD1D-F372-E6B9-0B25-ACE7CD136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A5B4C5-CB33-34F3-D77E-E611248F7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793EAC-04F2-0C1C-AA48-FA9BA299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E883FE-EF52-AEA2-984F-7318A7A7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B67FF1-5985-21A3-8718-E2E3CBCE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73AF18-DEDF-28B5-E153-00316A7A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BA14E1-729A-4DE0-B0E8-8472C67116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676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7D606-3D4C-1698-7BCB-32162017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B587CD-66FF-0843-994C-A35F8C58B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D50EE-11BE-AA53-7013-BF9F28A8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5CD9B2-1498-4F0C-B9AA-0AA6AA20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B1D85C-C90E-AE7E-1EC5-731FC06B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DACAF-77E6-48F5-B70A-DFE7155BD2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084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89D11A-6ADA-9312-47B7-3A9C5F6A0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BEBCBA-78EC-72F0-A4F5-C7178318D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9D3093-22FC-8B63-930C-F6D08CAC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5C89E0-E5BC-3236-3E35-09F97F1F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B8AAEA-D0EC-1B2E-058C-81F2ED3D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587405-B78E-45DA-8B9B-FD61939D6D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43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2BA23DA-E86C-6833-18B2-24563CEA7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364662F-ACC6-22EB-5A05-5F849504E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8A3256F-9865-1623-0117-8C4796AE12E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F858649-B63A-EA6E-9EC2-600D34C458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4980DDC-38ED-092B-6B3E-6BC3D059262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52203D7-BED1-498E-BFFC-A847800A038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857432B2-E1F5-7ED4-B04B-08BFD75C63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609 - Vitória Deus Dará a Mim</a:t>
            </a:r>
            <a:br>
              <a:rPr lang="en-US" altLang="pt-BR" sz="4000" b="1" i="1"/>
            </a:br>
            <a:r>
              <a:rPr lang="en-US" altLang="pt-BR" sz="4000" i="1"/>
              <a:t> </a:t>
            </a:r>
            <a:br>
              <a:rPr lang="en-US" altLang="pt-BR" sz="4000" b="1" i="1"/>
            </a:br>
            <a:r>
              <a:rPr lang="en-US" altLang="pt-BR" sz="4000" i="1"/>
              <a:t>Vitória Deus dará a mim, eu sei,</a:t>
            </a:r>
            <a:br>
              <a:rPr lang="en-US" altLang="pt-BR" sz="4000" i="1"/>
            </a:br>
            <a:r>
              <a:rPr lang="en-US" altLang="pt-BR" sz="4000" i="1"/>
              <a:t>Vitória Deus dará a mim, eu sei.</a:t>
            </a:r>
            <a:br>
              <a:rPr lang="en-US" altLang="pt-BR" sz="4000" i="1"/>
            </a:br>
            <a:r>
              <a:rPr lang="en-US" altLang="pt-BR" sz="4000" i="1"/>
              <a:t>Se eu andar em plena luz,</a:t>
            </a:r>
            <a:br>
              <a:rPr lang="en-US" altLang="pt-BR" sz="4000" i="1"/>
            </a:br>
            <a:r>
              <a:rPr lang="en-US" altLang="pt-BR" sz="4000" i="1"/>
              <a:t>Confiar só em Jesus,</a:t>
            </a:r>
            <a:br>
              <a:rPr lang="en-US" altLang="pt-BR" sz="4000" i="1"/>
            </a:br>
            <a:r>
              <a:rPr lang="en-US" altLang="pt-BR" sz="4000" i="1"/>
              <a:t>Vitória Deus dará a mim, eu sei.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609 - Vitória Deus Dará a Mim   Vitória Deus dará a mim, eu sei, Vitória Deus dará a mim, eu sei. Se eu andar em plena luz, Confiar só em Jesus, Vitória Deus dará a mim, eu sei.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609 - Vitória Deus Dará a Mim   Vitória Deus dará a mim, eu sei, Vitória Deus dará a mim, eu sei. Se eu andar em plena luz, Confiar só em Jesus, Vitória Deus dará a mim, eu sei. </dc:title>
  <dc:creator>Junior</dc:creator>
  <cp:lastModifiedBy>Emerson Souza</cp:lastModifiedBy>
  <cp:revision>1</cp:revision>
  <dcterms:created xsi:type="dcterms:W3CDTF">2005-12-27T17:40:39Z</dcterms:created>
  <dcterms:modified xsi:type="dcterms:W3CDTF">2026-05-02T22:28:15Z</dcterms:modified>
</cp:coreProperties>
</file>