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AE3C65-8240-07DE-F219-94F330A423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4CDDAAD-38BC-2DD0-5605-64567320AF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4E2A3DC-BCE9-416E-D0D5-7A3FA0B4F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34DBD7E-2F57-0155-E750-718B11E9C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E012E60-4631-AB1B-D2DD-BF2C91B3E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6EA42D-1CF1-456C-A891-A18C7932A6F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302044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EB8287-CCD3-C1B1-7118-6A57FE52A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490CD9E-9DCA-231D-9A4F-A8AB28FA27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5F60C57-735A-5C0B-42C4-10FC0E5C4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AC03BA9-D7D5-AE3C-2C42-7EC0AB319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B1685AC-A9D0-F093-DADE-7C9699B6F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B16748-9CA3-4B31-A869-97C86F880EC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99365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5C8544-8B00-2090-D3EB-6FAE038F7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472B702-B518-3E7E-D9C9-8819AC431A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46AA16F-A3E5-CA0C-A778-5253A1D8F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4A34A8-B734-9994-CD41-3E7217546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2FA8A2B-E407-488A-9D4A-CDB8CC24A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DD7432-F3FF-4DCA-9F88-58D485BCC8E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16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962864-B792-9386-9A6F-25BD8FF7C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DA65F53-7E50-5436-6FEC-1C9451613D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D490394-0AEC-C094-5FD7-F8DC7DB4EF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D379731-261B-4A3F-2CE6-A19A6EB89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7F931D0-77DD-CB62-E3FE-990AEAFE1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F155EB-C63C-D29F-69FB-8C345E45E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715CF6-FAE1-40ED-AA43-DE2E9BBDE8C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89316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50C807-5CB8-4677-3EFF-63C35461D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A417AC4-5BD8-8430-A729-E0BA4F81D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453B67B-1714-47A3-205B-C37C089B21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3DB48F2-C959-2F16-F9C7-2BB2A4E14F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96DF4A5-BEB4-FAC6-2CC8-7C0CF909C9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42AFB83-120F-3847-5128-498FF4F7C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E8470C2-29F4-6897-E431-207390AF0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750C441-953F-ECF3-FB8A-7B72EF44E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4FC905-AB16-4092-B5C0-46BE38631D8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90968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4B230D-9A03-268E-A69C-53C456712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552A88B-BB43-F098-8C40-CCB690960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29261B5-FBC6-BEFC-96D3-03CD26BCC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B1D1E9F-0CBE-BBEF-4BE9-F47CBB5C0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6EEB29-9E58-4A8D-B75A-9B186AE0CB1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17746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F1C97FA-D018-E206-BED8-356AB0EF6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D960AF6-63B7-FC7D-ADBF-A35E78581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C2571E7-EED2-EC96-8B61-19DFAB4FA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D9440E-9380-4501-A9EC-882C75F89B3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06687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0C27E0-2500-A9A5-CACA-5D566D9CF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D15B93E-43EA-5D1E-F54E-40F5AC1C70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5C2BB49-DA04-3B4D-E7D4-93A6C446F9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75482FF-F386-CF13-3B5B-C0702CDAA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3A5F68C-06B5-A1DE-A12E-7AE2CDBF9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35C9848-EEF0-CDEC-D9F7-40857592B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DF3060-3C6E-4FB5-9BAB-E2FCECB6226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70140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AEA24C-A463-2C65-1B4F-67F9FCDB4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9EF41D1-5379-5971-0E7E-82E5BF62F9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6818028-1B7A-E3D9-FEDE-DE03587956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A330CF2-465A-905A-2E75-F8A426A3E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3DA149B-B6A7-8B33-777A-8DD7768AF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D4F7005-6F96-E37A-E35C-487E66729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8C8AF7-578C-4133-BBC6-F396D4B5359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78959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2DC096-7A99-0CFE-B155-8B9895687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0A700FB-FAB7-5EC4-2441-9D94C09EB8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223202-FCB4-7760-3353-F540471F6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366634F-D47F-0BCD-E04B-76517112E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80BCB5-AFF6-D547-D037-647367F1F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31C490-70CC-4D41-BE0A-99623EE287F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94139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77DDBE0-A31F-AC2A-2854-75E5AF76EF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AD2701C-DB6B-C3BD-5AFF-C757F481A8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3274717-CD91-A1EE-3489-087D2B6AB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1DBDBFC-EAE2-8462-9473-2C54BFF08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2C6FBC8-AC99-03CE-B0E2-8C3EDC9DB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FFC693-8B30-4F43-8ACA-D122AEF8BD7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59917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7E155F3-4E7E-A64C-DA3F-C3925C2DF8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820DF0A-D41C-FE79-9FAC-18A90B9E43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20C1EB2-6867-6494-3038-C420F9ED189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B45E431-6E3F-CEDE-E655-66FA734C6E1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7DA39E7-69FD-6492-4869-A79D254B109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7004E1FB-1EE2-42D4-9E3F-9DFAA81F11C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69F595A5-CD5C-DEE8-BF5A-EC45962D5BF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133600"/>
            <a:ext cx="9144000" cy="1470025"/>
          </a:xfrm>
        </p:spPr>
        <p:txBody>
          <a:bodyPr anchor="ctr"/>
          <a:lstStyle/>
          <a:p>
            <a:r>
              <a:rPr lang="en-US" altLang="pt-BR" sz="3600" b="1"/>
              <a:t>454 – Alegrai-vos, ó remidos</a:t>
            </a:r>
            <a:r>
              <a:rPr lang="en-US" altLang="pt-BR" sz="36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F777653C-563F-13F7-0539-D1BAC811362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0F9ED2BC-F3F9-8F66-20B6-EA794B4474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Glorioso é o Cordeiro,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Ele é digno de louvor;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É o resgate verdadeiro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Do pecado e do horror,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Alegrai-vos, ó remidos;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Cantai glória ao Redentor!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A161DC1E-E16C-6BBF-D45E-03D1ABE61D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b="1" i="1"/>
              <a:t>Aleluia! Aleluia! </a:t>
            </a:r>
            <a:br>
              <a:rPr lang="en-US" altLang="pt-BR" sz="4000" b="1" i="1"/>
            </a:br>
            <a:r>
              <a:rPr lang="en-US" altLang="pt-BR" sz="4000" b="1" i="1"/>
              <a:t>Cantai glória e dai louvor!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Aleluia! Aleluia! </a:t>
            </a:r>
            <a:br>
              <a:rPr lang="en-US" altLang="pt-BR" sz="4000" b="1" i="1"/>
            </a:br>
            <a:r>
              <a:rPr lang="en-US" altLang="pt-BR" sz="4000" b="1" i="1"/>
              <a:t>Cantai glória ao Redentor!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FD0618E1-9879-17CB-ED08-4B65881A78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Honra, glória e domínio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 Jesus, o Rei dos reis!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Que no santo vaticínio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É a luz dos Seus fiéis.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Alegrai-vos, ó remidos: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Cantai glória, e vencereis!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B75A39B8-D03C-6F90-FE17-380E9CD808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b="1" i="1"/>
              <a:t>Aleluia! Aleluia! </a:t>
            </a:r>
            <a:br>
              <a:rPr lang="en-US" altLang="pt-BR" sz="4000" b="1" i="1"/>
            </a:br>
            <a:r>
              <a:rPr lang="en-US" altLang="pt-BR" sz="4000" b="1" i="1"/>
              <a:t>Cantai glória e dai louvor!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Aleluia! Aleluia! </a:t>
            </a:r>
            <a:br>
              <a:rPr lang="en-US" altLang="pt-BR" sz="4000" b="1" i="1"/>
            </a:br>
            <a:r>
              <a:rPr lang="en-US" altLang="pt-BR" sz="4000" b="1" i="1"/>
              <a:t>Cantai glória ao Redentor!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</Words>
  <Application>Microsoft Office PowerPoint</Application>
  <PresentationFormat>Apresentação na tela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7" baseType="lpstr">
      <vt:lpstr>Arial</vt:lpstr>
      <vt:lpstr>Design padrão</vt:lpstr>
      <vt:lpstr>454 – Alegrai-vos, ó remidos </vt:lpstr>
      <vt:lpstr>Glorioso é o Cordeiro,  Ele é digno de louvor;  É o resgate verdadeiro  Do pecado e do horror,  Alegrai-vos, ó remidos;  Cantai glória ao Redentor!  </vt:lpstr>
      <vt:lpstr>Aleluia! Aleluia!  Cantai glória e dai louvor!  Aleluia! Aleluia!  Cantai glória ao Redentor!  </vt:lpstr>
      <vt:lpstr>Honra, glória e domínio  A Jesus, o Rei dos reis!  Que no santo vaticínio  É a luz dos Seus fiéis.  Alegrai-vos, ó remidos:  Cantai glória, e vencereis!</vt:lpstr>
      <vt:lpstr>Aleluia! Aleluia!  Cantai glória e dai louvor!  Aleluia! Aleluia!  Cantai glória ao Redentor! 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454 – Alegrai-vos, ó remidos </dc:title>
  <dc:creator>Junior</dc:creator>
  <cp:lastModifiedBy>Emerson Souza</cp:lastModifiedBy>
  <cp:revision>1</cp:revision>
  <dcterms:created xsi:type="dcterms:W3CDTF">2005-12-26T18:19:07Z</dcterms:created>
  <dcterms:modified xsi:type="dcterms:W3CDTF">2026-05-02T22:15:04Z</dcterms:modified>
</cp:coreProperties>
</file>