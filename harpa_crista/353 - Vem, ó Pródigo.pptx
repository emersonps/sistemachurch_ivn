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9BAF3-9033-24E7-05B3-C9AC4861C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7EF58B-A8A9-8CB6-A32B-5B2731CB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AB8A3B-2A35-8F78-3A76-ADE2B807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BC0C03-D4C0-1E65-3CCC-9127C0FC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2637A6-16E3-F2DB-6E47-E7849FD7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B35FD-794A-4F2C-B0B2-FC3F8CE03B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0392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C818B-B009-1BE1-A662-A1BD89F4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7ADCFE-9207-7F93-3984-610D34C2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9991A7-8956-EED9-966D-0224542B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80393C-927B-BEB0-22EF-17EEFDF2F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E2314C-F037-438E-6DD8-59201CE2F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25427-B074-497C-9583-8E9F5054F9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232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76D24-75C5-B816-872D-5AA7F072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C7F934-1253-C498-00F3-2FA606811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5AF79B-E6C2-92A8-6798-2F7DA4D6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4C988B-27B7-6D47-987A-2347B0580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D440DD-C99D-BB2B-17BA-9371D66E3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3BB7A-F319-4B3F-85FE-F58F75DCC2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5924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D0ABA-CE12-A543-1D7A-861CB23D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0F58DF-0253-F58A-8EFB-C24E7F97D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6B780B-5DEF-4411-C231-EDF56918C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C2C52E-19CB-844F-477B-FA79740CC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96DFC0-BB06-9111-BAC1-F5522A2EA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2E9DCF-0D3C-A366-2E01-97E18E53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8F4E1E-8D9D-4BD7-BE4F-2781CB4039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5759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A1667-D0AA-94EC-FE99-DCFF1749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2C6BC2-6F5A-B098-4E21-7F9268E19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1918FA-34B5-B0D7-3D28-7D255E287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0C8D88-E9F1-B53E-EAC8-891A19C70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BEF1C8-C106-1F4F-6024-EBB985973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3F93EC-0967-3691-C720-F68CFC56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30EDC72-00F0-5491-6286-96B0EF2D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4FA798-10FB-0BB8-1D09-957C1916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5CECEC-608C-49A3-8AF5-C5E0382067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9704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AA7030-AB40-FEC8-6503-9928B714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555C9F-95B8-3B3A-6A4A-7BB44E65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FED136-3AA6-64A6-15ED-0329583D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7DE5DF-9732-2F99-69BC-1DD5DE23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CB770-6F37-4F0A-AB9E-13F11CA05A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17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27A029-F6C6-F280-E194-A36B676F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B00744-7262-0B1F-F75C-3F148FFDF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916AFD-0678-F0FD-FCA4-20BB5F0A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EED259-39BD-4E56-B8A9-4192C35802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542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B3FE9-8DE5-1050-2437-75222F11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A2EB7E-2706-C84F-4FC4-5AFEC635B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37CF08-ACAE-2764-2B69-245BEB399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9833ED-01C4-999D-1439-575B11C6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38A64-4B0E-2E96-C062-76542DD4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4EF614-AF03-165B-E34D-64FADBA0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3CAE3E-0DBF-40D2-A78E-8BB239B477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554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D25F1-F2FD-5188-330A-1831C4532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60E6EE1-7EA0-1846-3EC5-7FD1CD962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7F03B3-014D-45E8-4CCD-BE309C651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8DC533-7382-BD6F-83A0-0465A8962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8DC005-9112-93C3-BD02-6316D954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0F2E74-CCA3-1E29-ED64-3D5CB7C99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5A5E7-F5BD-4493-BD30-9C454C2FDF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7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3E42E-DF71-B865-D73B-4F584C64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ABA137-2534-3E39-3BD9-321022C18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44F57A-3199-334F-E28A-DDB619ED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97E8D-AD0B-DF68-B8F3-5A2A1A21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F2C15A-8216-D5D3-F083-2D61E5DD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DD8E64-970E-4C77-9D5E-9B57F0F005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814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DC1C30-08AE-A483-3A94-72564849C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AD20FB-9577-B2B3-96C9-68319FC10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A06D0-107E-045D-11CE-062CB424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67ABA-836F-3379-8D6C-5A25DC74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A18D9F-8582-BBA5-E987-C9707FFA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5FCA74-994C-46D2-954E-32D26F8B73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828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BFD9CF8-4CF2-D4CF-EB71-D8B9B3984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4B5622-9D96-7323-BA2A-52A0EF035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C56F12E-6428-85B9-7132-8E6B0C5BE4F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9E288C7-C8E6-C11F-EE89-DF0EA1F62E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C0D1EC-665E-BA47-7DD9-AFAF6933D8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CBC3D18-6EB7-4ED4-887E-7BE69E0FB5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6EA9E4E-5B21-35C7-98D8-3E873EC82F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353 – Vem, ó Pródigo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DA826BF-C0CA-B48F-55A7-5933CB28C1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C1404D9-DB13-A393-59B5-5A42E3496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Ó tu qu’inda vagas no mundo d’horror, Nas trevas e na escuridão, </a:t>
            </a:r>
            <a:br>
              <a:rPr lang="en-US" altLang="pt-BR" sz="4000" i="1"/>
            </a:br>
            <a:r>
              <a:rPr lang="en-US" altLang="pt-BR" sz="4000" i="1"/>
              <a:t>Por que não descansas em Cristo, </a:t>
            </a:r>
            <a:br>
              <a:rPr lang="en-US" altLang="pt-BR" sz="4000" i="1"/>
            </a:br>
            <a:r>
              <a:rPr lang="en-US" altLang="pt-BR" sz="4000" i="1"/>
              <a:t>O Senhor, </a:t>
            </a:r>
            <a:br>
              <a:rPr lang="en-US" altLang="pt-BR" sz="4000" i="1"/>
            </a:br>
            <a:r>
              <a:rPr lang="en-US" altLang="pt-BR" sz="4000" i="1"/>
              <a:t>Que trouxe do céu Salvação.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BCD4612-9FC0-ADC4-2A74-E1F73FE222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Ó vem, ó pródigo, ó vem a Jesus;</a:t>
            </a:r>
            <a:r>
              <a:rPr lang="en-US" altLang="pt-BR" sz="4000" i="1"/>
              <a:t> </a:t>
            </a:r>
            <a:r>
              <a:rPr lang="en-US" altLang="pt-BR" sz="4000" b="1" i="1"/>
              <a:t>Parti foi erguido no alto da cruz;</a:t>
            </a:r>
            <a:r>
              <a:rPr lang="en-US" altLang="pt-BR" sz="4000" i="1"/>
              <a:t> </a:t>
            </a:r>
            <a:r>
              <a:rPr lang="en-US" altLang="pt-BR" sz="4000" b="1" i="1"/>
              <a:t>Aceita agora de Deus o favor;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vem, sem demora a Cristo, </a:t>
            </a:r>
            <a:br>
              <a:rPr lang="en-US" altLang="pt-BR" sz="4000" b="1" i="1"/>
            </a:br>
            <a:r>
              <a:rPr lang="en-US" altLang="pt-BR" sz="4000" b="1" i="1"/>
              <a:t>O Senhor.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2D73172-04DB-4E5D-3145-34D122517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O mundo jazia na dura prisão, </a:t>
            </a:r>
            <a:br>
              <a:rPr lang="en-US" altLang="pt-BR" sz="4000" i="1"/>
            </a:br>
            <a:r>
              <a:rPr lang="en-US" altLang="pt-BR" sz="4000" i="1"/>
              <a:t>Mas Cristo, a porta abriu; </a:t>
            </a:r>
            <a:br>
              <a:rPr lang="en-US" altLang="pt-BR" sz="4000" i="1"/>
            </a:br>
            <a:r>
              <a:rPr lang="en-US" altLang="pt-BR" sz="4000" i="1"/>
              <a:t>Ó crê na mensagem que dá salvação, Pois Cristo na cruz te remiu!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8BD06D4-826E-1CCE-6D37-BA447FF63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Ó vem, ó pródigo, ó vem a Jesus;</a:t>
            </a:r>
            <a:r>
              <a:rPr lang="en-US" altLang="pt-BR" sz="4000" i="1"/>
              <a:t> </a:t>
            </a:r>
            <a:r>
              <a:rPr lang="en-US" altLang="pt-BR" sz="4000" b="1" i="1"/>
              <a:t>Parti foi erguido no alto da cruz;</a:t>
            </a:r>
            <a:r>
              <a:rPr lang="en-US" altLang="pt-BR" sz="4000" i="1"/>
              <a:t> </a:t>
            </a:r>
            <a:r>
              <a:rPr lang="en-US" altLang="pt-BR" sz="4000" b="1" i="1"/>
              <a:t>Aceita agora de Deus o favor;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vem, sem demora a Cristo, </a:t>
            </a:r>
            <a:br>
              <a:rPr lang="en-US" altLang="pt-BR" sz="4000" b="1" i="1"/>
            </a:br>
            <a:r>
              <a:rPr lang="en-US" altLang="pt-BR" sz="4000" b="1" i="1"/>
              <a:t>O Senhor.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0952B9D-15F3-7DA4-886A-8F66B45A5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Que gozo completo terás em Jesus, </a:t>
            </a:r>
            <a:br>
              <a:rPr lang="en-US" altLang="pt-BR" sz="4000" i="1"/>
            </a:br>
            <a:r>
              <a:rPr lang="en-US" altLang="pt-BR" sz="4000" i="1"/>
              <a:t>Se aceitares o Seu perdão; </a:t>
            </a:r>
            <a:br>
              <a:rPr lang="en-US" altLang="pt-BR" sz="4000" i="1"/>
            </a:br>
            <a:r>
              <a:rPr lang="en-US" altLang="pt-BR" sz="4000" i="1"/>
              <a:t>Ó deixa o pecado e vem para a luz; Entrega o teu coração.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0951E1A-FFD6-DC2F-672A-0FC69BEC7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Ó vem, ó pródigo, ó vem a Jesus;</a:t>
            </a:r>
            <a:r>
              <a:rPr lang="en-US" altLang="pt-BR" sz="4000" i="1"/>
              <a:t> </a:t>
            </a:r>
            <a:r>
              <a:rPr lang="en-US" altLang="pt-BR" sz="4000" b="1" i="1"/>
              <a:t>Parti foi erguido no alto da cruz;</a:t>
            </a:r>
            <a:r>
              <a:rPr lang="en-US" altLang="pt-BR" sz="4000" i="1"/>
              <a:t> </a:t>
            </a:r>
            <a:r>
              <a:rPr lang="en-US" altLang="pt-BR" sz="4000" b="1" i="1"/>
              <a:t>Aceita agora de Deus o favor;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vem, sem demora a Cristo, </a:t>
            </a:r>
            <a:br>
              <a:rPr lang="en-US" altLang="pt-BR" sz="4000" b="1" i="1"/>
            </a:br>
            <a:r>
              <a:rPr lang="en-US" altLang="pt-BR" sz="4000" b="1" i="1"/>
              <a:t>O Senhor.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353 – Vem, ó Pródigo </vt:lpstr>
      <vt:lpstr>Ó tu qu’inda vagas no mundo d’horror, Nas trevas e na escuridão,  Por que não descansas em Cristo,  O Senhor,  Que trouxe do céu Salvação.  </vt:lpstr>
      <vt:lpstr>Ó vem, ó pródigo, ó vem a Jesus; Parti foi erguido no alto da cruz; Aceita agora de Deus o favor;  O vem, sem demora a Cristo,  O Senhor.  </vt:lpstr>
      <vt:lpstr>O mundo jazia na dura prisão,  Mas Cristo, a porta abriu;  Ó crê na mensagem que dá salvação, Pois Cristo na cruz te remiu!  </vt:lpstr>
      <vt:lpstr>Ó vem, ó pródigo, ó vem a Jesus; Parti foi erguido no alto da cruz; Aceita agora de Deus o favor;  O vem, sem demora a Cristo,  O Senhor.  </vt:lpstr>
      <vt:lpstr>Que gozo completo terás em Jesus,  Se aceitares o Seu perdão;  Ó deixa o pecado e vem para a luz; Entrega o teu coração.</vt:lpstr>
      <vt:lpstr>Ó vem, ó pródigo, ó vem a Jesus; Parti foi erguido no alto da cruz; Aceita agora de Deus o favor;  O vem, sem demora a Cristo,  O Senhor.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353 – Vem, ó Pródigo </dc:title>
  <dc:creator>Junior</dc:creator>
  <cp:lastModifiedBy>Emerson Souza</cp:lastModifiedBy>
  <cp:revision>1</cp:revision>
  <dcterms:created xsi:type="dcterms:W3CDTF">2005-12-26T21:17:04Z</dcterms:created>
  <dcterms:modified xsi:type="dcterms:W3CDTF">2026-05-02T22:06:23Z</dcterms:modified>
</cp:coreProperties>
</file>