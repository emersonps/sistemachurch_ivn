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16C200-F148-FE08-1BC6-A652536D0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7BDD36-55A5-1AA3-D0E3-7ECC74C30F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D63C4B-BE25-2336-5443-1E6D866CC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C73304-F597-B417-66F2-4D30913D4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DFBCCF-7EE0-8888-EE10-22231DF61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77CB6A-A353-450A-80F0-F5613D73A52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84514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12DB5F-BC12-E5F1-1E2E-0BF46FC20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F8A7BE-FC7F-CF1D-C282-93E62E841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F32BB9-E7E7-7E3A-DB88-918DF24F1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2456CC0-F99E-AC84-1D82-D175827A7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FEA8A8-FB4B-28BC-D1CC-991E723B4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EFEB07-D502-4892-82B1-76D6967D23B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4530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A13A3C-2FE5-8B58-4AA4-50EEC63C5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16010B-30B7-7FAC-2AF2-58BA800B2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26330F-124F-B27D-686A-322809F86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CD2ADF-31A6-B2BC-544B-600A32A40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73F4FB-EF4F-EDD1-E1B5-9AB00C70A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43C360-9EF4-4203-BE3A-DE79F145DC7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50527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64E181-36B9-059C-9B1F-F08C5E34A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A898B7-9059-DBEA-D457-B54639867E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F6BCB46-4B48-075E-2AD6-EF4E36448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5E9AC32-3390-2150-E899-1F1BEC808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4D07EA3-508F-B2DD-840E-26D6772EB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DC5368D-8D26-E09A-1B30-E654B7077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F1A41F-BDB2-403B-B045-9BC5AFBC471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895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14D708-7500-F593-1A59-4A9C4915F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08EB36-CD04-E986-695F-F68E7B927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9B3B97E-9C0D-4432-DDC5-ABAFFCB03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B734BB4-F204-E7B0-C1B4-5F4B8238B1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C5EE727-5AFA-CC8E-3DF2-E72E3BC777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B88B75B-1F4F-9F7D-60C0-F8ABCEB42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84FD787-59F2-CABD-2232-940A76541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4C81EE9-8FA7-F583-D351-9AD1A5553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2D8FF0-ABF7-46DE-83C1-424560F6CF8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81511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4B4FC6-D386-F069-DCAE-029017FC7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44ED4B2-2285-A6E7-6DD8-A2E7484BE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17442E6-DB9E-232B-D6CA-4E157D363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1477EAA-F432-2337-DAF8-CCC2111AA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C0E2B8-F810-4752-B9B9-BEC268467C2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4226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867E2B-DF64-543A-4279-393CD2F13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18C588A-F449-E1F9-59CB-8172D2AB7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6210CFD-C896-50C9-AE69-DBBD2ECC7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0830B3-DF35-430D-ABB2-E3791864C21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69697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39A99D-CB78-47EF-1ABD-4FC76AF99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F367D6-573C-975B-6AB9-6AD060633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9B5594F-6DBB-7AC8-C3D5-5B6DA4D12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D3D22AA-14F9-43B6-CA2F-041ED68F3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119AAD5-CE5B-5B6D-EA12-DC5745078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21EE330-A0BE-716C-F763-37DA6F46B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211CE1-B43C-4FA2-B9ED-B7B2D78F473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93345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D484-28E4-6709-F8A3-583D799EE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9C073F4-181F-6D88-AE21-8660E39C78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22B9AD6-B36E-0BCF-2820-154647812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A7B32AE-EF5F-BE99-2A5A-9F1FFD5C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3D31559-D8F4-DAFC-D548-42A9EDCC2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6C57CC-036E-E70D-7502-66A07A150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721862-BF42-4384-A025-90340866ED8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42234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A1884-008D-8748-E134-9CAC92216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9C57FA7-A756-B2E8-8D45-61540F71C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9CCB95-B4DF-5598-63A6-B1F32F003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F0BF86-DDEA-6440-70B0-E24A59CD9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9649C2-39C9-AEAD-D4AA-BAC555DAB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F129D4-BED5-41E1-A2E2-866CAEB222A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89327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BB1950C-E3B9-50F9-86C8-58807CAAE2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12A79E2-D75E-6445-A64F-8E77860AA0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B8956F-7779-CACB-4526-79CEDCE5C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F28EE7-14C7-B622-4CB0-5DF502FC4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AD783F-5588-7B04-A4A1-A33355B81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11BDB2-0858-4B57-AE67-5E225E10D04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74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0908452-7494-EF6E-5FB2-CA2E5C0170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AE517C6-2C63-78DF-7728-31FCBB36B6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8682500-636F-4F71-4065-23BF75E98FB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0748A9C-D918-7317-1DEF-61A0ACF028B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A293E53-26FB-FED0-8980-36249316A0D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24B1114-7F28-4663-B7C0-03F1A7357FF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5F1091D-E6D2-D912-9870-3BE9D522781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000" b="1"/>
              <a:t>455</a:t>
            </a:r>
            <a:br>
              <a:rPr lang="pt-BR" altLang="pt-BR" sz="4000" b="1"/>
            </a:br>
            <a:r>
              <a:rPr lang="pt-BR" altLang="pt-BR" sz="4000" b="1"/>
              <a:t>O POVO DE DEUS NA TERRA</a:t>
            </a:r>
            <a:endParaRPr lang="en-US" altLang="pt-BR" sz="4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4746BAF-E3CD-71A4-96C0-6431D7BFEF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/>
              <a:t>O povo de Deus, aqui na terra tem um sinal: </a:t>
            </a:r>
            <a:br>
              <a:rPr lang="pt-BR" altLang="pt-BR"/>
            </a:br>
            <a:r>
              <a:rPr lang="pt-BR" altLang="pt-BR"/>
              <a:t>Povo que vive em santa guerra contra o mal; </a:t>
            </a:r>
            <a:br>
              <a:rPr lang="pt-BR" altLang="pt-BR"/>
            </a:br>
            <a:r>
              <a:rPr lang="pt-BR" altLang="pt-BR"/>
              <a:t>Povo que espera a Jesus Cristo, que presto vem </a:t>
            </a:r>
            <a:br>
              <a:rPr lang="pt-BR" altLang="pt-BR"/>
            </a:br>
            <a:r>
              <a:rPr lang="pt-BR" altLang="pt-BR"/>
              <a:t>E pois Ele mesmo, quem nos diz isto:  "Vigiai mui bem".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77BACC3-AA6F-947E-1AFA-0908526F2F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/>
              <a:t>A minha paz, sim, não a do mundo, </a:t>
            </a:r>
            <a:br>
              <a:rPr lang="pt-BR" altLang="pt-BR"/>
            </a:br>
            <a:r>
              <a:rPr lang="pt-BR" altLang="pt-BR"/>
              <a:t>Eu vos darei O coração de gozo profundo, </a:t>
            </a:r>
            <a:br>
              <a:rPr lang="pt-BR" altLang="pt-BR"/>
            </a:br>
            <a:r>
              <a:rPr lang="pt-BR" altLang="pt-BR"/>
              <a:t>Eu encherei;</a:t>
            </a:r>
            <a:br>
              <a:rPr lang="pt-BR" altLang="pt-BR"/>
            </a:br>
            <a:r>
              <a:rPr lang="pt-BR" altLang="pt-BR"/>
              <a:t>Com o Seu braço Ele nos guia, </a:t>
            </a:r>
            <a:br>
              <a:rPr lang="pt-BR" altLang="pt-BR"/>
            </a:br>
            <a:r>
              <a:rPr lang="pt-BR" altLang="pt-BR"/>
              <a:t>oh! grande amor Para os que Lhe pedem, </a:t>
            </a:r>
            <a:br>
              <a:rPr lang="pt-BR" altLang="pt-BR"/>
            </a:br>
            <a:r>
              <a:rPr lang="pt-BR" altLang="pt-BR"/>
              <a:t>logo envia o Consolador!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8EE1688-1B9A-57E1-DCD5-A62EB1ACDB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/>
              <a:t>ó vinde a Mim, Jesus convida, quem sede tem! </a:t>
            </a:r>
            <a:br>
              <a:rPr lang="pt-BR" altLang="pt-BR"/>
            </a:br>
            <a:r>
              <a:rPr lang="pt-BR" altLang="pt-BR"/>
              <a:t>Beber, vinde, da àgua da vida, celeste bem! </a:t>
            </a:r>
            <a:br>
              <a:rPr lang="pt-BR" altLang="pt-BR"/>
            </a:br>
            <a:r>
              <a:rPr lang="pt-BR" altLang="pt-BR"/>
              <a:t>Cristo sacia a alma sedenta do pecador! </a:t>
            </a:r>
            <a:br>
              <a:rPr lang="pt-BR" altLang="pt-BR"/>
            </a:br>
            <a:r>
              <a:rPr lang="pt-BR" altLang="pt-BR"/>
              <a:t>Salva, purifica e alimenta, enche de amor!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19DA712-B7D7-FF93-3788-353CFFCEB2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 sz="4000"/>
              <a:t>Em Cristo, crendo sempre </a:t>
            </a:r>
            <a:br>
              <a:rPr lang="pt-BR" altLang="pt-BR" sz="4000"/>
            </a:br>
            <a:r>
              <a:rPr lang="pt-BR" altLang="pt-BR" sz="4000"/>
              <a:t>O seguindo quão doce é </a:t>
            </a:r>
            <a:br>
              <a:rPr lang="pt-BR" altLang="pt-BR" sz="4000"/>
            </a:br>
            <a:r>
              <a:rPr lang="pt-BR" altLang="pt-BR" sz="4000"/>
              <a:t>A paz profunda e o amor sentindo: </a:t>
            </a:r>
            <a:br>
              <a:rPr lang="pt-BR" altLang="pt-BR" sz="4000"/>
            </a:br>
            <a:r>
              <a:rPr lang="pt-BR" altLang="pt-BR" sz="4000"/>
              <a:t>Tudo por Feliz o homem que guarda isto, </a:t>
            </a:r>
            <a:br>
              <a:rPr lang="pt-BR" altLang="pt-BR" sz="4000"/>
            </a:br>
            <a:r>
              <a:rPr lang="pt-BR" altLang="pt-BR" sz="4000"/>
              <a:t>pois vida tem Há de reinar sempre </a:t>
            </a:r>
            <a:br>
              <a:rPr lang="pt-BR" altLang="pt-BR" sz="4000"/>
            </a:br>
            <a:r>
              <a:rPr lang="pt-BR" altLang="pt-BR" sz="4000"/>
              <a:t>com Jesus Cristo na mansão de além.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455 O POVO DE DEUS NA TERRA</vt:lpstr>
      <vt:lpstr>O povo de Deus, aqui na terra tem um sinal:  Povo que vive em santa guerra contra o mal;  Povo que espera a Jesus Cristo, que presto vem  E pois Ele mesmo, quem nos diz isto:  "Vigiai mui bem". </vt:lpstr>
      <vt:lpstr>A minha paz, sim, não a do mundo,  Eu vos darei O coração de gozo profundo,  Eu encherei; Com o Seu braço Ele nos guia,  oh! grande amor Para os que Lhe pedem,  logo envia o Consolador! </vt:lpstr>
      <vt:lpstr>ó vinde a Mim, Jesus convida, quem sede tem!  Beber, vinde, da àgua da vida, celeste bem!  Cristo sacia a alma sedenta do pecador!  Salva, purifica e alimenta, enche de amor! </vt:lpstr>
      <vt:lpstr>Em Cristo, crendo sempre  O seguindo quão doce é  A paz profunda e o amor sentindo:  Tudo por Feliz o homem que guarda isto,  pois vida tem Há de reinar sempre  com Jesus Cristo na mansão de além.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455 - O POVO DE DEUS NA TERRA</dc:title>
  <dc:creator>Montagna</dc:creator>
  <cp:lastModifiedBy>Emerson Souza</cp:lastModifiedBy>
  <cp:revision>2</cp:revision>
  <dcterms:created xsi:type="dcterms:W3CDTF">2005-10-21T13:33:14Z</dcterms:created>
  <dcterms:modified xsi:type="dcterms:W3CDTF">2026-05-02T22:15:10Z</dcterms:modified>
</cp:coreProperties>
</file>