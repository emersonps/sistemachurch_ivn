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00"/>
    <a:srgbClr val="0048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B79B0-3E38-41BA-0C2C-912DFA368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2DD34F-FB75-213C-AB63-492ADF37D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C57E01-10AD-E5A8-BC90-4867347CB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A8D2FD-1224-9780-EF58-950D0641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3C14C8-E240-C684-5717-A51A0D57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082199-D7E0-433C-A50B-FC8FEC5E7F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012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AC545-ABAD-AE0E-3668-DB2E6F55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53A12A-B46C-0889-60EF-591DC497B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84B1AF-60DD-2B25-4FA6-1E2BE649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9A17AC-D94E-4E7A-4F77-866A6D1C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33B252-B9C0-A65B-224B-7F010D80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C3919E-B7EB-47D8-83EC-7DADF75FFB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283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A43A2-1243-9FC7-6E68-B9C6DE69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98B2AE-00C9-C569-0EBC-576D9030A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27570A-A6DA-3123-8F10-3199EE06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9BF7DE-CAFC-05BA-1B1C-886E8F2F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070461-3933-7AA5-6FB1-36648509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6F0822-5431-4976-B009-1C0A46C08E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788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1AF91-097B-D5F4-D82F-6BC91279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CB5790-1FC1-01F9-2D17-73F7752F8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66D57F-7653-D104-ED54-11E9B2DD9B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EC7E13-4295-33B7-C281-5058C2A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6BE76A-46CA-C51B-D909-4001A276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B1B536-7F6B-A50A-8343-2CF26D43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76884-CFAC-4E38-AFAD-A843AA9CD3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950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9019F-EF27-A551-9B19-287BF8724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C24B92-A1F3-1555-F1B0-D2B0FEC1A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2C982B-FFAC-DCF1-C288-5472D37BD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F6778F-BFA4-FCA9-2D70-FFA1167A3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D1F6C0-A63E-22CC-B944-61F1E84B8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72DE6D-E6A0-B87A-896D-9944DD78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B64169-0A0E-290A-D418-3DEDD77CE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26DE887-7AAC-D9E8-E9A5-FED953EA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98369C-D79A-42A5-BDE3-7C17550475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614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0858D-E84A-6E30-C8AE-5D8B98B6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AF6326-66FC-C69B-515A-DF8EDF83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7DC54C-8642-E7E0-9977-42D1C626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7C215D-F921-7BC5-7C8B-CA33D476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963B7F-114E-4253-BFF7-3AC0E932C9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873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AABB41-C4EC-E99E-F32A-5B4FA87DE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834673-8F93-9A4D-7872-1815F40C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235AB0-2CC7-56DD-AEF4-76D8E43A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A7ADAB-9995-43C6-BFF1-7191BA4ABC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087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59C59-3421-9996-3884-0BCB5539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A8997-3A9A-A452-185E-9DC37B10E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C966EB-84C6-3FCA-C9F1-2E1681A7B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802606-61D9-1EE7-5D67-CEC1C524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58287F-4385-C98F-1CE6-FE68A3A4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1DD438-2ED5-7DD7-6FF9-34D2D97C9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E5433A-4983-41A5-8206-E4777AAB71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905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67959-9790-51D0-4D2D-E3FA6F3B8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4B8032-84FA-8599-963C-1244715AD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E10464-AAAA-6560-0325-42EE4B0BB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720BFD-3A76-5F6C-4DF8-D0949D9E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16DD37-24AF-518A-66CA-B763CECD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51230C-962E-6C6B-521A-A3410880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DA0802-7277-4D20-A28D-1AE5657DC0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218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663FA-ED60-87B1-DB20-A4AD3270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13BDE5-8B1F-7679-0350-696F012FD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E9A0E2-8771-C2F6-0B67-96DF3037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612368-0414-B8FC-28A0-3F59A283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8DEA55-1ABB-ECF0-EF1C-D3D20D75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D59758-E97B-4636-825E-62522D0973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797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3FF918-A68A-40D7-A944-A4C849A18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4D69D6-2C81-78EA-E277-6D6112888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0B91D8-FA69-CA3A-48FA-1AD45BCC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BC3490-4E6E-915A-0B79-0FCF26CD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76BA80-C3CA-0B18-A6DF-E3EDBDF6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6D61FD-CB46-4F84-A5C6-F260BC287F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471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BA6EFD-3735-5EE6-0B46-1481D269C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72A17E-C740-0424-30EB-CA3828D9C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1E0C96-2D05-B2FF-7D36-3E9C4A3242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E0AA9-EF3B-B531-9225-0E0D8EEE9A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0B29F2-BED0-4600-DC9A-1B830FB391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D65D6FE-759D-4D6E-8DD6-D89931A5B67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3C7CE25-052E-CA0B-DB1B-C3C22606B0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>
                <a:solidFill>
                  <a:srgbClr val="005800"/>
                </a:solidFill>
                <a:latin typeface="Algerian" panose="04020705040A02060702" pitchFamily="82" charset="0"/>
              </a:rPr>
              <a:t>324</a:t>
            </a:r>
            <a:br>
              <a:rPr lang="pt-BR" altLang="pt-BR" sz="4400" b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4400" b="1">
                <a:solidFill>
                  <a:srgbClr val="005800"/>
                </a:solidFill>
                <a:latin typeface="Algerian" panose="04020705040A02060702" pitchFamily="82" charset="0"/>
              </a:rPr>
              <a:t>JESUS, O MELHOR AMIGO</a:t>
            </a:r>
            <a:endParaRPr lang="en-US" altLang="pt-BR" sz="4400" b="1">
              <a:solidFill>
                <a:srgbClr val="0058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B380D1E-3561-D669-1770-98186AFFE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Meu Jesus é o melhor amigo,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NEle ponho toda a minha fé;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Minhas chagas quer sarar,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E minh'alma consolar,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Oh, Jesus é o melhor amigo!</a:t>
            </a:r>
            <a:r>
              <a:rPr lang="en-US" altLang="pt-BR">
                <a:solidFill>
                  <a:srgbClr val="0058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3DCDF18-2176-20A2-9A2F-56863552C2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Sempre prestes a ajudar,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Ele a todos quer salvar,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Sim, Jesus é o melhor amigo!</a:t>
            </a:r>
            <a:endParaRPr lang="en-US" altLang="pt-BR" sz="3600" b="1" i="1">
              <a:solidFill>
                <a:srgbClr val="0058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1813A51-85D7-2CE4-9347-BD5A31011F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Meu Jesus é o fiel amigo,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E me dá Sua força e poder;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Torna em gozo minha dor,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Me inspira, dá valor;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Oh! Jesus é o melhor amigo!</a:t>
            </a:r>
            <a:r>
              <a:rPr lang="en-US" altLang="pt-BR">
                <a:solidFill>
                  <a:srgbClr val="0058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81BB98D-21F8-3C24-B972-F64B34425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Sempre prestes a ajudar,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Ele a todos quer salvar,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Sim, Jesus é o melhor amigo!</a:t>
            </a:r>
            <a:endParaRPr lang="en-US" altLang="pt-BR" sz="3600" b="1" i="1">
              <a:solidFill>
                <a:srgbClr val="0058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4E395E3-961E-654A-5B71-2736C0BBA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Quando as ondas se embravecem,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E meu barco querem afundar, 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Ele dá-me calma e paz,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E bonança sempre traz,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Sim Jesus é o melhor amigo!</a:t>
            </a:r>
            <a:r>
              <a:rPr lang="en-US" altLang="pt-BR">
                <a:solidFill>
                  <a:srgbClr val="005800"/>
                </a:solidFill>
                <a:latin typeface="Algerian" panose="04020705040A02060702" pitchFamily="82" charset="0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9F4A3D2-8F8D-4384-0688-599C1BD80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Sempre prestes a ajudar,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Ele a todos quer salvar,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Sim, Jesus é o melhor amigo!</a:t>
            </a:r>
            <a:endParaRPr lang="en-US" altLang="pt-BR" sz="3600" b="1" i="1">
              <a:solidFill>
                <a:srgbClr val="0058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0906700-8B54-2541-96A0-EDA7955CB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Ele deu a Sua própria vida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P'ra salvar o ímpio pecador;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Oh! Jamais me quer deixar,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Nunca me desamparar!</a:t>
            </a:r>
            <a:b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>
                <a:solidFill>
                  <a:srgbClr val="005800"/>
                </a:solidFill>
                <a:latin typeface="Algerian" panose="04020705040A02060702" pitchFamily="82" charset="0"/>
              </a:rPr>
              <a:t>Sim, Jesus é o melhor amigo!</a:t>
            </a:r>
            <a:endParaRPr lang="en-US" altLang="pt-BR">
              <a:solidFill>
                <a:srgbClr val="0058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F96D30F-4BC2-D762-B5ED-23C26170E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Jesus é o melhor amigo,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Sempre prestes a ajudar, 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Ele a todos quer salvar,</a:t>
            </a:r>
            <a:b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</a:br>
            <a:r>
              <a:rPr lang="pt-BR" altLang="pt-BR" sz="3600" b="1" i="1">
                <a:solidFill>
                  <a:srgbClr val="005800"/>
                </a:solidFill>
                <a:latin typeface="Algerian" panose="04020705040A02060702" pitchFamily="82" charset="0"/>
              </a:rPr>
              <a:t>Sim, Jesus é o melhor amigo!</a:t>
            </a:r>
            <a:endParaRPr lang="en-US" altLang="pt-BR" sz="3600" b="1" i="1">
              <a:solidFill>
                <a:srgbClr val="005800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Algerian</vt:lpstr>
      <vt:lpstr>Design padrão</vt:lpstr>
      <vt:lpstr>324 JESUS, O MELHOR AMIGO</vt:lpstr>
      <vt:lpstr>Meu Jesus é o melhor amigo,  NEle ponho toda a minha fé;  Minhas chagas quer sarar,  E minh'alma consolar,  Oh, Jesus é o melhor amigo! </vt:lpstr>
      <vt:lpstr>Jesus é o melhor amigo,  Jesus é o melhor amigo,  Sempre prestes a ajudar,  Ele a todos quer salvar, Sim, Jesus é o melhor amigo!</vt:lpstr>
      <vt:lpstr>Meu Jesus é o fiel amigo, E me dá Sua força e poder;  Torna em gozo minha dor,  Me inspira, dá valor; Oh! Jesus é o melhor amigo! </vt:lpstr>
      <vt:lpstr>Jesus é o melhor amigo,  Jesus é o melhor amigo,  Sempre prestes a ajudar,  Ele a todos quer salvar, Sim, Jesus é o melhor amigo!</vt:lpstr>
      <vt:lpstr>Quando as ondas se embravecem,  E meu barco querem afundar,  Ele dá-me calma e paz, E bonança sempre traz, Sim Jesus é o melhor amigo! </vt:lpstr>
      <vt:lpstr>Jesus é o melhor amigo,  Jesus é o melhor amigo,  Sempre prestes a ajudar,  Ele a todos quer salvar, Sim, Jesus é o melhor amigo!</vt:lpstr>
      <vt:lpstr>Ele deu a Sua própria vida P'ra salvar o ímpio pecador; Oh! Jamais me quer deixar, Nunca me desamparar! Sim, Jesus é o melhor amigo!</vt:lpstr>
      <vt:lpstr>Jesus é o melhor amigo,  Jesus é o melhor amigo,  Sempre prestes a ajudar,  Ele a todos quer salvar, Sim, Jesus é o melhor amigo!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324 - JESUS, O MELHOR AMIGO</dc:title>
  <dc:creator>Montagna</dc:creator>
  <cp:lastModifiedBy>Emerson Souza</cp:lastModifiedBy>
  <cp:revision>4</cp:revision>
  <dcterms:created xsi:type="dcterms:W3CDTF">2005-10-19T10:30:22Z</dcterms:created>
  <dcterms:modified xsi:type="dcterms:W3CDTF">2026-05-02T22:03:54Z</dcterms:modified>
</cp:coreProperties>
</file>