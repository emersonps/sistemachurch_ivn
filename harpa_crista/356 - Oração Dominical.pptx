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7D6AAA8-8DCE-697F-4142-DFC87578E4C6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DCFE14A-C72D-E584-85A1-B138AE7AA97F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BEAF034-8E1C-1B3B-2958-0E7CDB07A21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29E0F3A9-832E-FC9F-A324-BAB506BDE8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4AD39A34-E2BD-892E-528C-DB42C233EF2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F41F462-DF75-425E-8EB1-B169ACBA80B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D74CF-1A0B-A797-94AB-DA4899CF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8FE1F4-6290-169A-C24D-0497D8500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7132F5-BECF-14BE-C546-6B9C0128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EAFA08-DEB1-58EC-6E0D-A9D2EE06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22B16E-8F9D-DC40-7245-ACC8836D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BC0AD-DD53-44C9-8C15-4E581F8243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400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80AC3-3F20-DCDB-C56F-58E98C33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EC9557-6352-C6F8-E2A8-548EBD743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5E24A-45F7-78F6-D3B4-4521FCE6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4E8EE2-811D-EC23-FB61-F3DCEB93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F37CA3-12D4-3E2E-6325-C756680E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D1CFC8-90D2-4BBE-AB77-3BA3AF292E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385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2DDAD-019F-181D-9047-309F455A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315B3E-1969-6189-0164-83FA1CC67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15E95C-B790-06BA-EE36-2E34B6F7E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799A97-5621-C1D7-6DB9-75EB6312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12FC0D-B6B2-328A-E90E-464F6163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A93D01-FB26-93B1-6923-D52B3868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32CFE-3504-4AB6-8295-09F4040082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86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A16FE-B993-F153-B708-A5AFFEAE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C52673-EFCD-0BB8-368B-8234C70FF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FC58E4-9E58-AB3B-D821-F7D9F2A8E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9213CF-7EB4-3841-4349-6112B120F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C418A2-C3A7-D16C-FA88-4B7E68CB8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7918837-A5D3-8B26-4FDE-8B314258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2F68AE-BA4A-F809-DBC5-6DBCB94E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AA746D-26C4-BD9E-B8D9-BD86C0AA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F09DD-F476-41ED-BE0A-87225FA26C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9537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E0A08-BD40-A670-68E2-B121D62B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56D50A-0D81-2FCD-B6CF-643E5250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C66B9B-A2EA-5D72-1058-BC6266BA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97FBB3-8B0F-6A58-4AD2-1855C7CA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6C7AAE-1BC3-49C9-9261-B9622E36DE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396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3B1D3E-C9E3-B281-D580-8CC031B8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C5BA9E-7803-5E36-91F5-B7C35E94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1CAE21-5C91-2BCB-3010-C81F066A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E2595-F8D4-4E53-B47B-BEAA1CF3DB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94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15EB2-4C7F-250B-0772-CD84C0356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496950-23B6-5FEA-A451-4B12A6195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2E220B-E17D-0A3E-ABD6-3131BC0FE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966472-EAD8-982B-A8A4-94D9C056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5D2977-F272-4D58-73AE-BC66FDA5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74C097-739C-2018-C686-36125563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AE431-9087-4686-BC68-F2A302D5ED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3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DC3D5-327E-F808-603D-C9425165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FC0B18F-7151-2523-9664-617FB7CC1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191492-B6B0-02CA-F97B-3C356A6D2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DD3DFD-7DCC-50E2-B152-FC43ACC8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D26CB4-CCD4-730C-7BDA-BAECE096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58E7DB-DC94-78B8-CCE3-6C8384F9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F87B3-D882-404B-AD32-70695DC292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273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4E5D1-823C-CDB1-0BC6-9443499E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FE98F5-FBAA-4EF7-DB9C-EF8FDF672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420999-140F-A282-98E9-5F258541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357565-7BCD-ED59-8BC4-07DC6BBE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8C313E-BBC7-091D-5D3C-ABD6EA27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0D91F-BFE5-4164-8EDE-9511D420C4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340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999BC3-F87F-6040-14DD-E1281067E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CC90B2-47B0-D569-2F09-29F6201EE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73F839-65D8-1BB3-C8F9-69E3667D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8854D9-1E46-CC67-0A48-E0A54D7A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9ACB27-35FE-4C2E-B62F-C16781FD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C5DCCD-1FFE-48CF-B6BB-2299A9AF45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928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9F9D129-E2D2-0736-7D9C-6F701D020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C9AA962-8D90-7386-DA60-6850C50BD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CABCC1C-87D6-69CC-B9A2-416D21F391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AF831A2B-8495-72E9-8ED6-9C765E2C80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C82C3CDA-9AA9-36C1-F25C-176BA8939D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fld id="{C575DA9A-5857-494C-8EBF-DF175D8ACF6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39380D4-E7C7-82DD-7102-2CC510F500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pt-BR" sz="4000" b="1"/>
              <a:t>356 – Oração Dominical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486780B-6B87-86B1-3421-A4145D9BB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Ó nosso Pai que estás no céu, </a:t>
            </a:r>
            <a:br>
              <a:rPr lang="en-US" altLang="pt-BR" sz="4000" i="1"/>
            </a:br>
            <a:r>
              <a:rPr lang="en-US" altLang="pt-BR" sz="4000" i="1"/>
              <a:t>Do universo o benfeitor; </a:t>
            </a:r>
            <a:br>
              <a:rPr lang="en-US" altLang="pt-BR" sz="4000" i="1"/>
            </a:br>
            <a:r>
              <a:rPr lang="en-US" altLang="pt-BR" sz="4000" i="1"/>
              <a:t>Santificado seja o nome Teu, </a:t>
            </a:r>
            <a:br>
              <a:rPr lang="en-US" altLang="pt-BR" sz="4000" i="1"/>
            </a:br>
            <a:r>
              <a:rPr lang="en-US" altLang="pt-BR" sz="4000" i="1"/>
              <a:t>O glorioso Deus de amor!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5A6FED9-6B3A-F98D-98C6-D1BBEB790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 reino Teu, venha com poder, Conforme o anúncio Teu; </a:t>
            </a:r>
            <a:br>
              <a:rPr lang="en-US" altLang="pt-BR" sz="4000" i="1"/>
            </a:br>
            <a:r>
              <a:rPr lang="en-US" altLang="pt-BR" sz="4000" i="1"/>
              <a:t>E seja feito sempre Teu querer, </a:t>
            </a:r>
            <a:br>
              <a:rPr lang="en-US" altLang="pt-BR" sz="4000" i="1"/>
            </a:br>
            <a:r>
              <a:rPr lang="en-US" altLang="pt-BR" sz="4000" i="1"/>
              <a:t>Na terra, como lá no céu.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7A60E76-2AB0-822C-36CB-4D50A6897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 cada dia o nosso pão, </a:t>
            </a:r>
            <a:br>
              <a:rPr lang="en-US" altLang="pt-BR" sz="4000" i="1"/>
            </a:br>
            <a:r>
              <a:rPr lang="en-US" altLang="pt-BR" sz="4000" i="1"/>
              <a:t>Dá-nos Senhor, e sem faltar; </a:t>
            </a:r>
            <a:br>
              <a:rPr lang="en-US" altLang="pt-BR" sz="4000" i="1"/>
            </a:br>
            <a:r>
              <a:rPr lang="en-US" altLang="pt-BR" sz="4000" i="1"/>
              <a:t>E nossas almas que sedentas estão, Vem para sempre saciar.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0826657-450C-BEDD-4B59-07528B374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Vem perdoar nossas faltas, vem, </a:t>
            </a:r>
            <a:br>
              <a:rPr lang="en-US" altLang="pt-BR" sz="4000" i="1"/>
            </a:br>
            <a:r>
              <a:rPr lang="en-US" altLang="pt-BR" sz="4000" i="1"/>
              <a:t>Pai glorioso eterna!; </a:t>
            </a:r>
            <a:br>
              <a:rPr lang="en-US" altLang="pt-BR" sz="4000" i="1"/>
            </a:br>
            <a:r>
              <a:rPr lang="en-US" altLang="pt-BR" sz="4000" i="1"/>
              <a:t>Pois perdoado temos nós, também, </a:t>
            </a:r>
            <a:br>
              <a:rPr lang="en-US" altLang="pt-BR" sz="4000" i="1"/>
            </a:br>
            <a:r>
              <a:rPr lang="en-US" altLang="pt-BR" sz="4000" i="1"/>
              <a:t>Os que a nós fizeram mal.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F54889A-CFC0-844F-5988-046BB1B64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Da tentação queiras nos livrar, </a:t>
            </a:r>
            <a:br>
              <a:rPr lang="en-US" altLang="pt-BR" sz="4000" i="1"/>
            </a:br>
            <a:r>
              <a:rPr lang="en-US" altLang="pt-BR" sz="4000" i="1"/>
              <a:t>E do mal nos afastar bem, </a:t>
            </a:r>
            <a:br>
              <a:rPr lang="en-US" altLang="pt-BR" sz="4000" i="1"/>
            </a:br>
            <a:r>
              <a:rPr lang="en-US" altLang="pt-BR" sz="4000" i="1"/>
              <a:t>Pois Te pertence o céu, a terra e o mar. </a:t>
            </a:r>
            <a:br>
              <a:rPr lang="en-US" altLang="pt-BR" sz="4000" i="1"/>
            </a:br>
            <a:r>
              <a:rPr lang="en-US" altLang="pt-BR" sz="4000" i="1"/>
              <a:t>O reino para sempre,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xturizado">
  <a:themeElements>
    <a:clrScheme name="Texturizad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izad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exturizad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izad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9</TotalTime>
  <Words>153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Tahoma</vt:lpstr>
      <vt:lpstr>Wingdings</vt:lpstr>
      <vt:lpstr>Texturizado</vt:lpstr>
      <vt:lpstr>356 – Oração Dominical </vt:lpstr>
      <vt:lpstr>Ó nosso Pai que estás no céu,  Do universo o benfeitor;  Santificado seja o nome Teu,  O glorioso Deus de amor!  </vt:lpstr>
      <vt:lpstr>O reino Teu, venha com poder, Conforme o anúncio Teu;  E seja feito sempre Teu querer,  Na terra, como lá no céu.  </vt:lpstr>
      <vt:lpstr>E cada dia o nosso pão,  Dá-nos Senhor, e sem faltar;  E nossas almas que sedentas estão, Vem para sempre saciar.  </vt:lpstr>
      <vt:lpstr>Vem perdoar nossas faltas, vem,  Pai glorioso eterna!;  Pois perdoado temos nós, também,  Os que a nós fizeram mal.  </vt:lpstr>
      <vt:lpstr>Da tentação queiras nos livrar,  E do mal nos afastar bem,  Pois Te pertence o céu, a terra e o mar.  O reino para sempre, amém!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356 – Oração Dominical </dc:title>
  <dc:creator>Junior</dc:creator>
  <cp:lastModifiedBy>Emerson Souza</cp:lastModifiedBy>
  <cp:revision>3</cp:revision>
  <dcterms:created xsi:type="dcterms:W3CDTF">2005-12-26T22:36:20Z</dcterms:created>
  <dcterms:modified xsi:type="dcterms:W3CDTF">2026-05-02T22:06:37Z</dcterms:modified>
</cp:coreProperties>
</file>