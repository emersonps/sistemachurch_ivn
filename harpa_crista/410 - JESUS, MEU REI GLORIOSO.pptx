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D26EC-21C3-6935-330A-E320590AA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B05126-4669-3E77-17A7-DC9FF8BFB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BA514-F8F0-F548-2959-85E327D3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076599-F08E-C127-4E79-C6456C1E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71EB89-9464-9D1B-912B-12C413C3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B07CF-B546-4644-A3A4-1CECEEE479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608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58006-A3C7-6240-7794-D69B3A6E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B641D9-1777-C8A4-0112-F866B5D8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37ED4-74A7-B05F-92EF-D12AED9E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AE957E-4440-0D3E-A362-6D7A9EA7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0E687E-B7C0-B6F2-ED96-1EA1371B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48118B-C191-4374-A9FD-AD34E4933D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84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B7630-6CE0-9D6A-7341-D59427B1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0E0F60-A24B-8D1D-6B85-FAFABE993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1ACEEA-428E-C20C-FFEA-035C451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E1B72B-ADEE-3A8D-1D45-875CC4E5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5A314B-5E56-52A9-856B-37DA827C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BCBA46-391B-4958-80CD-79D24C193F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903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1C855-2457-B5E8-1994-4A250FD6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1B86DB-8C3F-8D19-37DA-ADAD7A864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9CB878-12EA-031E-5298-70DE2FDE0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B08BC4-D7C8-08EC-474D-7C8B22F3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C3AB2-BD41-3438-3EC1-91B1BE99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18668C-A0FF-A4E2-4445-ABDD2D04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A15A4-1E01-4EE2-9E96-0D93662E66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555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35BA8-008E-5D85-F573-63B85FCF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D3B12-A46D-15F3-985D-709F56D25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1EF399-5C7A-EEA7-49EF-823AA6C15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5C0281-EB67-683C-F82A-39EA0DC9C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C2CFF2-974F-F743-1343-7FFC06627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F78C85E-0849-4018-0752-D74838F8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ED06F7-1EB2-DDD5-5EDD-33F229F5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2B696B-522C-B62E-AD25-5177ED4B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90423-9478-48D8-8549-7D3618CFAA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925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BD876-9D54-2A06-E47D-F65CA21E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D43195-6D62-F7A4-F000-FD7EF1B5E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9491E2-CF9D-7DC7-1490-5031313F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60DDA5-BD6B-0AC2-6C5F-C4A2B372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82E5-8560-4BC2-A8A1-5B48C2EDEC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491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2F4590-0378-E468-BDF7-1788BF3E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B1EA15-339E-9135-7B79-84A33BF8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5BC860-C431-05F5-806A-5669836F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7114BD-CFC1-4880-A73F-66834C9D4A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614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5B4E9-EDB6-1A67-2D32-F91E3BE86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9B68D0-292F-7F7C-B3DF-45C75028C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6411E3-2845-CA12-1EAE-7788B8C9B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8A7619-4F26-90B6-2775-A89EACB7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49D882-7F5B-F72E-31A7-256D9A30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A8B785-16F8-E506-44E1-FAE68271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CF3D1-2D40-4B4F-9FDC-AD377FC83A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382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D9C67-F49C-2678-AFC6-CE9264C0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F084C9-3255-F2EF-2632-8FD09A3C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545A21-621D-3A12-D25B-6556F6AAD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DAD830-8EA3-F833-6A53-CD22BE32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0E93A2-ADE1-B337-5556-CE208723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1083D7-4E1C-620A-9685-E6E1CE5A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F1271B-2A8C-4E8C-967F-13BA89762D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400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7F025-4115-5E36-3900-A78A2962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B07629-7733-B685-D3D7-8502FE131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7590C5-99BB-704F-DAA7-20B75875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65A6C-4418-60EC-F624-84D49A1B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A9F95F-83EE-F805-1F6C-02181E66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DEE33-6293-4860-8553-7C492F8C1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322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6D40FC-356A-46F3-CCC3-DFF018114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3F6CDE-954E-3092-ED80-AB335DCF4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14C62E-044A-6089-1A49-1A8E4680A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85B553-EB6F-A5F8-A194-372EFC54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4F6A1F-8511-F696-4509-9972788D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CFD2C-C18F-432B-91E4-573EA2A2AF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693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3B51E3-AB0B-AA4D-5A46-A2E148BA7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1B96182-2ABF-9EAF-613C-2AE4C1D63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E15FE3-FB87-00F4-CD76-6EDC03FD4A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129B9B5-4188-83AB-482B-4526F97BF1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13E987-7C3A-9CBA-58EF-57D91E4CE4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6469F36-9238-4164-98CD-66619358E88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F229BA4-4E42-A58B-4617-9766B5D185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410</a:t>
            </a:r>
            <a:br>
              <a:rPr lang="pt-BR" altLang="pt-BR" sz="4000" b="1"/>
            </a:br>
            <a:r>
              <a:rPr lang="pt-BR" altLang="pt-BR" sz="4000" b="1"/>
              <a:t>JESUS, MEU REI GLORIOSO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726F7DA-2E29-F155-0B3F-2B60D1BC3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Jesus é meu Rei glorioso, </a:t>
            </a:r>
            <a:br>
              <a:rPr lang="pt-BR" altLang="pt-BR" sz="3600"/>
            </a:br>
            <a:r>
              <a:rPr lang="pt-BR" altLang="pt-BR" sz="3600"/>
              <a:t>É grato cantar-Lhe louvor; </a:t>
            </a:r>
            <a:br>
              <a:rPr lang="pt-BR" altLang="pt-BR" sz="3600"/>
            </a:br>
            <a:r>
              <a:rPr lang="pt-BR" altLang="pt-BR" sz="3600"/>
              <a:t>E Rei, mas me torna ditoso, </a:t>
            </a:r>
            <a:br>
              <a:rPr lang="pt-BR" altLang="pt-BR" sz="3600"/>
            </a:br>
            <a:r>
              <a:rPr lang="pt-BR" altLang="pt-BR" sz="3600"/>
              <a:t>Enchendo-me do Seu amor; </a:t>
            </a:r>
            <a:br>
              <a:rPr lang="pt-BR" altLang="pt-BR" sz="3600"/>
            </a:br>
            <a:r>
              <a:rPr lang="pt-BR" altLang="pt-BR" sz="3600"/>
              <a:t>Deixando  Seu trono de glória </a:t>
            </a:r>
            <a:br>
              <a:rPr lang="pt-BR" altLang="pt-BR" sz="3600"/>
            </a:br>
            <a:r>
              <a:rPr lang="pt-BR" altLang="pt-BR" sz="3600"/>
              <a:t>Me veio livrar desta escória.</a:t>
            </a:r>
            <a:br>
              <a:rPr lang="pt-BR" altLang="pt-BR" sz="3600"/>
            </a:br>
            <a:r>
              <a:rPr lang="pt-BR" altLang="pt-BR" sz="3600"/>
              <a:t>Já sou mui feliz, </a:t>
            </a:r>
            <a:br>
              <a:rPr lang="pt-BR" altLang="pt-BR" sz="3600"/>
            </a:br>
            <a:r>
              <a:rPr lang="pt-BR" altLang="pt-BR" sz="3600"/>
              <a:t>já sou mui feliz com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941DB96-769F-2539-9207-2A6CF6C4F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Jesus é meu Rei mui amado,</a:t>
            </a:r>
            <a:br>
              <a:rPr lang="pt-BR" altLang="pt-BR" sz="3600"/>
            </a:br>
            <a:r>
              <a:rPr lang="pt-BR" altLang="pt-BR" sz="3600"/>
              <a:t>Nas lutas, na dor, sempre está</a:t>
            </a:r>
            <a:br>
              <a:rPr lang="pt-BR" altLang="pt-BR" sz="3600"/>
            </a:br>
            <a:r>
              <a:rPr lang="pt-BR" altLang="pt-BR" sz="3600"/>
              <a:t>Paciente e humilde ao meu lado,</a:t>
            </a:r>
            <a:br>
              <a:rPr lang="pt-BR" altLang="pt-BR" sz="3600"/>
            </a:br>
            <a:r>
              <a:rPr lang="pt-BR" altLang="pt-BR" sz="3600"/>
              <a:t>Ajuda e consolo me dá;</a:t>
            </a:r>
            <a:br>
              <a:rPr lang="pt-BR" altLang="pt-BR" sz="3600"/>
            </a:br>
            <a:r>
              <a:rPr lang="pt-BR" altLang="pt-BR" sz="3600"/>
              <a:t>Por isso constante O sigo,</a:t>
            </a:r>
            <a:br>
              <a:rPr lang="pt-BR" altLang="pt-BR" sz="3600"/>
            </a:br>
            <a:r>
              <a:rPr lang="pt-BR" altLang="pt-BR" sz="3600"/>
              <a:t>Pois é meu Pastor e amigo.</a:t>
            </a:r>
            <a:br>
              <a:rPr lang="pt-BR" altLang="pt-BR" sz="3600"/>
            </a:br>
            <a:r>
              <a:rPr lang="pt-BR" altLang="pt-BR" sz="3600"/>
              <a:t>Já sou mui feliz, </a:t>
            </a:r>
            <a:br>
              <a:rPr lang="pt-BR" altLang="pt-BR" sz="3600"/>
            </a:br>
            <a:r>
              <a:rPr lang="pt-BR" altLang="pt-BR" sz="3600"/>
              <a:t>já sou mui feliz com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99AE83-37C3-4530-13F1-FD2474DAE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Jesus, que pudera eu dar-Te</a:t>
            </a:r>
            <a:br>
              <a:rPr lang="pt-BR" altLang="pt-BR" sz="3600"/>
            </a:br>
            <a:r>
              <a:rPr lang="pt-BR" altLang="pt-BR" sz="3600"/>
              <a:t>Por tanto amor para mim?</a:t>
            </a:r>
            <a:br>
              <a:rPr lang="pt-BR" altLang="pt-BR" sz="3600"/>
            </a:br>
            <a:r>
              <a:rPr lang="pt-BR" altLang="pt-BR" sz="3600"/>
              <a:t>bastante é servir-Te e amar-Te? </a:t>
            </a:r>
            <a:br>
              <a:rPr lang="pt-BR" altLang="pt-BR" sz="3600"/>
            </a:br>
            <a:r>
              <a:rPr lang="pt-BR" altLang="pt-BR" sz="3600"/>
              <a:t>E tudo entregar-me a Ti?</a:t>
            </a:r>
            <a:br>
              <a:rPr lang="pt-BR" altLang="pt-BR" sz="3600"/>
            </a:br>
            <a:r>
              <a:rPr lang="pt-BR" altLang="pt-BR" sz="3600"/>
              <a:t>Aceita, então, minha vida,</a:t>
            </a:r>
            <a:br>
              <a:rPr lang="pt-BR" altLang="pt-BR" sz="3600"/>
            </a:br>
            <a:r>
              <a:rPr lang="pt-BR" altLang="pt-BR" sz="3600"/>
              <a:t>Que a Ti só, se prostra rendida.</a:t>
            </a:r>
            <a:br>
              <a:rPr lang="pt-BR" altLang="pt-BR" sz="3600"/>
            </a:br>
            <a:r>
              <a:rPr lang="pt-BR" altLang="pt-BR" sz="3600"/>
              <a:t>Já sou mui feliz, </a:t>
            </a:r>
            <a:br>
              <a:rPr lang="pt-BR" altLang="pt-BR" sz="3600"/>
            </a:br>
            <a:r>
              <a:rPr lang="pt-BR" altLang="pt-BR" sz="3600"/>
              <a:t>já sou mui feliz com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410 JESUS, MEU REI GLORIOSO</vt:lpstr>
      <vt:lpstr>Jesus é meu Rei glorioso,  É grato cantar-Lhe louvor;  E Rei, mas me torna ditoso,  Enchendo-me do Seu amor;  Deixando  Seu trono de glória  Me veio livrar desta escória. Já sou mui feliz,  já sou mui feliz com Deus! </vt:lpstr>
      <vt:lpstr>Jesus é meu Rei mui amado, Nas lutas, na dor, sempre está Paciente e humilde ao meu lado, Ajuda e consolo me dá; Por isso constante O sigo, Pois é meu Pastor e amigo. Já sou mui feliz,  já sou mui feliz com Deus! </vt:lpstr>
      <vt:lpstr>Jesus, que pudera eu dar-Te Por tanto amor para mim? bastante é servir-Te e amar-Te?  E tudo entregar-me a Ti? Aceita, então, minha vida, Que a Ti só, se prostra rendida. Já sou mui feliz,  já sou mui feliz com Deus!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410 - JESUS, MEU REI GLORIOSO</dc:title>
  <dc:creator>Montagna</dc:creator>
  <cp:lastModifiedBy>Emerson Souza</cp:lastModifiedBy>
  <cp:revision>2</cp:revision>
  <dcterms:created xsi:type="dcterms:W3CDTF">2005-10-21T06:17:51Z</dcterms:created>
  <dcterms:modified xsi:type="dcterms:W3CDTF">2026-05-02T22:11:04Z</dcterms:modified>
</cp:coreProperties>
</file>