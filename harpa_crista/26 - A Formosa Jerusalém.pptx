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10E6"/>
    <a:srgbClr val="660B99"/>
    <a:srgbClr val="4C0872"/>
    <a:srgbClr val="D69AF8"/>
    <a:srgbClr val="C800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95" autoAdjust="0"/>
  </p:normalViewPr>
  <p:slideViewPr>
    <p:cSldViewPr>
      <p:cViewPr varScale="1">
        <p:scale>
          <a:sx n="63" d="100"/>
          <a:sy n="63" d="100"/>
        </p:scale>
        <p:origin x="-126" y="-2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36C85-4888-1E77-AD9F-445B72486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9F2F90-0782-5A3D-2C62-CA8C64C94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E1D3D8-4B81-9B14-A887-B445CF3E5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BFD079-E142-41E4-B479-812BE8FD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8C6544-CD4E-983A-F84A-D0A922B2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57B092-40E8-4FFF-8A78-E26EC75E34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4542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C063E-473A-E759-E262-E329EF5B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082111-D144-A5B1-7F62-4FBC7B517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DE486E-3695-AC0A-E534-14462570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07C805-B86E-18A0-CDC9-52D7427A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F0E0C8-BB61-F19D-61B8-C489D293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CE497D-BBA5-40B3-A4D7-985FC83C5B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8828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005A1-205A-D4C0-A08B-EF779A3C8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1E7336-3A22-E3DD-A004-C33E4F808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63E551-0C65-3F2B-436D-D99EF6B78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609E28-3ABA-F6E8-B3B6-ED7113193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D3A105-F0D0-639F-FFCF-0DDA8750B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11B06A-BC3B-43BF-AFC2-F37E054187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1082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56BBB-3D06-3AE8-75CB-0DA91B57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ABCEF1-310E-28A5-4A0F-D688EC74E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C7517A-5401-9FB8-0F88-791DC9720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56E54A-C9FB-8E18-39E1-EBEADCB01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AB2F5A-530C-42C2-C2A6-7B378481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927525-3A2A-4041-0B8A-CDE986D68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25CCD3-F9A7-4C0E-A67D-3C8E0CE760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577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67038-A5A4-544E-95E1-D6B5EB2A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80336F-310D-7877-6B33-BBF0F8703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111EEF-8087-E24E-297C-D4AC84496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DA86E56-3894-9369-4ECA-21EBE7865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7504988-0188-1804-CEF4-23FC0DB73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D8FF7E0-56E8-16F8-8E44-4B75880FB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67CF988-ECC5-C0A4-533C-DCA4376D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F1AA786-CC4D-9135-CE18-A1A37EE7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179A4-5C65-44B8-AAE3-BEB74E768A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381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108C52-688A-936A-4312-1E28C4379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C51974-19AF-580C-227B-8457C462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176F9F6-6DB7-3242-6EE5-A2A6A322A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D53C9D-C455-4C8F-DF32-FC7E95DBC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8CF065-695D-43EA-BB2E-163299E19E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524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6041208-41C4-1F2D-628C-626A046E2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F111989-1CFA-13A9-6C35-D9F1E5420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AF1B20-686E-9CB1-C038-B100ADED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C903BC-BE72-458B-81FD-71D7424D92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5144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C89BB-E50A-04BF-684A-DA20964EC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7F8F22-51EF-4404-A8F2-61012172F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3480B6-3645-E736-0AF4-371D2E19F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619F7D-E281-9731-BD91-3F22829DE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695CC6-D3AE-3B9A-16BB-0475A80B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128B3B-DF3E-9B64-7FFF-ACB724B8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74552-CD0D-4C40-96B4-B9EDBECD2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004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7361C-2C2B-B31B-D6E6-24C41027D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9C3C55-7FEF-A886-626E-0401966657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7A3813-8FB4-EF74-13E7-FF97C992C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3DDC08-398A-69AD-D275-FD8F6B53C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FD42D3-420A-017E-C197-B3BBE68EE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7925CF-14A2-9E3F-87EC-B053575B6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CC7261-D85C-45A9-8B42-79AB991B4B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784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A926B-8F25-5504-D6A6-E708FBAD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464E14-6A2F-A5B0-08D6-0D718B84F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9FCEB8-A475-05D7-7879-0B2CDCA8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91E81D-5808-5446-69E8-BDFF1C9B2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7ABB90-687F-61A1-6035-54357F3B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5C3311-30CB-4852-BA0B-8A73AB0D03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311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9BE3C5-A801-41D3-D4A1-A257732FC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173D90-21AD-3A7B-7574-318383862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2E4638-72EB-9F3D-B264-38EDD83F8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AF399C-D2AB-75DA-C80C-26907F927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5EB07F-8255-2C6B-AC8F-BD569892B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72090E-E06F-45F2-99FD-DEF2407B1E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942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EC246DD-6FEB-FD81-AE06-60DA0B45FF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FAE978C-C614-2B16-CFA4-6BE3926DE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5E4F36F-FD00-6A29-FCC1-451567B38FB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4268A9D-821D-B61F-B373-212B9C54F0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DF0EF25-4D02-5925-3E17-C4DB615EEE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65561EF-3AB6-4EE7-949A-A4F1E567AE0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E2E29DB-8174-937F-F242-81E7B66A907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>
                <a:solidFill>
                  <a:srgbClr val="660B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  <a:t>26  </a:t>
            </a:r>
            <a:br>
              <a:rPr lang="en-US" altLang="pt-BR" sz="4000" b="1" i="1">
                <a:solidFill>
                  <a:srgbClr val="660B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  <a:t>A FORMOSA JERUSALÉM</a:t>
            </a:r>
            <a:r>
              <a:rPr lang="en-US" altLang="pt-BR" sz="4000" b="1">
                <a:solidFill>
                  <a:srgbClr val="660B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A12B5A4-90D6-7BDD-878E-1B99A55640C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D7D59F6-299B-506C-3E93-D41A5A8E4C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Quão glorioso, cristão, é pensares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Na cidade que não tem igual,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Onde os muros são de puro jaspe.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E as ruas de ouro e cristal;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Pensa como será glorioso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Ver-se a triunfal multidão.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Que cantando, aguarda a chegada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Dos que vencem a tribulação.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C85B2F4-E7A3-391A-EE9B-9C8088A710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Pensa como será glorioso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Ver o rio da vida e luz,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Cujas margens juncadas de lírios,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São a glória de nosso Jesus;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Haverá lá perpétua aurora,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Pois Deus mesmo a alumiará;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E o Cordeiro, com Sua esposa,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Noite e dia resplandecerá.</a:t>
            </a:r>
            <a:r>
              <a:rPr lang="en-US" altLang="pt-BR" sz="4000" b="1">
                <a:solidFill>
                  <a:srgbClr val="660B99"/>
                </a:solidFill>
                <a:latin typeface="Arial Unicode MS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2F1F0DF-07F7-B7DA-2FD5-2EADD03B55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Pensa na celestial melodia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Que a terra encherá, de Beulá;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E das harpas a doce harmonia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Ao passar o Jordão se ouvirá.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Mesmo em dores que levam à morte,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Sê constante, não voltes atrás,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Tua herança, tua eterna sorte,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É Jesus, o Fiel, o Veraz.</a:t>
            </a:r>
            <a:r>
              <a:rPr lang="en-US" altLang="pt-BR" sz="4000" b="1">
                <a:solidFill>
                  <a:srgbClr val="660B99"/>
                </a:solidFill>
                <a:latin typeface="Arial Unicode MS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A20CCDD-0B71-3FFD-A942-B251AF18F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Se é glorioso pensar nas grandezas,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Nos prazeres que acodem aqui,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Qual será desfrutar as riquezas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Que esperam os salvos, ali?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Os encantos do mundo não podem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Ofuscar essa glória dalém;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Não almejas viver, ó amigo, </a:t>
            </a:r>
            <a:b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</a:br>
            <a:r>
              <a:rPr lang="en-US" altLang="pt-BR" sz="4000" b="1" i="1">
                <a:solidFill>
                  <a:srgbClr val="660B99"/>
                </a:solidFill>
                <a:latin typeface="Arial Unicode MS" pitchFamily="34" charset="-128"/>
              </a:rPr>
              <a:t>Nessa formosa Jerusalém? </a:t>
            </a:r>
            <a:r>
              <a:rPr lang="en-US" altLang="pt-BR" b="1" i="1">
                <a:solidFill>
                  <a:srgbClr val="660B99"/>
                </a:solidFill>
                <a:latin typeface="Arial Unicode MS" pitchFamily="34" charset="-128"/>
              </a:rPr>
              <a:t> </a:t>
            </a:r>
            <a:r>
              <a:rPr lang="en-US" altLang="pt-BR" b="1">
                <a:solidFill>
                  <a:srgbClr val="660B99"/>
                </a:solidFill>
                <a:latin typeface="Arial Unicode MS" pitchFamily="34" charset="-128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236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Arial Unicode MS</vt:lpstr>
      <vt:lpstr>Design padrão</vt:lpstr>
      <vt:lpstr>26   A FORMOSA JERUSALÉM </vt:lpstr>
      <vt:lpstr>Quão glorioso, cristão, é pensares  Na cidade que não tem igual,  Onde os muros são de puro jaspe.  E as ruas de ouro e cristal;  Pensa como será glorioso  Ver-se a triunfal multidão.  Que cantando, aguarda a chegada  Dos que vencem a tribulação. </vt:lpstr>
      <vt:lpstr>Pensa como será glorioso  Ver o rio da vida e luz,  Cujas margens juncadas de lírios,  São a glória de nosso Jesus;  Haverá lá perpétua aurora,  Pois Deus mesmo a alumiará;  E o Cordeiro, com Sua esposa,  Noite e dia resplandecerá. </vt:lpstr>
      <vt:lpstr>Pensa na celestial melodia  Que a terra encherá, de Beulá;  E das harpas a doce harmonia  Ao passar o Jordão se ouvirá.  Mesmo em dores que levam à morte,  Sê constante, não voltes atrás,  Tua herança, tua eterna sorte,  É Jesus, o Fiel, o Veraz. </vt:lpstr>
      <vt:lpstr>Se é glorioso pensar nas grandezas,  Nos prazeres que acodem aqui,  Qual será desfrutar as riquezas  Que esperam os salvos, ali?  Os encantos do mundo não podem  Ofuscar essa glória dalém;  Não almejas viver, ó amigo,  Nessa formosa Jerusalém?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   A FORMOSA JERUSALÉM </dc:title>
  <dc:creator>Junior</dc:creator>
  <cp:lastModifiedBy>Emerson Souza</cp:lastModifiedBy>
  <cp:revision>2</cp:revision>
  <dcterms:created xsi:type="dcterms:W3CDTF">2005-12-23T00:32:35Z</dcterms:created>
  <dcterms:modified xsi:type="dcterms:W3CDTF">2026-05-02T21:39:12Z</dcterms:modified>
</cp:coreProperties>
</file>