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>
            <a:extLst>
              <a:ext uri="{FF2B5EF4-FFF2-40B4-BE49-F238E27FC236}">
                <a16:creationId xmlns:a16="http://schemas.microsoft.com/office/drawing/2014/main" id="{C02938D2-DDF2-10F4-0D84-E26FDE220A01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752600"/>
            <a:ext cx="8824912" cy="5129213"/>
            <a:chOff x="201" y="1104"/>
            <a:chExt cx="5559" cy="3231"/>
          </a:xfrm>
        </p:grpSpPr>
        <p:sp>
          <p:nvSpPr>
            <p:cNvPr id="5123" name="Freeform 3">
              <a:extLst>
                <a:ext uri="{FF2B5EF4-FFF2-40B4-BE49-F238E27FC236}">
                  <a16:creationId xmlns:a16="http://schemas.microsoft.com/office/drawing/2014/main" id="{1E3FE7CB-66D6-AAE5-73F8-648676750610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04"/>
              <a:ext cx="5550" cy="3216"/>
            </a:xfrm>
            <a:custGeom>
              <a:avLst/>
              <a:gdLst>
                <a:gd name="T0" fmla="*/ 335 w 5550"/>
                <a:gd name="T1" fmla="*/ 0 h 3216"/>
                <a:gd name="T2" fmla="*/ 333 w 5550"/>
                <a:gd name="T3" fmla="*/ 1290 h 3216"/>
                <a:gd name="T4" fmla="*/ 0 w 5550"/>
                <a:gd name="T5" fmla="*/ 1290 h 3216"/>
                <a:gd name="T6" fmla="*/ 6 w 5550"/>
                <a:gd name="T7" fmla="*/ 3210 h 3216"/>
                <a:gd name="T8" fmla="*/ 5550 w 5550"/>
                <a:gd name="T9" fmla="*/ 3216 h 3216"/>
                <a:gd name="T10" fmla="*/ 5550 w 5550"/>
                <a:gd name="T11" fmla="*/ 0 h 3216"/>
                <a:gd name="T12" fmla="*/ 335 w 5550"/>
                <a:gd name="T13" fmla="*/ 0 h 3216"/>
                <a:gd name="T14" fmla="*/ 335 w 5550"/>
                <a:gd name="T15" fmla="*/ 0 h 3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550" h="3216">
                  <a:moveTo>
                    <a:pt x="335" y="0"/>
                  </a:moveTo>
                  <a:lnTo>
                    <a:pt x="333" y="1290"/>
                  </a:lnTo>
                  <a:lnTo>
                    <a:pt x="0" y="1290"/>
                  </a:lnTo>
                  <a:lnTo>
                    <a:pt x="6" y="3210"/>
                  </a:lnTo>
                  <a:lnTo>
                    <a:pt x="5550" y="3216"/>
                  </a:lnTo>
                  <a:lnTo>
                    <a:pt x="5550" y="0"/>
                  </a:lnTo>
                  <a:lnTo>
                    <a:pt x="335" y="0"/>
                  </a:lnTo>
                  <a:lnTo>
                    <a:pt x="335" y="0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4" name="Freeform 4">
              <a:extLst>
                <a:ext uri="{FF2B5EF4-FFF2-40B4-BE49-F238E27FC236}">
                  <a16:creationId xmlns:a16="http://schemas.microsoft.com/office/drawing/2014/main" id="{21F5F35B-F931-49B0-2DA0-221BFC58D7E1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400"/>
              <a:ext cx="5232" cy="1920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5" name="Freeform 5">
              <a:extLst>
                <a:ext uri="{FF2B5EF4-FFF2-40B4-BE49-F238E27FC236}">
                  <a16:creationId xmlns:a16="http://schemas.microsoft.com/office/drawing/2014/main" id="{382AD52E-D479-DC49-3610-3985D92C194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455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6" name="Freeform 6">
              <a:extLst>
                <a:ext uri="{FF2B5EF4-FFF2-40B4-BE49-F238E27FC236}">
                  <a16:creationId xmlns:a16="http://schemas.microsoft.com/office/drawing/2014/main" id="{5924DE9D-9DD1-8208-296D-AF6ECE0FE01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4894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7" name="Freeform 7">
              <a:extLst>
                <a:ext uri="{FF2B5EF4-FFF2-40B4-BE49-F238E27FC236}">
                  <a16:creationId xmlns:a16="http://schemas.microsoft.com/office/drawing/2014/main" id="{3E62E870-A05F-AB0E-0E3F-C544B6D6CB5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377"/>
              <a:ext cx="30" cy="1958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128" name="Freeform 8">
              <a:extLst>
                <a:ext uri="{FF2B5EF4-FFF2-40B4-BE49-F238E27FC236}">
                  <a16:creationId xmlns:a16="http://schemas.microsoft.com/office/drawing/2014/main" id="{DD71A6CB-5439-409A-0258-74F6F157BFE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04"/>
              <a:ext cx="29" cy="322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5129" name="Rectangle 9">
            <a:extLst>
              <a:ext uri="{FF2B5EF4-FFF2-40B4-BE49-F238E27FC236}">
                <a16:creationId xmlns:a16="http://schemas.microsoft.com/office/drawing/2014/main" id="{3AE62ABC-EBBB-134B-5227-2E5A6E109B40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990600" y="1905000"/>
            <a:ext cx="7772400" cy="1736725"/>
          </a:xfrm>
        </p:spPr>
        <p:txBody>
          <a:bodyPr anchor="t"/>
          <a:lstStyle>
            <a:lvl1pPr>
              <a:defRPr sz="5400"/>
            </a:lvl1pPr>
          </a:lstStyle>
          <a:p>
            <a:pPr lvl="0"/>
            <a:r>
              <a:rPr lang="en-US" altLang="pt-BR" noProof="0"/>
              <a:t>Clique para editar o estilo do título mestre</a:t>
            </a:r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E3D6F6BC-CEC3-85E9-3913-B1922BFD29F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990600" y="3962400"/>
            <a:ext cx="6781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pt-BR" noProof="0"/>
              <a:t>Clique para editar o estilo do subtítulo mestre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16A0B4CA-B2D9-7428-9DD2-A26E7A81B6C9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990600" y="6245225"/>
            <a:ext cx="1901825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4FE18ECD-73A0-F121-5026-CA78EFE583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468688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E63148A7-F58B-1693-3B10-F330E78E41F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DB65FF50-8DEB-4B1D-AD98-AC4B2A99B81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ABBFCE-3438-5DA0-CE60-3AA2FC456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1A748C-1C8C-C829-4945-881CDA903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BF7526-48F4-A559-BA73-2D3BDF93D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AB7E37-A56E-6F05-7BD7-C4D051887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9E639F-6A49-BBB9-14EB-C61B6EF88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5140EF-F75A-4B55-B1D3-C75DE6F3E6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999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FBE372-1473-894B-7B9D-F8CC7C00E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A630ABE-1C4E-B962-9CF6-E1C9387C5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3B5FE1-83AF-DDBF-173D-170441A52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5635C2-E4AC-5A09-2241-27B763E2D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46E567-C1CE-7190-268A-E638121FA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2091AF-5858-42CE-AC0A-73106B87463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1082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8F9EA-4521-FC1D-E684-5DC6F4963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FDD71E-BB55-E769-271E-E8187AACB4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8810E31-1888-AC77-A3F1-4FED2A59E9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18075" y="1905000"/>
            <a:ext cx="3927475" cy="41910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22B81A-9E67-C41D-ED4F-F5703C54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C060097-49EB-7BF8-4037-8A65D4757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804CD7D-E47D-4238-61F5-5CA5D932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ADD971-525E-47AD-851F-C908CAE310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1681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377F34-8430-8E66-B9C4-3D4F9ED67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DAA4B3-EF88-7140-24B7-27386C80C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040A10-A986-B8BE-9452-195EA8752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A2219C3-AB62-CEDF-5610-D46E515BDC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CF14BA0-64C5-4D6E-E0AE-3235222C7A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D414621-3E1F-6EA1-BE53-8F10C34A9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53F8270-A22E-71FF-4B23-CD1B68C45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0C0137F-FEA2-89EA-C171-7BF3142CF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CBDB03-7D41-49F5-A56D-1C5CB02A82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154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160A57-BC34-7E87-38A4-8B0FFA9CB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F097584-C57A-4F1A-3F6E-9C81164EC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3465CE-026F-F764-69CC-D5852AD0B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D37938F-FFA9-2D34-9F86-DD9B22BD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C470C3-F793-4A94-99A2-3906F4CD51C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7685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EE353EC-B4EE-39A2-BD2E-7D1940710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2B00170-2471-1621-CD85-B0323AA3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5DF5D8-6DDB-3958-F952-28950B93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1DE334-A9FA-4AED-B7FD-80349255590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318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1A766B-7712-4E5E-67DE-1DED3A0A6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2ACE7E-70DE-6A2A-CB41-C7DBBC302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644E9E-61BC-FCC5-BF34-D7A8E8BB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A26F622-D61A-177E-A8C3-586FD1AB6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8D0D69D-B56F-69BA-F8B1-DA76C980E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20E3462-6E28-FDF5-9A06-0C2B90575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4B6DCB-BB3A-43DF-90E1-68FEF38495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7918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E44F0-1034-52A8-1BBF-F216F2AFC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EA051C8-6A5B-A4BC-644E-EB8A5DCF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2FA7949-6794-C04E-3422-DFD140E5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36E0526-92F2-7E7C-39CB-9A74852F2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ABF8BF1-2DD2-38F4-A6BF-0C6D64165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953B29-6A21-9FD4-C40D-B7C0086B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530B6-879B-4480-A6D8-A874C2B18E5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8787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C18F-9D6F-C0E6-0525-97CA23DB1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D23A10-6C88-4E98-0124-C10E0376A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5DC043-ADB0-C042-4619-9598E75A0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D5C7E60-32A5-7197-864E-035BBBE7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23290B-70A4-EF10-335B-DE78044D1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0D9303-E080-4C16-809F-E4CCFAED1D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94047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271ECA9-E3E1-940B-403D-CF7F916EFD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48463" y="244475"/>
            <a:ext cx="2097087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01E853-4E97-0B3D-4A3B-4BAE01E1C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44475"/>
            <a:ext cx="6138863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B1E5DB-CEC1-B4E5-A31C-3A177BBB7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A1D7AD-697A-7009-3130-F794E6ADE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884D56-2A39-1FE0-8E0D-118AF1C76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F63595-D92D-437A-8AD1-8D92689A147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9138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accent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>
            <a:extLst>
              <a:ext uri="{FF2B5EF4-FFF2-40B4-BE49-F238E27FC236}">
                <a16:creationId xmlns:a16="http://schemas.microsoft.com/office/drawing/2014/main" id="{96D10C42-88E2-6F83-41AD-DB25120B908D}"/>
              </a:ext>
            </a:extLst>
          </p:cNvPr>
          <p:cNvGrpSpPr>
            <a:grpSpLocks/>
          </p:cNvGrpSpPr>
          <p:nvPr/>
        </p:nvGrpSpPr>
        <p:grpSpPr bwMode="auto">
          <a:xfrm>
            <a:off x="319088" y="1828800"/>
            <a:ext cx="8824912" cy="5029200"/>
            <a:chOff x="201" y="1152"/>
            <a:chExt cx="5559" cy="3168"/>
          </a:xfrm>
        </p:grpSpPr>
        <p:sp>
          <p:nvSpPr>
            <p:cNvPr id="4099" name="Freeform 3">
              <a:extLst>
                <a:ext uri="{FF2B5EF4-FFF2-40B4-BE49-F238E27FC236}">
                  <a16:creationId xmlns:a16="http://schemas.microsoft.com/office/drawing/2014/main" id="{D6BEBC4C-4962-34EA-4995-7C8696575B7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09"/>
              <a:ext cx="5232" cy="1411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0" name="Freeform 4">
              <a:extLst>
                <a:ext uri="{FF2B5EF4-FFF2-40B4-BE49-F238E27FC236}">
                  <a16:creationId xmlns:a16="http://schemas.microsoft.com/office/drawing/2014/main" id="{462940CA-78F8-4723-888B-809FD2B654D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10" y="1152"/>
              <a:ext cx="5550" cy="3168"/>
            </a:xfrm>
            <a:custGeom>
              <a:avLst/>
              <a:gdLst>
                <a:gd name="T0" fmla="*/ 330 w 5550"/>
                <a:gd name="T1" fmla="*/ 1764 h 3168"/>
                <a:gd name="T2" fmla="*/ 0 w 5550"/>
                <a:gd name="T3" fmla="*/ 1764 h 3168"/>
                <a:gd name="T4" fmla="*/ 0 w 5550"/>
                <a:gd name="T5" fmla="*/ 3168 h 3168"/>
                <a:gd name="T6" fmla="*/ 5550 w 5550"/>
                <a:gd name="T7" fmla="*/ 3168 h 3168"/>
                <a:gd name="T8" fmla="*/ 5550 w 5550"/>
                <a:gd name="T9" fmla="*/ 0 h 3168"/>
                <a:gd name="T10" fmla="*/ 330 w 5550"/>
                <a:gd name="T11" fmla="*/ 0 h 3168"/>
                <a:gd name="T12" fmla="*/ 330 w 5550"/>
                <a:gd name="T13" fmla="*/ 1764 h 3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550" h="3168">
                  <a:moveTo>
                    <a:pt x="330" y="1764"/>
                  </a:moveTo>
                  <a:lnTo>
                    <a:pt x="0" y="1764"/>
                  </a:lnTo>
                  <a:lnTo>
                    <a:pt x="0" y="3168"/>
                  </a:lnTo>
                  <a:lnTo>
                    <a:pt x="5550" y="3168"/>
                  </a:lnTo>
                  <a:lnTo>
                    <a:pt x="5550" y="0"/>
                  </a:lnTo>
                  <a:lnTo>
                    <a:pt x="330" y="0"/>
                  </a:lnTo>
                  <a:lnTo>
                    <a:pt x="330" y="1764"/>
                  </a:lnTo>
                  <a:close/>
                </a:path>
              </a:pathLst>
            </a:custGeom>
            <a:solidFill>
              <a:schemeClr val="bg2">
                <a:alpha val="3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1" name="Freeform 5">
              <a:extLst>
                <a:ext uri="{FF2B5EF4-FFF2-40B4-BE49-F238E27FC236}">
                  <a16:creationId xmlns:a16="http://schemas.microsoft.com/office/drawing/2014/main" id="{C734100F-76D1-66F5-8E59-33D7179D3B23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2932"/>
              <a:ext cx="5232" cy="1388"/>
            </a:xfrm>
            <a:custGeom>
              <a:avLst/>
              <a:gdLst>
                <a:gd name="T0" fmla="*/ 0 w 4897"/>
                <a:gd name="T1" fmla="*/ 0 h 2182"/>
                <a:gd name="T2" fmla="*/ 0 w 4897"/>
                <a:gd name="T3" fmla="*/ 2182 h 2182"/>
                <a:gd name="T4" fmla="*/ 4897 w 4897"/>
                <a:gd name="T5" fmla="*/ 2182 h 2182"/>
                <a:gd name="T6" fmla="*/ 4897 w 4897"/>
                <a:gd name="T7" fmla="*/ 0 h 2182"/>
                <a:gd name="T8" fmla="*/ 0 w 4897"/>
                <a:gd name="T9" fmla="*/ 0 h 2182"/>
                <a:gd name="T10" fmla="*/ 0 w 4897"/>
                <a:gd name="T11" fmla="*/ 0 h 2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897" h="2182">
                  <a:moveTo>
                    <a:pt x="0" y="0"/>
                  </a:moveTo>
                  <a:lnTo>
                    <a:pt x="0" y="2182"/>
                  </a:lnTo>
                  <a:lnTo>
                    <a:pt x="4897" y="2182"/>
                  </a:lnTo>
                  <a:lnTo>
                    <a:pt x="489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alpha val="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2" name="Freeform 6">
              <a:extLst>
                <a:ext uri="{FF2B5EF4-FFF2-40B4-BE49-F238E27FC236}">
                  <a16:creationId xmlns:a16="http://schemas.microsoft.com/office/drawing/2014/main" id="{14AF7141-454F-3B2D-B4CE-CEE6758E8749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4607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3" name="Freeform 7">
              <a:extLst>
                <a:ext uri="{FF2B5EF4-FFF2-40B4-BE49-F238E27FC236}">
                  <a16:creationId xmlns:a16="http://schemas.microsoft.com/office/drawing/2014/main" id="{00234B46-FEE3-A1B8-3693-80CB6C1F185D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8" y="1152"/>
              <a:ext cx="29" cy="1785"/>
            </a:xfrm>
            <a:custGeom>
              <a:avLst/>
              <a:gdLst>
                <a:gd name="T0" fmla="*/ 0 w 29"/>
                <a:gd name="T1" fmla="*/ 0 h 2161"/>
                <a:gd name="T2" fmla="*/ 0 w 29"/>
                <a:gd name="T3" fmla="*/ 2161 h 2161"/>
                <a:gd name="T4" fmla="*/ 29 w 29"/>
                <a:gd name="T5" fmla="*/ 2161 h 2161"/>
                <a:gd name="T6" fmla="*/ 27 w 29"/>
                <a:gd name="T7" fmla="*/ 27 h 2161"/>
                <a:gd name="T8" fmla="*/ 0 w 29"/>
                <a:gd name="T9" fmla="*/ 0 h 2161"/>
                <a:gd name="T10" fmla="*/ 0 w 29"/>
                <a:gd name="T11" fmla="*/ 0 h 2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161">
                  <a:moveTo>
                    <a:pt x="0" y="0"/>
                  </a:moveTo>
                  <a:lnTo>
                    <a:pt x="0" y="2161"/>
                  </a:lnTo>
                  <a:lnTo>
                    <a:pt x="29" y="2161"/>
                  </a:lnTo>
                  <a:lnTo>
                    <a:pt x="27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4" name="Freeform 8">
              <a:extLst>
                <a:ext uri="{FF2B5EF4-FFF2-40B4-BE49-F238E27FC236}">
                  <a16:creationId xmlns:a16="http://schemas.microsoft.com/office/drawing/2014/main" id="{DCF49008-113B-E642-2465-42881943E646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27" y="2904"/>
              <a:ext cx="29" cy="1416"/>
            </a:xfrm>
            <a:custGeom>
              <a:avLst/>
              <a:gdLst>
                <a:gd name="T0" fmla="*/ 0 w 29"/>
                <a:gd name="T1" fmla="*/ 1416 h 1416"/>
                <a:gd name="T2" fmla="*/ 29 w 29"/>
                <a:gd name="T3" fmla="*/ 1416 h 1416"/>
                <a:gd name="T4" fmla="*/ 28 w 29"/>
                <a:gd name="T5" fmla="*/ 24 h 1416"/>
                <a:gd name="T6" fmla="*/ 0 w 29"/>
                <a:gd name="T7" fmla="*/ 0 h 1416"/>
                <a:gd name="T8" fmla="*/ 0 w 29"/>
                <a:gd name="T9" fmla="*/ 1416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1416">
                  <a:moveTo>
                    <a:pt x="0" y="1416"/>
                  </a:moveTo>
                  <a:lnTo>
                    <a:pt x="29" y="1416"/>
                  </a:lnTo>
                  <a:lnTo>
                    <a:pt x="28" y="24"/>
                  </a:lnTo>
                  <a:lnTo>
                    <a:pt x="0" y="0"/>
                  </a:lnTo>
                  <a:lnTo>
                    <a:pt x="0" y="1416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0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5" name="Freeform 9">
              <a:extLst>
                <a:ext uri="{FF2B5EF4-FFF2-40B4-BE49-F238E27FC236}">
                  <a16:creationId xmlns:a16="http://schemas.microsoft.com/office/drawing/2014/main" id="{5D633325-3967-47A1-40E9-189B64262902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2879" cy="29"/>
            </a:xfrm>
            <a:custGeom>
              <a:avLst/>
              <a:gdLst>
                <a:gd name="T0" fmla="*/ 0 w 5387"/>
                <a:gd name="T1" fmla="*/ 0 h 149"/>
                <a:gd name="T2" fmla="*/ 0 w 5387"/>
                <a:gd name="T3" fmla="*/ 149 h 149"/>
                <a:gd name="T4" fmla="*/ 5387 w 5387"/>
                <a:gd name="T5" fmla="*/ 149 h 149"/>
                <a:gd name="T6" fmla="*/ 5387 w 5387"/>
                <a:gd name="T7" fmla="*/ 0 h 149"/>
                <a:gd name="T8" fmla="*/ 0 w 5387"/>
                <a:gd name="T9" fmla="*/ 0 h 149"/>
                <a:gd name="T10" fmla="*/ 0 w 5387"/>
                <a:gd name="T11" fmla="*/ 0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387" h="149">
                  <a:moveTo>
                    <a:pt x="0" y="0"/>
                  </a:moveTo>
                  <a:lnTo>
                    <a:pt x="0" y="149"/>
                  </a:lnTo>
                  <a:lnTo>
                    <a:pt x="5387" y="149"/>
                  </a:lnTo>
                  <a:lnTo>
                    <a:pt x="538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alpha val="0"/>
                  </a:schemeClr>
                </a:gs>
                <a:gs pos="100000">
                  <a:schemeClr val="bg2">
                    <a:gamma/>
                    <a:shade val="81961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106" name="Freeform 10">
              <a:extLst>
                <a:ext uri="{FF2B5EF4-FFF2-40B4-BE49-F238E27FC236}">
                  <a16:creationId xmlns:a16="http://schemas.microsoft.com/office/drawing/2014/main" id="{F9C4F132-6669-96B4-AA34-AD78B89144B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201" y="2904"/>
              <a:ext cx="30" cy="1416"/>
            </a:xfrm>
            <a:custGeom>
              <a:avLst/>
              <a:gdLst>
                <a:gd name="T0" fmla="*/ 0 w 30"/>
                <a:gd name="T1" fmla="*/ 0 h 1416"/>
                <a:gd name="T2" fmla="*/ 0 w 30"/>
                <a:gd name="T3" fmla="*/ 1416 h 1416"/>
                <a:gd name="T4" fmla="*/ 29 w 30"/>
                <a:gd name="T5" fmla="*/ 1416 h 1416"/>
                <a:gd name="T6" fmla="*/ 30 w 30"/>
                <a:gd name="T7" fmla="*/ 27 h 1416"/>
                <a:gd name="T8" fmla="*/ 0 w 30"/>
                <a:gd name="T9" fmla="*/ 0 h 1416"/>
                <a:gd name="T10" fmla="*/ 0 w 30"/>
                <a:gd name="T11" fmla="*/ 0 h 1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0" h="1416">
                  <a:moveTo>
                    <a:pt x="0" y="0"/>
                  </a:moveTo>
                  <a:lnTo>
                    <a:pt x="0" y="1416"/>
                  </a:lnTo>
                  <a:lnTo>
                    <a:pt x="29" y="1416"/>
                  </a:lnTo>
                  <a:lnTo>
                    <a:pt x="30" y="2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2">
                    <a:gamma/>
                    <a:tint val="87843"/>
                    <a:invGamma/>
                  </a:schemeClr>
                </a:gs>
                <a:gs pos="100000">
                  <a:schemeClr val="bg2">
                    <a:alpha val="10001"/>
                  </a:schemeClr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07" name="Rectangle 11">
            <a:extLst>
              <a:ext uri="{FF2B5EF4-FFF2-40B4-BE49-F238E27FC236}">
                <a16:creationId xmlns:a16="http://schemas.microsoft.com/office/drawing/2014/main" id="{03FFB6DD-16DC-CD41-0912-D538A834B3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08" name="Rectangle 12">
            <a:extLst>
              <a:ext uri="{FF2B5EF4-FFF2-40B4-BE49-F238E27FC236}">
                <a16:creationId xmlns:a16="http://schemas.microsoft.com/office/drawing/2014/main" id="{B6673D24-7B81-5C0E-EE6E-4A1F3598AD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endParaRPr lang="en-US" altLang="pt-BR"/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302F80D2-66E8-4E4E-22CE-6C33001C6CF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7375" y="6245225"/>
            <a:ext cx="190182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10FD738E-52DE-4F68-B3FC-CA635802A96F}" type="slidenum">
              <a:rPr lang="en-US" altLang="pt-BR"/>
              <a:pPr/>
              <a:t>‹nº›</a:t>
            </a:fld>
            <a:endParaRPr lang="en-US" altLang="pt-BR"/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4C97D8C4-E5A6-0384-CF73-D149AFA83BA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57200" y="244475"/>
            <a:ext cx="8385175" cy="1431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4111" name="Rectangle 15">
            <a:extLst>
              <a:ext uri="{FF2B5EF4-FFF2-40B4-BE49-F238E27FC236}">
                <a16:creationId xmlns:a16="http://schemas.microsoft.com/office/drawing/2014/main" id="{59B141B9-5168-2221-1B20-8F890FF2785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838200" y="1905000"/>
            <a:ext cx="800735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400" b="1" kern="12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 Black" panose="020B0A040201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78CD2E2-1D59-4614-B9BB-27EB0532DB6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pt-BR" altLang="pt-BR" sz="4000" i="1">
                <a:latin typeface="Perpetua" panose="02020502060401020303" pitchFamily="18" charset="0"/>
              </a:rPr>
              <a:t>227</a:t>
            </a:r>
            <a:br>
              <a:rPr lang="pt-BR" altLang="pt-BR" sz="4000" i="1">
                <a:latin typeface="Perpetua" panose="02020502060401020303" pitchFamily="18" charset="0"/>
              </a:rPr>
            </a:br>
            <a:r>
              <a:rPr lang="pt-BR" altLang="pt-BR" sz="4000" i="1">
                <a:latin typeface="Perpetua" panose="02020502060401020303" pitchFamily="18" charset="0"/>
              </a:rPr>
              <a:t>DEUS AMOU ESTE MUNDO</a:t>
            </a:r>
            <a:endParaRPr lang="en-US" altLang="pt-BR" sz="4000" i="1"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470FD90-2685-56E8-1B80-F7D784E06CC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914400"/>
            <a:ext cx="8385175" cy="4175125"/>
          </a:xfrm>
        </p:spPr>
        <p:txBody>
          <a:bodyPr/>
          <a:lstStyle/>
          <a:p>
            <a:pPr algn="ctr"/>
            <a:r>
              <a:rPr lang="pt-BR" altLang="pt-BR">
                <a:latin typeface="Perpetua" panose="02020502060401020303" pitchFamily="18" charset="0"/>
              </a:rPr>
              <a:t>Deus amou de tal maneira</a:t>
            </a:r>
            <a:br>
              <a:rPr lang="pt-BR" altLang="pt-BR">
                <a:latin typeface="Perpetua" panose="02020502060401020303" pitchFamily="18" charset="0"/>
              </a:rPr>
            </a:br>
            <a:r>
              <a:rPr lang="pt-BR" altLang="pt-BR">
                <a:latin typeface="Perpetua" panose="02020502060401020303" pitchFamily="18" charset="0"/>
              </a:rPr>
              <a:t>este mundo sofredor,</a:t>
            </a:r>
            <a:br>
              <a:rPr lang="pt-BR" altLang="pt-BR">
                <a:latin typeface="Perpetua" panose="02020502060401020303" pitchFamily="18" charset="0"/>
              </a:rPr>
            </a:br>
            <a:r>
              <a:rPr lang="pt-BR" altLang="pt-BR">
                <a:latin typeface="Perpetua" panose="02020502060401020303" pitchFamily="18" charset="0"/>
              </a:rPr>
              <a:t>Que à humanidade inteira,</a:t>
            </a:r>
            <a:br>
              <a:rPr lang="pt-BR" altLang="pt-BR">
                <a:latin typeface="Perpetua" panose="02020502060401020303" pitchFamily="18" charset="0"/>
              </a:rPr>
            </a:br>
            <a:r>
              <a:rPr lang="pt-BR" altLang="pt-BR">
                <a:latin typeface="Perpetua" panose="02020502060401020303" pitchFamily="18" charset="0"/>
              </a:rPr>
              <a:t>Deu seu filho para Salvador.</a:t>
            </a:r>
            <a:endParaRPr lang="en-US" altLang="pt-BR"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626FF989-00EB-3EE8-DFB0-33DCA194097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9B55A711-DD34-9E4B-27D5-7753C1C81EA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838200" y="1981200"/>
            <a:ext cx="8007350" cy="41910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E agora nunca mais perece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que crê, mais vida eterna tem;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Quem em Cristo permanece,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Vai ser coroado além.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99CDF2C9-54E9-CCB9-37CA-1E06E155E8E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B792A52-D613-345B-6FFC-451F0399CA6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pecado na cruz foi vencido,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Podes pela fé vencer também;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De justiça ó sê vestido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 e receberás coroa além.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6671345-ACF3-9CEE-63B4-62544516B8D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641386E7-6B8D-217D-86E2-28AF5589859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Prisioneiro do pecado,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Vagas sem esperança ter;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Mas Jesus foi enviado,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Para liberdade te trazer.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0BD9705B-A0A3-500B-2AB7-CE9C75A72A0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F3914F96-743B-81B9-8E7D-7773C89D208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E agora nunca mais perece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que crê, mais vida eterna tem;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Quem em Cristo permanece,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Vai ser coroado além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A4A6979-2ADD-35BB-9945-6116424E73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DEC6CB06-ED3C-2B8B-D0D1-E2C07CABE43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pecado na cruz foi vencido,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Podes pela fé vencer também;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De justiça ó sê vestido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 e receberás coroa além.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B77275B-34EC-875D-8BEB-C32725ABDEA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10BC6BD-450E-E7A0-8C23-C50000A7559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Tu que vives desviado,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Sem a paz de Deus gozar,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Ouve a voz do Pai amado,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Que te espera para te abraçar.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AF872EE-B5E2-0820-EEA4-D0A3C961532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753DCB2B-F1B6-7D8B-50EF-77519CF907D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E agora nunca mais perece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que crê, mais vida eterna tem;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Quem em Cristo permanece,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Vai ser coroado além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D209643A-0AC6-49A3-F813-27B83A9EFDF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>
              <a:latin typeface="Perpetua" panose="02020502060401020303" pitchFamily="18" charset="0"/>
            </a:endParaRP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A26B4358-1E56-8C15-9D81-DA83C5E5712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O pecado na cruz foi vencido,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Podes pela fé vencer também;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De justiça ó sê vestido</a:t>
            </a:r>
          </a:p>
          <a:p>
            <a:pPr algn="ctr">
              <a:buFont typeface="Wingdings" panose="05000000000000000000" pitchFamily="2" charset="2"/>
              <a:buNone/>
            </a:pPr>
            <a:r>
              <a:rPr lang="pt-BR" altLang="pt-BR" sz="4400" b="1">
                <a:solidFill>
                  <a:schemeClr val="tx2"/>
                </a:solidFill>
                <a:latin typeface="Perpetua" panose="02020502060401020303" pitchFamily="18" charset="0"/>
              </a:rPr>
              <a:t> e receberás coroa além.</a:t>
            </a:r>
            <a:endParaRPr lang="en-US" altLang="pt-BR" sz="4400" b="1">
              <a:solidFill>
                <a:schemeClr val="tx2"/>
              </a:solidFill>
              <a:latin typeface="Perpetua" panose="02020502060401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madas sobrepostas">
  <a:themeElements>
    <a:clrScheme name="Camadas sobrepostas 4">
      <a:dk1>
        <a:srgbClr val="006600"/>
      </a:dk1>
      <a:lt1>
        <a:srgbClr val="FFFFFF"/>
      </a:lt1>
      <a:dk2>
        <a:srgbClr val="008000"/>
      </a:dk2>
      <a:lt2>
        <a:srgbClr val="FFFFB7"/>
      </a:lt2>
      <a:accent1>
        <a:srgbClr val="99CC00"/>
      </a:accent1>
      <a:accent2>
        <a:srgbClr val="00CC00"/>
      </a:accent2>
      <a:accent3>
        <a:srgbClr val="AAC0AA"/>
      </a:accent3>
      <a:accent4>
        <a:srgbClr val="DADADA"/>
      </a:accent4>
      <a:accent5>
        <a:srgbClr val="CAE2AA"/>
      </a:accent5>
      <a:accent6>
        <a:srgbClr val="00B900"/>
      </a:accent6>
      <a:hlink>
        <a:srgbClr val="99FF66"/>
      </a:hlink>
      <a:folHlink>
        <a:srgbClr val="FFFF66"/>
      </a:folHlink>
    </a:clrScheme>
    <a:fontScheme name="Camadas sobreposta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Camadas sobrepostas 1">
        <a:dk1>
          <a:srgbClr val="FF9900"/>
        </a:dk1>
        <a:lt1>
          <a:srgbClr val="FFFFFF"/>
        </a:lt1>
        <a:dk2>
          <a:srgbClr val="FFCC66"/>
        </a:dk2>
        <a:lt2>
          <a:srgbClr val="CC6600"/>
        </a:lt2>
        <a:accent1>
          <a:srgbClr val="F05000"/>
        </a:accent1>
        <a:accent2>
          <a:srgbClr val="B28300"/>
        </a:accent2>
        <a:accent3>
          <a:srgbClr val="FFE2B8"/>
        </a:accent3>
        <a:accent4>
          <a:srgbClr val="DADADA"/>
        </a:accent4>
        <a:accent5>
          <a:srgbClr val="F6B3AA"/>
        </a:accent5>
        <a:accent6>
          <a:srgbClr val="A17600"/>
        </a:accent6>
        <a:hlink>
          <a:srgbClr val="99CC00"/>
        </a:hlink>
        <a:folHlink>
          <a:srgbClr val="0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2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3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DDFFB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4">
        <a:dk1>
          <a:srgbClr val="006600"/>
        </a:dk1>
        <a:lt1>
          <a:srgbClr val="FFFFFF"/>
        </a:lt1>
        <a:dk2>
          <a:srgbClr val="008000"/>
        </a:dk2>
        <a:lt2>
          <a:srgbClr val="FFFFB7"/>
        </a:lt2>
        <a:accent1>
          <a:srgbClr val="99CC00"/>
        </a:accent1>
        <a:accent2>
          <a:srgbClr val="00CC00"/>
        </a:accent2>
        <a:accent3>
          <a:srgbClr val="AAC0AA"/>
        </a:accent3>
        <a:accent4>
          <a:srgbClr val="DADADA"/>
        </a:accent4>
        <a:accent5>
          <a:srgbClr val="CAE2AA"/>
        </a:accent5>
        <a:accent6>
          <a:srgbClr val="00B900"/>
        </a:accent6>
        <a:hlink>
          <a:srgbClr val="99FF66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5">
        <a:dk1>
          <a:srgbClr val="000000"/>
        </a:dk1>
        <a:lt1>
          <a:srgbClr val="CCECFF"/>
        </a:lt1>
        <a:dk2>
          <a:srgbClr val="000000"/>
        </a:dk2>
        <a:lt2>
          <a:srgbClr val="D6EDEE"/>
        </a:lt2>
        <a:accent1>
          <a:srgbClr val="E8F0F4"/>
        </a:accent1>
        <a:accent2>
          <a:srgbClr val="8EAAFA"/>
        </a:accent2>
        <a:accent3>
          <a:srgbClr val="E2F4FF"/>
        </a:accent3>
        <a:accent4>
          <a:srgbClr val="000000"/>
        </a:accent4>
        <a:accent5>
          <a:srgbClr val="F2F6F8"/>
        </a:accent5>
        <a:accent6>
          <a:srgbClr val="809AE3"/>
        </a:accent6>
        <a:hlink>
          <a:srgbClr val="0066FF"/>
        </a:hlink>
        <a:folHlink>
          <a:srgbClr val="9947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madas sobrepostas 6">
        <a:dk1>
          <a:srgbClr val="48486A"/>
        </a:dk1>
        <a:lt1>
          <a:srgbClr val="FFFFFF"/>
        </a:lt1>
        <a:dk2>
          <a:srgbClr val="000099"/>
        </a:dk2>
        <a:lt2>
          <a:srgbClr val="F8F8F8"/>
        </a:lt2>
        <a:accent1>
          <a:srgbClr val="6699FF"/>
        </a:accent1>
        <a:accent2>
          <a:srgbClr val="0000FF"/>
        </a:accent2>
        <a:accent3>
          <a:srgbClr val="AAAACA"/>
        </a:accent3>
        <a:accent4>
          <a:srgbClr val="DADADA"/>
        </a:accent4>
        <a:accent5>
          <a:srgbClr val="B8CAFF"/>
        </a:accent5>
        <a:accent6>
          <a:srgbClr val="0000E7"/>
        </a:accent6>
        <a:hlink>
          <a:srgbClr val="3DCCFF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7">
        <a:dk1>
          <a:srgbClr val="573F8B"/>
        </a:dk1>
        <a:lt1>
          <a:srgbClr val="FFFFFF"/>
        </a:lt1>
        <a:dk2>
          <a:srgbClr val="666699"/>
        </a:dk2>
        <a:lt2>
          <a:srgbClr val="D9D9FF"/>
        </a:lt2>
        <a:accent1>
          <a:srgbClr val="CC99FF"/>
        </a:accent1>
        <a:accent2>
          <a:srgbClr val="9933FF"/>
        </a:accent2>
        <a:accent3>
          <a:srgbClr val="B8B8CA"/>
        </a:accent3>
        <a:accent4>
          <a:srgbClr val="DADADA"/>
        </a:accent4>
        <a:accent5>
          <a:srgbClr val="E2CAFF"/>
        </a:accent5>
        <a:accent6>
          <a:srgbClr val="8A2DE7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madas sobrepostas 8">
        <a:dk1>
          <a:srgbClr val="000000"/>
        </a:dk1>
        <a:lt1>
          <a:srgbClr val="EAEAEA"/>
        </a:lt1>
        <a:dk2>
          <a:srgbClr val="000000"/>
        </a:dk2>
        <a:lt2>
          <a:srgbClr val="C1C2CB"/>
        </a:lt2>
        <a:accent1>
          <a:srgbClr val="F1F1F7"/>
        </a:accent1>
        <a:accent2>
          <a:srgbClr val="8C8CB4"/>
        </a:accent2>
        <a:accent3>
          <a:srgbClr val="F3F3F3"/>
        </a:accent3>
        <a:accent4>
          <a:srgbClr val="000000"/>
        </a:accent4>
        <a:accent5>
          <a:srgbClr val="F7F7FA"/>
        </a:accent5>
        <a:accent6>
          <a:srgbClr val="7E7EA3"/>
        </a:accent6>
        <a:hlink>
          <a:srgbClr val="A3FFFF"/>
        </a:hlink>
        <a:folHlink>
          <a:srgbClr val="9E99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Camadas sobrepostas</Template>
  <TotalTime>8</TotalTime>
  <Words>216</Words>
  <Application>Microsoft Office PowerPoint</Application>
  <PresentationFormat>Apresentação na tela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Times New Roman</vt:lpstr>
      <vt:lpstr>Wingdings</vt:lpstr>
      <vt:lpstr>Perpetua</vt:lpstr>
      <vt:lpstr>Camadas sobrepostas</vt:lpstr>
      <vt:lpstr>227 DEUS AMOU ESTE MUNDO</vt:lpstr>
      <vt:lpstr>Deus amou de tal maneira este mundo sofredor, Que à humanidade inteira, Deu seu filho para Salvador.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227 DEUS AMOU ESTE MUNDO</dc:title>
  <dc:creator>Junior</dc:creator>
  <cp:lastModifiedBy>Emerson Souza</cp:lastModifiedBy>
  <cp:revision>1</cp:revision>
  <dcterms:created xsi:type="dcterms:W3CDTF">2005-07-03T21:42:05Z</dcterms:created>
  <dcterms:modified xsi:type="dcterms:W3CDTF">2026-05-02T21:55:49Z</dcterms:modified>
</cp:coreProperties>
</file>