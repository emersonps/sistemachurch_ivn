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9"/>
  </p:notesMasterIdLst>
  <p:sldIdLst>
    <p:sldId id="265" r:id="rId2"/>
    <p:sldId id="256" r:id="rId3"/>
    <p:sldId id="259" r:id="rId4"/>
    <p:sldId id="261" r:id="rId5"/>
    <p:sldId id="263" r:id="rId6"/>
    <p:sldId id="266" r:id="rId7"/>
    <p:sldId id="267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1" autoAdjust="0"/>
    <p:restoredTop sz="94683" autoAdjust="0"/>
  </p:normalViewPr>
  <p:slideViewPr>
    <p:cSldViewPr>
      <p:cViewPr varScale="1">
        <p:scale>
          <a:sx n="75" d="100"/>
          <a:sy n="75" d="100"/>
        </p:scale>
        <p:origin x="-36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87E7C1A4-2604-E062-D0B9-B52A0425D76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pt-BR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2CB0D146-A611-70F0-F90B-63D137ABF3B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pt-BR"/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8C8C7466-79BD-0F91-3754-33442AEA74E2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192B43D4-5696-F057-A14C-284D25B692A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22534" name="Rectangle 6">
            <a:extLst>
              <a:ext uri="{FF2B5EF4-FFF2-40B4-BE49-F238E27FC236}">
                <a16:creationId xmlns:a16="http://schemas.microsoft.com/office/drawing/2014/main" id="{F447BF49-C774-7CCE-DC8F-F287F832C05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pt-BR"/>
          </a:p>
        </p:txBody>
      </p:sp>
      <p:sp>
        <p:nvSpPr>
          <p:cNvPr id="22535" name="Rectangle 7">
            <a:extLst>
              <a:ext uri="{FF2B5EF4-FFF2-40B4-BE49-F238E27FC236}">
                <a16:creationId xmlns:a16="http://schemas.microsoft.com/office/drawing/2014/main" id="{E3FF1A49-95D8-7F9A-237F-A730EF89A4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9BB9608-1B5D-4416-8BDD-1890095D3AC7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D5E6E96-E2D3-77AF-05DF-D6A0C2FB6C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B4377B-443B-4B9A-8156-23CD3C5C0976}" type="slidenum">
              <a:rPr lang="en-US" altLang="pt-BR"/>
              <a:pPr/>
              <a:t>1</a:t>
            </a:fld>
            <a:endParaRPr lang="en-US" altLang="pt-BR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78B2CE41-805A-21C1-1395-8F4F9DC6939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86FB644F-F579-3AFD-A5E9-A57C249FBF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>
            <a:extLst>
              <a:ext uri="{FF2B5EF4-FFF2-40B4-BE49-F238E27FC236}">
                <a16:creationId xmlns:a16="http://schemas.microsoft.com/office/drawing/2014/main" id="{22797ADF-A8D9-0D73-3E68-5FFEF81D66A0}"/>
              </a:ext>
            </a:extLst>
          </p:cNvPr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12291" name="Freeform 3">
              <a:extLst>
                <a:ext uri="{FF2B5EF4-FFF2-40B4-BE49-F238E27FC236}">
                  <a16:creationId xmlns:a16="http://schemas.microsoft.com/office/drawing/2014/main" id="{3170C444-5EB2-AEA3-F8FE-90E9943D576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>
                <a:gd name="T0" fmla="*/ 5740 w 5740"/>
                <a:gd name="T1" fmla="*/ 4316 h 4316"/>
                <a:gd name="T2" fmla="*/ 0 w 5740"/>
                <a:gd name="T3" fmla="*/ 4316 h 4316"/>
                <a:gd name="T4" fmla="*/ 0 w 5740"/>
                <a:gd name="T5" fmla="*/ 0 h 4316"/>
                <a:gd name="T6" fmla="*/ 5740 w 5740"/>
                <a:gd name="T7" fmla="*/ 0 h 4316"/>
                <a:gd name="T8" fmla="*/ 5740 w 5740"/>
                <a:gd name="T9" fmla="*/ 4316 h 4316"/>
                <a:gd name="T10" fmla="*/ 5740 w 5740"/>
                <a:gd name="T11" fmla="*/ 4316 h 4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2292" name="Group 4">
              <a:extLst>
                <a:ext uri="{FF2B5EF4-FFF2-40B4-BE49-F238E27FC236}">
                  <a16:creationId xmlns:a16="http://schemas.microsoft.com/office/drawing/2014/main" id="{70E50738-DC6A-C5F9-CCC1-2C4B2D248489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3528" y="3715"/>
              <a:ext cx="792" cy="521"/>
              <a:chOff x="3527" y="3715"/>
              <a:chExt cx="792" cy="521"/>
            </a:xfrm>
          </p:grpSpPr>
          <p:sp>
            <p:nvSpPr>
              <p:cNvPr id="12293" name="Oval 5">
                <a:extLst>
                  <a:ext uri="{FF2B5EF4-FFF2-40B4-BE49-F238E27FC236}">
                    <a16:creationId xmlns:a16="http://schemas.microsoft.com/office/drawing/2014/main" id="{A39E4BC0-0A0B-D07B-AAA5-B3A98884A3BD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94" name="Oval 6">
                <a:extLst>
                  <a:ext uri="{FF2B5EF4-FFF2-40B4-BE49-F238E27FC236}">
                    <a16:creationId xmlns:a16="http://schemas.microsoft.com/office/drawing/2014/main" id="{F12416C2-A1D1-B7CB-6FCC-9F714B59E88A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95" name="Oval 7">
                <a:extLst>
                  <a:ext uri="{FF2B5EF4-FFF2-40B4-BE49-F238E27FC236}">
                    <a16:creationId xmlns:a16="http://schemas.microsoft.com/office/drawing/2014/main" id="{A961515D-2109-6AB7-07F4-8EECE71D4CE5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96" name="Oval 8">
                <a:extLst>
                  <a:ext uri="{FF2B5EF4-FFF2-40B4-BE49-F238E27FC236}">
                    <a16:creationId xmlns:a16="http://schemas.microsoft.com/office/drawing/2014/main" id="{1BBF1548-EC0A-22FA-43C7-9D3F65616D79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97" name="Oval 9">
                <a:extLst>
                  <a:ext uri="{FF2B5EF4-FFF2-40B4-BE49-F238E27FC236}">
                    <a16:creationId xmlns:a16="http://schemas.microsoft.com/office/drawing/2014/main" id="{C066AA91-7E41-BE93-97A4-95BB3E833FA5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98" name="Freeform 10">
                <a:extLst>
                  <a:ext uri="{FF2B5EF4-FFF2-40B4-BE49-F238E27FC236}">
                    <a16:creationId xmlns:a16="http://schemas.microsoft.com/office/drawing/2014/main" id="{450D3119-898E-9258-11F3-B52F00907FA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>
                  <a:gd name="T0" fmla="*/ 376 w 382"/>
                  <a:gd name="T1" fmla="*/ 12 h 161"/>
                  <a:gd name="T2" fmla="*/ 257 w 382"/>
                  <a:gd name="T3" fmla="*/ 24 h 161"/>
                  <a:gd name="T4" fmla="*/ 149 w 382"/>
                  <a:gd name="T5" fmla="*/ 54 h 161"/>
                  <a:gd name="T6" fmla="*/ 101 w 382"/>
                  <a:gd name="T7" fmla="*/ 77 h 161"/>
                  <a:gd name="T8" fmla="*/ 59 w 382"/>
                  <a:gd name="T9" fmla="*/ 101 h 161"/>
                  <a:gd name="T10" fmla="*/ 24 w 382"/>
                  <a:gd name="T11" fmla="*/ 131 h 161"/>
                  <a:gd name="T12" fmla="*/ 0 w 382"/>
                  <a:gd name="T13" fmla="*/ 161 h 161"/>
                  <a:gd name="T14" fmla="*/ 0 w 382"/>
                  <a:gd name="T15" fmla="*/ 137 h 161"/>
                  <a:gd name="T16" fmla="*/ 29 w 382"/>
                  <a:gd name="T17" fmla="*/ 107 h 161"/>
                  <a:gd name="T18" fmla="*/ 65 w 382"/>
                  <a:gd name="T19" fmla="*/ 83 h 161"/>
                  <a:gd name="T20" fmla="*/ 155 w 382"/>
                  <a:gd name="T21" fmla="*/ 36 h 161"/>
                  <a:gd name="T22" fmla="*/ 257 w 382"/>
                  <a:gd name="T23" fmla="*/ 12 h 161"/>
                  <a:gd name="T24" fmla="*/ 376 w 382"/>
                  <a:gd name="T25" fmla="*/ 0 h 161"/>
                  <a:gd name="T26" fmla="*/ 376 w 382"/>
                  <a:gd name="T27" fmla="*/ 0 h 161"/>
                  <a:gd name="T28" fmla="*/ 382 w 382"/>
                  <a:gd name="T29" fmla="*/ 0 h 161"/>
                  <a:gd name="T30" fmla="*/ 382 w 382"/>
                  <a:gd name="T31" fmla="*/ 12 h 161"/>
                  <a:gd name="T32" fmla="*/ 376 w 382"/>
                  <a:gd name="T33" fmla="*/ 12 h 161"/>
                  <a:gd name="T34" fmla="*/ 376 w 382"/>
                  <a:gd name="T35" fmla="*/ 12 h 161"/>
                  <a:gd name="T36" fmla="*/ 376 w 382"/>
                  <a:gd name="T37" fmla="*/ 12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299" name="Freeform 11">
                <a:extLst>
                  <a:ext uri="{FF2B5EF4-FFF2-40B4-BE49-F238E27FC236}">
                    <a16:creationId xmlns:a16="http://schemas.microsoft.com/office/drawing/2014/main" id="{11F4FA90-838A-22BF-DD5E-2E93AE34642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>
                  <a:gd name="T0" fmla="*/ 257 w 443"/>
                  <a:gd name="T1" fmla="*/ 54 h 66"/>
                  <a:gd name="T2" fmla="*/ 353 w 443"/>
                  <a:gd name="T3" fmla="*/ 48 h 66"/>
                  <a:gd name="T4" fmla="*/ 443 w 443"/>
                  <a:gd name="T5" fmla="*/ 24 h 66"/>
                  <a:gd name="T6" fmla="*/ 443 w 443"/>
                  <a:gd name="T7" fmla="*/ 36 h 66"/>
                  <a:gd name="T8" fmla="*/ 353 w 443"/>
                  <a:gd name="T9" fmla="*/ 60 h 66"/>
                  <a:gd name="T10" fmla="*/ 257 w 443"/>
                  <a:gd name="T11" fmla="*/ 66 h 66"/>
                  <a:gd name="T12" fmla="*/ 186 w 443"/>
                  <a:gd name="T13" fmla="*/ 60 h 66"/>
                  <a:gd name="T14" fmla="*/ 120 w 443"/>
                  <a:gd name="T15" fmla="*/ 48 h 66"/>
                  <a:gd name="T16" fmla="*/ 60 w 443"/>
                  <a:gd name="T17" fmla="*/ 36 h 66"/>
                  <a:gd name="T18" fmla="*/ 0 w 443"/>
                  <a:gd name="T19" fmla="*/ 12 h 66"/>
                  <a:gd name="T20" fmla="*/ 0 w 443"/>
                  <a:gd name="T21" fmla="*/ 0 h 66"/>
                  <a:gd name="T22" fmla="*/ 54 w 443"/>
                  <a:gd name="T23" fmla="*/ 24 h 66"/>
                  <a:gd name="T24" fmla="*/ 120 w 443"/>
                  <a:gd name="T25" fmla="*/ 36 h 66"/>
                  <a:gd name="T26" fmla="*/ 186 w 443"/>
                  <a:gd name="T27" fmla="*/ 48 h 66"/>
                  <a:gd name="T28" fmla="*/ 257 w 443"/>
                  <a:gd name="T29" fmla="*/ 54 h 66"/>
                  <a:gd name="T30" fmla="*/ 257 w 443"/>
                  <a:gd name="T31" fmla="*/ 54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84706"/>
                      <a:invGamma/>
                    </a:schemeClr>
                  </a:gs>
                  <a:gs pos="100000">
                    <a:schemeClr val="accent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0" name="Freeform 12">
                <a:extLst>
                  <a:ext uri="{FF2B5EF4-FFF2-40B4-BE49-F238E27FC236}">
                    <a16:creationId xmlns:a16="http://schemas.microsoft.com/office/drawing/2014/main" id="{AE9D51C1-01ED-07AD-9B2C-EBAC8A86B274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>
                  <a:gd name="T0" fmla="*/ 12 w 89"/>
                  <a:gd name="T1" fmla="*/ 66 h 216"/>
                  <a:gd name="T2" fmla="*/ 18 w 89"/>
                  <a:gd name="T3" fmla="*/ 108 h 216"/>
                  <a:gd name="T4" fmla="*/ 36 w 89"/>
                  <a:gd name="T5" fmla="*/ 144 h 216"/>
                  <a:gd name="T6" fmla="*/ 60 w 89"/>
                  <a:gd name="T7" fmla="*/ 180 h 216"/>
                  <a:gd name="T8" fmla="*/ 89 w 89"/>
                  <a:gd name="T9" fmla="*/ 216 h 216"/>
                  <a:gd name="T10" fmla="*/ 72 w 89"/>
                  <a:gd name="T11" fmla="*/ 216 h 216"/>
                  <a:gd name="T12" fmla="*/ 42 w 89"/>
                  <a:gd name="T13" fmla="*/ 180 h 216"/>
                  <a:gd name="T14" fmla="*/ 18 w 89"/>
                  <a:gd name="T15" fmla="*/ 144 h 216"/>
                  <a:gd name="T16" fmla="*/ 6 w 89"/>
                  <a:gd name="T17" fmla="*/ 108 h 216"/>
                  <a:gd name="T18" fmla="*/ 0 w 89"/>
                  <a:gd name="T19" fmla="*/ 66 h 216"/>
                  <a:gd name="T20" fmla="*/ 0 w 89"/>
                  <a:gd name="T21" fmla="*/ 30 h 216"/>
                  <a:gd name="T22" fmla="*/ 12 w 89"/>
                  <a:gd name="T23" fmla="*/ 0 h 216"/>
                  <a:gd name="T24" fmla="*/ 30 w 89"/>
                  <a:gd name="T25" fmla="*/ 0 h 216"/>
                  <a:gd name="T26" fmla="*/ 18 w 89"/>
                  <a:gd name="T27" fmla="*/ 30 h 216"/>
                  <a:gd name="T28" fmla="*/ 12 w 89"/>
                  <a:gd name="T29" fmla="*/ 66 h 216"/>
                  <a:gd name="T30" fmla="*/ 12 w 89"/>
                  <a:gd name="T31" fmla="*/ 66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1" name="Freeform 13">
                <a:extLst>
                  <a:ext uri="{FF2B5EF4-FFF2-40B4-BE49-F238E27FC236}">
                    <a16:creationId xmlns:a16="http://schemas.microsoft.com/office/drawing/2014/main" id="{1A7CFE57-9E8D-8A34-0BA8-90AE8005A58A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>
                  <a:gd name="T0" fmla="*/ 382 w 747"/>
                  <a:gd name="T1" fmla="*/ 443 h 461"/>
                  <a:gd name="T2" fmla="*/ 311 w 747"/>
                  <a:gd name="T3" fmla="*/ 437 h 461"/>
                  <a:gd name="T4" fmla="*/ 245 w 747"/>
                  <a:gd name="T5" fmla="*/ 425 h 461"/>
                  <a:gd name="T6" fmla="*/ 185 w 747"/>
                  <a:gd name="T7" fmla="*/ 407 h 461"/>
                  <a:gd name="T8" fmla="*/ 131 w 747"/>
                  <a:gd name="T9" fmla="*/ 383 h 461"/>
                  <a:gd name="T10" fmla="*/ 83 w 747"/>
                  <a:gd name="T11" fmla="*/ 347 h 461"/>
                  <a:gd name="T12" fmla="*/ 53 w 747"/>
                  <a:gd name="T13" fmla="*/ 311 h 461"/>
                  <a:gd name="T14" fmla="*/ 30 w 747"/>
                  <a:gd name="T15" fmla="*/ 269 h 461"/>
                  <a:gd name="T16" fmla="*/ 24 w 747"/>
                  <a:gd name="T17" fmla="*/ 227 h 461"/>
                  <a:gd name="T18" fmla="*/ 30 w 747"/>
                  <a:gd name="T19" fmla="*/ 185 h 461"/>
                  <a:gd name="T20" fmla="*/ 53 w 747"/>
                  <a:gd name="T21" fmla="*/ 143 h 461"/>
                  <a:gd name="T22" fmla="*/ 83 w 747"/>
                  <a:gd name="T23" fmla="*/ 107 h 461"/>
                  <a:gd name="T24" fmla="*/ 131 w 747"/>
                  <a:gd name="T25" fmla="*/ 77 h 461"/>
                  <a:gd name="T26" fmla="*/ 185 w 747"/>
                  <a:gd name="T27" fmla="*/ 47 h 461"/>
                  <a:gd name="T28" fmla="*/ 245 w 747"/>
                  <a:gd name="T29" fmla="*/ 30 h 461"/>
                  <a:gd name="T30" fmla="*/ 311 w 747"/>
                  <a:gd name="T31" fmla="*/ 18 h 461"/>
                  <a:gd name="T32" fmla="*/ 382 w 747"/>
                  <a:gd name="T33" fmla="*/ 12 h 461"/>
                  <a:gd name="T34" fmla="*/ 478 w 747"/>
                  <a:gd name="T35" fmla="*/ 18 h 461"/>
                  <a:gd name="T36" fmla="*/ 562 w 747"/>
                  <a:gd name="T37" fmla="*/ 41 h 461"/>
                  <a:gd name="T38" fmla="*/ 562 w 747"/>
                  <a:gd name="T39" fmla="*/ 36 h 461"/>
                  <a:gd name="T40" fmla="*/ 562 w 747"/>
                  <a:gd name="T41" fmla="*/ 30 h 461"/>
                  <a:gd name="T42" fmla="*/ 478 w 747"/>
                  <a:gd name="T43" fmla="*/ 6 h 461"/>
                  <a:gd name="T44" fmla="*/ 382 w 747"/>
                  <a:gd name="T45" fmla="*/ 0 h 461"/>
                  <a:gd name="T46" fmla="*/ 305 w 747"/>
                  <a:gd name="T47" fmla="*/ 6 h 461"/>
                  <a:gd name="T48" fmla="*/ 233 w 747"/>
                  <a:gd name="T49" fmla="*/ 18 h 461"/>
                  <a:gd name="T50" fmla="*/ 167 w 747"/>
                  <a:gd name="T51" fmla="*/ 41 h 461"/>
                  <a:gd name="T52" fmla="*/ 113 w 747"/>
                  <a:gd name="T53" fmla="*/ 65 h 461"/>
                  <a:gd name="T54" fmla="*/ 65 w 747"/>
                  <a:gd name="T55" fmla="*/ 101 h 461"/>
                  <a:gd name="T56" fmla="*/ 30 w 747"/>
                  <a:gd name="T57" fmla="*/ 137 h 461"/>
                  <a:gd name="T58" fmla="*/ 6 w 747"/>
                  <a:gd name="T59" fmla="*/ 179 h 461"/>
                  <a:gd name="T60" fmla="*/ 0 w 747"/>
                  <a:gd name="T61" fmla="*/ 227 h 461"/>
                  <a:gd name="T62" fmla="*/ 6 w 747"/>
                  <a:gd name="T63" fmla="*/ 275 h 461"/>
                  <a:gd name="T64" fmla="*/ 30 w 747"/>
                  <a:gd name="T65" fmla="*/ 317 h 461"/>
                  <a:gd name="T66" fmla="*/ 65 w 747"/>
                  <a:gd name="T67" fmla="*/ 359 h 461"/>
                  <a:gd name="T68" fmla="*/ 113 w 747"/>
                  <a:gd name="T69" fmla="*/ 395 h 461"/>
                  <a:gd name="T70" fmla="*/ 167 w 747"/>
                  <a:gd name="T71" fmla="*/ 419 h 461"/>
                  <a:gd name="T72" fmla="*/ 233 w 747"/>
                  <a:gd name="T73" fmla="*/ 443 h 461"/>
                  <a:gd name="T74" fmla="*/ 305 w 747"/>
                  <a:gd name="T75" fmla="*/ 455 h 461"/>
                  <a:gd name="T76" fmla="*/ 382 w 747"/>
                  <a:gd name="T77" fmla="*/ 461 h 461"/>
                  <a:gd name="T78" fmla="*/ 448 w 747"/>
                  <a:gd name="T79" fmla="*/ 455 h 461"/>
                  <a:gd name="T80" fmla="*/ 508 w 747"/>
                  <a:gd name="T81" fmla="*/ 449 h 461"/>
                  <a:gd name="T82" fmla="*/ 609 w 747"/>
                  <a:gd name="T83" fmla="*/ 413 h 461"/>
                  <a:gd name="T84" fmla="*/ 657 w 747"/>
                  <a:gd name="T85" fmla="*/ 389 h 461"/>
                  <a:gd name="T86" fmla="*/ 693 w 747"/>
                  <a:gd name="T87" fmla="*/ 359 h 461"/>
                  <a:gd name="T88" fmla="*/ 723 w 747"/>
                  <a:gd name="T89" fmla="*/ 329 h 461"/>
                  <a:gd name="T90" fmla="*/ 747 w 747"/>
                  <a:gd name="T91" fmla="*/ 293 h 461"/>
                  <a:gd name="T92" fmla="*/ 741 w 747"/>
                  <a:gd name="T93" fmla="*/ 287 h 461"/>
                  <a:gd name="T94" fmla="*/ 729 w 747"/>
                  <a:gd name="T95" fmla="*/ 281 h 461"/>
                  <a:gd name="T96" fmla="*/ 711 w 747"/>
                  <a:gd name="T97" fmla="*/ 317 h 461"/>
                  <a:gd name="T98" fmla="*/ 681 w 747"/>
                  <a:gd name="T99" fmla="*/ 347 h 461"/>
                  <a:gd name="T100" fmla="*/ 645 w 747"/>
                  <a:gd name="T101" fmla="*/ 377 h 461"/>
                  <a:gd name="T102" fmla="*/ 604 w 747"/>
                  <a:gd name="T103" fmla="*/ 401 h 461"/>
                  <a:gd name="T104" fmla="*/ 502 w 747"/>
                  <a:gd name="T105" fmla="*/ 431 h 461"/>
                  <a:gd name="T106" fmla="*/ 442 w 747"/>
                  <a:gd name="T107" fmla="*/ 443 h 461"/>
                  <a:gd name="T108" fmla="*/ 382 w 747"/>
                  <a:gd name="T109" fmla="*/ 443 h 461"/>
                  <a:gd name="T110" fmla="*/ 382 w 747"/>
                  <a:gd name="T111" fmla="*/ 443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2" name="Freeform 14">
                <a:extLst>
                  <a:ext uri="{FF2B5EF4-FFF2-40B4-BE49-F238E27FC236}">
                    <a16:creationId xmlns:a16="http://schemas.microsoft.com/office/drawing/2014/main" id="{38A70BE9-89EF-68AE-CBCF-67BED556510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>
                  <a:gd name="T0" fmla="*/ 0 w 96"/>
                  <a:gd name="T1" fmla="*/ 0 h 30"/>
                  <a:gd name="T2" fmla="*/ 0 w 96"/>
                  <a:gd name="T3" fmla="*/ 12 h 30"/>
                  <a:gd name="T4" fmla="*/ 48 w 96"/>
                  <a:gd name="T5" fmla="*/ 18 h 30"/>
                  <a:gd name="T6" fmla="*/ 96 w 96"/>
                  <a:gd name="T7" fmla="*/ 30 h 30"/>
                  <a:gd name="T8" fmla="*/ 96 w 96"/>
                  <a:gd name="T9" fmla="*/ 24 h 30"/>
                  <a:gd name="T10" fmla="*/ 96 w 96"/>
                  <a:gd name="T11" fmla="*/ 18 h 30"/>
                  <a:gd name="T12" fmla="*/ 48 w 96"/>
                  <a:gd name="T13" fmla="*/ 12 h 30"/>
                  <a:gd name="T14" fmla="*/ 0 w 96"/>
                  <a:gd name="T15" fmla="*/ 0 h 30"/>
                  <a:gd name="T16" fmla="*/ 0 w 96"/>
                  <a:gd name="T1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3" name="Oval 15">
                <a:extLst>
                  <a:ext uri="{FF2B5EF4-FFF2-40B4-BE49-F238E27FC236}">
                    <a16:creationId xmlns:a16="http://schemas.microsoft.com/office/drawing/2014/main" id="{423AA96C-0C04-8467-FE4D-04C69ABD5219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2304" name="Group 16">
              <a:extLst>
                <a:ext uri="{FF2B5EF4-FFF2-40B4-BE49-F238E27FC236}">
                  <a16:creationId xmlns:a16="http://schemas.microsoft.com/office/drawing/2014/main" id="{F6F2A0EA-5FD6-6ADC-9CA1-FD4DF3F94CB9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776" y="3631"/>
              <a:ext cx="1626" cy="683"/>
              <a:chOff x="1776" y="3631"/>
              <a:chExt cx="1626" cy="683"/>
            </a:xfrm>
          </p:grpSpPr>
          <p:sp>
            <p:nvSpPr>
              <p:cNvPr id="12305" name="Oval 17">
                <a:extLst>
                  <a:ext uri="{FF2B5EF4-FFF2-40B4-BE49-F238E27FC236}">
                    <a16:creationId xmlns:a16="http://schemas.microsoft.com/office/drawing/2014/main" id="{E5480B2B-9B5F-883E-D708-C5C3CE6D5528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268" y="3934"/>
                <a:ext cx="638" cy="377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6" name="Oval 18">
                <a:extLst>
                  <a:ext uri="{FF2B5EF4-FFF2-40B4-BE49-F238E27FC236}">
                    <a16:creationId xmlns:a16="http://schemas.microsoft.com/office/drawing/2014/main" id="{E3F7B6FA-2439-9D70-147B-8A21EE9EEF6C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14" y="3958"/>
                <a:ext cx="543" cy="332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7" name="Oval 19">
                <a:extLst>
                  <a:ext uri="{FF2B5EF4-FFF2-40B4-BE49-F238E27FC236}">
                    <a16:creationId xmlns:a16="http://schemas.microsoft.com/office/drawing/2014/main" id="{F1AEF79A-04D6-CDDA-917D-A1D81EC2CB0C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41" y="3979"/>
                <a:ext cx="501" cy="29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8" name="Oval 20">
                <a:extLst>
                  <a:ext uri="{FF2B5EF4-FFF2-40B4-BE49-F238E27FC236}">
                    <a16:creationId xmlns:a16="http://schemas.microsoft.com/office/drawing/2014/main" id="{BABB3243-660D-2144-1BD1-2481AAD24DD2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68" y="3997"/>
                <a:ext cx="444" cy="258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09" name="Oval 21">
                <a:extLst>
                  <a:ext uri="{FF2B5EF4-FFF2-40B4-BE49-F238E27FC236}">
                    <a16:creationId xmlns:a16="http://schemas.microsoft.com/office/drawing/2014/main" id="{B8527E29-6EEE-D37F-AF13-EC5790DC1A20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85" y="4005"/>
                <a:ext cx="413" cy="240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10" name="Oval 22">
                <a:extLst>
                  <a:ext uri="{FF2B5EF4-FFF2-40B4-BE49-F238E27FC236}">
                    <a16:creationId xmlns:a16="http://schemas.microsoft.com/office/drawing/2014/main" id="{58766411-57E9-6398-1529-3F63CB4FDE00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437" y="4026"/>
                <a:ext cx="306" cy="192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11" name="Oval 23">
                <a:extLst>
                  <a:ext uri="{FF2B5EF4-FFF2-40B4-BE49-F238E27FC236}">
                    <a16:creationId xmlns:a16="http://schemas.microsoft.com/office/drawing/2014/main" id="{D1BE7669-E8D5-E281-AEB8-BE8C1DCF2521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476" y="4056"/>
                <a:ext cx="227" cy="135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12" name="Oval 24">
                <a:extLst>
                  <a:ext uri="{FF2B5EF4-FFF2-40B4-BE49-F238E27FC236}">
                    <a16:creationId xmlns:a16="http://schemas.microsoft.com/office/drawing/2014/main" id="{C7661AC2-613E-AE87-C168-0544B91CA9E1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542" y="4097"/>
                <a:ext cx="90" cy="60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13" name="Freeform 25">
                <a:extLst>
                  <a:ext uri="{FF2B5EF4-FFF2-40B4-BE49-F238E27FC236}">
                    <a16:creationId xmlns:a16="http://schemas.microsoft.com/office/drawing/2014/main" id="{A80190E2-47AC-5788-7431-8CABF9F567D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>
                  <a:gd name="T0" fmla="*/ 6 w 448"/>
                  <a:gd name="T1" fmla="*/ 6 h 186"/>
                  <a:gd name="T2" fmla="*/ 78 w 448"/>
                  <a:gd name="T3" fmla="*/ 12 h 186"/>
                  <a:gd name="T4" fmla="*/ 150 w 448"/>
                  <a:gd name="T5" fmla="*/ 18 h 186"/>
                  <a:gd name="T6" fmla="*/ 215 w 448"/>
                  <a:gd name="T7" fmla="*/ 36 h 186"/>
                  <a:gd name="T8" fmla="*/ 275 w 448"/>
                  <a:gd name="T9" fmla="*/ 60 h 186"/>
                  <a:gd name="T10" fmla="*/ 329 w 448"/>
                  <a:gd name="T11" fmla="*/ 84 h 186"/>
                  <a:gd name="T12" fmla="*/ 377 w 448"/>
                  <a:gd name="T13" fmla="*/ 114 h 186"/>
                  <a:gd name="T14" fmla="*/ 419 w 448"/>
                  <a:gd name="T15" fmla="*/ 150 h 186"/>
                  <a:gd name="T16" fmla="*/ 448 w 448"/>
                  <a:gd name="T17" fmla="*/ 186 h 186"/>
                  <a:gd name="T18" fmla="*/ 448 w 448"/>
                  <a:gd name="T19" fmla="*/ 162 h 186"/>
                  <a:gd name="T20" fmla="*/ 413 w 448"/>
                  <a:gd name="T21" fmla="*/ 126 h 186"/>
                  <a:gd name="T22" fmla="*/ 371 w 448"/>
                  <a:gd name="T23" fmla="*/ 96 h 186"/>
                  <a:gd name="T24" fmla="*/ 323 w 448"/>
                  <a:gd name="T25" fmla="*/ 66 h 186"/>
                  <a:gd name="T26" fmla="*/ 269 w 448"/>
                  <a:gd name="T27" fmla="*/ 48 h 186"/>
                  <a:gd name="T28" fmla="*/ 144 w 448"/>
                  <a:gd name="T29" fmla="*/ 12 h 186"/>
                  <a:gd name="T30" fmla="*/ 78 w 448"/>
                  <a:gd name="T31" fmla="*/ 6 h 186"/>
                  <a:gd name="T32" fmla="*/ 6 w 448"/>
                  <a:gd name="T33" fmla="*/ 0 h 186"/>
                  <a:gd name="T34" fmla="*/ 0 w 448"/>
                  <a:gd name="T35" fmla="*/ 0 h 186"/>
                  <a:gd name="T36" fmla="*/ 0 w 448"/>
                  <a:gd name="T37" fmla="*/ 0 h 186"/>
                  <a:gd name="T38" fmla="*/ 0 w 448"/>
                  <a:gd name="T39" fmla="*/ 6 h 186"/>
                  <a:gd name="T40" fmla="*/ 0 w 448"/>
                  <a:gd name="T41" fmla="*/ 6 h 186"/>
                  <a:gd name="T42" fmla="*/ 6 w 448"/>
                  <a:gd name="T43" fmla="*/ 6 h 186"/>
                  <a:gd name="T44" fmla="*/ 6 w 448"/>
                  <a:gd name="T45" fmla="*/ 6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14" name="Freeform 26">
                <a:extLst>
                  <a:ext uri="{FF2B5EF4-FFF2-40B4-BE49-F238E27FC236}">
                    <a16:creationId xmlns:a16="http://schemas.microsoft.com/office/drawing/2014/main" id="{9F5FC66A-AD75-8514-0756-431A4AA4E3DA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>
                  <a:gd name="T0" fmla="*/ 23 w 890"/>
                  <a:gd name="T1" fmla="*/ 276 h 462"/>
                  <a:gd name="T2" fmla="*/ 29 w 890"/>
                  <a:gd name="T3" fmla="*/ 222 h 462"/>
                  <a:gd name="T4" fmla="*/ 59 w 890"/>
                  <a:gd name="T5" fmla="*/ 174 h 462"/>
                  <a:gd name="T6" fmla="*/ 95 w 890"/>
                  <a:gd name="T7" fmla="*/ 132 h 462"/>
                  <a:gd name="T8" fmla="*/ 149 w 890"/>
                  <a:gd name="T9" fmla="*/ 96 h 462"/>
                  <a:gd name="T10" fmla="*/ 209 w 890"/>
                  <a:gd name="T11" fmla="*/ 60 h 462"/>
                  <a:gd name="T12" fmla="*/ 281 w 890"/>
                  <a:gd name="T13" fmla="*/ 36 h 462"/>
                  <a:gd name="T14" fmla="*/ 364 w 890"/>
                  <a:gd name="T15" fmla="*/ 24 h 462"/>
                  <a:gd name="T16" fmla="*/ 448 w 890"/>
                  <a:gd name="T17" fmla="*/ 18 h 462"/>
                  <a:gd name="T18" fmla="*/ 532 w 890"/>
                  <a:gd name="T19" fmla="*/ 24 h 462"/>
                  <a:gd name="T20" fmla="*/ 609 w 890"/>
                  <a:gd name="T21" fmla="*/ 36 h 462"/>
                  <a:gd name="T22" fmla="*/ 681 w 890"/>
                  <a:gd name="T23" fmla="*/ 60 h 462"/>
                  <a:gd name="T24" fmla="*/ 741 w 890"/>
                  <a:gd name="T25" fmla="*/ 96 h 462"/>
                  <a:gd name="T26" fmla="*/ 795 w 890"/>
                  <a:gd name="T27" fmla="*/ 132 h 462"/>
                  <a:gd name="T28" fmla="*/ 831 w 890"/>
                  <a:gd name="T29" fmla="*/ 174 h 462"/>
                  <a:gd name="T30" fmla="*/ 861 w 890"/>
                  <a:gd name="T31" fmla="*/ 222 h 462"/>
                  <a:gd name="T32" fmla="*/ 867 w 890"/>
                  <a:gd name="T33" fmla="*/ 276 h 462"/>
                  <a:gd name="T34" fmla="*/ 855 w 890"/>
                  <a:gd name="T35" fmla="*/ 330 h 462"/>
                  <a:gd name="T36" fmla="*/ 831 w 890"/>
                  <a:gd name="T37" fmla="*/ 378 h 462"/>
                  <a:gd name="T38" fmla="*/ 783 w 890"/>
                  <a:gd name="T39" fmla="*/ 426 h 462"/>
                  <a:gd name="T40" fmla="*/ 723 w 890"/>
                  <a:gd name="T41" fmla="*/ 462 h 462"/>
                  <a:gd name="T42" fmla="*/ 765 w 890"/>
                  <a:gd name="T43" fmla="*/ 462 h 462"/>
                  <a:gd name="T44" fmla="*/ 819 w 890"/>
                  <a:gd name="T45" fmla="*/ 426 h 462"/>
                  <a:gd name="T46" fmla="*/ 855 w 890"/>
                  <a:gd name="T47" fmla="*/ 378 h 462"/>
                  <a:gd name="T48" fmla="*/ 884 w 890"/>
                  <a:gd name="T49" fmla="*/ 330 h 462"/>
                  <a:gd name="T50" fmla="*/ 890 w 890"/>
                  <a:gd name="T51" fmla="*/ 276 h 462"/>
                  <a:gd name="T52" fmla="*/ 884 w 890"/>
                  <a:gd name="T53" fmla="*/ 222 h 462"/>
                  <a:gd name="T54" fmla="*/ 855 w 890"/>
                  <a:gd name="T55" fmla="*/ 168 h 462"/>
                  <a:gd name="T56" fmla="*/ 813 w 890"/>
                  <a:gd name="T57" fmla="*/ 120 h 462"/>
                  <a:gd name="T58" fmla="*/ 759 w 890"/>
                  <a:gd name="T59" fmla="*/ 84 h 462"/>
                  <a:gd name="T60" fmla="*/ 693 w 890"/>
                  <a:gd name="T61" fmla="*/ 48 h 462"/>
                  <a:gd name="T62" fmla="*/ 621 w 890"/>
                  <a:gd name="T63" fmla="*/ 24 h 462"/>
                  <a:gd name="T64" fmla="*/ 538 w 890"/>
                  <a:gd name="T65" fmla="*/ 6 h 462"/>
                  <a:gd name="T66" fmla="*/ 448 w 890"/>
                  <a:gd name="T67" fmla="*/ 0 h 462"/>
                  <a:gd name="T68" fmla="*/ 358 w 890"/>
                  <a:gd name="T69" fmla="*/ 6 h 462"/>
                  <a:gd name="T70" fmla="*/ 275 w 890"/>
                  <a:gd name="T71" fmla="*/ 24 h 462"/>
                  <a:gd name="T72" fmla="*/ 197 w 890"/>
                  <a:gd name="T73" fmla="*/ 48 h 462"/>
                  <a:gd name="T74" fmla="*/ 131 w 890"/>
                  <a:gd name="T75" fmla="*/ 84 h 462"/>
                  <a:gd name="T76" fmla="*/ 77 w 890"/>
                  <a:gd name="T77" fmla="*/ 120 h 462"/>
                  <a:gd name="T78" fmla="*/ 35 w 890"/>
                  <a:gd name="T79" fmla="*/ 168 h 462"/>
                  <a:gd name="T80" fmla="*/ 12 w 890"/>
                  <a:gd name="T81" fmla="*/ 222 h 462"/>
                  <a:gd name="T82" fmla="*/ 0 w 890"/>
                  <a:gd name="T83" fmla="*/ 276 h 462"/>
                  <a:gd name="T84" fmla="*/ 6 w 890"/>
                  <a:gd name="T85" fmla="*/ 330 h 462"/>
                  <a:gd name="T86" fmla="*/ 35 w 890"/>
                  <a:gd name="T87" fmla="*/ 378 h 462"/>
                  <a:gd name="T88" fmla="*/ 71 w 890"/>
                  <a:gd name="T89" fmla="*/ 426 h 462"/>
                  <a:gd name="T90" fmla="*/ 125 w 890"/>
                  <a:gd name="T91" fmla="*/ 462 h 462"/>
                  <a:gd name="T92" fmla="*/ 167 w 890"/>
                  <a:gd name="T93" fmla="*/ 462 h 462"/>
                  <a:gd name="T94" fmla="*/ 107 w 890"/>
                  <a:gd name="T95" fmla="*/ 426 h 462"/>
                  <a:gd name="T96" fmla="*/ 59 w 890"/>
                  <a:gd name="T97" fmla="*/ 378 h 462"/>
                  <a:gd name="T98" fmla="*/ 35 w 890"/>
                  <a:gd name="T99" fmla="*/ 330 h 462"/>
                  <a:gd name="T100" fmla="*/ 23 w 890"/>
                  <a:gd name="T101" fmla="*/ 276 h 462"/>
                  <a:gd name="T102" fmla="*/ 23 w 890"/>
                  <a:gd name="T103" fmla="*/ 276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15" name="Freeform 27">
                <a:extLst>
                  <a:ext uri="{FF2B5EF4-FFF2-40B4-BE49-F238E27FC236}">
                    <a16:creationId xmlns:a16="http://schemas.microsoft.com/office/drawing/2014/main" id="{A49F1046-8171-AE60-7F1D-323E5BACDF14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>
                  <a:gd name="T0" fmla="*/ 18 w 406"/>
                  <a:gd name="T1" fmla="*/ 300 h 486"/>
                  <a:gd name="T2" fmla="*/ 24 w 406"/>
                  <a:gd name="T3" fmla="*/ 246 h 486"/>
                  <a:gd name="T4" fmla="*/ 48 w 406"/>
                  <a:gd name="T5" fmla="*/ 198 h 486"/>
                  <a:gd name="T6" fmla="*/ 83 w 406"/>
                  <a:gd name="T7" fmla="*/ 150 h 486"/>
                  <a:gd name="T8" fmla="*/ 131 w 406"/>
                  <a:gd name="T9" fmla="*/ 108 h 486"/>
                  <a:gd name="T10" fmla="*/ 185 w 406"/>
                  <a:gd name="T11" fmla="*/ 72 h 486"/>
                  <a:gd name="T12" fmla="*/ 251 w 406"/>
                  <a:gd name="T13" fmla="*/ 42 h 486"/>
                  <a:gd name="T14" fmla="*/ 329 w 406"/>
                  <a:gd name="T15" fmla="*/ 24 h 486"/>
                  <a:gd name="T16" fmla="*/ 406 w 406"/>
                  <a:gd name="T17" fmla="*/ 6 h 486"/>
                  <a:gd name="T18" fmla="*/ 406 w 406"/>
                  <a:gd name="T19" fmla="*/ 0 h 486"/>
                  <a:gd name="T20" fmla="*/ 323 w 406"/>
                  <a:gd name="T21" fmla="*/ 12 h 486"/>
                  <a:gd name="T22" fmla="*/ 245 w 406"/>
                  <a:gd name="T23" fmla="*/ 36 h 486"/>
                  <a:gd name="T24" fmla="*/ 179 w 406"/>
                  <a:gd name="T25" fmla="*/ 66 h 486"/>
                  <a:gd name="T26" fmla="*/ 119 w 406"/>
                  <a:gd name="T27" fmla="*/ 102 h 486"/>
                  <a:gd name="T28" fmla="*/ 72 w 406"/>
                  <a:gd name="T29" fmla="*/ 144 h 486"/>
                  <a:gd name="T30" fmla="*/ 30 w 406"/>
                  <a:gd name="T31" fmla="*/ 192 h 486"/>
                  <a:gd name="T32" fmla="*/ 6 w 406"/>
                  <a:gd name="T33" fmla="*/ 246 h 486"/>
                  <a:gd name="T34" fmla="*/ 0 w 406"/>
                  <a:gd name="T35" fmla="*/ 300 h 486"/>
                  <a:gd name="T36" fmla="*/ 6 w 406"/>
                  <a:gd name="T37" fmla="*/ 348 h 486"/>
                  <a:gd name="T38" fmla="*/ 30 w 406"/>
                  <a:gd name="T39" fmla="*/ 396 h 486"/>
                  <a:gd name="T40" fmla="*/ 66 w 406"/>
                  <a:gd name="T41" fmla="*/ 444 h 486"/>
                  <a:gd name="T42" fmla="*/ 107 w 406"/>
                  <a:gd name="T43" fmla="*/ 486 h 486"/>
                  <a:gd name="T44" fmla="*/ 131 w 406"/>
                  <a:gd name="T45" fmla="*/ 486 h 486"/>
                  <a:gd name="T46" fmla="*/ 83 w 406"/>
                  <a:gd name="T47" fmla="*/ 450 h 486"/>
                  <a:gd name="T48" fmla="*/ 48 w 406"/>
                  <a:gd name="T49" fmla="*/ 402 h 486"/>
                  <a:gd name="T50" fmla="*/ 24 w 406"/>
                  <a:gd name="T51" fmla="*/ 354 h 486"/>
                  <a:gd name="T52" fmla="*/ 18 w 406"/>
                  <a:gd name="T53" fmla="*/ 300 h 486"/>
                  <a:gd name="T54" fmla="*/ 18 w 406"/>
                  <a:gd name="T55" fmla="*/ 300 h 4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16" name="Freeform 28">
                <a:extLst>
                  <a:ext uri="{FF2B5EF4-FFF2-40B4-BE49-F238E27FC236}">
                    <a16:creationId xmlns:a16="http://schemas.microsoft.com/office/drawing/2014/main" id="{EBD7A3E5-311F-3F4A-374F-1C0CAE2C069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>
                  <a:gd name="T0" fmla="*/ 89 w 107"/>
                  <a:gd name="T1" fmla="*/ 84 h 252"/>
                  <a:gd name="T2" fmla="*/ 83 w 107"/>
                  <a:gd name="T3" fmla="*/ 132 h 252"/>
                  <a:gd name="T4" fmla="*/ 65 w 107"/>
                  <a:gd name="T5" fmla="*/ 174 h 252"/>
                  <a:gd name="T6" fmla="*/ 36 w 107"/>
                  <a:gd name="T7" fmla="*/ 216 h 252"/>
                  <a:gd name="T8" fmla="*/ 0 w 107"/>
                  <a:gd name="T9" fmla="*/ 252 h 252"/>
                  <a:gd name="T10" fmla="*/ 18 w 107"/>
                  <a:gd name="T11" fmla="*/ 252 h 252"/>
                  <a:gd name="T12" fmla="*/ 53 w 107"/>
                  <a:gd name="T13" fmla="*/ 216 h 252"/>
                  <a:gd name="T14" fmla="*/ 83 w 107"/>
                  <a:gd name="T15" fmla="*/ 174 h 252"/>
                  <a:gd name="T16" fmla="*/ 101 w 107"/>
                  <a:gd name="T17" fmla="*/ 132 h 252"/>
                  <a:gd name="T18" fmla="*/ 107 w 107"/>
                  <a:gd name="T19" fmla="*/ 84 h 252"/>
                  <a:gd name="T20" fmla="*/ 101 w 107"/>
                  <a:gd name="T21" fmla="*/ 42 h 252"/>
                  <a:gd name="T22" fmla="*/ 89 w 107"/>
                  <a:gd name="T23" fmla="*/ 0 h 252"/>
                  <a:gd name="T24" fmla="*/ 65 w 107"/>
                  <a:gd name="T25" fmla="*/ 0 h 252"/>
                  <a:gd name="T26" fmla="*/ 83 w 107"/>
                  <a:gd name="T27" fmla="*/ 42 h 252"/>
                  <a:gd name="T28" fmla="*/ 89 w 107"/>
                  <a:gd name="T29" fmla="*/ 84 h 252"/>
                  <a:gd name="T30" fmla="*/ 89 w 107"/>
                  <a:gd name="T31" fmla="*/ 84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17" name="Freeform 29">
                <a:extLst>
                  <a:ext uri="{FF2B5EF4-FFF2-40B4-BE49-F238E27FC236}">
                    <a16:creationId xmlns:a16="http://schemas.microsoft.com/office/drawing/2014/main" id="{02BAF621-EF29-86E7-5BAB-EA019393E2B6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>
                  <a:gd name="T0" fmla="*/ 518 w 835"/>
                  <a:gd name="T1" fmla="*/ 18 h 150"/>
                  <a:gd name="T2" fmla="*/ 597 w 835"/>
                  <a:gd name="T3" fmla="*/ 24 h 150"/>
                  <a:gd name="T4" fmla="*/ 682 w 835"/>
                  <a:gd name="T5" fmla="*/ 30 h 150"/>
                  <a:gd name="T6" fmla="*/ 755 w 835"/>
                  <a:gd name="T7" fmla="*/ 42 h 150"/>
                  <a:gd name="T8" fmla="*/ 828 w 835"/>
                  <a:gd name="T9" fmla="*/ 60 h 150"/>
                  <a:gd name="T10" fmla="*/ 835 w 835"/>
                  <a:gd name="T11" fmla="*/ 42 h 150"/>
                  <a:gd name="T12" fmla="*/ 761 w 835"/>
                  <a:gd name="T13" fmla="*/ 24 h 150"/>
                  <a:gd name="T14" fmla="*/ 688 w 835"/>
                  <a:gd name="T15" fmla="*/ 12 h 150"/>
                  <a:gd name="T16" fmla="*/ 603 w 835"/>
                  <a:gd name="T17" fmla="*/ 6 h 150"/>
                  <a:gd name="T18" fmla="*/ 518 w 835"/>
                  <a:gd name="T19" fmla="*/ 0 h 150"/>
                  <a:gd name="T20" fmla="*/ 372 w 835"/>
                  <a:gd name="T21" fmla="*/ 12 h 150"/>
                  <a:gd name="T22" fmla="*/ 232 w 835"/>
                  <a:gd name="T23" fmla="*/ 36 h 150"/>
                  <a:gd name="T24" fmla="*/ 110 w 835"/>
                  <a:gd name="T25" fmla="*/ 78 h 150"/>
                  <a:gd name="T26" fmla="*/ 0 w 835"/>
                  <a:gd name="T27" fmla="*/ 132 h 150"/>
                  <a:gd name="T28" fmla="*/ 19 w 835"/>
                  <a:gd name="T29" fmla="*/ 150 h 150"/>
                  <a:gd name="T30" fmla="*/ 122 w 835"/>
                  <a:gd name="T31" fmla="*/ 96 h 150"/>
                  <a:gd name="T32" fmla="*/ 244 w 835"/>
                  <a:gd name="T33" fmla="*/ 54 h 150"/>
                  <a:gd name="T34" fmla="*/ 378 w 835"/>
                  <a:gd name="T35" fmla="*/ 30 h 150"/>
                  <a:gd name="T36" fmla="*/ 518 w 835"/>
                  <a:gd name="T37" fmla="*/ 18 h 150"/>
                  <a:gd name="T38" fmla="*/ 518 w 835"/>
                  <a:gd name="T39" fmla="*/ 18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18" name="Freeform 30">
                <a:extLst>
                  <a:ext uri="{FF2B5EF4-FFF2-40B4-BE49-F238E27FC236}">
                    <a16:creationId xmlns:a16="http://schemas.microsoft.com/office/drawing/2014/main" id="{A3788CAC-3A67-5A47-EB4B-5512F55091B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>
                  <a:gd name="T0" fmla="*/ 31 w 171"/>
                  <a:gd name="T1" fmla="*/ 263 h 461"/>
                  <a:gd name="T2" fmla="*/ 43 w 171"/>
                  <a:gd name="T3" fmla="*/ 191 h 461"/>
                  <a:gd name="T4" fmla="*/ 67 w 171"/>
                  <a:gd name="T5" fmla="*/ 131 h 461"/>
                  <a:gd name="T6" fmla="*/ 116 w 171"/>
                  <a:gd name="T7" fmla="*/ 72 h 461"/>
                  <a:gd name="T8" fmla="*/ 171 w 171"/>
                  <a:gd name="T9" fmla="*/ 18 h 461"/>
                  <a:gd name="T10" fmla="*/ 153 w 171"/>
                  <a:gd name="T11" fmla="*/ 0 h 461"/>
                  <a:gd name="T12" fmla="*/ 86 w 171"/>
                  <a:gd name="T13" fmla="*/ 60 h 461"/>
                  <a:gd name="T14" fmla="*/ 43 w 171"/>
                  <a:gd name="T15" fmla="*/ 120 h 461"/>
                  <a:gd name="T16" fmla="*/ 13 w 171"/>
                  <a:gd name="T17" fmla="*/ 191 h 461"/>
                  <a:gd name="T18" fmla="*/ 0 w 171"/>
                  <a:gd name="T19" fmla="*/ 263 h 461"/>
                  <a:gd name="T20" fmla="*/ 6 w 171"/>
                  <a:gd name="T21" fmla="*/ 317 h 461"/>
                  <a:gd name="T22" fmla="*/ 25 w 171"/>
                  <a:gd name="T23" fmla="*/ 365 h 461"/>
                  <a:gd name="T24" fmla="*/ 49 w 171"/>
                  <a:gd name="T25" fmla="*/ 413 h 461"/>
                  <a:gd name="T26" fmla="*/ 86 w 171"/>
                  <a:gd name="T27" fmla="*/ 461 h 461"/>
                  <a:gd name="T28" fmla="*/ 122 w 171"/>
                  <a:gd name="T29" fmla="*/ 461 h 461"/>
                  <a:gd name="T30" fmla="*/ 86 w 171"/>
                  <a:gd name="T31" fmla="*/ 413 h 461"/>
                  <a:gd name="T32" fmla="*/ 55 w 171"/>
                  <a:gd name="T33" fmla="*/ 365 h 461"/>
                  <a:gd name="T34" fmla="*/ 37 w 171"/>
                  <a:gd name="T35" fmla="*/ 317 h 461"/>
                  <a:gd name="T36" fmla="*/ 31 w 171"/>
                  <a:gd name="T37" fmla="*/ 263 h 461"/>
                  <a:gd name="T38" fmla="*/ 31 w 171"/>
                  <a:gd name="T39" fmla="*/ 263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19" name="Freeform 31">
                <a:extLst>
                  <a:ext uri="{FF2B5EF4-FFF2-40B4-BE49-F238E27FC236}">
                    <a16:creationId xmlns:a16="http://schemas.microsoft.com/office/drawing/2014/main" id="{B4A74146-F1E5-4512-69B9-D9BF7B552BC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>
                  <a:gd name="T0" fmla="*/ 360 w 360"/>
                  <a:gd name="T1" fmla="*/ 365 h 563"/>
                  <a:gd name="T2" fmla="*/ 353 w 360"/>
                  <a:gd name="T3" fmla="*/ 305 h 563"/>
                  <a:gd name="T4" fmla="*/ 335 w 360"/>
                  <a:gd name="T5" fmla="*/ 251 h 563"/>
                  <a:gd name="T6" fmla="*/ 305 w 360"/>
                  <a:gd name="T7" fmla="*/ 204 h 563"/>
                  <a:gd name="T8" fmla="*/ 262 w 360"/>
                  <a:gd name="T9" fmla="*/ 156 h 563"/>
                  <a:gd name="T10" fmla="*/ 213 w 360"/>
                  <a:gd name="T11" fmla="*/ 108 h 563"/>
                  <a:gd name="T12" fmla="*/ 159 w 360"/>
                  <a:gd name="T13" fmla="*/ 66 h 563"/>
                  <a:gd name="T14" fmla="*/ 92 w 360"/>
                  <a:gd name="T15" fmla="*/ 30 h 563"/>
                  <a:gd name="T16" fmla="*/ 19 w 360"/>
                  <a:gd name="T17" fmla="*/ 0 h 563"/>
                  <a:gd name="T18" fmla="*/ 0 w 360"/>
                  <a:gd name="T19" fmla="*/ 12 h 563"/>
                  <a:gd name="T20" fmla="*/ 67 w 360"/>
                  <a:gd name="T21" fmla="*/ 42 h 563"/>
                  <a:gd name="T22" fmla="*/ 134 w 360"/>
                  <a:gd name="T23" fmla="*/ 78 h 563"/>
                  <a:gd name="T24" fmla="*/ 189 w 360"/>
                  <a:gd name="T25" fmla="*/ 114 h 563"/>
                  <a:gd name="T26" fmla="*/ 238 w 360"/>
                  <a:gd name="T27" fmla="*/ 162 h 563"/>
                  <a:gd name="T28" fmla="*/ 274 w 360"/>
                  <a:gd name="T29" fmla="*/ 210 h 563"/>
                  <a:gd name="T30" fmla="*/ 299 w 360"/>
                  <a:gd name="T31" fmla="*/ 257 h 563"/>
                  <a:gd name="T32" fmla="*/ 317 w 360"/>
                  <a:gd name="T33" fmla="*/ 311 h 563"/>
                  <a:gd name="T34" fmla="*/ 323 w 360"/>
                  <a:gd name="T35" fmla="*/ 365 h 563"/>
                  <a:gd name="T36" fmla="*/ 317 w 360"/>
                  <a:gd name="T37" fmla="*/ 419 h 563"/>
                  <a:gd name="T38" fmla="*/ 299 w 360"/>
                  <a:gd name="T39" fmla="*/ 467 h 563"/>
                  <a:gd name="T40" fmla="*/ 274 w 360"/>
                  <a:gd name="T41" fmla="*/ 515 h 563"/>
                  <a:gd name="T42" fmla="*/ 238 w 360"/>
                  <a:gd name="T43" fmla="*/ 563 h 563"/>
                  <a:gd name="T44" fmla="*/ 268 w 360"/>
                  <a:gd name="T45" fmla="*/ 563 h 563"/>
                  <a:gd name="T46" fmla="*/ 311 w 360"/>
                  <a:gd name="T47" fmla="*/ 515 h 563"/>
                  <a:gd name="T48" fmla="*/ 335 w 360"/>
                  <a:gd name="T49" fmla="*/ 467 h 563"/>
                  <a:gd name="T50" fmla="*/ 353 w 360"/>
                  <a:gd name="T51" fmla="*/ 419 h 563"/>
                  <a:gd name="T52" fmla="*/ 360 w 360"/>
                  <a:gd name="T53" fmla="*/ 365 h 563"/>
                  <a:gd name="T54" fmla="*/ 360 w 360"/>
                  <a:gd name="T55" fmla="*/ 365 h 5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20" name="Freeform 32">
                <a:extLst>
                  <a:ext uri="{FF2B5EF4-FFF2-40B4-BE49-F238E27FC236}">
                    <a16:creationId xmlns:a16="http://schemas.microsoft.com/office/drawing/2014/main" id="{23747AA9-4A06-B1B6-2380-EA6B6D6994CA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>
                  <a:gd name="T0" fmla="*/ 1053 w 1078"/>
                  <a:gd name="T1" fmla="*/ 425 h 425"/>
                  <a:gd name="T2" fmla="*/ 1078 w 1078"/>
                  <a:gd name="T3" fmla="*/ 419 h 425"/>
                  <a:gd name="T4" fmla="*/ 1066 w 1078"/>
                  <a:gd name="T5" fmla="*/ 377 h 425"/>
                  <a:gd name="T6" fmla="*/ 1047 w 1078"/>
                  <a:gd name="T7" fmla="*/ 336 h 425"/>
                  <a:gd name="T8" fmla="*/ 986 w 1078"/>
                  <a:gd name="T9" fmla="*/ 252 h 425"/>
                  <a:gd name="T10" fmla="*/ 907 w 1078"/>
                  <a:gd name="T11" fmla="*/ 180 h 425"/>
                  <a:gd name="T12" fmla="*/ 810 w 1078"/>
                  <a:gd name="T13" fmla="*/ 120 h 425"/>
                  <a:gd name="T14" fmla="*/ 694 w 1078"/>
                  <a:gd name="T15" fmla="*/ 72 h 425"/>
                  <a:gd name="T16" fmla="*/ 560 w 1078"/>
                  <a:gd name="T17" fmla="*/ 30 h 425"/>
                  <a:gd name="T18" fmla="*/ 420 w 1078"/>
                  <a:gd name="T19" fmla="*/ 6 h 425"/>
                  <a:gd name="T20" fmla="*/ 268 w 1078"/>
                  <a:gd name="T21" fmla="*/ 0 h 425"/>
                  <a:gd name="T22" fmla="*/ 134 w 1078"/>
                  <a:gd name="T23" fmla="*/ 6 h 425"/>
                  <a:gd name="T24" fmla="*/ 0 w 1078"/>
                  <a:gd name="T25" fmla="*/ 24 h 425"/>
                  <a:gd name="T26" fmla="*/ 12 w 1078"/>
                  <a:gd name="T27" fmla="*/ 36 h 425"/>
                  <a:gd name="T28" fmla="*/ 134 w 1078"/>
                  <a:gd name="T29" fmla="*/ 18 h 425"/>
                  <a:gd name="T30" fmla="*/ 268 w 1078"/>
                  <a:gd name="T31" fmla="*/ 12 h 425"/>
                  <a:gd name="T32" fmla="*/ 420 w 1078"/>
                  <a:gd name="T33" fmla="*/ 18 h 425"/>
                  <a:gd name="T34" fmla="*/ 554 w 1078"/>
                  <a:gd name="T35" fmla="*/ 42 h 425"/>
                  <a:gd name="T36" fmla="*/ 682 w 1078"/>
                  <a:gd name="T37" fmla="*/ 84 h 425"/>
                  <a:gd name="T38" fmla="*/ 798 w 1078"/>
                  <a:gd name="T39" fmla="*/ 132 h 425"/>
                  <a:gd name="T40" fmla="*/ 895 w 1078"/>
                  <a:gd name="T41" fmla="*/ 192 h 425"/>
                  <a:gd name="T42" fmla="*/ 968 w 1078"/>
                  <a:gd name="T43" fmla="*/ 264 h 425"/>
                  <a:gd name="T44" fmla="*/ 999 w 1078"/>
                  <a:gd name="T45" fmla="*/ 300 h 425"/>
                  <a:gd name="T46" fmla="*/ 1023 w 1078"/>
                  <a:gd name="T47" fmla="*/ 342 h 425"/>
                  <a:gd name="T48" fmla="*/ 1041 w 1078"/>
                  <a:gd name="T49" fmla="*/ 383 h 425"/>
                  <a:gd name="T50" fmla="*/ 1053 w 1078"/>
                  <a:gd name="T51" fmla="*/ 425 h 425"/>
                  <a:gd name="T52" fmla="*/ 1053 w 1078"/>
                  <a:gd name="T53" fmla="*/ 425 h 4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21" name="Freeform 33">
                <a:extLst>
                  <a:ext uri="{FF2B5EF4-FFF2-40B4-BE49-F238E27FC236}">
                    <a16:creationId xmlns:a16="http://schemas.microsoft.com/office/drawing/2014/main" id="{3EF9E6E8-0482-B48F-A764-17A51DCC7C5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>
                  <a:gd name="T0" fmla="*/ 0 w 98"/>
                  <a:gd name="T1" fmla="*/ 234 h 234"/>
                  <a:gd name="T2" fmla="*/ 25 w 98"/>
                  <a:gd name="T3" fmla="*/ 234 h 234"/>
                  <a:gd name="T4" fmla="*/ 55 w 98"/>
                  <a:gd name="T5" fmla="*/ 186 h 234"/>
                  <a:gd name="T6" fmla="*/ 80 w 98"/>
                  <a:gd name="T7" fmla="*/ 138 h 234"/>
                  <a:gd name="T8" fmla="*/ 92 w 98"/>
                  <a:gd name="T9" fmla="*/ 90 h 234"/>
                  <a:gd name="T10" fmla="*/ 98 w 98"/>
                  <a:gd name="T11" fmla="*/ 36 h 234"/>
                  <a:gd name="T12" fmla="*/ 98 w 98"/>
                  <a:gd name="T13" fmla="*/ 0 h 234"/>
                  <a:gd name="T14" fmla="*/ 74 w 98"/>
                  <a:gd name="T15" fmla="*/ 0 h 234"/>
                  <a:gd name="T16" fmla="*/ 74 w 98"/>
                  <a:gd name="T17" fmla="*/ 36 h 234"/>
                  <a:gd name="T18" fmla="*/ 67 w 98"/>
                  <a:gd name="T19" fmla="*/ 90 h 234"/>
                  <a:gd name="T20" fmla="*/ 55 w 98"/>
                  <a:gd name="T21" fmla="*/ 138 h 234"/>
                  <a:gd name="T22" fmla="*/ 31 w 98"/>
                  <a:gd name="T23" fmla="*/ 186 h 234"/>
                  <a:gd name="T24" fmla="*/ 0 w 98"/>
                  <a:gd name="T25" fmla="*/ 234 h 234"/>
                  <a:gd name="T26" fmla="*/ 0 w 98"/>
                  <a:gd name="T27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22" name="Freeform 34">
                <a:extLst>
                  <a:ext uri="{FF2B5EF4-FFF2-40B4-BE49-F238E27FC236}">
                    <a16:creationId xmlns:a16="http://schemas.microsoft.com/office/drawing/2014/main" id="{00169E07-215B-2145-B67D-183942EAB344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>
                  <a:gd name="T0" fmla="*/ 18 w 481"/>
                  <a:gd name="T1" fmla="*/ 443 h 641"/>
                  <a:gd name="T2" fmla="*/ 24 w 481"/>
                  <a:gd name="T3" fmla="*/ 371 h 641"/>
                  <a:gd name="T4" fmla="*/ 55 w 481"/>
                  <a:gd name="T5" fmla="*/ 305 h 641"/>
                  <a:gd name="T6" fmla="*/ 91 w 481"/>
                  <a:gd name="T7" fmla="*/ 246 h 641"/>
                  <a:gd name="T8" fmla="*/ 146 w 481"/>
                  <a:gd name="T9" fmla="*/ 186 h 641"/>
                  <a:gd name="T10" fmla="*/ 213 w 481"/>
                  <a:gd name="T11" fmla="*/ 132 h 641"/>
                  <a:gd name="T12" fmla="*/ 292 w 481"/>
                  <a:gd name="T13" fmla="*/ 84 h 641"/>
                  <a:gd name="T14" fmla="*/ 384 w 481"/>
                  <a:gd name="T15" fmla="*/ 48 h 641"/>
                  <a:gd name="T16" fmla="*/ 481 w 481"/>
                  <a:gd name="T17" fmla="*/ 12 h 641"/>
                  <a:gd name="T18" fmla="*/ 457 w 481"/>
                  <a:gd name="T19" fmla="*/ 0 h 641"/>
                  <a:gd name="T20" fmla="*/ 359 w 481"/>
                  <a:gd name="T21" fmla="*/ 36 h 641"/>
                  <a:gd name="T22" fmla="*/ 274 w 481"/>
                  <a:gd name="T23" fmla="*/ 78 h 641"/>
                  <a:gd name="T24" fmla="*/ 195 w 481"/>
                  <a:gd name="T25" fmla="*/ 126 h 641"/>
                  <a:gd name="T26" fmla="*/ 128 w 481"/>
                  <a:gd name="T27" fmla="*/ 180 h 641"/>
                  <a:gd name="T28" fmla="*/ 73 w 481"/>
                  <a:gd name="T29" fmla="*/ 240 h 641"/>
                  <a:gd name="T30" fmla="*/ 37 w 481"/>
                  <a:gd name="T31" fmla="*/ 305 h 641"/>
                  <a:gd name="T32" fmla="*/ 6 w 481"/>
                  <a:gd name="T33" fmla="*/ 371 h 641"/>
                  <a:gd name="T34" fmla="*/ 0 w 481"/>
                  <a:gd name="T35" fmla="*/ 443 h 641"/>
                  <a:gd name="T36" fmla="*/ 6 w 481"/>
                  <a:gd name="T37" fmla="*/ 497 h 641"/>
                  <a:gd name="T38" fmla="*/ 18 w 481"/>
                  <a:gd name="T39" fmla="*/ 545 h 641"/>
                  <a:gd name="T40" fmla="*/ 43 w 481"/>
                  <a:gd name="T41" fmla="*/ 593 h 641"/>
                  <a:gd name="T42" fmla="*/ 73 w 481"/>
                  <a:gd name="T43" fmla="*/ 641 h 641"/>
                  <a:gd name="T44" fmla="*/ 97 w 481"/>
                  <a:gd name="T45" fmla="*/ 641 h 641"/>
                  <a:gd name="T46" fmla="*/ 67 w 481"/>
                  <a:gd name="T47" fmla="*/ 593 h 641"/>
                  <a:gd name="T48" fmla="*/ 43 w 481"/>
                  <a:gd name="T49" fmla="*/ 545 h 641"/>
                  <a:gd name="T50" fmla="*/ 24 w 481"/>
                  <a:gd name="T51" fmla="*/ 497 h 641"/>
                  <a:gd name="T52" fmla="*/ 18 w 481"/>
                  <a:gd name="T53" fmla="*/ 443 h 641"/>
                  <a:gd name="T54" fmla="*/ 18 w 481"/>
                  <a:gd name="T55" fmla="*/ 443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2323" name="Group 35">
              <a:extLst>
                <a:ext uri="{FF2B5EF4-FFF2-40B4-BE49-F238E27FC236}">
                  <a16:creationId xmlns:a16="http://schemas.microsoft.com/office/drawing/2014/main" id="{AD4F57E7-3313-A7CE-2CB0-89945BF2A91F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128" y="3360"/>
              <a:ext cx="1351" cy="821"/>
              <a:chOff x="4128" y="3360"/>
              <a:chExt cx="1351" cy="821"/>
            </a:xfrm>
          </p:grpSpPr>
          <p:sp>
            <p:nvSpPr>
              <p:cNvPr id="12324" name="Freeform 36">
                <a:extLst>
                  <a:ext uri="{FF2B5EF4-FFF2-40B4-BE49-F238E27FC236}">
                    <a16:creationId xmlns:a16="http://schemas.microsoft.com/office/drawing/2014/main" id="{5A37D911-8DE3-9BBA-5C42-9E8A1F8A409F}"/>
                  </a:ext>
                </a:extLst>
              </p:cNvPr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>
                  <a:gd name="T0" fmla="*/ 484 w 1201"/>
                  <a:gd name="T1" fmla="*/ 6 h 731"/>
                  <a:gd name="T2" fmla="*/ 263 w 1201"/>
                  <a:gd name="T3" fmla="*/ 60 h 731"/>
                  <a:gd name="T4" fmla="*/ 101 w 1201"/>
                  <a:gd name="T5" fmla="*/ 162 h 731"/>
                  <a:gd name="T6" fmla="*/ 12 w 1201"/>
                  <a:gd name="T7" fmla="*/ 294 h 731"/>
                  <a:gd name="T8" fmla="*/ 0 w 1201"/>
                  <a:gd name="T9" fmla="*/ 366 h 731"/>
                  <a:gd name="T10" fmla="*/ 12 w 1201"/>
                  <a:gd name="T11" fmla="*/ 437 h 731"/>
                  <a:gd name="T12" fmla="*/ 101 w 1201"/>
                  <a:gd name="T13" fmla="*/ 569 h 731"/>
                  <a:gd name="T14" fmla="*/ 263 w 1201"/>
                  <a:gd name="T15" fmla="*/ 671 h 731"/>
                  <a:gd name="T16" fmla="*/ 484 w 1201"/>
                  <a:gd name="T17" fmla="*/ 725 h 731"/>
                  <a:gd name="T18" fmla="*/ 723 w 1201"/>
                  <a:gd name="T19" fmla="*/ 725 h 731"/>
                  <a:gd name="T20" fmla="*/ 938 w 1201"/>
                  <a:gd name="T21" fmla="*/ 671 h 731"/>
                  <a:gd name="T22" fmla="*/ 1100 w 1201"/>
                  <a:gd name="T23" fmla="*/ 569 h 731"/>
                  <a:gd name="T24" fmla="*/ 1189 w 1201"/>
                  <a:gd name="T25" fmla="*/ 437 h 731"/>
                  <a:gd name="T26" fmla="*/ 1201 w 1201"/>
                  <a:gd name="T27" fmla="*/ 366 h 731"/>
                  <a:gd name="T28" fmla="*/ 1189 w 1201"/>
                  <a:gd name="T29" fmla="*/ 294 h 731"/>
                  <a:gd name="T30" fmla="*/ 1100 w 1201"/>
                  <a:gd name="T31" fmla="*/ 162 h 731"/>
                  <a:gd name="T32" fmla="*/ 938 w 1201"/>
                  <a:gd name="T33" fmla="*/ 60 h 731"/>
                  <a:gd name="T34" fmla="*/ 723 w 1201"/>
                  <a:gd name="T35" fmla="*/ 6 h 731"/>
                  <a:gd name="T36" fmla="*/ 604 w 1201"/>
                  <a:gd name="T37" fmla="*/ 0 h 731"/>
                  <a:gd name="T38" fmla="*/ 490 w 1201"/>
                  <a:gd name="T39" fmla="*/ 701 h 731"/>
                  <a:gd name="T40" fmla="*/ 287 w 1201"/>
                  <a:gd name="T41" fmla="*/ 647 h 731"/>
                  <a:gd name="T42" fmla="*/ 131 w 1201"/>
                  <a:gd name="T43" fmla="*/ 557 h 731"/>
                  <a:gd name="T44" fmla="*/ 48 w 1201"/>
                  <a:gd name="T45" fmla="*/ 437 h 731"/>
                  <a:gd name="T46" fmla="*/ 36 w 1201"/>
                  <a:gd name="T47" fmla="*/ 366 h 731"/>
                  <a:gd name="T48" fmla="*/ 48 w 1201"/>
                  <a:gd name="T49" fmla="*/ 300 h 731"/>
                  <a:gd name="T50" fmla="*/ 131 w 1201"/>
                  <a:gd name="T51" fmla="*/ 174 h 731"/>
                  <a:gd name="T52" fmla="*/ 287 w 1201"/>
                  <a:gd name="T53" fmla="*/ 84 h 731"/>
                  <a:gd name="T54" fmla="*/ 490 w 1201"/>
                  <a:gd name="T55" fmla="*/ 30 h 731"/>
                  <a:gd name="T56" fmla="*/ 717 w 1201"/>
                  <a:gd name="T57" fmla="*/ 30 h 731"/>
                  <a:gd name="T58" fmla="*/ 920 w 1201"/>
                  <a:gd name="T59" fmla="*/ 84 h 731"/>
                  <a:gd name="T60" fmla="*/ 1070 w 1201"/>
                  <a:gd name="T61" fmla="*/ 174 h 731"/>
                  <a:gd name="T62" fmla="*/ 1153 w 1201"/>
                  <a:gd name="T63" fmla="*/ 300 h 731"/>
                  <a:gd name="T64" fmla="*/ 1153 w 1201"/>
                  <a:gd name="T65" fmla="*/ 437 h 731"/>
                  <a:gd name="T66" fmla="*/ 1070 w 1201"/>
                  <a:gd name="T67" fmla="*/ 557 h 731"/>
                  <a:gd name="T68" fmla="*/ 920 w 1201"/>
                  <a:gd name="T69" fmla="*/ 647 h 731"/>
                  <a:gd name="T70" fmla="*/ 717 w 1201"/>
                  <a:gd name="T71" fmla="*/ 701 h 731"/>
                  <a:gd name="T72" fmla="*/ 604 w 1201"/>
                  <a:gd name="T73" fmla="*/ 707 h 7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25" name="Freeform 37">
                <a:extLst>
                  <a:ext uri="{FF2B5EF4-FFF2-40B4-BE49-F238E27FC236}">
                    <a16:creationId xmlns:a16="http://schemas.microsoft.com/office/drawing/2014/main" id="{3A02D1C4-B9A6-35F9-23D6-E8115ED675C3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>
                  <a:gd name="T0" fmla="*/ 24 w 544"/>
                  <a:gd name="T1" fmla="*/ 402 h 737"/>
                  <a:gd name="T2" fmla="*/ 36 w 544"/>
                  <a:gd name="T3" fmla="*/ 330 h 737"/>
                  <a:gd name="T4" fmla="*/ 66 w 544"/>
                  <a:gd name="T5" fmla="*/ 264 h 737"/>
                  <a:gd name="T6" fmla="*/ 108 w 544"/>
                  <a:gd name="T7" fmla="*/ 204 h 737"/>
                  <a:gd name="T8" fmla="*/ 173 w 544"/>
                  <a:gd name="T9" fmla="*/ 150 h 737"/>
                  <a:gd name="T10" fmla="*/ 251 w 544"/>
                  <a:gd name="T11" fmla="*/ 102 h 737"/>
                  <a:gd name="T12" fmla="*/ 335 w 544"/>
                  <a:gd name="T13" fmla="*/ 60 h 737"/>
                  <a:gd name="T14" fmla="*/ 436 w 544"/>
                  <a:gd name="T15" fmla="*/ 30 h 737"/>
                  <a:gd name="T16" fmla="*/ 544 w 544"/>
                  <a:gd name="T17" fmla="*/ 12 h 737"/>
                  <a:gd name="T18" fmla="*/ 544 w 544"/>
                  <a:gd name="T19" fmla="*/ 0 h 737"/>
                  <a:gd name="T20" fmla="*/ 430 w 544"/>
                  <a:gd name="T21" fmla="*/ 18 h 737"/>
                  <a:gd name="T22" fmla="*/ 329 w 544"/>
                  <a:gd name="T23" fmla="*/ 48 h 737"/>
                  <a:gd name="T24" fmla="*/ 233 w 544"/>
                  <a:gd name="T25" fmla="*/ 90 h 737"/>
                  <a:gd name="T26" fmla="*/ 155 w 544"/>
                  <a:gd name="T27" fmla="*/ 138 h 737"/>
                  <a:gd name="T28" fmla="*/ 90 w 544"/>
                  <a:gd name="T29" fmla="*/ 198 h 737"/>
                  <a:gd name="T30" fmla="*/ 42 w 544"/>
                  <a:gd name="T31" fmla="*/ 258 h 737"/>
                  <a:gd name="T32" fmla="*/ 12 w 544"/>
                  <a:gd name="T33" fmla="*/ 330 h 737"/>
                  <a:gd name="T34" fmla="*/ 0 w 544"/>
                  <a:gd name="T35" fmla="*/ 402 h 737"/>
                  <a:gd name="T36" fmla="*/ 6 w 544"/>
                  <a:gd name="T37" fmla="*/ 455 h 737"/>
                  <a:gd name="T38" fmla="*/ 18 w 544"/>
                  <a:gd name="T39" fmla="*/ 503 h 737"/>
                  <a:gd name="T40" fmla="*/ 42 w 544"/>
                  <a:gd name="T41" fmla="*/ 545 h 737"/>
                  <a:gd name="T42" fmla="*/ 78 w 544"/>
                  <a:gd name="T43" fmla="*/ 593 h 737"/>
                  <a:gd name="T44" fmla="*/ 114 w 544"/>
                  <a:gd name="T45" fmla="*/ 635 h 737"/>
                  <a:gd name="T46" fmla="*/ 161 w 544"/>
                  <a:gd name="T47" fmla="*/ 671 h 737"/>
                  <a:gd name="T48" fmla="*/ 221 w 544"/>
                  <a:gd name="T49" fmla="*/ 707 h 737"/>
                  <a:gd name="T50" fmla="*/ 281 w 544"/>
                  <a:gd name="T51" fmla="*/ 737 h 737"/>
                  <a:gd name="T52" fmla="*/ 323 w 544"/>
                  <a:gd name="T53" fmla="*/ 737 h 737"/>
                  <a:gd name="T54" fmla="*/ 257 w 544"/>
                  <a:gd name="T55" fmla="*/ 707 h 737"/>
                  <a:gd name="T56" fmla="*/ 203 w 544"/>
                  <a:gd name="T57" fmla="*/ 671 h 737"/>
                  <a:gd name="T58" fmla="*/ 149 w 544"/>
                  <a:gd name="T59" fmla="*/ 635 h 737"/>
                  <a:gd name="T60" fmla="*/ 108 w 544"/>
                  <a:gd name="T61" fmla="*/ 593 h 737"/>
                  <a:gd name="T62" fmla="*/ 72 w 544"/>
                  <a:gd name="T63" fmla="*/ 551 h 737"/>
                  <a:gd name="T64" fmla="*/ 48 w 544"/>
                  <a:gd name="T65" fmla="*/ 503 h 737"/>
                  <a:gd name="T66" fmla="*/ 30 w 544"/>
                  <a:gd name="T67" fmla="*/ 455 h 737"/>
                  <a:gd name="T68" fmla="*/ 24 w 544"/>
                  <a:gd name="T69" fmla="*/ 402 h 737"/>
                  <a:gd name="T70" fmla="*/ 24 w 544"/>
                  <a:gd name="T71" fmla="*/ 402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26" name="Freeform 38">
                <a:extLst>
                  <a:ext uri="{FF2B5EF4-FFF2-40B4-BE49-F238E27FC236}">
                    <a16:creationId xmlns:a16="http://schemas.microsoft.com/office/drawing/2014/main" id="{6CC0CCF8-0B84-F580-6644-1866EF18B919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>
                  <a:gd name="T0" fmla="*/ 12 w 609"/>
                  <a:gd name="T1" fmla="*/ 12 h 252"/>
                  <a:gd name="T2" fmla="*/ 113 w 609"/>
                  <a:gd name="T3" fmla="*/ 18 h 252"/>
                  <a:gd name="T4" fmla="*/ 203 w 609"/>
                  <a:gd name="T5" fmla="*/ 30 h 252"/>
                  <a:gd name="T6" fmla="*/ 292 w 609"/>
                  <a:gd name="T7" fmla="*/ 48 h 252"/>
                  <a:gd name="T8" fmla="*/ 376 w 609"/>
                  <a:gd name="T9" fmla="*/ 78 h 252"/>
                  <a:gd name="T10" fmla="*/ 448 w 609"/>
                  <a:gd name="T11" fmla="*/ 114 h 252"/>
                  <a:gd name="T12" fmla="*/ 514 w 609"/>
                  <a:gd name="T13" fmla="*/ 156 h 252"/>
                  <a:gd name="T14" fmla="*/ 567 w 609"/>
                  <a:gd name="T15" fmla="*/ 198 h 252"/>
                  <a:gd name="T16" fmla="*/ 609 w 609"/>
                  <a:gd name="T17" fmla="*/ 252 h 252"/>
                  <a:gd name="T18" fmla="*/ 609 w 609"/>
                  <a:gd name="T19" fmla="*/ 216 h 252"/>
                  <a:gd name="T20" fmla="*/ 561 w 609"/>
                  <a:gd name="T21" fmla="*/ 168 h 252"/>
                  <a:gd name="T22" fmla="*/ 502 w 609"/>
                  <a:gd name="T23" fmla="*/ 126 h 252"/>
                  <a:gd name="T24" fmla="*/ 436 w 609"/>
                  <a:gd name="T25" fmla="*/ 90 h 252"/>
                  <a:gd name="T26" fmla="*/ 364 w 609"/>
                  <a:gd name="T27" fmla="*/ 60 h 252"/>
                  <a:gd name="T28" fmla="*/ 286 w 609"/>
                  <a:gd name="T29" fmla="*/ 36 h 252"/>
                  <a:gd name="T30" fmla="*/ 197 w 609"/>
                  <a:gd name="T31" fmla="*/ 18 h 252"/>
                  <a:gd name="T32" fmla="*/ 107 w 609"/>
                  <a:gd name="T33" fmla="*/ 6 h 252"/>
                  <a:gd name="T34" fmla="*/ 12 w 609"/>
                  <a:gd name="T35" fmla="*/ 0 h 252"/>
                  <a:gd name="T36" fmla="*/ 6 w 609"/>
                  <a:gd name="T37" fmla="*/ 0 h 252"/>
                  <a:gd name="T38" fmla="*/ 0 w 609"/>
                  <a:gd name="T39" fmla="*/ 0 h 252"/>
                  <a:gd name="T40" fmla="*/ 0 w 609"/>
                  <a:gd name="T41" fmla="*/ 12 h 252"/>
                  <a:gd name="T42" fmla="*/ 6 w 609"/>
                  <a:gd name="T43" fmla="*/ 12 h 252"/>
                  <a:gd name="T44" fmla="*/ 12 w 609"/>
                  <a:gd name="T45" fmla="*/ 12 h 252"/>
                  <a:gd name="T46" fmla="*/ 12 w 609"/>
                  <a:gd name="T47" fmla="*/ 1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27" name="Freeform 39">
                <a:extLst>
                  <a:ext uri="{FF2B5EF4-FFF2-40B4-BE49-F238E27FC236}">
                    <a16:creationId xmlns:a16="http://schemas.microsoft.com/office/drawing/2014/main" id="{159DD487-FFC1-B922-469D-1259404F07FA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>
                  <a:gd name="T0" fmla="*/ 72 w 72"/>
                  <a:gd name="T1" fmla="*/ 0 h 54"/>
                  <a:gd name="T2" fmla="*/ 36 w 72"/>
                  <a:gd name="T3" fmla="*/ 30 h 54"/>
                  <a:gd name="T4" fmla="*/ 0 w 72"/>
                  <a:gd name="T5" fmla="*/ 54 h 54"/>
                  <a:gd name="T6" fmla="*/ 36 w 72"/>
                  <a:gd name="T7" fmla="*/ 54 h 54"/>
                  <a:gd name="T8" fmla="*/ 54 w 72"/>
                  <a:gd name="T9" fmla="*/ 42 h 54"/>
                  <a:gd name="T10" fmla="*/ 72 w 72"/>
                  <a:gd name="T11" fmla="*/ 24 h 54"/>
                  <a:gd name="T12" fmla="*/ 72 w 72"/>
                  <a:gd name="T13" fmla="*/ 24 h 54"/>
                  <a:gd name="T14" fmla="*/ 72 w 72"/>
                  <a:gd name="T15" fmla="*/ 0 h 54"/>
                  <a:gd name="T16" fmla="*/ 72 w 72"/>
                  <a:gd name="T17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28" name="Freeform 40">
                <a:extLst>
                  <a:ext uri="{FF2B5EF4-FFF2-40B4-BE49-F238E27FC236}">
                    <a16:creationId xmlns:a16="http://schemas.microsoft.com/office/drawing/2014/main" id="{C4B8059A-A7C3-CE40-B8CC-CD9E926F0CF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>
                  <a:gd name="T0" fmla="*/ 299 w 705"/>
                  <a:gd name="T1" fmla="*/ 90 h 108"/>
                  <a:gd name="T2" fmla="*/ 221 w 705"/>
                  <a:gd name="T3" fmla="*/ 90 h 108"/>
                  <a:gd name="T4" fmla="*/ 143 w 705"/>
                  <a:gd name="T5" fmla="*/ 78 h 108"/>
                  <a:gd name="T6" fmla="*/ 0 w 705"/>
                  <a:gd name="T7" fmla="*/ 48 h 108"/>
                  <a:gd name="T8" fmla="*/ 0 w 705"/>
                  <a:gd name="T9" fmla="*/ 66 h 108"/>
                  <a:gd name="T10" fmla="*/ 143 w 705"/>
                  <a:gd name="T11" fmla="*/ 96 h 108"/>
                  <a:gd name="T12" fmla="*/ 221 w 705"/>
                  <a:gd name="T13" fmla="*/ 108 h 108"/>
                  <a:gd name="T14" fmla="*/ 299 w 705"/>
                  <a:gd name="T15" fmla="*/ 108 h 108"/>
                  <a:gd name="T16" fmla="*/ 412 w 705"/>
                  <a:gd name="T17" fmla="*/ 102 h 108"/>
                  <a:gd name="T18" fmla="*/ 520 w 705"/>
                  <a:gd name="T19" fmla="*/ 84 h 108"/>
                  <a:gd name="T20" fmla="*/ 615 w 705"/>
                  <a:gd name="T21" fmla="*/ 60 h 108"/>
                  <a:gd name="T22" fmla="*/ 705 w 705"/>
                  <a:gd name="T23" fmla="*/ 24 h 108"/>
                  <a:gd name="T24" fmla="*/ 705 w 705"/>
                  <a:gd name="T25" fmla="*/ 0 h 108"/>
                  <a:gd name="T26" fmla="*/ 615 w 705"/>
                  <a:gd name="T27" fmla="*/ 42 h 108"/>
                  <a:gd name="T28" fmla="*/ 520 w 705"/>
                  <a:gd name="T29" fmla="*/ 66 h 108"/>
                  <a:gd name="T30" fmla="*/ 412 w 705"/>
                  <a:gd name="T31" fmla="*/ 84 h 108"/>
                  <a:gd name="T32" fmla="*/ 299 w 705"/>
                  <a:gd name="T33" fmla="*/ 90 h 108"/>
                  <a:gd name="T34" fmla="*/ 299 w 705"/>
                  <a:gd name="T35" fmla="*/ 90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29" name="Freeform 41">
                <a:extLst>
                  <a:ext uri="{FF2B5EF4-FFF2-40B4-BE49-F238E27FC236}">
                    <a16:creationId xmlns:a16="http://schemas.microsoft.com/office/drawing/2014/main" id="{57A63C16-C3A7-E6CA-EB2C-C422A63A29F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>
                  <a:gd name="T0" fmla="*/ 119 w 143"/>
                  <a:gd name="T1" fmla="*/ 114 h 341"/>
                  <a:gd name="T2" fmla="*/ 113 w 143"/>
                  <a:gd name="T3" fmla="*/ 173 h 341"/>
                  <a:gd name="T4" fmla="*/ 89 w 143"/>
                  <a:gd name="T5" fmla="*/ 239 h 341"/>
                  <a:gd name="T6" fmla="*/ 47 w 143"/>
                  <a:gd name="T7" fmla="*/ 293 h 341"/>
                  <a:gd name="T8" fmla="*/ 0 w 143"/>
                  <a:gd name="T9" fmla="*/ 341 h 341"/>
                  <a:gd name="T10" fmla="*/ 29 w 143"/>
                  <a:gd name="T11" fmla="*/ 341 h 341"/>
                  <a:gd name="T12" fmla="*/ 77 w 143"/>
                  <a:gd name="T13" fmla="*/ 287 h 341"/>
                  <a:gd name="T14" fmla="*/ 113 w 143"/>
                  <a:gd name="T15" fmla="*/ 233 h 341"/>
                  <a:gd name="T16" fmla="*/ 137 w 143"/>
                  <a:gd name="T17" fmla="*/ 173 h 341"/>
                  <a:gd name="T18" fmla="*/ 143 w 143"/>
                  <a:gd name="T19" fmla="*/ 114 h 341"/>
                  <a:gd name="T20" fmla="*/ 137 w 143"/>
                  <a:gd name="T21" fmla="*/ 60 h 341"/>
                  <a:gd name="T22" fmla="*/ 119 w 143"/>
                  <a:gd name="T23" fmla="*/ 0 h 341"/>
                  <a:gd name="T24" fmla="*/ 89 w 143"/>
                  <a:gd name="T25" fmla="*/ 0 h 341"/>
                  <a:gd name="T26" fmla="*/ 113 w 143"/>
                  <a:gd name="T27" fmla="*/ 60 h 341"/>
                  <a:gd name="T28" fmla="*/ 119 w 143"/>
                  <a:gd name="T29" fmla="*/ 114 h 341"/>
                  <a:gd name="T30" fmla="*/ 119 w 143"/>
                  <a:gd name="T31" fmla="*/ 114 h 3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30" name="Freeform 42">
                <a:extLst>
                  <a:ext uri="{FF2B5EF4-FFF2-40B4-BE49-F238E27FC236}">
                    <a16:creationId xmlns:a16="http://schemas.microsoft.com/office/drawing/2014/main" id="{D9D08443-5968-1EE5-FA36-93177FA402C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>
                  <a:gd name="T0" fmla="*/ 59 w 83"/>
                  <a:gd name="T1" fmla="*/ 90 h 90"/>
                  <a:gd name="T2" fmla="*/ 83 w 83"/>
                  <a:gd name="T3" fmla="*/ 84 h 90"/>
                  <a:gd name="T4" fmla="*/ 71 w 83"/>
                  <a:gd name="T5" fmla="*/ 60 h 90"/>
                  <a:gd name="T6" fmla="*/ 53 w 83"/>
                  <a:gd name="T7" fmla="*/ 42 h 90"/>
                  <a:gd name="T8" fmla="*/ 6 w 83"/>
                  <a:gd name="T9" fmla="*/ 0 h 90"/>
                  <a:gd name="T10" fmla="*/ 0 w 83"/>
                  <a:gd name="T11" fmla="*/ 18 h 90"/>
                  <a:gd name="T12" fmla="*/ 35 w 83"/>
                  <a:gd name="T13" fmla="*/ 48 h 90"/>
                  <a:gd name="T14" fmla="*/ 59 w 83"/>
                  <a:gd name="T15" fmla="*/ 90 h 90"/>
                  <a:gd name="T16" fmla="*/ 59 w 83"/>
                  <a:gd name="T17" fmla="*/ 9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31" name="Freeform 43">
                <a:extLst>
                  <a:ext uri="{FF2B5EF4-FFF2-40B4-BE49-F238E27FC236}">
                    <a16:creationId xmlns:a16="http://schemas.microsoft.com/office/drawing/2014/main" id="{F758B097-F5EE-06DC-66C4-051D7D7008C3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>
                  <a:gd name="T0" fmla="*/ 693 w 717"/>
                  <a:gd name="T1" fmla="*/ 216 h 431"/>
                  <a:gd name="T2" fmla="*/ 687 w 717"/>
                  <a:gd name="T3" fmla="*/ 257 h 431"/>
                  <a:gd name="T4" fmla="*/ 669 w 717"/>
                  <a:gd name="T5" fmla="*/ 293 h 431"/>
                  <a:gd name="T6" fmla="*/ 633 w 717"/>
                  <a:gd name="T7" fmla="*/ 329 h 431"/>
                  <a:gd name="T8" fmla="*/ 598 w 717"/>
                  <a:gd name="T9" fmla="*/ 359 h 431"/>
                  <a:gd name="T10" fmla="*/ 544 w 717"/>
                  <a:gd name="T11" fmla="*/ 383 h 431"/>
                  <a:gd name="T12" fmla="*/ 490 w 717"/>
                  <a:gd name="T13" fmla="*/ 401 h 431"/>
                  <a:gd name="T14" fmla="*/ 424 w 717"/>
                  <a:gd name="T15" fmla="*/ 413 h 431"/>
                  <a:gd name="T16" fmla="*/ 359 w 717"/>
                  <a:gd name="T17" fmla="*/ 419 h 431"/>
                  <a:gd name="T18" fmla="*/ 293 w 717"/>
                  <a:gd name="T19" fmla="*/ 413 h 431"/>
                  <a:gd name="T20" fmla="*/ 227 w 717"/>
                  <a:gd name="T21" fmla="*/ 401 h 431"/>
                  <a:gd name="T22" fmla="*/ 173 w 717"/>
                  <a:gd name="T23" fmla="*/ 383 h 431"/>
                  <a:gd name="T24" fmla="*/ 119 w 717"/>
                  <a:gd name="T25" fmla="*/ 359 h 431"/>
                  <a:gd name="T26" fmla="*/ 84 w 717"/>
                  <a:gd name="T27" fmla="*/ 329 h 431"/>
                  <a:gd name="T28" fmla="*/ 48 w 717"/>
                  <a:gd name="T29" fmla="*/ 293 h 431"/>
                  <a:gd name="T30" fmla="*/ 30 w 717"/>
                  <a:gd name="T31" fmla="*/ 257 h 431"/>
                  <a:gd name="T32" fmla="*/ 24 w 717"/>
                  <a:gd name="T33" fmla="*/ 216 h 431"/>
                  <a:gd name="T34" fmla="*/ 30 w 717"/>
                  <a:gd name="T35" fmla="*/ 174 h 431"/>
                  <a:gd name="T36" fmla="*/ 48 w 717"/>
                  <a:gd name="T37" fmla="*/ 138 h 431"/>
                  <a:gd name="T38" fmla="*/ 84 w 717"/>
                  <a:gd name="T39" fmla="*/ 102 h 431"/>
                  <a:gd name="T40" fmla="*/ 119 w 717"/>
                  <a:gd name="T41" fmla="*/ 72 h 431"/>
                  <a:gd name="T42" fmla="*/ 173 w 717"/>
                  <a:gd name="T43" fmla="*/ 48 h 431"/>
                  <a:gd name="T44" fmla="*/ 227 w 717"/>
                  <a:gd name="T45" fmla="*/ 30 h 431"/>
                  <a:gd name="T46" fmla="*/ 293 w 717"/>
                  <a:gd name="T47" fmla="*/ 18 h 431"/>
                  <a:gd name="T48" fmla="*/ 359 w 717"/>
                  <a:gd name="T49" fmla="*/ 12 h 431"/>
                  <a:gd name="T50" fmla="*/ 418 w 717"/>
                  <a:gd name="T51" fmla="*/ 18 h 431"/>
                  <a:gd name="T52" fmla="*/ 478 w 717"/>
                  <a:gd name="T53" fmla="*/ 30 h 431"/>
                  <a:gd name="T54" fmla="*/ 532 w 717"/>
                  <a:gd name="T55" fmla="*/ 48 h 431"/>
                  <a:gd name="T56" fmla="*/ 580 w 717"/>
                  <a:gd name="T57" fmla="*/ 66 h 431"/>
                  <a:gd name="T58" fmla="*/ 586 w 717"/>
                  <a:gd name="T59" fmla="*/ 48 h 431"/>
                  <a:gd name="T60" fmla="*/ 478 w 717"/>
                  <a:gd name="T61" fmla="*/ 12 h 431"/>
                  <a:gd name="T62" fmla="*/ 418 w 717"/>
                  <a:gd name="T63" fmla="*/ 6 h 431"/>
                  <a:gd name="T64" fmla="*/ 359 w 717"/>
                  <a:gd name="T65" fmla="*/ 0 h 431"/>
                  <a:gd name="T66" fmla="*/ 287 w 717"/>
                  <a:gd name="T67" fmla="*/ 6 h 431"/>
                  <a:gd name="T68" fmla="*/ 221 w 717"/>
                  <a:gd name="T69" fmla="*/ 18 h 431"/>
                  <a:gd name="T70" fmla="*/ 161 w 717"/>
                  <a:gd name="T71" fmla="*/ 36 h 431"/>
                  <a:gd name="T72" fmla="*/ 107 w 717"/>
                  <a:gd name="T73" fmla="*/ 66 h 431"/>
                  <a:gd name="T74" fmla="*/ 60 w 717"/>
                  <a:gd name="T75" fmla="*/ 96 h 431"/>
                  <a:gd name="T76" fmla="*/ 30 w 717"/>
                  <a:gd name="T77" fmla="*/ 132 h 431"/>
                  <a:gd name="T78" fmla="*/ 6 w 717"/>
                  <a:gd name="T79" fmla="*/ 174 h 431"/>
                  <a:gd name="T80" fmla="*/ 0 w 717"/>
                  <a:gd name="T81" fmla="*/ 216 h 431"/>
                  <a:gd name="T82" fmla="*/ 6 w 717"/>
                  <a:gd name="T83" fmla="*/ 257 h 431"/>
                  <a:gd name="T84" fmla="*/ 30 w 717"/>
                  <a:gd name="T85" fmla="*/ 299 h 431"/>
                  <a:gd name="T86" fmla="*/ 60 w 717"/>
                  <a:gd name="T87" fmla="*/ 335 h 431"/>
                  <a:gd name="T88" fmla="*/ 107 w 717"/>
                  <a:gd name="T89" fmla="*/ 371 h 431"/>
                  <a:gd name="T90" fmla="*/ 161 w 717"/>
                  <a:gd name="T91" fmla="*/ 395 h 431"/>
                  <a:gd name="T92" fmla="*/ 221 w 717"/>
                  <a:gd name="T93" fmla="*/ 413 h 431"/>
                  <a:gd name="T94" fmla="*/ 287 w 717"/>
                  <a:gd name="T95" fmla="*/ 425 h 431"/>
                  <a:gd name="T96" fmla="*/ 359 w 717"/>
                  <a:gd name="T97" fmla="*/ 431 h 431"/>
                  <a:gd name="T98" fmla="*/ 430 w 717"/>
                  <a:gd name="T99" fmla="*/ 425 h 431"/>
                  <a:gd name="T100" fmla="*/ 496 w 717"/>
                  <a:gd name="T101" fmla="*/ 413 h 431"/>
                  <a:gd name="T102" fmla="*/ 562 w 717"/>
                  <a:gd name="T103" fmla="*/ 395 h 431"/>
                  <a:gd name="T104" fmla="*/ 610 w 717"/>
                  <a:gd name="T105" fmla="*/ 371 h 431"/>
                  <a:gd name="T106" fmla="*/ 657 w 717"/>
                  <a:gd name="T107" fmla="*/ 335 h 431"/>
                  <a:gd name="T108" fmla="*/ 687 w 717"/>
                  <a:gd name="T109" fmla="*/ 299 h 431"/>
                  <a:gd name="T110" fmla="*/ 711 w 717"/>
                  <a:gd name="T111" fmla="*/ 257 h 431"/>
                  <a:gd name="T112" fmla="*/ 717 w 717"/>
                  <a:gd name="T113" fmla="*/ 216 h 431"/>
                  <a:gd name="T114" fmla="*/ 717 w 717"/>
                  <a:gd name="T115" fmla="*/ 204 h 431"/>
                  <a:gd name="T116" fmla="*/ 711 w 717"/>
                  <a:gd name="T117" fmla="*/ 192 h 431"/>
                  <a:gd name="T118" fmla="*/ 687 w 717"/>
                  <a:gd name="T119" fmla="*/ 198 h 431"/>
                  <a:gd name="T120" fmla="*/ 693 w 717"/>
                  <a:gd name="T121" fmla="*/ 210 h 431"/>
                  <a:gd name="T122" fmla="*/ 693 w 717"/>
                  <a:gd name="T123" fmla="*/ 216 h 431"/>
                  <a:gd name="T124" fmla="*/ 693 w 717"/>
                  <a:gd name="T125" fmla="*/ 216 h 4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32" name="Freeform 44">
                <a:extLst>
                  <a:ext uri="{FF2B5EF4-FFF2-40B4-BE49-F238E27FC236}">
                    <a16:creationId xmlns:a16="http://schemas.microsoft.com/office/drawing/2014/main" id="{814143C6-6A57-7B81-9030-53C3C14A12AA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>
                  <a:gd name="T0" fmla="*/ 616 w 909"/>
                  <a:gd name="T1" fmla="*/ 0 h 533"/>
                  <a:gd name="T2" fmla="*/ 616 w 909"/>
                  <a:gd name="T3" fmla="*/ 18 h 533"/>
                  <a:gd name="T4" fmla="*/ 724 w 909"/>
                  <a:gd name="T5" fmla="*/ 60 h 533"/>
                  <a:gd name="T6" fmla="*/ 765 w 909"/>
                  <a:gd name="T7" fmla="*/ 84 h 533"/>
                  <a:gd name="T8" fmla="*/ 807 w 909"/>
                  <a:gd name="T9" fmla="*/ 114 h 533"/>
                  <a:gd name="T10" fmla="*/ 837 w 909"/>
                  <a:gd name="T11" fmla="*/ 144 h 533"/>
                  <a:gd name="T12" fmla="*/ 861 w 909"/>
                  <a:gd name="T13" fmla="*/ 180 h 533"/>
                  <a:gd name="T14" fmla="*/ 873 w 909"/>
                  <a:gd name="T15" fmla="*/ 216 h 533"/>
                  <a:gd name="T16" fmla="*/ 879 w 909"/>
                  <a:gd name="T17" fmla="*/ 258 h 533"/>
                  <a:gd name="T18" fmla="*/ 873 w 909"/>
                  <a:gd name="T19" fmla="*/ 311 h 533"/>
                  <a:gd name="T20" fmla="*/ 843 w 909"/>
                  <a:gd name="T21" fmla="*/ 359 h 533"/>
                  <a:gd name="T22" fmla="*/ 807 w 909"/>
                  <a:gd name="T23" fmla="*/ 401 h 533"/>
                  <a:gd name="T24" fmla="*/ 753 w 909"/>
                  <a:gd name="T25" fmla="*/ 443 h 533"/>
                  <a:gd name="T26" fmla="*/ 694 w 909"/>
                  <a:gd name="T27" fmla="*/ 473 h 533"/>
                  <a:gd name="T28" fmla="*/ 622 w 909"/>
                  <a:gd name="T29" fmla="*/ 497 h 533"/>
                  <a:gd name="T30" fmla="*/ 538 w 909"/>
                  <a:gd name="T31" fmla="*/ 509 h 533"/>
                  <a:gd name="T32" fmla="*/ 455 w 909"/>
                  <a:gd name="T33" fmla="*/ 515 h 533"/>
                  <a:gd name="T34" fmla="*/ 371 w 909"/>
                  <a:gd name="T35" fmla="*/ 509 h 533"/>
                  <a:gd name="T36" fmla="*/ 287 w 909"/>
                  <a:gd name="T37" fmla="*/ 497 h 533"/>
                  <a:gd name="T38" fmla="*/ 215 w 909"/>
                  <a:gd name="T39" fmla="*/ 473 h 533"/>
                  <a:gd name="T40" fmla="*/ 156 w 909"/>
                  <a:gd name="T41" fmla="*/ 443 h 533"/>
                  <a:gd name="T42" fmla="*/ 102 w 909"/>
                  <a:gd name="T43" fmla="*/ 401 h 533"/>
                  <a:gd name="T44" fmla="*/ 66 w 909"/>
                  <a:gd name="T45" fmla="*/ 359 h 533"/>
                  <a:gd name="T46" fmla="*/ 36 w 909"/>
                  <a:gd name="T47" fmla="*/ 311 h 533"/>
                  <a:gd name="T48" fmla="*/ 30 w 909"/>
                  <a:gd name="T49" fmla="*/ 258 h 533"/>
                  <a:gd name="T50" fmla="*/ 36 w 909"/>
                  <a:gd name="T51" fmla="*/ 222 h 533"/>
                  <a:gd name="T52" fmla="*/ 48 w 909"/>
                  <a:gd name="T53" fmla="*/ 186 h 533"/>
                  <a:gd name="T54" fmla="*/ 66 w 909"/>
                  <a:gd name="T55" fmla="*/ 156 h 533"/>
                  <a:gd name="T56" fmla="*/ 90 w 909"/>
                  <a:gd name="T57" fmla="*/ 126 h 533"/>
                  <a:gd name="T58" fmla="*/ 66 w 909"/>
                  <a:gd name="T59" fmla="*/ 114 h 533"/>
                  <a:gd name="T60" fmla="*/ 36 w 909"/>
                  <a:gd name="T61" fmla="*/ 144 h 533"/>
                  <a:gd name="T62" fmla="*/ 18 w 909"/>
                  <a:gd name="T63" fmla="*/ 180 h 533"/>
                  <a:gd name="T64" fmla="*/ 6 w 909"/>
                  <a:gd name="T65" fmla="*/ 216 h 533"/>
                  <a:gd name="T66" fmla="*/ 0 w 909"/>
                  <a:gd name="T67" fmla="*/ 258 h 533"/>
                  <a:gd name="T68" fmla="*/ 12 w 909"/>
                  <a:gd name="T69" fmla="*/ 311 h 533"/>
                  <a:gd name="T70" fmla="*/ 36 w 909"/>
                  <a:gd name="T71" fmla="*/ 365 h 533"/>
                  <a:gd name="T72" fmla="*/ 78 w 909"/>
                  <a:gd name="T73" fmla="*/ 413 h 533"/>
                  <a:gd name="T74" fmla="*/ 132 w 909"/>
                  <a:gd name="T75" fmla="*/ 449 h 533"/>
                  <a:gd name="T76" fmla="*/ 203 w 909"/>
                  <a:gd name="T77" fmla="*/ 485 h 533"/>
                  <a:gd name="T78" fmla="*/ 275 w 909"/>
                  <a:gd name="T79" fmla="*/ 509 h 533"/>
                  <a:gd name="T80" fmla="*/ 365 w 909"/>
                  <a:gd name="T81" fmla="*/ 527 h 533"/>
                  <a:gd name="T82" fmla="*/ 455 w 909"/>
                  <a:gd name="T83" fmla="*/ 533 h 533"/>
                  <a:gd name="T84" fmla="*/ 544 w 909"/>
                  <a:gd name="T85" fmla="*/ 527 h 533"/>
                  <a:gd name="T86" fmla="*/ 634 w 909"/>
                  <a:gd name="T87" fmla="*/ 509 h 533"/>
                  <a:gd name="T88" fmla="*/ 712 w 909"/>
                  <a:gd name="T89" fmla="*/ 485 h 533"/>
                  <a:gd name="T90" fmla="*/ 777 w 909"/>
                  <a:gd name="T91" fmla="*/ 449 h 533"/>
                  <a:gd name="T92" fmla="*/ 831 w 909"/>
                  <a:gd name="T93" fmla="*/ 413 h 533"/>
                  <a:gd name="T94" fmla="*/ 873 w 909"/>
                  <a:gd name="T95" fmla="*/ 365 h 533"/>
                  <a:gd name="T96" fmla="*/ 897 w 909"/>
                  <a:gd name="T97" fmla="*/ 311 h 533"/>
                  <a:gd name="T98" fmla="*/ 909 w 909"/>
                  <a:gd name="T99" fmla="*/ 258 h 533"/>
                  <a:gd name="T100" fmla="*/ 903 w 909"/>
                  <a:gd name="T101" fmla="*/ 216 h 533"/>
                  <a:gd name="T102" fmla="*/ 885 w 909"/>
                  <a:gd name="T103" fmla="*/ 174 h 533"/>
                  <a:gd name="T104" fmla="*/ 861 w 909"/>
                  <a:gd name="T105" fmla="*/ 132 h 533"/>
                  <a:gd name="T106" fmla="*/ 825 w 909"/>
                  <a:gd name="T107" fmla="*/ 102 h 533"/>
                  <a:gd name="T108" fmla="*/ 783 w 909"/>
                  <a:gd name="T109" fmla="*/ 66 h 533"/>
                  <a:gd name="T110" fmla="*/ 735 w 909"/>
                  <a:gd name="T111" fmla="*/ 42 h 533"/>
                  <a:gd name="T112" fmla="*/ 616 w 909"/>
                  <a:gd name="T113" fmla="*/ 0 h 533"/>
                  <a:gd name="T114" fmla="*/ 616 w 909"/>
                  <a:gd name="T115" fmla="*/ 0 h 5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33" name="Freeform 45">
                <a:extLst>
                  <a:ext uri="{FF2B5EF4-FFF2-40B4-BE49-F238E27FC236}">
                    <a16:creationId xmlns:a16="http://schemas.microsoft.com/office/drawing/2014/main" id="{266258DC-C359-607B-2FB0-EBCF19E83BB2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>
                  <a:gd name="T0" fmla="*/ 240 w 365"/>
                  <a:gd name="T1" fmla="*/ 18 h 66"/>
                  <a:gd name="T2" fmla="*/ 299 w 365"/>
                  <a:gd name="T3" fmla="*/ 24 h 66"/>
                  <a:gd name="T4" fmla="*/ 359 w 365"/>
                  <a:gd name="T5" fmla="*/ 30 h 66"/>
                  <a:gd name="T6" fmla="*/ 365 w 365"/>
                  <a:gd name="T7" fmla="*/ 12 h 66"/>
                  <a:gd name="T8" fmla="*/ 305 w 365"/>
                  <a:gd name="T9" fmla="*/ 6 h 66"/>
                  <a:gd name="T10" fmla="*/ 240 w 365"/>
                  <a:gd name="T11" fmla="*/ 0 h 66"/>
                  <a:gd name="T12" fmla="*/ 174 w 365"/>
                  <a:gd name="T13" fmla="*/ 6 h 66"/>
                  <a:gd name="T14" fmla="*/ 114 w 365"/>
                  <a:gd name="T15" fmla="*/ 12 h 66"/>
                  <a:gd name="T16" fmla="*/ 0 w 365"/>
                  <a:gd name="T17" fmla="*/ 42 h 66"/>
                  <a:gd name="T18" fmla="*/ 0 w 365"/>
                  <a:gd name="T19" fmla="*/ 66 h 66"/>
                  <a:gd name="T20" fmla="*/ 54 w 365"/>
                  <a:gd name="T21" fmla="*/ 48 h 66"/>
                  <a:gd name="T22" fmla="*/ 114 w 365"/>
                  <a:gd name="T23" fmla="*/ 30 h 66"/>
                  <a:gd name="T24" fmla="*/ 174 w 365"/>
                  <a:gd name="T25" fmla="*/ 24 h 66"/>
                  <a:gd name="T26" fmla="*/ 240 w 365"/>
                  <a:gd name="T27" fmla="*/ 18 h 66"/>
                  <a:gd name="T28" fmla="*/ 240 w 365"/>
                  <a:gd name="T29" fmla="*/ 18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34" name="Freeform 46">
                <a:extLst>
                  <a:ext uri="{FF2B5EF4-FFF2-40B4-BE49-F238E27FC236}">
                    <a16:creationId xmlns:a16="http://schemas.microsoft.com/office/drawing/2014/main" id="{8F0EF57F-9547-8B8C-D601-6969450B132E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>
                  <a:gd name="T0" fmla="*/ 66 w 66"/>
                  <a:gd name="T1" fmla="*/ 18 h 48"/>
                  <a:gd name="T2" fmla="*/ 48 w 66"/>
                  <a:gd name="T3" fmla="*/ 0 h 48"/>
                  <a:gd name="T4" fmla="*/ 24 w 66"/>
                  <a:gd name="T5" fmla="*/ 12 h 48"/>
                  <a:gd name="T6" fmla="*/ 0 w 66"/>
                  <a:gd name="T7" fmla="*/ 30 h 48"/>
                  <a:gd name="T8" fmla="*/ 12 w 66"/>
                  <a:gd name="T9" fmla="*/ 48 h 48"/>
                  <a:gd name="T10" fmla="*/ 42 w 66"/>
                  <a:gd name="T11" fmla="*/ 30 h 48"/>
                  <a:gd name="T12" fmla="*/ 66 w 66"/>
                  <a:gd name="T13" fmla="*/ 18 h 48"/>
                  <a:gd name="T14" fmla="*/ 66 w 66"/>
                  <a:gd name="T15" fmla="*/ 1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35" name="Oval 47">
                <a:extLst>
                  <a:ext uri="{FF2B5EF4-FFF2-40B4-BE49-F238E27FC236}">
                    <a16:creationId xmlns:a16="http://schemas.microsoft.com/office/drawing/2014/main" id="{070AC894-8561-B7C0-D9D6-039C15C2E241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546" y="3608"/>
                <a:ext cx="518" cy="31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36" name="Oval 48">
                <a:extLst>
                  <a:ext uri="{FF2B5EF4-FFF2-40B4-BE49-F238E27FC236}">
                    <a16:creationId xmlns:a16="http://schemas.microsoft.com/office/drawing/2014/main" id="{3E620640-63A4-F175-231B-BDA59CE6D0F4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578" y="3630"/>
                <a:ext cx="446" cy="271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37" name="Oval 49">
                <a:extLst>
                  <a:ext uri="{FF2B5EF4-FFF2-40B4-BE49-F238E27FC236}">
                    <a16:creationId xmlns:a16="http://schemas.microsoft.com/office/drawing/2014/main" id="{8446D156-692A-73EA-2E52-A632CA17BB90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610" y="3650"/>
                <a:ext cx="386" cy="233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38" name="Oval 50">
                <a:extLst>
                  <a:ext uri="{FF2B5EF4-FFF2-40B4-BE49-F238E27FC236}">
                    <a16:creationId xmlns:a16="http://schemas.microsoft.com/office/drawing/2014/main" id="{754C1832-5C76-3E49-4A23-7CD50C50B6AB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654" y="3678"/>
                <a:ext cx="298" cy="177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39" name="Oval 51">
                <a:extLst>
                  <a:ext uri="{FF2B5EF4-FFF2-40B4-BE49-F238E27FC236}">
                    <a16:creationId xmlns:a16="http://schemas.microsoft.com/office/drawing/2014/main" id="{38C44CF8-F63C-8699-0A90-4B2EF6C57F19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690" y="3698"/>
                <a:ext cx="222" cy="139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40" name="Oval 52">
                <a:extLst>
                  <a:ext uri="{FF2B5EF4-FFF2-40B4-BE49-F238E27FC236}">
                    <a16:creationId xmlns:a16="http://schemas.microsoft.com/office/drawing/2014/main" id="{16745C67-49F3-BC55-F25D-AFEE9F26C634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738" y="3728"/>
                <a:ext cx="126" cy="81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2341" name="Group 53">
              <a:extLst>
                <a:ext uri="{FF2B5EF4-FFF2-40B4-BE49-F238E27FC236}">
                  <a16:creationId xmlns:a16="http://schemas.microsoft.com/office/drawing/2014/main" id="{85940800-45D6-6C2E-3C65-756A2FBE177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5280" y="3024"/>
              <a:ext cx="425" cy="258"/>
              <a:chOff x="5280" y="3024"/>
              <a:chExt cx="425" cy="258"/>
            </a:xfrm>
          </p:grpSpPr>
          <p:sp>
            <p:nvSpPr>
              <p:cNvPr id="12342" name="Freeform 54">
                <a:extLst>
                  <a:ext uri="{FF2B5EF4-FFF2-40B4-BE49-F238E27FC236}">
                    <a16:creationId xmlns:a16="http://schemas.microsoft.com/office/drawing/2014/main" id="{843A5730-6E30-E342-9C99-CB689FD2771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>
                  <a:gd name="T0" fmla="*/ 209 w 382"/>
                  <a:gd name="T1" fmla="*/ 96 h 96"/>
                  <a:gd name="T2" fmla="*/ 143 w 382"/>
                  <a:gd name="T3" fmla="*/ 90 h 96"/>
                  <a:gd name="T4" fmla="*/ 83 w 382"/>
                  <a:gd name="T5" fmla="*/ 66 h 96"/>
                  <a:gd name="T6" fmla="*/ 35 w 382"/>
                  <a:gd name="T7" fmla="*/ 36 h 96"/>
                  <a:gd name="T8" fmla="*/ 6 w 382"/>
                  <a:gd name="T9" fmla="*/ 0 h 96"/>
                  <a:gd name="T10" fmla="*/ 0 w 382"/>
                  <a:gd name="T11" fmla="*/ 6 h 96"/>
                  <a:gd name="T12" fmla="*/ 29 w 382"/>
                  <a:gd name="T13" fmla="*/ 42 h 96"/>
                  <a:gd name="T14" fmla="*/ 77 w 382"/>
                  <a:gd name="T15" fmla="*/ 72 h 96"/>
                  <a:gd name="T16" fmla="*/ 137 w 382"/>
                  <a:gd name="T17" fmla="*/ 90 h 96"/>
                  <a:gd name="T18" fmla="*/ 209 w 382"/>
                  <a:gd name="T19" fmla="*/ 96 h 96"/>
                  <a:gd name="T20" fmla="*/ 263 w 382"/>
                  <a:gd name="T21" fmla="*/ 90 h 96"/>
                  <a:gd name="T22" fmla="*/ 311 w 382"/>
                  <a:gd name="T23" fmla="*/ 84 h 96"/>
                  <a:gd name="T24" fmla="*/ 352 w 382"/>
                  <a:gd name="T25" fmla="*/ 66 h 96"/>
                  <a:gd name="T26" fmla="*/ 382 w 382"/>
                  <a:gd name="T27" fmla="*/ 42 h 96"/>
                  <a:gd name="T28" fmla="*/ 376 w 382"/>
                  <a:gd name="T29" fmla="*/ 42 h 96"/>
                  <a:gd name="T30" fmla="*/ 346 w 382"/>
                  <a:gd name="T31" fmla="*/ 66 h 96"/>
                  <a:gd name="T32" fmla="*/ 305 w 382"/>
                  <a:gd name="T33" fmla="*/ 78 h 96"/>
                  <a:gd name="T34" fmla="*/ 263 w 382"/>
                  <a:gd name="T35" fmla="*/ 90 h 96"/>
                  <a:gd name="T36" fmla="*/ 209 w 382"/>
                  <a:gd name="T37" fmla="*/ 96 h 96"/>
                  <a:gd name="T38" fmla="*/ 209 w 382"/>
                  <a:gd name="T39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43" name="Freeform 55">
                <a:extLst>
                  <a:ext uri="{FF2B5EF4-FFF2-40B4-BE49-F238E27FC236}">
                    <a16:creationId xmlns:a16="http://schemas.microsoft.com/office/drawing/2014/main" id="{D3C3DCFE-7068-7210-0993-42BDF5531932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>
                  <a:gd name="T0" fmla="*/ 174 w 258"/>
                  <a:gd name="T1" fmla="*/ 0 h 54"/>
                  <a:gd name="T2" fmla="*/ 216 w 258"/>
                  <a:gd name="T3" fmla="*/ 6 h 54"/>
                  <a:gd name="T4" fmla="*/ 258 w 258"/>
                  <a:gd name="T5" fmla="*/ 12 h 54"/>
                  <a:gd name="T6" fmla="*/ 252 w 258"/>
                  <a:gd name="T7" fmla="*/ 6 h 54"/>
                  <a:gd name="T8" fmla="*/ 216 w 258"/>
                  <a:gd name="T9" fmla="*/ 0 h 54"/>
                  <a:gd name="T10" fmla="*/ 174 w 258"/>
                  <a:gd name="T11" fmla="*/ 0 h 54"/>
                  <a:gd name="T12" fmla="*/ 120 w 258"/>
                  <a:gd name="T13" fmla="*/ 6 h 54"/>
                  <a:gd name="T14" fmla="*/ 78 w 258"/>
                  <a:gd name="T15" fmla="*/ 12 h 54"/>
                  <a:gd name="T16" fmla="*/ 36 w 258"/>
                  <a:gd name="T17" fmla="*/ 30 h 54"/>
                  <a:gd name="T18" fmla="*/ 0 w 258"/>
                  <a:gd name="T19" fmla="*/ 48 h 54"/>
                  <a:gd name="T20" fmla="*/ 6 w 258"/>
                  <a:gd name="T21" fmla="*/ 54 h 54"/>
                  <a:gd name="T22" fmla="*/ 36 w 258"/>
                  <a:gd name="T23" fmla="*/ 36 h 54"/>
                  <a:gd name="T24" fmla="*/ 78 w 258"/>
                  <a:gd name="T25" fmla="*/ 18 h 54"/>
                  <a:gd name="T26" fmla="*/ 120 w 258"/>
                  <a:gd name="T27" fmla="*/ 6 h 54"/>
                  <a:gd name="T28" fmla="*/ 174 w 258"/>
                  <a:gd name="T29" fmla="*/ 0 h 54"/>
                  <a:gd name="T30" fmla="*/ 174 w 258"/>
                  <a:gd name="T31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44" name="Freeform 56">
                <a:extLst>
                  <a:ext uri="{FF2B5EF4-FFF2-40B4-BE49-F238E27FC236}">
                    <a16:creationId xmlns:a16="http://schemas.microsoft.com/office/drawing/2014/main" id="{9DE22FC8-BB61-D15E-A201-1128FE175822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>
                  <a:gd name="T0" fmla="*/ 54 w 60"/>
                  <a:gd name="T1" fmla="*/ 90 h 156"/>
                  <a:gd name="T2" fmla="*/ 48 w 60"/>
                  <a:gd name="T3" fmla="*/ 126 h 156"/>
                  <a:gd name="T4" fmla="*/ 24 w 60"/>
                  <a:gd name="T5" fmla="*/ 156 h 156"/>
                  <a:gd name="T6" fmla="*/ 30 w 60"/>
                  <a:gd name="T7" fmla="*/ 156 h 156"/>
                  <a:gd name="T8" fmla="*/ 54 w 60"/>
                  <a:gd name="T9" fmla="*/ 126 h 156"/>
                  <a:gd name="T10" fmla="*/ 60 w 60"/>
                  <a:gd name="T11" fmla="*/ 90 h 156"/>
                  <a:gd name="T12" fmla="*/ 54 w 60"/>
                  <a:gd name="T13" fmla="*/ 66 h 156"/>
                  <a:gd name="T14" fmla="*/ 48 w 60"/>
                  <a:gd name="T15" fmla="*/ 42 h 156"/>
                  <a:gd name="T16" fmla="*/ 30 w 60"/>
                  <a:gd name="T17" fmla="*/ 18 h 156"/>
                  <a:gd name="T18" fmla="*/ 6 w 60"/>
                  <a:gd name="T19" fmla="*/ 0 h 156"/>
                  <a:gd name="T20" fmla="*/ 0 w 60"/>
                  <a:gd name="T21" fmla="*/ 6 h 156"/>
                  <a:gd name="T22" fmla="*/ 24 w 60"/>
                  <a:gd name="T23" fmla="*/ 24 h 156"/>
                  <a:gd name="T24" fmla="*/ 42 w 60"/>
                  <a:gd name="T25" fmla="*/ 42 h 156"/>
                  <a:gd name="T26" fmla="*/ 48 w 60"/>
                  <a:gd name="T27" fmla="*/ 66 h 156"/>
                  <a:gd name="T28" fmla="*/ 54 w 60"/>
                  <a:gd name="T29" fmla="*/ 90 h 156"/>
                  <a:gd name="T30" fmla="*/ 54 w 60"/>
                  <a:gd name="T31" fmla="*/ 9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45" name="Freeform 57">
                <a:extLst>
                  <a:ext uri="{FF2B5EF4-FFF2-40B4-BE49-F238E27FC236}">
                    <a16:creationId xmlns:a16="http://schemas.microsoft.com/office/drawing/2014/main" id="{17597A4F-269D-A2B4-C035-F9332919CD6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>
                  <a:gd name="T0" fmla="*/ 114 w 192"/>
                  <a:gd name="T1" fmla="*/ 12 h 18"/>
                  <a:gd name="T2" fmla="*/ 72 w 192"/>
                  <a:gd name="T3" fmla="*/ 6 h 18"/>
                  <a:gd name="T4" fmla="*/ 30 w 192"/>
                  <a:gd name="T5" fmla="*/ 0 h 18"/>
                  <a:gd name="T6" fmla="*/ 0 w 192"/>
                  <a:gd name="T7" fmla="*/ 0 h 18"/>
                  <a:gd name="T8" fmla="*/ 54 w 192"/>
                  <a:gd name="T9" fmla="*/ 12 h 18"/>
                  <a:gd name="T10" fmla="*/ 114 w 192"/>
                  <a:gd name="T11" fmla="*/ 18 h 18"/>
                  <a:gd name="T12" fmla="*/ 156 w 192"/>
                  <a:gd name="T13" fmla="*/ 18 h 18"/>
                  <a:gd name="T14" fmla="*/ 192 w 192"/>
                  <a:gd name="T15" fmla="*/ 12 h 18"/>
                  <a:gd name="T16" fmla="*/ 186 w 192"/>
                  <a:gd name="T17" fmla="*/ 0 h 18"/>
                  <a:gd name="T18" fmla="*/ 150 w 192"/>
                  <a:gd name="T19" fmla="*/ 6 h 18"/>
                  <a:gd name="T20" fmla="*/ 114 w 192"/>
                  <a:gd name="T21" fmla="*/ 12 h 18"/>
                  <a:gd name="T22" fmla="*/ 114 w 192"/>
                  <a:gd name="T23" fmla="*/ 1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46" name="Freeform 58">
                <a:extLst>
                  <a:ext uri="{FF2B5EF4-FFF2-40B4-BE49-F238E27FC236}">
                    <a16:creationId xmlns:a16="http://schemas.microsoft.com/office/drawing/2014/main" id="{235A3AE2-0969-86FF-80C8-5BE80903EE89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>
                  <a:gd name="T0" fmla="*/ 11 w 161"/>
                  <a:gd name="T1" fmla="*/ 114 h 186"/>
                  <a:gd name="T2" fmla="*/ 17 w 161"/>
                  <a:gd name="T3" fmla="*/ 96 h 186"/>
                  <a:gd name="T4" fmla="*/ 23 w 161"/>
                  <a:gd name="T5" fmla="*/ 78 h 186"/>
                  <a:gd name="T6" fmla="*/ 53 w 161"/>
                  <a:gd name="T7" fmla="*/ 42 h 186"/>
                  <a:gd name="T8" fmla="*/ 101 w 161"/>
                  <a:gd name="T9" fmla="*/ 18 h 186"/>
                  <a:gd name="T10" fmla="*/ 155 w 161"/>
                  <a:gd name="T11" fmla="*/ 6 h 186"/>
                  <a:gd name="T12" fmla="*/ 161 w 161"/>
                  <a:gd name="T13" fmla="*/ 0 h 186"/>
                  <a:gd name="T14" fmla="*/ 95 w 161"/>
                  <a:gd name="T15" fmla="*/ 12 h 186"/>
                  <a:gd name="T16" fmla="*/ 47 w 161"/>
                  <a:gd name="T17" fmla="*/ 36 h 186"/>
                  <a:gd name="T18" fmla="*/ 11 w 161"/>
                  <a:gd name="T19" fmla="*/ 72 h 186"/>
                  <a:gd name="T20" fmla="*/ 5 w 161"/>
                  <a:gd name="T21" fmla="*/ 90 h 186"/>
                  <a:gd name="T22" fmla="*/ 0 w 161"/>
                  <a:gd name="T23" fmla="*/ 114 h 186"/>
                  <a:gd name="T24" fmla="*/ 11 w 161"/>
                  <a:gd name="T25" fmla="*/ 150 h 186"/>
                  <a:gd name="T26" fmla="*/ 23 w 161"/>
                  <a:gd name="T27" fmla="*/ 168 h 186"/>
                  <a:gd name="T28" fmla="*/ 41 w 161"/>
                  <a:gd name="T29" fmla="*/ 186 h 186"/>
                  <a:gd name="T30" fmla="*/ 65 w 161"/>
                  <a:gd name="T31" fmla="*/ 186 h 186"/>
                  <a:gd name="T32" fmla="*/ 41 w 161"/>
                  <a:gd name="T33" fmla="*/ 168 h 186"/>
                  <a:gd name="T34" fmla="*/ 23 w 161"/>
                  <a:gd name="T35" fmla="*/ 150 h 186"/>
                  <a:gd name="T36" fmla="*/ 17 w 161"/>
                  <a:gd name="T37" fmla="*/ 132 h 186"/>
                  <a:gd name="T38" fmla="*/ 11 w 161"/>
                  <a:gd name="T39" fmla="*/ 114 h 186"/>
                  <a:gd name="T40" fmla="*/ 11 w 161"/>
                  <a:gd name="T41" fmla="*/ 114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47" name="Freeform 59">
                <a:extLst>
                  <a:ext uri="{FF2B5EF4-FFF2-40B4-BE49-F238E27FC236}">
                    <a16:creationId xmlns:a16="http://schemas.microsoft.com/office/drawing/2014/main" id="{586523B4-1519-4D7C-9527-025E0B893B2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>
                  <a:gd name="T0" fmla="*/ 0 w 185"/>
                  <a:gd name="T1" fmla="*/ 6 h 210"/>
                  <a:gd name="T2" fmla="*/ 66 w 185"/>
                  <a:gd name="T3" fmla="*/ 12 h 210"/>
                  <a:gd name="T4" fmla="*/ 119 w 185"/>
                  <a:gd name="T5" fmla="*/ 36 h 210"/>
                  <a:gd name="T6" fmla="*/ 155 w 185"/>
                  <a:gd name="T7" fmla="*/ 72 h 210"/>
                  <a:gd name="T8" fmla="*/ 161 w 185"/>
                  <a:gd name="T9" fmla="*/ 90 h 210"/>
                  <a:gd name="T10" fmla="*/ 167 w 185"/>
                  <a:gd name="T11" fmla="*/ 114 h 210"/>
                  <a:gd name="T12" fmla="*/ 161 w 185"/>
                  <a:gd name="T13" fmla="*/ 138 h 210"/>
                  <a:gd name="T14" fmla="*/ 149 w 185"/>
                  <a:gd name="T15" fmla="*/ 162 h 210"/>
                  <a:gd name="T16" fmla="*/ 119 w 185"/>
                  <a:gd name="T17" fmla="*/ 180 h 210"/>
                  <a:gd name="T18" fmla="*/ 90 w 185"/>
                  <a:gd name="T19" fmla="*/ 198 h 210"/>
                  <a:gd name="T20" fmla="*/ 96 w 185"/>
                  <a:gd name="T21" fmla="*/ 210 h 210"/>
                  <a:gd name="T22" fmla="*/ 131 w 185"/>
                  <a:gd name="T23" fmla="*/ 192 h 210"/>
                  <a:gd name="T24" fmla="*/ 161 w 185"/>
                  <a:gd name="T25" fmla="*/ 168 h 210"/>
                  <a:gd name="T26" fmla="*/ 179 w 185"/>
                  <a:gd name="T27" fmla="*/ 144 h 210"/>
                  <a:gd name="T28" fmla="*/ 185 w 185"/>
                  <a:gd name="T29" fmla="*/ 114 h 210"/>
                  <a:gd name="T30" fmla="*/ 179 w 185"/>
                  <a:gd name="T31" fmla="*/ 90 h 210"/>
                  <a:gd name="T32" fmla="*/ 173 w 185"/>
                  <a:gd name="T33" fmla="*/ 66 h 210"/>
                  <a:gd name="T34" fmla="*/ 155 w 185"/>
                  <a:gd name="T35" fmla="*/ 48 h 210"/>
                  <a:gd name="T36" fmla="*/ 131 w 185"/>
                  <a:gd name="T37" fmla="*/ 30 h 210"/>
                  <a:gd name="T38" fmla="*/ 72 w 185"/>
                  <a:gd name="T39" fmla="*/ 6 h 210"/>
                  <a:gd name="T40" fmla="*/ 0 w 185"/>
                  <a:gd name="T41" fmla="*/ 0 h 210"/>
                  <a:gd name="T42" fmla="*/ 0 w 185"/>
                  <a:gd name="T43" fmla="*/ 6 h 210"/>
                  <a:gd name="T44" fmla="*/ 0 w 185"/>
                  <a:gd name="T45" fmla="*/ 6 h 210"/>
                  <a:gd name="T46" fmla="*/ 0 w 185"/>
                  <a:gd name="T47" fmla="*/ 6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348" name="Freeform 60">
                <a:extLst>
                  <a:ext uri="{FF2B5EF4-FFF2-40B4-BE49-F238E27FC236}">
                    <a16:creationId xmlns:a16="http://schemas.microsoft.com/office/drawing/2014/main" id="{EEB80A0D-357E-AC80-5DAE-231A1DAE430F}"/>
                  </a:ext>
                </a:extLst>
              </p:cNvPr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>
                  <a:gd name="T0" fmla="*/ 150 w 299"/>
                  <a:gd name="T1" fmla="*/ 0 h 186"/>
                  <a:gd name="T2" fmla="*/ 90 w 299"/>
                  <a:gd name="T3" fmla="*/ 6 h 186"/>
                  <a:gd name="T4" fmla="*/ 42 w 299"/>
                  <a:gd name="T5" fmla="*/ 30 h 186"/>
                  <a:gd name="T6" fmla="*/ 12 w 299"/>
                  <a:gd name="T7" fmla="*/ 54 h 186"/>
                  <a:gd name="T8" fmla="*/ 6 w 299"/>
                  <a:gd name="T9" fmla="*/ 72 h 186"/>
                  <a:gd name="T10" fmla="*/ 0 w 299"/>
                  <a:gd name="T11" fmla="*/ 90 h 186"/>
                  <a:gd name="T12" fmla="*/ 6 w 299"/>
                  <a:gd name="T13" fmla="*/ 108 h 186"/>
                  <a:gd name="T14" fmla="*/ 12 w 299"/>
                  <a:gd name="T15" fmla="*/ 126 h 186"/>
                  <a:gd name="T16" fmla="*/ 42 w 299"/>
                  <a:gd name="T17" fmla="*/ 156 h 186"/>
                  <a:gd name="T18" fmla="*/ 90 w 299"/>
                  <a:gd name="T19" fmla="*/ 180 h 186"/>
                  <a:gd name="T20" fmla="*/ 150 w 299"/>
                  <a:gd name="T21" fmla="*/ 186 h 186"/>
                  <a:gd name="T22" fmla="*/ 209 w 299"/>
                  <a:gd name="T23" fmla="*/ 180 h 186"/>
                  <a:gd name="T24" fmla="*/ 257 w 299"/>
                  <a:gd name="T25" fmla="*/ 156 h 186"/>
                  <a:gd name="T26" fmla="*/ 287 w 299"/>
                  <a:gd name="T27" fmla="*/ 126 h 186"/>
                  <a:gd name="T28" fmla="*/ 299 w 299"/>
                  <a:gd name="T29" fmla="*/ 108 h 186"/>
                  <a:gd name="T30" fmla="*/ 299 w 299"/>
                  <a:gd name="T31" fmla="*/ 90 h 186"/>
                  <a:gd name="T32" fmla="*/ 299 w 299"/>
                  <a:gd name="T33" fmla="*/ 72 h 186"/>
                  <a:gd name="T34" fmla="*/ 287 w 299"/>
                  <a:gd name="T35" fmla="*/ 54 h 186"/>
                  <a:gd name="T36" fmla="*/ 257 w 299"/>
                  <a:gd name="T37" fmla="*/ 30 h 186"/>
                  <a:gd name="T38" fmla="*/ 209 w 299"/>
                  <a:gd name="T39" fmla="*/ 6 h 186"/>
                  <a:gd name="T40" fmla="*/ 150 w 299"/>
                  <a:gd name="T41" fmla="*/ 0 h 186"/>
                  <a:gd name="T42" fmla="*/ 150 w 299"/>
                  <a:gd name="T43" fmla="*/ 0 h 186"/>
                  <a:gd name="T44" fmla="*/ 150 w 299"/>
                  <a:gd name="T45" fmla="*/ 180 h 186"/>
                  <a:gd name="T46" fmla="*/ 96 w 299"/>
                  <a:gd name="T47" fmla="*/ 174 h 186"/>
                  <a:gd name="T48" fmla="*/ 48 w 299"/>
                  <a:gd name="T49" fmla="*/ 156 h 186"/>
                  <a:gd name="T50" fmla="*/ 18 w 299"/>
                  <a:gd name="T51" fmla="*/ 126 h 186"/>
                  <a:gd name="T52" fmla="*/ 12 w 299"/>
                  <a:gd name="T53" fmla="*/ 108 h 186"/>
                  <a:gd name="T54" fmla="*/ 6 w 299"/>
                  <a:gd name="T55" fmla="*/ 90 h 186"/>
                  <a:gd name="T56" fmla="*/ 12 w 299"/>
                  <a:gd name="T57" fmla="*/ 72 h 186"/>
                  <a:gd name="T58" fmla="*/ 18 w 299"/>
                  <a:gd name="T59" fmla="*/ 54 h 186"/>
                  <a:gd name="T60" fmla="*/ 48 w 299"/>
                  <a:gd name="T61" fmla="*/ 30 h 186"/>
                  <a:gd name="T62" fmla="*/ 96 w 299"/>
                  <a:gd name="T63" fmla="*/ 12 h 186"/>
                  <a:gd name="T64" fmla="*/ 150 w 299"/>
                  <a:gd name="T65" fmla="*/ 6 h 186"/>
                  <a:gd name="T66" fmla="*/ 203 w 299"/>
                  <a:gd name="T67" fmla="*/ 12 h 186"/>
                  <a:gd name="T68" fmla="*/ 251 w 299"/>
                  <a:gd name="T69" fmla="*/ 30 h 186"/>
                  <a:gd name="T70" fmla="*/ 281 w 299"/>
                  <a:gd name="T71" fmla="*/ 54 h 186"/>
                  <a:gd name="T72" fmla="*/ 293 w 299"/>
                  <a:gd name="T73" fmla="*/ 72 h 186"/>
                  <a:gd name="T74" fmla="*/ 293 w 299"/>
                  <a:gd name="T75" fmla="*/ 90 h 186"/>
                  <a:gd name="T76" fmla="*/ 293 w 299"/>
                  <a:gd name="T77" fmla="*/ 108 h 186"/>
                  <a:gd name="T78" fmla="*/ 281 w 299"/>
                  <a:gd name="T79" fmla="*/ 126 h 186"/>
                  <a:gd name="T80" fmla="*/ 251 w 299"/>
                  <a:gd name="T81" fmla="*/ 156 h 186"/>
                  <a:gd name="T82" fmla="*/ 203 w 299"/>
                  <a:gd name="T83" fmla="*/ 174 h 186"/>
                  <a:gd name="T84" fmla="*/ 150 w 299"/>
                  <a:gd name="T85" fmla="*/ 180 h 186"/>
                  <a:gd name="T86" fmla="*/ 150 w 299"/>
                  <a:gd name="T87" fmla="*/ 18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2349" name="Group 61">
                <a:extLst>
                  <a:ext uri="{FF2B5EF4-FFF2-40B4-BE49-F238E27FC236}">
                    <a16:creationId xmlns:a16="http://schemas.microsoft.com/office/drawing/2014/main" id="{C07166D3-8D47-B929-014F-8917FFEEBF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12350" name="Oval 62">
                  <a:extLst>
                    <a:ext uri="{FF2B5EF4-FFF2-40B4-BE49-F238E27FC236}">
                      <a16:creationId xmlns:a16="http://schemas.microsoft.com/office/drawing/2014/main" id="{1F0A90E1-AE5B-7BFA-57C7-119FDB25C2DB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51" name="Oval 63">
                  <a:extLst>
                    <a:ext uri="{FF2B5EF4-FFF2-40B4-BE49-F238E27FC236}">
                      <a16:creationId xmlns:a16="http://schemas.microsoft.com/office/drawing/2014/main" id="{87B071AB-4EC4-3C23-B8D5-7F76C103A1C9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52" name="Oval 64">
                  <a:extLst>
                    <a:ext uri="{FF2B5EF4-FFF2-40B4-BE49-F238E27FC236}">
                      <a16:creationId xmlns:a16="http://schemas.microsoft.com/office/drawing/2014/main" id="{915F40FE-EE10-6AEB-4897-B7C7ED0FA722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53" name="Oval 65">
                  <a:extLst>
                    <a:ext uri="{FF2B5EF4-FFF2-40B4-BE49-F238E27FC236}">
                      <a16:creationId xmlns:a16="http://schemas.microsoft.com/office/drawing/2014/main" id="{C089C50B-2E1F-DE9A-BF11-E3274594556E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</p:grpSp>
      <p:sp>
        <p:nvSpPr>
          <p:cNvPr id="12354" name="Rectangle 66">
            <a:extLst>
              <a:ext uri="{FF2B5EF4-FFF2-40B4-BE49-F238E27FC236}">
                <a16:creationId xmlns:a16="http://schemas.microsoft.com/office/drawing/2014/main" id="{97DBEADF-F1D5-0752-8BF9-9CA982428209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2355" name="Rectangle 67">
            <a:extLst>
              <a:ext uri="{FF2B5EF4-FFF2-40B4-BE49-F238E27FC236}">
                <a16:creationId xmlns:a16="http://schemas.microsoft.com/office/drawing/2014/main" id="{F9374738-495E-D2FB-02A7-0B5E4F442AE6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2356" name="Rectangle 68">
            <a:extLst>
              <a:ext uri="{FF2B5EF4-FFF2-40B4-BE49-F238E27FC236}">
                <a16:creationId xmlns:a16="http://schemas.microsoft.com/office/drawing/2014/main" id="{934F3545-BFA0-0C8F-4F63-AEFD60E644C7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2357" name="Rectangle 69">
            <a:extLst>
              <a:ext uri="{FF2B5EF4-FFF2-40B4-BE49-F238E27FC236}">
                <a16:creationId xmlns:a16="http://schemas.microsoft.com/office/drawing/2014/main" id="{A9350105-56C5-13B0-E787-EEB8F98E7EC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2358" name="Rectangle 70">
            <a:extLst>
              <a:ext uri="{FF2B5EF4-FFF2-40B4-BE49-F238E27FC236}">
                <a16:creationId xmlns:a16="http://schemas.microsoft.com/office/drawing/2014/main" id="{2F4DD45E-074F-5CEC-A980-2BB1ACD72EA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233BACD0-7DBD-4EBC-9DE9-F46830825C1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F6816B-9268-845E-D95F-5A85FCFA8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AD944B-4531-71CE-8DC8-FB1334DDB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136C91-F959-5858-7078-A0CB7F119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9E33E0-C4CD-C358-B49A-8EB23CD7E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D98E17-9D72-542E-B874-041AF45B2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71F38D-C393-4881-98EE-174FB12942F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33734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05E66F-F2F3-93DA-CB2D-B51679441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0443C08-C49C-32F4-9FD5-63641F239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619DDD-6D28-91A5-76D5-1F071031D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41D915-5617-E2BB-DFD7-7383EAF69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7D21A5-C4B5-7762-0482-7DED8EB56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6AC110-1F6F-42A9-8997-76A74F406A0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15470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14E7E7-5FED-5725-6F5A-D87B14247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4A3719-F998-590E-39F1-A74C688727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B0D67A8-6E3A-1C48-ADA8-1C3859FB8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277347-76AD-A970-C053-4E09B3FF1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D7BC559-0827-F2D9-484F-680F4A8ED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CBCDACE-94E6-CD98-C424-66F66122F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E9D7A2-302B-4FFB-B223-375859134E0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17936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35444F-C762-3356-73FF-DED438DC1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0F64FE-3D4B-C731-621C-9CD067E52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C22CA79-F5FB-CCB9-B8AC-3186C3879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3053F32-67DC-8EEA-6DB9-1365CAF7DC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2BB7415-0055-9270-A5EB-3EA818976C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E59479F-9413-0004-1568-5741F561E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A81A593-4C16-0EEF-7C88-F81846422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B0C99BD-D493-33BF-F71F-7B0E0EFC8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52BE-0DBD-4DDD-A15D-14A194280F2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58392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DA1E84-BD34-4B4E-873A-82AB342E1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184B3B0-1818-BA10-96EB-4AD56B483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83F35A0-536D-92D8-3CCF-7F27062E3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C71C22A-3A81-CE86-284F-159D1460F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F69633-E5D3-4B4F-8FA3-C1F75580D1F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41335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169CC78-BA3A-3C9C-372E-BDDF289CC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0372165-B726-6B42-494C-759AE2860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D551758-3751-9C5B-3BF1-4726B3412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FA8457-F453-440A-913A-987162DE27E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49580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5AD4E1-A009-A36C-A61B-6D0AB1114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A7F3A3-3FF8-3CA0-B517-B23959315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D80453E-C45E-D372-37A4-A004A5C45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F97A300-FE37-E4D0-7973-D947ADB4C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DCCF9BC-38A7-6ADC-4137-F0E213DEE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F017BB3-959F-3AF0-7F33-052AC27B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E9A44C-2925-40C1-9F95-FB4B6F4C9DA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8263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408AD5-D81A-72F1-040E-04FBD2765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5A95326-DAFB-783E-A17E-A6926FE5E0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DE61960-8DFE-A901-39F0-13901D665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DB51F90-02CF-6740-FF5B-BEBAD6A16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68C421-1CC3-BCE4-F5C2-7D41887F9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AFB5BC3-7F5A-1904-1BFE-FD57DC6CD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AA2550-F198-45D2-8758-AA8687D05E9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79061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D00F3B-59DA-D83D-4321-B1DDFA67A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E370848-41AB-2C8A-A8A0-4B68EFA217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08DEA1-BC1F-2371-4996-EC026B56A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DFA3CE-5555-242F-474E-3289029D4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6622F6-ACE6-68EE-944E-3D08201FB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082680-B508-42EE-941C-E3A1E2F1F60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80222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9CDB71-8BBC-53BB-1001-12D0A49083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4835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DA0E20C-9629-6119-62CD-FCBD4C6D42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483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CFAAFE-5151-653B-7AAF-06012D023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84B169-754C-A68A-6CDD-5EC72B0C5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F1CD2F-95E2-C766-7DC1-5FFCFBF90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FB4142-1435-4170-B039-B0E5297543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51135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reeform 2">
            <a:extLst>
              <a:ext uri="{FF2B5EF4-FFF2-40B4-BE49-F238E27FC236}">
                <a16:creationId xmlns:a16="http://schemas.microsoft.com/office/drawing/2014/main" id="{0CD7D366-8F1C-95D0-5FFC-1578D07310F0}"/>
              </a:ext>
            </a:extLst>
          </p:cNvPr>
          <p:cNvSpPr>
            <a:spLocks/>
          </p:cNvSpPr>
          <p:nvPr/>
        </p:nvSpPr>
        <p:spPr bwMode="hidden">
          <a:xfrm>
            <a:off x="6627813" y="6429375"/>
            <a:ext cx="285750" cy="209550"/>
          </a:xfrm>
          <a:custGeom>
            <a:avLst/>
            <a:gdLst>
              <a:gd name="T0" fmla="*/ 0 w 179"/>
              <a:gd name="T1" fmla="*/ 132 h 132"/>
              <a:gd name="T2" fmla="*/ 29 w 179"/>
              <a:gd name="T3" fmla="*/ 132 h 132"/>
              <a:gd name="T4" fmla="*/ 77 w 179"/>
              <a:gd name="T5" fmla="*/ 108 h 132"/>
              <a:gd name="T6" fmla="*/ 119 w 179"/>
              <a:gd name="T7" fmla="*/ 78 h 132"/>
              <a:gd name="T8" fmla="*/ 155 w 179"/>
              <a:gd name="T9" fmla="*/ 48 h 132"/>
              <a:gd name="T10" fmla="*/ 179 w 179"/>
              <a:gd name="T11" fmla="*/ 12 h 132"/>
              <a:gd name="T12" fmla="*/ 173 w 179"/>
              <a:gd name="T13" fmla="*/ 6 h 132"/>
              <a:gd name="T14" fmla="*/ 167 w 179"/>
              <a:gd name="T15" fmla="*/ 0 h 132"/>
              <a:gd name="T16" fmla="*/ 137 w 179"/>
              <a:gd name="T17" fmla="*/ 42 h 132"/>
              <a:gd name="T18" fmla="*/ 101 w 179"/>
              <a:gd name="T19" fmla="*/ 78 h 132"/>
              <a:gd name="T20" fmla="*/ 53 w 179"/>
              <a:gd name="T21" fmla="*/ 108 h 132"/>
              <a:gd name="T22" fmla="*/ 0 w 179"/>
              <a:gd name="T23" fmla="*/ 132 h 132"/>
              <a:gd name="T24" fmla="*/ 0 w 179"/>
              <a:gd name="T25" fmla="*/ 132 h 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79" h="132">
                <a:moveTo>
                  <a:pt x="0" y="132"/>
                </a:moveTo>
                <a:lnTo>
                  <a:pt x="29" y="132"/>
                </a:lnTo>
                <a:lnTo>
                  <a:pt x="77" y="108"/>
                </a:lnTo>
                <a:lnTo>
                  <a:pt x="119" y="78"/>
                </a:lnTo>
                <a:lnTo>
                  <a:pt x="155" y="48"/>
                </a:lnTo>
                <a:lnTo>
                  <a:pt x="179" y="12"/>
                </a:lnTo>
                <a:lnTo>
                  <a:pt x="173" y="6"/>
                </a:lnTo>
                <a:lnTo>
                  <a:pt x="167" y="0"/>
                </a:lnTo>
                <a:lnTo>
                  <a:pt x="137" y="42"/>
                </a:lnTo>
                <a:lnTo>
                  <a:pt x="101" y="78"/>
                </a:lnTo>
                <a:lnTo>
                  <a:pt x="53" y="108"/>
                </a:lnTo>
                <a:lnTo>
                  <a:pt x="0" y="132"/>
                </a:lnTo>
                <a:lnTo>
                  <a:pt x="0" y="132"/>
                </a:lnTo>
                <a:close/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87843"/>
                  <a:invGamma/>
                </a:schemeClr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pt-BR"/>
          </a:p>
        </p:txBody>
      </p:sp>
      <p:grpSp>
        <p:nvGrpSpPr>
          <p:cNvPr id="11267" name="Group 3">
            <a:extLst>
              <a:ext uri="{FF2B5EF4-FFF2-40B4-BE49-F238E27FC236}">
                <a16:creationId xmlns:a16="http://schemas.microsoft.com/office/drawing/2014/main" id="{7318B412-C98E-2F7B-B634-BFA604893DF1}"/>
              </a:ext>
            </a:extLst>
          </p:cNvPr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11268" name="Freeform 4">
              <a:extLst>
                <a:ext uri="{FF2B5EF4-FFF2-40B4-BE49-F238E27FC236}">
                  <a16:creationId xmlns:a16="http://schemas.microsoft.com/office/drawing/2014/main" id="{05D3B20D-C607-7376-0D3F-4DF86FB845C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>
                <a:gd name="T0" fmla="*/ 5740 w 5740"/>
                <a:gd name="T1" fmla="*/ 4316 h 4316"/>
                <a:gd name="T2" fmla="*/ 0 w 5740"/>
                <a:gd name="T3" fmla="*/ 4316 h 4316"/>
                <a:gd name="T4" fmla="*/ 0 w 5740"/>
                <a:gd name="T5" fmla="*/ 0 h 4316"/>
                <a:gd name="T6" fmla="*/ 5740 w 5740"/>
                <a:gd name="T7" fmla="*/ 0 h 4316"/>
                <a:gd name="T8" fmla="*/ 5740 w 5740"/>
                <a:gd name="T9" fmla="*/ 4316 h 4316"/>
                <a:gd name="T10" fmla="*/ 5740 w 5740"/>
                <a:gd name="T11" fmla="*/ 4316 h 4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1269" name="Group 5">
              <a:extLst>
                <a:ext uri="{FF2B5EF4-FFF2-40B4-BE49-F238E27FC236}">
                  <a16:creationId xmlns:a16="http://schemas.microsoft.com/office/drawing/2014/main" id="{304A485E-5615-8E4D-286B-4731A64A2CB2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3528" y="3715"/>
              <a:ext cx="792" cy="521"/>
              <a:chOff x="3527" y="3715"/>
              <a:chExt cx="792" cy="521"/>
            </a:xfrm>
          </p:grpSpPr>
          <p:sp>
            <p:nvSpPr>
              <p:cNvPr id="11270" name="Oval 6">
                <a:extLst>
                  <a:ext uri="{FF2B5EF4-FFF2-40B4-BE49-F238E27FC236}">
                    <a16:creationId xmlns:a16="http://schemas.microsoft.com/office/drawing/2014/main" id="{72DC4ECE-0357-0F0B-164B-E343B3C71BB5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1" name="Oval 7">
                <a:extLst>
                  <a:ext uri="{FF2B5EF4-FFF2-40B4-BE49-F238E27FC236}">
                    <a16:creationId xmlns:a16="http://schemas.microsoft.com/office/drawing/2014/main" id="{FD196C7D-6EF9-8CAD-1BA2-ACC933CB7B65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2" name="Oval 8">
                <a:extLst>
                  <a:ext uri="{FF2B5EF4-FFF2-40B4-BE49-F238E27FC236}">
                    <a16:creationId xmlns:a16="http://schemas.microsoft.com/office/drawing/2014/main" id="{A2B2BC61-C47A-E769-D3C9-9EF9C1062E46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3" name="Oval 9">
                <a:extLst>
                  <a:ext uri="{FF2B5EF4-FFF2-40B4-BE49-F238E27FC236}">
                    <a16:creationId xmlns:a16="http://schemas.microsoft.com/office/drawing/2014/main" id="{1FC80BC8-F0D2-9FB1-224F-BB955F2D3D3E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4" name="Oval 10">
                <a:extLst>
                  <a:ext uri="{FF2B5EF4-FFF2-40B4-BE49-F238E27FC236}">
                    <a16:creationId xmlns:a16="http://schemas.microsoft.com/office/drawing/2014/main" id="{A0A8EE75-5997-607D-E1CF-93CDE64488A0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5" name="Freeform 11">
                <a:extLst>
                  <a:ext uri="{FF2B5EF4-FFF2-40B4-BE49-F238E27FC236}">
                    <a16:creationId xmlns:a16="http://schemas.microsoft.com/office/drawing/2014/main" id="{EB5A8D86-2FBC-54C8-DA49-EEACC8C3F55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>
                  <a:gd name="T0" fmla="*/ 376 w 382"/>
                  <a:gd name="T1" fmla="*/ 12 h 161"/>
                  <a:gd name="T2" fmla="*/ 257 w 382"/>
                  <a:gd name="T3" fmla="*/ 24 h 161"/>
                  <a:gd name="T4" fmla="*/ 149 w 382"/>
                  <a:gd name="T5" fmla="*/ 54 h 161"/>
                  <a:gd name="T6" fmla="*/ 101 w 382"/>
                  <a:gd name="T7" fmla="*/ 77 h 161"/>
                  <a:gd name="T8" fmla="*/ 59 w 382"/>
                  <a:gd name="T9" fmla="*/ 101 h 161"/>
                  <a:gd name="T10" fmla="*/ 24 w 382"/>
                  <a:gd name="T11" fmla="*/ 131 h 161"/>
                  <a:gd name="T12" fmla="*/ 0 w 382"/>
                  <a:gd name="T13" fmla="*/ 161 h 161"/>
                  <a:gd name="T14" fmla="*/ 0 w 382"/>
                  <a:gd name="T15" fmla="*/ 137 h 161"/>
                  <a:gd name="T16" fmla="*/ 29 w 382"/>
                  <a:gd name="T17" fmla="*/ 107 h 161"/>
                  <a:gd name="T18" fmla="*/ 65 w 382"/>
                  <a:gd name="T19" fmla="*/ 83 h 161"/>
                  <a:gd name="T20" fmla="*/ 155 w 382"/>
                  <a:gd name="T21" fmla="*/ 36 h 161"/>
                  <a:gd name="T22" fmla="*/ 257 w 382"/>
                  <a:gd name="T23" fmla="*/ 12 h 161"/>
                  <a:gd name="T24" fmla="*/ 376 w 382"/>
                  <a:gd name="T25" fmla="*/ 0 h 161"/>
                  <a:gd name="T26" fmla="*/ 376 w 382"/>
                  <a:gd name="T27" fmla="*/ 0 h 161"/>
                  <a:gd name="T28" fmla="*/ 382 w 382"/>
                  <a:gd name="T29" fmla="*/ 0 h 161"/>
                  <a:gd name="T30" fmla="*/ 382 w 382"/>
                  <a:gd name="T31" fmla="*/ 12 h 161"/>
                  <a:gd name="T32" fmla="*/ 376 w 382"/>
                  <a:gd name="T33" fmla="*/ 12 h 161"/>
                  <a:gd name="T34" fmla="*/ 376 w 382"/>
                  <a:gd name="T35" fmla="*/ 12 h 161"/>
                  <a:gd name="T36" fmla="*/ 376 w 382"/>
                  <a:gd name="T37" fmla="*/ 12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6" name="Freeform 12">
                <a:extLst>
                  <a:ext uri="{FF2B5EF4-FFF2-40B4-BE49-F238E27FC236}">
                    <a16:creationId xmlns:a16="http://schemas.microsoft.com/office/drawing/2014/main" id="{00096E55-9727-6591-4784-B210D4DD2A62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>
                  <a:gd name="T0" fmla="*/ 257 w 443"/>
                  <a:gd name="T1" fmla="*/ 54 h 66"/>
                  <a:gd name="T2" fmla="*/ 353 w 443"/>
                  <a:gd name="T3" fmla="*/ 48 h 66"/>
                  <a:gd name="T4" fmla="*/ 443 w 443"/>
                  <a:gd name="T5" fmla="*/ 24 h 66"/>
                  <a:gd name="T6" fmla="*/ 443 w 443"/>
                  <a:gd name="T7" fmla="*/ 36 h 66"/>
                  <a:gd name="T8" fmla="*/ 353 w 443"/>
                  <a:gd name="T9" fmla="*/ 60 h 66"/>
                  <a:gd name="T10" fmla="*/ 257 w 443"/>
                  <a:gd name="T11" fmla="*/ 66 h 66"/>
                  <a:gd name="T12" fmla="*/ 186 w 443"/>
                  <a:gd name="T13" fmla="*/ 60 h 66"/>
                  <a:gd name="T14" fmla="*/ 120 w 443"/>
                  <a:gd name="T15" fmla="*/ 48 h 66"/>
                  <a:gd name="T16" fmla="*/ 60 w 443"/>
                  <a:gd name="T17" fmla="*/ 36 h 66"/>
                  <a:gd name="T18" fmla="*/ 0 w 443"/>
                  <a:gd name="T19" fmla="*/ 12 h 66"/>
                  <a:gd name="T20" fmla="*/ 0 w 443"/>
                  <a:gd name="T21" fmla="*/ 0 h 66"/>
                  <a:gd name="T22" fmla="*/ 54 w 443"/>
                  <a:gd name="T23" fmla="*/ 24 h 66"/>
                  <a:gd name="T24" fmla="*/ 120 w 443"/>
                  <a:gd name="T25" fmla="*/ 36 h 66"/>
                  <a:gd name="T26" fmla="*/ 186 w 443"/>
                  <a:gd name="T27" fmla="*/ 48 h 66"/>
                  <a:gd name="T28" fmla="*/ 257 w 443"/>
                  <a:gd name="T29" fmla="*/ 54 h 66"/>
                  <a:gd name="T30" fmla="*/ 257 w 443"/>
                  <a:gd name="T31" fmla="*/ 54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84706"/>
                      <a:invGamma/>
                    </a:schemeClr>
                  </a:gs>
                  <a:gs pos="100000">
                    <a:schemeClr val="accent2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7" name="Freeform 13">
                <a:extLst>
                  <a:ext uri="{FF2B5EF4-FFF2-40B4-BE49-F238E27FC236}">
                    <a16:creationId xmlns:a16="http://schemas.microsoft.com/office/drawing/2014/main" id="{11CBCC67-E91F-FE0A-D349-3F97B6B37C1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>
                  <a:gd name="T0" fmla="*/ 12 w 89"/>
                  <a:gd name="T1" fmla="*/ 66 h 216"/>
                  <a:gd name="T2" fmla="*/ 18 w 89"/>
                  <a:gd name="T3" fmla="*/ 108 h 216"/>
                  <a:gd name="T4" fmla="*/ 36 w 89"/>
                  <a:gd name="T5" fmla="*/ 144 h 216"/>
                  <a:gd name="T6" fmla="*/ 60 w 89"/>
                  <a:gd name="T7" fmla="*/ 180 h 216"/>
                  <a:gd name="T8" fmla="*/ 89 w 89"/>
                  <a:gd name="T9" fmla="*/ 216 h 216"/>
                  <a:gd name="T10" fmla="*/ 72 w 89"/>
                  <a:gd name="T11" fmla="*/ 216 h 216"/>
                  <a:gd name="T12" fmla="*/ 42 w 89"/>
                  <a:gd name="T13" fmla="*/ 180 h 216"/>
                  <a:gd name="T14" fmla="*/ 18 w 89"/>
                  <a:gd name="T15" fmla="*/ 144 h 216"/>
                  <a:gd name="T16" fmla="*/ 6 w 89"/>
                  <a:gd name="T17" fmla="*/ 108 h 216"/>
                  <a:gd name="T18" fmla="*/ 0 w 89"/>
                  <a:gd name="T19" fmla="*/ 66 h 216"/>
                  <a:gd name="T20" fmla="*/ 0 w 89"/>
                  <a:gd name="T21" fmla="*/ 30 h 216"/>
                  <a:gd name="T22" fmla="*/ 12 w 89"/>
                  <a:gd name="T23" fmla="*/ 0 h 216"/>
                  <a:gd name="T24" fmla="*/ 30 w 89"/>
                  <a:gd name="T25" fmla="*/ 0 h 216"/>
                  <a:gd name="T26" fmla="*/ 18 w 89"/>
                  <a:gd name="T27" fmla="*/ 30 h 216"/>
                  <a:gd name="T28" fmla="*/ 12 w 89"/>
                  <a:gd name="T29" fmla="*/ 66 h 216"/>
                  <a:gd name="T30" fmla="*/ 12 w 89"/>
                  <a:gd name="T31" fmla="*/ 66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8" name="Freeform 14">
                <a:extLst>
                  <a:ext uri="{FF2B5EF4-FFF2-40B4-BE49-F238E27FC236}">
                    <a16:creationId xmlns:a16="http://schemas.microsoft.com/office/drawing/2014/main" id="{20C4E6DA-569F-5C3B-9252-2F2202D3501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>
                  <a:gd name="T0" fmla="*/ 382 w 747"/>
                  <a:gd name="T1" fmla="*/ 443 h 461"/>
                  <a:gd name="T2" fmla="*/ 311 w 747"/>
                  <a:gd name="T3" fmla="*/ 437 h 461"/>
                  <a:gd name="T4" fmla="*/ 245 w 747"/>
                  <a:gd name="T5" fmla="*/ 425 h 461"/>
                  <a:gd name="T6" fmla="*/ 185 w 747"/>
                  <a:gd name="T7" fmla="*/ 407 h 461"/>
                  <a:gd name="T8" fmla="*/ 131 w 747"/>
                  <a:gd name="T9" fmla="*/ 383 h 461"/>
                  <a:gd name="T10" fmla="*/ 83 w 747"/>
                  <a:gd name="T11" fmla="*/ 347 h 461"/>
                  <a:gd name="T12" fmla="*/ 53 w 747"/>
                  <a:gd name="T13" fmla="*/ 311 h 461"/>
                  <a:gd name="T14" fmla="*/ 30 w 747"/>
                  <a:gd name="T15" fmla="*/ 269 h 461"/>
                  <a:gd name="T16" fmla="*/ 24 w 747"/>
                  <a:gd name="T17" fmla="*/ 227 h 461"/>
                  <a:gd name="T18" fmla="*/ 30 w 747"/>
                  <a:gd name="T19" fmla="*/ 185 h 461"/>
                  <a:gd name="T20" fmla="*/ 53 w 747"/>
                  <a:gd name="T21" fmla="*/ 143 h 461"/>
                  <a:gd name="T22" fmla="*/ 83 w 747"/>
                  <a:gd name="T23" fmla="*/ 107 h 461"/>
                  <a:gd name="T24" fmla="*/ 131 w 747"/>
                  <a:gd name="T25" fmla="*/ 77 h 461"/>
                  <a:gd name="T26" fmla="*/ 185 w 747"/>
                  <a:gd name="T27" fmla="*/ 47 h 461"/>
                  <a:gd name="T28" fmla="*/ 245 w 747"/>
                  <a:gd name="T29" fmla="*/ 30 h 461"/>
                  <a:gd name="T30" fmla="*/ 311 w 747"/>
                  <a:gd name="T31" fmla="*/ 18 h 461"/>
                  <a:gd name="T32" fmla="*/ 382 w 747"/>
                  <a:gd name="T33" fmla="*/ 12 h 461"/>
                  <a:gd name="T34" fmla="*/ 478 w 747"/>
                  <a:gd name="T35" fmla="*/ 18 h 461"/>
                  <a:gd name="T36" fmla="*/ 562 w 747"/>
                  <a:gd name="T37" fmla="*/ 41 h 461"/>
                  <a:gd name="T38" fmla="*/ 562 w 747"/>
                  <a:gd name="T39" fmla="*/ 36 h 461"/>
                  <a:gd name="T40" fmla="*/ 562 w 747"/>
                  <a:gd name="T41" fmla="*/ 30 h 461"/>
                  <a:gd name="T42" fmla="*/ 478 w 747"/>
                  <a:gd name="T43" fmla="*/ 6 h 461"/>
                  <a:gd name="T44" fmla="*/ 382 w 747"/>
                  <a:gd name="T45" fmla="*/ 0 h 461"/>
                  <a:gd name="T46" fmla="*/ 305 w 747"/>
                  <a:gd name="T47" fmla="*/ 6 h 461"/>
                  <a:gd name="T48" fmla="*/ 233 w 747"/>
                  <a:gd name="T49" fmla="*/ 18 h 461"/>
                  <a:gd name="T50" fmla="*/ 167 w 747"/>
                  <a:gd name="T51" fmla="*/ 41 h 461"/>
                  <a:gd name="T52" fmla="*/ 113 w 747"/>
                  <a:gd name="T53" fmla="*/ 65 h 461"/>
                  <a:gd name="T54" fmla="*/ 65 w 747"/>
                  <a:gd name="T55" fmla="*/ 101 h 461"/>
                  <a:gd name="T56" fmla="*/ 30 w 747"/>
                  <a:gd name="T57" fmla="*/ 137 h 461"/>
                  <a:gd name="T58" fmla="*/ 6 w 747"/>
                  <a:gd name="T59" fmla="*/ 179 h 461"/>
                  <a:gd name="T60" fmla="*/ 0 w 747"/>
                  <a:gd name="T61" fmla="*/ 227 h 461"/>
                  <a:gd name="T62" fmla="*/ 6 w 747"/>
                  <a:gd name="T63" fmla="*/ 275 h 461"/>
                  <a:gd name="T64" fmla="*/ 30 w 747"/>
                  <a:gd name="T65" fmla="*/ 317 h 461"/>
                  <a:gd name="T66" fmla="*/ 65 w 747"/>
                  <a:gd name="T67" fmla="*/ 359 h 461"/>
                  <a:gd name="T68" fmla="*/ 113 w 747"/>
                  <a:gd name="T69" fmla="*/ 395 h 461"/>
                  <a:gd name="T70" fmla="*/ 167 w 747"/>
                  <a:gd name="T71" fmla="*/ 419 h 461"/>
                  <a:gd name="T72" fmla="*/ 233 w 747"/>
                  <a:gd name="T73" fmla="*/ 443 h 461"/>
                  <a:gd name="T74" fmla="*/ 305 w 747"/>
                  <a:gd name="T75" fmla="*/ 455 h 461"/>
                  <a:gd name="T76" fmla="*/ 382 w 747"/>
                  <a:gd name="T77" fmla="*/ 461 h 461"/>
                  <a:gd name="T78" fmla="*/ 448 w 747"/>
                  <a:gd name="T79" fmla="*/ 455 h 461"/>
                  <a:gd name="T80" fmla="*/ 508 w 747"/>
                  <a:gd name="T81" fmla="*/ 449 h 461"/>
                  <a:gd name="T82" fmla="*/ 609 w 747"/>
                  <a:gd name="T83" fmla="*/ 413 h 461"/>
                  <a:gd name="T84" fmla="*/ 657 w 747"/>
                  <a:gd name="T85" fmla="*/ 389 h 461"/>
                  <a:gd name="T86" fmla="*/ 693 w 747"/>
                  <a:gd name="T87" fmla="*/ 359 h 461"/>
                  <a:gd name="T88" fmla="*/ 723 w 747"/>
                  <a:gd name="T89" fmla="*/ 329 h 461"/>
                  <a:gd name="T90" fmla="*/ 747 w 747"/>
                  <a:gd name="T91" fmla="*/ 293 h 461"/>
                  <a:gd name="T92" fmla="*/ 741 w 747"/>
                  <a:gd name="T93" fmla="*/ 287 h 461"/>
                  <a:gd name="T94" fmla="*/ 729 w 747"/>
                  <a:gd name="T95" fmla="*/ 281 h 461"/>
                  <a:gd name="T96" fmla="*/ 711 w 747"/>
                  <a:gd name="T97" fmla="*/ 317 h 461"/>
                  <a:gd name="T98" fmla="*/ 681 w 747"/>
                  <a:gd name="T99" fmla="*/ 347 h 461"/>
                  <a:gd name="T100" fmla="*/ 645 w 747"/>
                  <a:gd name="T101" fmla="*/ 377 h 461"/>
                  <a:gd name="T102" fmla="*/ 604 w 747"/>
                  <a:gd name="T103" fmla="*/ 401 h 461"/>
                  <a:gd name="T104" fmla="*/ 502 w 747"/>
                  <a:gd name="T105" fmla="*/ 431 h 461"/>
                  <a:gd name="T106" fmla="*/ 442 w 747"/>
                  <a:gd name="T107" fmla="*/ 443 h 461"/>
                  <a:gd name="T108" fmla="*/ 382 w 747"/>
                  <a:gd name="T109" fmla="*/ 443 h 461"/>
                  <a:gd name="T110" fmla="*/ 382 w 747"/>
                  <a:gd name="T111" fmla="*/ 443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79" name="Freeform 15">
                <a:extLst>
                  <a:ext uri="{FF2B5EF4-FFF2-40B4-BE49-F238E27FC236}">
                    <a16:creationId xmlns:a16="http://schemas.microsoft.com/office/drawing/2014/main" id="{FB63D05C-73E4-2BD8-652B-3DF5FC93D25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>
                  <a:gd name="T0" fmla="*/ 0 w 96"/>
                  <a:gd name="T1" fmla="*/ 0 h 30"/>
                  <a:gd name="T2" fmla="*/ 0 w 96"/>
                  <a:gd name="T3" fmla="*/ 12 h 30"/>
                  <a:gd name="T4" fmla="*/ 48 w 96"/>
                  <a:gd name="T5" fmla="*/ 18 h 30"/>
                  <a:gd name="T6" fmla="*/ 96 w 96"/>
                  <a:gd name="T7" fmla="*/ 30 h 30"/>
                  <a:gd name="T8" fmla="*/ 96 w 96"/>
                  <a:gd name="T9" fmla="*/ 24 h 30"/>
                  <a:gd name="T10" fmla="*/ 96 w 96"/>
                  <a:gd name="T11" fmla="*/ 18 h 30"/>
                  <a:gd name="T12" fmla="*/ 48 w 96"/>
                  <a:gd name="T13" fmla="*/ 12 h 30"/>
                  <a:gd name="T14" fmla="*/ 0 w 96"/>
                  <a:gd name="T15" fmla="*/ 0 h 30"/>
                  <a:gd name="T16" fmla="*/ 0 w 96"/>
                  <a:gd name="T17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80" name="Oval 16">
                <a:extLst>
                  <a:ext uri="{FF2B5EF4-FFF2-40B4-BE49-F238E27FC236}">
                    <a16:creationId xmlns:a16="http://schemas.microsoft.com/office/drawing/2014/main" id="{55B7AB0F-3932-D1DA-D7D5-1FD5E9BC122A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1281" name="Group 17">
              <a:extLst>
                <a:ext uri="{FF2B5EF4-FFF2-40B4-BE49-F238E27FC236}">
                  <a16:creationId xmlns:a16="http://schemas.microsoft.com/office/drawing/2014/main" id="{584A9740-BB94-BE11-1D36-F87A0BB505C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1776" y="3631"/>
              <a:ext cx="1626" cy="683"/>
              <a:chOff x="1776" y="3631"/>
              <a:chExt cx="1626" cy="683"/>
            </a:xfrm>
          </p:grpSpPr>
          <p:sp>
            <p:nvSpPr>
              <p:cNvPr id="11282" name="Oval 18">
                <a:extLst>
                  <a:ext uri="{FF2B5EF4-FFF2-40B4-BE49-F238E27FC236}">
                    <a16:creationId xmlns:a16="http://schemas.microsoft.com/office/drawing/2014/main" id="{7672AAE4-EC61-EFA8-D6F8-DBD53127EC36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268" y="3934"/>
                <a:ext cx="638" cy="377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83" name="Oval 19">
                <a:extLst>
                  <a:ext uri="{FF2B5EF4-FFF2-40B4-BE49-F238E27FC236}">
                    <a16:creationId xmlns:a16="http://schemas.microsoft.com/office/drawing/2014/main" id="{D5914A3A-DB80-5AF5-8ADB-B48A682456D2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14" y="3958"/>
                <a:ext cx="543" cy="332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84" name="Oval 20">
                <a:extLst>
                  <a:ext uri="{FF2B5EF4-FFF2-40B4-BE49-F238E27FC236}">
                    <a16:creationId xmlns:a16="http://schemas.microsoft.com/office/drawing/2014/main" id="{0C165E90-B172-81DF-084A-FA3D532E2698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41" y="3979"/>
                <a:ext cx="501" cy="29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85" name="Oval 21">
                <a:extLst>
                  <a:ext uri="{FF2B5EF4-FFF2-40B4-BE49-F238E27FC236}">
                    <a16:creationId xmlns:a16="http://schemas.microsoft.com/office/drawing/2014/main" id="{873E78C6-0273-6FC6-141B-3961FB2F9C56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68" y="3997"/>
                <a:ext cx="444" cy="258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86" name="Oval 22">
                <a:extLst>
                  <a:ext uri="{FF2B5EF4-FFF2-40B4-BE49-F238E27FC236}">
                    <a16:creationId xmlns:a16="http://schemas.microsoft.com/office/drawing/2014/main" id="{B4BA4DB6-7451-5DFC-EDC6-2D46A15219B3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385" y="4005"/>
                <a:ext cx="413" cy="240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87" name="Oval 23">
                <a:extLst>
                  <a:ext uri="{FF2B5EF4-FFF2-40B4-BE49-F238E27FC236}">
                    <a16:creationId xmlns:a16="http://schemas.microsoft.com/office/drawing/2014/main" id="{5298EC83-7D43-8738-801C-ABEDB8BD91F3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437" y="4026"/>
                <a:ext cx="306" cy="192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88" name="Oval 24">
                <a:extLst>
                  <a:ext uri="{FF2B5EF4-FFF2-40B4-BE49-F238E27FC236}">
                    <a16:creationId xmlns:a16="http://schemas.microsoft.com/office/drawing/2014/main" id="{7D5B60BD-AD24-44F6-529E-959A53FE0047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476" y="4056"/>
                <a:ext cx="227" cy="135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89" name="Oval 25">
                <a:extLst>
                  <a:ext uri="{FF2B5EF4-FFF2-40B4-BE49-F238E27FC236}">
                    <a16:creationId xmlns:a16="http://schemas.microsoft.com/office/drawing/2014/main" id="{3FC0BB36-C55F-B0E0-5E32-B69C6A45939B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2542" y="4097"/>
                <a:ext cx="90" cy="60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90" name="Freeform 26">
                <a:extLst>
                  <a:ext uri="{FF2B5EF4-FFF2-40B4-BE49-F238E27FC236}">
                    <a16:creationId xmlns:a16="http://schemas.microsoft.com/office/drawing/2014/main" id="{BDCC3E32-25BE-04C0-07CC-57F073A7C709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>
                  <a:gd name="T0" fmla="*/ 6 w 448"/>
                  <a:gd name="T1" fmla="*/ 6 h 186"/>
                  <a:gd name="T2" fmla="*/ 78 w 448"/>
                  <a:gd name="T3" fmla="*/ 12 h 186"/>
                  <a:gd name="T4" fmla="*/ 150 w 448"/>
                  <a:gd name="T5" fmla="*/ 18 h 186"/>
                  <a:gd name="T6" fmla="*/ 215 w 448"/>
                  <a:gd name="T7" fmla="*/ 36 h 186"/>
                  <a:gd name="T8" fmla="*/ 275 w 448"/>
                  <a:gd name="T9" fmla="*/ 60 h 186"/>
                  <a:gd name="T10" fmla="*/ 329 w 448"/>
                  <a:gd name="T11" fmla="*/ 84 h 186"/>
                  <a:gd name="T12" fmla="*/ 377 w 448"/>
                  <a:gd name="T13" fmla="*/ 114 h 186"/>
                  <a:gd name="T14" fmla="*/ 419 w 448"/>
                  <a:gd name="T15" fmla="*/ 150 h 186"/>
                  <a:gd name="T16" fmla="*/ 448 w 448"/>
                  <a:gd name="T17" fmla="*/ 186 h 186"/>
                  <a:gd name="T18" fmla="*/ 448 w 448"/>
                  <a:gd name="T19" fmla="*/ 162 h 186"/>
                  <a:gd name="T20" fmla="*/ 413 w 448"/>
                  <a:gd name="T21" fmla="*/ 126 h 186"/>
                  <a:gd name="T22" fmla="*/ 371 w 448"/>
                  <a:gd name="T23" fmla="*/ 96 h 186"/>
                  <a:gd name="T24" fmla="*/ 323 w 448"/>
                  <a:gd name="T25" fmla="*/ 66 h 186"/>
                  <a:gd name="T26" fmla="*/ 269 w 448"/>
                  <a:gd name="T27" fmla="*/ 48 h 186"/>
                  <a:gd name="T28" fmla="*/ 144 w 448"/>
                  <a:gd name="T29" fmla="*/ 12 h 186"/>
                  <a:gd name="T30" fmla="*/ 78 w 448"/>
                  <a:gd name="T31" fmla="*/ 6 h 186"/>
                  <a:gd name="T32" fmla="*/ 6 w 448"/>
                  <a:gd name="T33" fmla="*/ 0 h 186"/>
                  <a:gd name="T34" fmla="*/ 0 w 448"/>
                  <a:gd name="T35" fmla="*/ 0 h 186"/>
                  <a:gd name="T36" fmla="*/ 0 w 448"/>
                  <a:gd name="T37" fmla="*/ 0 h 186"/>
                  <a:gd name="T38" fmla="*/ 0 w 448"/>
                  <a:gd name="T39" fmla="*/ 6 h 186"/>
                  <a:gd name="T40" fmla="*/ 0 w 448"/>
                  <a:gd name="T41" fmla="*/ 6 h 186"/>
                  <a:gd name="T42" fmla="*/ 6 w 448"/>
                  <a:gd name="T43" fmla="*/ 6 h 186"/>
                  <a:gd name="T44" fmla="*/ 6 w 448"/>
                  <a:gd name="T45" fmla="*/ 6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91" name="Freeform 27">
                <a:extLst>
                  <a:ext uri="{FF2B5EF4-FFF2-40B4-BE49-F238E27FC236}">
                    <a16:creationId xmlns:a16="http://schemas.microsoft.com/office/drawing/2014/main" id="{4DBE7EF0-6DCF-354D-D6B9-2CF2A44D636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>
                  <a:gd name="T0" fmla="*/ 23 w 890"/>
                  <a:gd name="T1" fmla="*/ 276 h 462"/>
                  <a:gd name="T2" fmla="*/ 29 w 890"/>
                  <a:gd name="T3" fmla="*/ 222 h 462"/>
                  <a:gd name="T4" fmla="*/ 59 w 890"/>
                  <a:gd name="T5" fmla="*/ 174 h 462"/>
                  <a:gd name="T6" fmla="*/ 95 w 890"/>
                  <a:gd name="T7" fmla="*/ 132 h 462"/>
                  <a:gd name="T8" fmla="*/ 149 w 890"/>
                  <a:gd name="T9" fmla="*/ 96 h 462"/>
                  <a:gd name="T10" fmla="*/ 209 w 890"/>
                  <a:gd name="T11" fmla="*/ 60 h 462"/>
                  <a:gd name="T12" fmla="*/ 281 w 890"/>
                  <a:gd name="T13" fmla="*/ 36 h 462"/>
                  <a:gd name="T14" fmla="*/ 364 w 890"/>
                  <a:gd name="T15" fmla="*/ 24 h 462"/>
                  <a:gd name="T16" fmla="*/ 448 w 890"/>
                  <a:gd name="T17" fmla="*/ 18 h 462"/>
                  <a:gd name="T18" fmla="*/ 532 w 890"/>
                  <a:gd name="T19" fmla="*/ 24 h 462"/>
                  <a:gd name="T20" fmla="*/ 609 w 890"/>
                  <a:gd name="T21" fmla="*/ 36 h 462"/>
                  <a:gd name="T22" fmla="*/ 681 w 890"/>
                  <a:gd name="T23" fmla="*/ 60 h 462"/>
                  <a:gd name="T24" fmla="*/ 741 w 890"/>
                  <a:gd name="T25" fmla="*/ 96 h 462"/>
                  <a:gd name="T26" fmla="*/ 795 w 890"/>
                  <a:gd name="T27" fmla="*/ 132 h 462"/>
                  <a:gd name="T28" fmla="*/ 831 w 890"/>
                  <a:gd name="T29" fmla="*/ 174 h 462"/>
                  <a:gd name="T30" fmla="*/ 861 w 890"/>
                  <a:gd name="T31" fmla="*/ 222 h 462"/>
                  <a:gd name="T32" fmla="*/ 867 w 890"/>
                  <a:gd name="T33" fmla="*/ 276 h 462"/>
                  <a:gd name="T34" fmla="*/ 855 w 890"/>
                  <a:gd name="T35" fmla="*/ 330 h 462"/>
                  <a:gd name="T36" fmla="*/ 831 w 890"/>
                  <a:gd name="T37" fmla="*/ 378 h 462"/>
                  <a:gd name="T38" fmla="*/ 783 w 890"/>
                  <a:gd name="T39" fmla="*/ 426 h 462"/>
                  <a:gd name="T40" fmla="*/ 723 w 890"/>
                  <a:gd name="T41" fmla="*/ 462 h 462"/>
                  <a:gd name="T42" fmla="*/ 765 w 890"/>
                  <a:gd name="T43" fmla="*/ 462 h 462"/>
                  <a:gd name="T44" fmla="*/ 819 w 890"/>
                  <a:gd name="T45" fmla="*/ 426 h 462"/>
                  <a:gd name="T46" fmla="*/ 855 w 890"/>
                  <a:gd name="T47" fmla="*/ 378 h 462"/>
                  <a:gd name="T48" fmla="*/ 884 w 890"/>
                  <a:gd name="T49" fmla="*/ 330 h 462"/>
                  <a:gd name="T50" fmla="*/ 890 w 890"/>
                  <a:gd name="T51" fmla="*/ 276 h 462"/>
                  <a:gd name="T52" fmla="*/ 884 w 890"/>
                  <a:gd name="T53" fmla="*/ 222 h 462"/>
                  <a:gd name="T54" fmla="*/ 855 w 890"/>
                  <a:gd name="T55" fmla="*/ 168 h 462"/>
                  <a:gd name="T56" fmla="*/ 813 w 890"/>
                  <a:gd name="T57" fmla="*/ 120 h 462"/>
                  <a:gd name="T58" fmla="*/ 759 w 890"/>
                  <a:gd name="T59" fmla="*/ 84 h 462"/>
                  <a:gd name="T60" fmla="*/ 693 w 890"/>
                  <a:gd name="T61" fmla="*/ 48 h 462"/>
                  <a:gd name="T62" fmla="*/ 621 w 890"/>
                  <a:gd name="T63" fmla="*/ 24 h 462"/>
                  <a:gd name="T64" fmla="*/ 538 w 890"/>
                  <a:gd name="T65" fmla="*/ 6 h 462"/>
                  <a:gd name="T66" fmla="*/ 448 w 890"/>
                  <a:gd name="T67" fmla="*/ 0 h 462"/>
                  <a:gd name="T68" fmla="*/ 358 w 890"/>
                  <a:gd name="T69" fmla="*/ 6 h 462"/>
                  <a:gd name="T70" fmla="*/ 275 w 890"/>
                  <a:gd name="T71" fmla="*/ 24 h 462"/>
                  <a:gd name="T72" fmla="*/ 197 w 890"/>
                  <a:gd name="T73" fmla="*/ 48 h 462"/>
                  <a:gd name="T74" fmla="*/ 131 w 890"/>
                  <a:gd name="T75" fmla="*/ 84 h 462"/>
                  <a:gd name="T76" fmla="*/ 77 w 890"/>
                  <a:gd name="T77" fmla="*/ 120 h 462"/>
                  <a:gd name="T78" fmla="*/ 35 w 890"/>
                  <a:gd name="T79" fmla="*/ 168 h 462"/>
                  <a:gd name="T80" fmla="*/ 12 w 890"/>
                  <a:gd name="T81" fmla="*/ 222 h 462"/>
                  <a:gd name="T82" fmla="*/ 0 w 890"/>
                  <a:gd name="T83" fmla="*/ 276 h 462"/>
                  <a:gd name="T84" fmla="*/ 6 w 890"/>
                  <a:gd name="T85" fmla="*/ 330 h 462"/>
                  <a:gd name="T86" fmla="*/ 35 w 890"/>
                  <a:gd name="T87" fmla="*/ 378 h 462"/>
                  <a:gd name="T88" fmla="*/ 71 w 890"/>
                  <a:gd name="T89" fmla="*/ 426 h 462"/>
                  <a:gd name="T90" fmla="*/ 125 w 890"/>
                  <a:gd name="T91" fmla="*/ 462 h 462"/>
                  <a:gd name="T92" fmla="*/ 167 w 890"/>
                  <a:gd name="T93" fmla="*/ 462 h 462"/>
                  <a:gd name="T94" fmla="*/ 107 w 890"/>
                  <a:gd name="T95" fmla="*/ 426 h 462"/>
                  <a:gd name="T96" fmla="*/ 59 w 890"/>
                  <a:gd name="T97" fmla="*/ 378 h 462"/>
                  <a:gd name="T98" fmla="*/ 35 w 890"/>
                  <a:gd name="T99" fmla="*/ 330 h 462"/>
                  <a:gd name="T100" fmla="*/ 23 w 890"/>
                  <a:gd name="T101" fmla="*/ 276 h 462"/>
                  <a:gd name="T102" fmla="*/ 23 w 890"/>
                  <a:gd name="T103" fmla="*/ 276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92" name="Freeform 28">
                <a:extLst>
                  <a:ext uri="{FF2B5EF4-FFF2-40B4-BE49-F238E27FC236}">
                    <a16:creationId xmlns:a16="http://schemas.microsoft.com/office/drawing/2014/main" id="{35A8C905-3B67-D82C-37AE-5ECFF0D4974D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>
                  <a:gd name="T0" fmla="*/ 18 w 406"/>
                  <a:gd name="T1" fmla="*/ 300 h 486"/>
                  <a:gd name="T2" fmla="*/ 24 w 406"/>
                  <a:gd name="T3" fmla="*/ 246 h 486"/>
                  <a:gd name="T4" fmla="*/ 48 w 406"/>
                  <a:gd name="T5" fmla="*/ 198 h 486"/>
                  <a:gd name="T6" fmla="*/ 83 w 406"/>
                  <a:gd name="T7" fmla="*/ 150 h 486"/>
                  <a:gd name="T8" fmla="*/ 131 w 406"/>
                  <a:gd name="T9" fmla="*/ 108 h 486"/>
                  <a:gd name="T10" fmla="*/ 185 w 406"/>
                  <a:gd name="T11" fmla="*/ 72 h 486"/>
                  <a:gd name="T12" fmla="*/ 251 w 406"/>
                  <a:gd name="T13" fmla="*/ 42 h 486"/>
                  <a:gd name="T14" fmla="*/ 329 w 406"/>
                  <a:gd name="T15" fmla="*/ 24 h 486"/>
                  <a:gd name="T16" fmla="*/ 406 w 406"/>
                  <a:gd name="T17" fmla="*/ 6 h 486"/>
                  <a:gd name="T18" fmla="*/ 406 w 406"/>
                  <a:gd name="T19" fmla="*/ 0 h 486"/>
                  <a:gd name="T20" fmla="*/ 323 w 406"/>
                  <a:gd name="T21" fmla="*/ 12 h 486"/>
                  <a:gd name="T22" fmla="*/ 245 w 406"/>
                  <a:gd name="T23" fmla="*/ 36 h 486"/>
                  <a:gd name="T24" fmla="*/ 179 w 406"/>
                  <a:gd name="T25" fmla="*/ 66 h 486"/>
                  <a:gd name="T26" fmla="*/ 119 w 406"/>
                  <a:gd name="T27" fmla="*/ 102 h 486"/>
                  <a:gd name="T28" fmla="*/ 72 w 406"/>
                  <a:gd name="T29" fmla="*/ 144 h 486"/>
                  <a:gd name="T30" fmla="*/ 30 w 406"/>
                  <a:gd name="T31" fmla="*/ 192 h 486"/>
                  <a:gd name="T32" fmla="*/ 6 w 406"/>
                  <a:gd name="T33" fmla="*/ 246 h 486"/>
                  <a:gd name="T34" fmla="*/ 0 w 406"/>
                  <a:gd name="T35" fmla="*/ 300 h 486"/>
                  <a:gd name="T36" fmla="*/ 6 w 406"/>
                  <a:gd name="T37" fmla="*/ 348 h 486"/>
                  <a:gd name="T38" fmla="*/ 30 w 406"/>
                  <a:gd name="T39" fmla="*/ 396 h 486"/>
                  <a:gd name="T40" fmla="*/ 66 w 406"/>
                  <a:gd name="T41" fmla="*/ 444 h 486"/>
                  <a:gd name="T42" fmla="*/ 107 w 406"/>
                  <a:gd name="T43" fmla="*/ 486 h 486"/>
                  <a:gd name="T44" fmla="*/ 131 w 406"/>
                  <a:gd name="T45" fmla="*/ 486 h 486"/>
                  <a:gd name="T46" fmla="*/ 83 w 406"/>
                  <a:gd name="T47" fmla="*/ 450 h 486"/>
                  <a:gd name="T48" fmla="*/ 48 w 406"/>
                  <a:gd name="T49" fmla="*/ 402 h 486"/>
                  <a:gd name="T50" fmla="*/ 24 w 406"/>
                  <a:gd name="T51" fmla="*/ 354 h 486"/>
                  <a:gd name="T52" fmla="*/ 18 w 406"/>
                  <a:gd name="T53" fmla="*/ 300 h 486"/>
                  <a:gd name="T54" fmla="*/ 18 w 406"/>
                  <a:gd name="T55" fmla="*/ 300 h 4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93" name="Freeform 29">
                <a:extLst>
                  <a:ext uri="{FF2B5EF4-FFF2-40B4-BE49-F238E27FC236}">
                    <a16:creationId xmlns:a16="http://schemas.microsoft.com/office/drawing/2014/main" id="{373CC7A1-0B20-8D79-9810-0697FF833834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>
                  <a:gd name="T0" fmla="*/ 89 w 107"/>
                  <a:gd name="T1" fmla="*/ 84 h 252"/>
                  <a:gd name="T2" fmla="*/ 83 w 107"/>
                  <a:gd name="T3" fmla="*/ 132 h 252"/>
                  <a:gd name="T4" fmla="*/ 65 w 107"/>
                  <a:gd name="T5" fmla="*/ 174 h 252"/>
                  <a:gd name="T6" fmla="*/ 36 w 107"/>
                  <a:gd name="T7" fmla="*/ 216 h 252"/>
                  <a:gd name="T8" fmla="*/ 0 w 107"/>
                  <a:gd name="T9" fmla="*/ 252 h 252"/>
                  <a:gd name="T10" fmla="*/ 18 w 107"/>
                  <a:gd name="T11" fmla="*/ 252 h 252"/>
                  <a:gd name="T12" fmla="*/ 53 w 107"/>
                  <a:gd name="T13" fmla="*/ 216 h 252"/>
                  <a:gd name="T14" fmla="*/ 83 w 107"/>
                  <a:gd name="T15" fmla="*/ 174 h 252"/>
                  <a:gd name="T16" fmla="*/ 101 w 107"/>
                  <a:gd name="T17" fmla="*/ 132 h 252"/>
                  <a:gd name="T18" fmla="*/ 107 w 107"/>
                  <a:gd name="T19" fmla="*/ 84 h 252"/>
                  <a:gd name="T20" fmla="*/ 101 w 107"/>
                  <a:gd name="T21" fmla="*/ 42 h 252"/>
                  <a:gd name="T22" fmla="*/ 89 w 107"/>
                  <a:gd name="T23" fmla="*/ 0 h 252"/>
                  <a:gd name="T24" fmla="*/ 65 w 107"/>
                  <a:gd name="T25" fmla="*/ 0 h 252"/>
                  <a:gd name="T26" fmla="*/ 83 w 107"/>
                  <a:gd name="T27" fmla="*/ 42 h 252"/>
                  <a:gd name="T28" fmla="*/ 89 w 107"/>
                  <a:gd name="T29" fmla="*/ 84 h 252"/>
                  <a:gd name="T30" fmla="*/ 89 w 107"/>
                  <a:gd name="T31" fmla="*/ 84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94" name="Freeform 30">
                <a:extLst>
                  <a:ext uri="{FF2B5EF4-FFF2-40B4-BE49-F238E27FC236}">
                    <a16:creationId xmlns:a16="http://schemas.microsoft.com/office/drawing/2014/main" id="{F9C0E73A-051D-B7B3-224C-976E696ACFD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>
                  <a:gd name="T0" fmla="*/ 518 w 835"/>
                  <a:gd name="T1" fmla="*/ 18 h 150"/>
                  <a:gd name="T2" fmla="*/ 597 w 835"/>
                  <a:gd name="T3" fmla="*/ 24 h 150"/>
                  <a:gd name="T4" fmla="*/ 682 w 835"/>
                  <a:gd name="T5" fmla="*/ 30 h 150"/>
                  <a:gd name="T6" fmla="*/ 755 w 835"/>
                  <a:gd name="T7" fmla="*/ 42 h 150"/>
                  <a:gd name="T8" fmla="*/ 828 w 835"/>
                  <a:gd name="T9" fmla="*/ 60 h 150"/>
                  <a:gd name="T10" fmla="*/ 835 w 835"/>
                  <a:gd name="T11" fmla="*/ 42 h 150"/>
                  <a:gd name="T12" fmla="*/ 761 w 835"/>
                  <a:gd name="T13" fmla="*/ 24 h 150"/>
                  <a:gd name="T14" fmla="*/ 688 w 835"/>
                  <a:gd name="T15" fmla="*/ 12 h 150"/>
                  <a:gd name="T16" fmla="*/ 603 w 835"/>
                  <a:gd name="T17" fmla="*/ 6 h 150"/>
                  <a:gd name="T18" fmla="*/ 518 w 835"/>
                  <a:gd name="T19" fmla="*/ 0 h 150"/>
                  <a:gd name="T20" fmla="*/ 372 w 835"/>
                  <a:gd name="T21" fmla="*/ 12 h 150"/>
                  <a:gd name="T22" fmla="*/ 232 w 835"/>
                  <a:gd name="T23" fmla="*/ 36 h 150"/>
                  <a:gd name="T24" fmla="*/ 110 w 835"/>
                  <a:gd name="T25" fmla="*/ 78 h 150"/>
                  <a:gd name="T26" fmla="*/ 0 w 835"/>
                  <a:gd name="T27" fmla="*/ 132 h 150"/>
                  <a:gd name="T28" fmla="*/ 19 w 835"/>
                  <a:gd name="T29" fmla="*/ 150 h 150"/>
                  <a:gd name="T30" fmla="*/ 122 w 835"/>
                  <a:gd name="T31" fmla="*/ 96 h 150"/>
                  <a:gd name="T32" fmla="*/ 244 w 835"/>
                  <a:gd name="T33" fmla="*/ 54 h 150"/>
                  <a:gd name="T34" fmla="*/ 378 w 835"/>
                  <a:gd name="T35" fmla="*/ 30 h 150"/>
                  <a:gd name="T36" fmla="*/ 518 w 835"/>
                  <a:gd name="T37" fmla="*/ 18 h 150"/>
                  <a:gd name="T38" fmla="*/ 518 w 835"/>
                  <a:gd name="T39" fmla="*/ 18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95" name="Freeform 31">
                <a:extLst>
                  <a:ext uri="{FF2B5EF4-FFF2-40B4-BE49-F238E27FC236}">
                    <a16:creationId xmlns:a16="http://schemas.microsoft.com/office/drawing/2014/main" id="{AD9D7F68-76E6-661F-EC52-0C98888DFC6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>
                  <a:gd name="T0" fmla="*/ 31 w 171"/>
                  <a:gd name="T1" fmla="*/ 263 h 461"/>
                  <a:gd name="T2" fmla="*/ 43 w 171"/>
                  <a:gd name="T3" fmla="*/ 191 h 461"/>
                  <a:gd name="T4" fmla="*/ 67 w 171"/>
                  <a:gd name="T5" fmla="*/ 131 h 461"/>
                  <a:gd name="T6" fmla="*/ 116 w 171"/>
                  <a:gd name="T7" fmla="*/ 72 h 461"/>
                  <a:gd name="T8" fmla="*/ 171 w 171"/>
                  <a:gd name="T9" fmla="*/ 18 h 461"/>
                  <a:gd name="T10" fmla="*/ 153 w 171"/>
                  <a:gd name="T11" fmla="*/ 0 h 461"/>
                  <a:gd name="T12" fmla="*/ 86 w 171"/>
                  <a:gd name="T13" fmla="*/ 60 h 461"/>
                  <a:gd name="T14" fmla="*/ 43 w 171"/>
                  <a:gd name="T15" fmla="*/ 120 h 461"/>
                  <a:gd name="T16" fmla="*/ 13 w 171"/>
                  <a:gd name="T17" fmla="*/ 191 h 461"/>
                  <a:gd name="T18" fmla="*/ 0 w 171"/>
                  <a:gd name="T19" fmla="*/ 263 h 461"/>
                  <a:gd name="T20" fmla="*/ 6 w 171"/>
                  <a:gd name="T21" fmla="*/ 317 h 461"/>
                  <a:gd name="T22" fmla="*/ 25 w 171"/>
                  <a:gd name="T23" fmla="*/ 365 h 461"/>
                  <a:gd name="T24" fmla="*/ 49 w 171"/>
                  <a:gd name="T25" fmla="*/ 413 h 461"/>
                  <a:gd name="T26" fmla="*/ 86 w 171"/>
                  <a:gd name="T27" fmla="*/ 461 h 461"/>
                  <a:gd name="T28" fmla="*/ 122 w 171"/>
                  <a:gd name="T29" fmla="*/ 461 h 461"/>
                  <a:gd name="T30" fmla="*/ 86 w 171"/>
                  <a:gd name="T31" fmla="*/ 413 h 461"/>
                  <a:gd name="T32" fmla="*/ 55 w 171"/>
                  <a:gd name="T33" fmla="*/ 365 h 461"/>
                  <a:gd name="T34" fmla="*/ 37 w 171"/>
                  <a:gd name="T35" fmla="*/ 317 h 461"/>
                  <a:gd name="T36" fmla="*/ 31 w 171"/>
                  <a:gd name="T37" fmla="*/ 263 h 461"/>
                  <a:gd name="T38" fmla="*/ 31 w 171"/>
                  <a:gd name="T39" fmla="*/ 263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96" name="Freeform 32">
                <a:extLst>
                  <a:ext uri="{FF2B5EF4-FFF2-40B4-BE49-F238E27FC236}">
                    <a16:creationId xmlns:a16="http://schemas.microsoft.com/office/drawing/2014/main" id="{7232A7C7-8F4E-846C-98A0-AD7227AB465F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>
                  <a:gd name="T0" fmla="*/ 360 w 360"/>
                  <a:gd name="T1" fmla="*/ 365 h 563"/>
                  <a:gd name="T2" fmla="*/ 353 w 360"/>
                  <a:gd name="T3" fmla="*/ 305 h 563"/>
                  <a:gd name="T4" fmla="*/ 335 w 360"/>
                  <a:gd name="T5" fmla="*/ 251 h 563"/>
                  <a:gd name="T6" fmla="*/ 305 w 360"/>
                  <a:gd name="T7" fmla="*/ 204 h 563"/>
                  <a:gd name="T8" fmla="*/ 262 w 360"/>
                  <a:gd name="T9" fmla="*/ 156 h 563"/>
                  <a:gd name="T10" fmla="*/ 213 w 360"/>
                  <a:gd name="T11" fmla="*/ 108 h 563"/>
                  <a:gd name="T12" fmla="*/ 159 w 360"/>
                  <a:gd name="T13" fmla="*/ 66 h 563"/>
                  <a:gd name="T14" fmla="*/ 92 w 360"/>
                  <a:gd name="T15" fmla="*/ 30 h 563"/>
                  <a:gd name="T16" fmla="*/ 19 w 360"/>
                  <a:gd name="T17" fmla="*/ 0 h 563"/>
                  <a:gd name="T18" fmla="*/ 0 w 360"/>
                  <a:gd name="T19" fmla="*/ 12 h 563"/>
                  <a:gd name="T20" fmla="*/ 67 w 360"/>
                  <a:gd name="T21" fmla="*/ 42 h 563"/>
                  <a:gd name="T22" fmla="*/ 134 w 360"/>
                  <a:gd name="T23" fmla="*/ 78 h 563"/>
                  <a:gd name="T24" fmla="*/ 189 w 360"/>
                  <a:gd name="T25" fmla="*/ 114 h 563"/>
                  <a:gd name="T26" fmla="*/ 238 w 360"/>
                  <a:gd name="T27" fmla="*/ 162 h 563"/>
                  <a:gd name="T28" fmla="*/ 274 w 360"/>
                  <a:gd name="T29" fmla="*/ 210 h 563"/>
                  <a:gd name="T30" fmla="*/ 299 w 360"/>
                  <a:gd name="T31" fmla="*/ 257 h 563"/>
                  <a:gd name="T32" fmla="*/ 317 w 360"/>
                  <a:gd name="T33" fmla="*/ 311 h 563"/>
                  <a:gd name="T34" fmla="*/ 323 w 360"/>
                  <a:gd name="T35" fmla="*/ 365 h 563"/>
                  <a:gd name="T36" fmla="*/ 317 w 360"/>
                  <a:gd name="T37" fmla="*/ 419 h 563"/>
                  <a:gd name="T38" fmla="*/ 299 w 360"/>
                  <a:gd name="T39" fmla="*/ 467 h 563"/>
                  <a:gd name="T40" fmla="*/ 274 w 360"/>
                  <a:gd name="T41" fmla="*/ 515 h 563"/>
                  <a:gd name="T42" fmla="*/ 238 w 360"/>
                  <a:gd name="T43" fmla="*/ 563 h 563"/>
                  <a:gd name="T44" fmla="*/ 268 w 360"/>
                  <a:gd name="T45" fmla="*/ 563 h 563"/>
                  <a:gd name="T46" fmla="*/ 311 w 360"/>
                  <a:gd name="T47" fmla="*/ 515 h 563"/>
                  <a:gd name="T48" fmla="*/ 335 w 360"/>
                  <a:gd name="T49" fmla="*/ 467 h 563"/>
                  <a:gd name="T50" fmla="*/ 353 w 360"/>
                  <a:gd name="T51" fmla="*/ 419 h 563"/>
                  <a:gd name="T52" fmla="*/ 360 w 360"/>
                  <a:gd name="T53" fmla="*/ 365 h 563"/>
                  <a:gd name="T54" fmla="*/ 360 w 360"/>
                  <a:gd name="T55" fmla="*/ 365 h 5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97" name="Freeform 33">
                <a:extLst>
                  <a:ext uri="{FF2B5EF4-FFF2-40B4-BE49-F238E27FC236}">
                    <a16:creationId xmlns:a16="http://schemas.microsoft.com/office/drawing/2014/main" id="{3D1E9A50-661A-C78F-EA59-BAF24C8AD969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>
                  <a:gd name="T0" fmla="*/ 1053 w 1078"/>
                  <a:gd name="T1" fmla="*/ 425 h 425"/>
                  <a:gd name="T2" fmla="*/ 1078 w 1078"/>
                  <a:gd name="T3" fmla="*/ 419 h 425"/>
                  <a:gd name="T4" fmla="*/ 1066 w 1078"/>
                  <a:gd name="T5" fmla="*/ 377 h 425"/>
                  <a:gd name="T6" fmla="*/ 1047 w 1078"/>
                  <a:gd name="T7" fmla="*/ 336 h 425"/>
                  <a:gd name="T8" fmla="*/ 986 w 1078"/>
                  <a:gd name="T9" fmla="*/ 252 h 425"/>
                  <a:gd name="T10" fmla="*/ 907 w 1078"/>
                  <a:gd name="T11" fmla="*/ 180 h 425"/>
                  <a:gd name="T12" fmla="*/ 810 w 1078"/>
                  <a:gd name="T13" fmla="*/ 120 h 425"/>
                  <a:gd name="T14" fmla="*/ 694 w 1078"/>
                  <a:gd name="T15" fmla="*/ 72 h 425"/>
                  <a:gd name="T16" fmla="*/ 560 w 1078"/>
                  <a:gd name="T17" fmla="*/ 30 h 425"/>
                  <a:gd name="T18" fmla="*/ 420 w 1078"/>
                  <a:gd name="T19" fmla="*/ 6 h 425"/>
                  <a:gd name="T20" fmla="*/ 268 w 1078"/>
                  <a:gd name="T21" fmla="*/ 0 h 425"/>
                  <a:gd name="T22" fmla="*/ 134 w 1078"/>
                  <a:gd name="T23" fmla="*/ 6 h 425"/>
                  <a:gd name="T24" fmla="*/ 0 w 1078"/>
                  <a:gd name="T25" fmla="*/ 24 h 425"/>
                  <a:gd name="T26" fmla="*/ 12 w 1078"/>
                  <a:gd name="T27" fmla="*/ 36 h 425"/>
                  <a:gd name="T28" fmla="*/ 134 w 1078"/>
                  <a:gd name="T29" fmla="*/ 18 h 425"/>
                  <a:gd name="T30" fmla="*/ 268 w 1078"/>
                  <a:gd name="T31" fmla="*/ 12 h 425"/>
                  <a:gd name="T32" fmla="*/ 420 w 1078"/>
                  <a:gd name="T33" fmla="*/ 18 h 425"/>
                  <a:gd name="T34" fmla="*/ 554 w 1078"/>
                  <a:gd name="T35" fmla="*/ 42 h 425"/>
                  <a:gd name="T36" fmla="*/ 682 w 1078"/>
                  <a:gd name="T37" fmla="*/ 84 h 425"/>
                  <a:gd name="T38" fmla="*/ 798 w 1078"/>
                  <a:gd name="T39" fmla="*/ 132 h 425"/>
                  <a:gd name="T40" fmla="*/ 895 w 1078"/>
                  <a:gd name="T41" fmla="*/ 192 h 425"/>
                  <a:gd name="T42" fmla="*/ 968 w 1078"/>
                  <a:gd name="T43" fmla="*/ 264 h 425"/>
                  <a:gd name="T44" fmla="*/ 999 w 1078"/>
                  <a:gd name="T45" fmla="*/ 300 h 425"/>
                  <a:gd name="T46" fmla="*/ 1023 w 1078"/>
                  <a:gd name="T47" fmla="*/ 342 h 425"/>
                  <a:gd name="T48" fmla="*/ 1041 w 1078"/>
                  <a:gd name="T49" fmla="*/ 383 h 425"/>
                  <a:gd name="T50" fmla="*/ 1053 w 1078"/>
                  <a:gd name="T51" fmla="*/ 425 h 425"/>
                  <a:gd name="T52" fmla="*/ 1053 w 1078"/>
                  <a:gd name="T53" fmla="*/ 425 h 4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98" name="Freeform 34">
                <a:extLst>
                  <a:ext uri="{FF2B5EF4-FFF2-40B4-BE49-F238E27FC236}">
                    <a16:creationId xmlns:a16="http://schemas.microsoft.com/office/drawing/2014/main" id="{6DC2B5E8-514A-0766-447C-4DADEA98DC9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>
                  <a:gd name="T0" fmla="*/ 0 w 98"/>
                  <a:gd name="T1" fmla="*/ 234 h 234"/>
                  <a:gd name="T2" fmla="*/ 25 w 98"/>
                  <a:gd name="T3" fmla="*/ 234 h 234"/>
                  <a:gd name="T4" fmla="*/ 55 w 98"/>
                  <a:gd name="T5" fmla="*/ 186 h 234"/>
                  <a:gd name="T6" fmla="*/ 80 w 98"/>
                  <a:gd name="T7" fmla="*/ 138 h 234"/>
                  <a:gd name="T8" fmla="*/ 92 w 98"/>
                  <a:gd name="T9" fmla="*/ 90 h 234"/>
                  <a:gd name="T10" fmla="*/ 98 w 98"/>
                  <a:gd name="T11" fmla="*/ 36 h 234"/>
                  <a:gd name="T12" fmla="*/ 98 w 98"/>
                  <a:gd name="T13" fmla="*/ 0 h 234"/>
                  <a:gd name="T14" fmla="*/ 74 w 98"/>
                  <a:gd name="T15" fmla="*/ 0 h 234"/>
                  <a:gd name="T16" fmla="*/ 74 w 98"/>
                  <a:gd name="T17" fmla="*/ 36 h 234"/>
                  <a:gd name="T18" fmla="*/ 67 w 98"/>
                  <a:gd name="T19" fmla="*/ 90 h 234"/>
                  <a:gd name="T20" fmla="*/ 55 w 98"/>
                  <a:gd name="T21" fmla="*/ 138 h 234"/>
                  <a:gd name="T22" fmla="*/ 31 w 98"/>
                  <a:gd name="T23" fmla="*/ 186 h 234"/>
                  <a:gd name="T24" fmla="*/ 0 w 98"/>
                  <a:gd name="T25" fmla="*/ 234 h 234"/>
                  <a:gd name="T26" fmla="*/ 0 w 98"/>
                  <a:gd name="T27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99" name="Freeform 35">
                <a:extLst>
                  <a:ext uri="{FF2B5EF4-FFF2-40B4-BE49-F238E27FC236}">
                    <a16:creationId xmlns:a16="http://schemas.microsoft.com/office/drawing/2014/main" id="{F54157E3-F147-8AB6-B799-6B3C0141C472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>
                  <a:gd name="T0" fmla="*/ 18 w 481"/>
                  <a:gd name="T1" fmla="*/ 443 h 641"/>
                  <a:gd name="T2" fmla="*/ 24 w 481"/>
                  <a:gd name="T3" fmla="*/ 371 h 641"/>
                  <a:gd name="T4" fmla="*/ 55 w 481"/>
                  <a:gd name="T5" fmla="*/ 305 h 641"/>
                  <a:gd name="T6" fmla="*/ 91 w 481"/>
                  <a:gd name="T7" fmla="*/ 246 h 641"/>
                  <a:gd name="T8" fmla="*/ 146 w 481"/>
                  <a:gd name="T9" fmla="*/ 186 h 641"/>
                  <a:gd name="T10" fmla="*/ 213 w 481"/>
                  <a:gd name="T11" fmla="*/ 132 h 641"/>
                  <a:gd name="T12" fmla="*/ 292 w 481"/>
                  <a:gd name="T13" fmla="*/ 84 h 641"/>
                  <a:gd name="T14" fmla="*/ 384 w 481"/>
                  <a:gd name="T15" fmla="*/ 48 h 641"/>
                  <a:gd name="T16" fmla="*/ 481 w 481"/>
                  <a:gd name="T17" fmla="*/ 12 h 641"/>
                  <a:gd name="T18" fmla="*/ 457 w 481"/>
                  <a:gd name="T19" fmla="*/ 0 h 641"/>
                  <a:gd name="T20" fmla="*/ 359 w 481"/>
                  <a:gd name="T21" fmla="*/ 36 h 641"/>
                  <a:gd name="T22" fmla="*/ 274 w 481"/>
                  <a:gd name="T23" fmla="*/ 78 h 641"/>
                  <a:gd name="T24" fmla="*/ 195 w 481"/>
                  <a:gd name="T25" fmla="*/ 126 h 641"/>
                  <a:gd name="T26" fmla="*/ 128 w 481"/>
                  <a:gd name="T27" fmla="*/ 180 h 641"/>
                  <a:gd name="T28" fmla="*/ 73 w 481"/>
                  <a:gd name="T29" fmla="*/ 240 h 641"/>
                  <a:gd name="T30" fmla="*/ 37 w 481"/>
                  <a:gd name="T31" fmla="*/ 305 h 641"/>
                  <a:gd name="T32" fmla="*/ 6 w 481"/>
                  <a:gd name="T33" fmla="*/ 371 h 641"/>
                  <a:gd name="T34" fmla="*/ 0 w 481"/>
                  <a:gd name="T35" fmla="*/ 443 h 641"/>
                  <a:gd name="T36" fmla="*/ 6 w 481"/>
                  <a:gd name="T37" fmla="*/ 497 h 641"/>
                  <a:gd name="T38" fmla="*/ 18 w 481"/>
                  <a:gd name="T39" fmla="*/ 545 h 641"/>
                  <a:gd name="T40" fmla="*/ 43 w 481"/>
                  <a:gd name="T41" fmla="*/ 593 h 641"/>
                  <a:gd name="T42" fmla="*/ 73 w 481"/>
                  <a:gd name="T43" fmla="*/ 641 h 641"/>
                  <a:gd name="T44" fmla="*/ 97 w 481"/>
                  <a:gd name="T45" fmla="*/ 641 h 641"/>
                  <a:gd name="T46" fmla="*/ 67 w 481"/>
                  <a:gd name="T47" fmla="*/ 593 h 641"/>
                  <a:gd name="T48" fmla="*/ 43 w 481"/>
                  <a:gd name="T49" fmla="*/ 545 h 641"/>
                  <a:gd name="T50" fmla="*/ 24 w 481"/>
                  <a:gd name="T51" fmla="*/ 497 h 641"/>
                  <a:gd name="T52" fmla="*/ 18 w 481"/>
                  <a:gd name="T53" fmla="*/ 443 h 641"/>
                  <a:gd name="T54" fmla="*/ 18 w 481"/>
                  <a:gd name="T55" fmla="*/ 443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1300" name="Group 36">
              <a:extLst>
                <a:ext uri="{FF2B5EF4-FFF2-40B4-BE49-F238E27FC236}">
                  <a16:creationId xmlns:a16="http://schemas.microsoft.com/office/drawing/2014/main" id="{08DE6D8D-6481-8EE7-77EB-7EAE4AFC2128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128" y="3360"/>
              <a:ext cx="1351" cy="821"/>
              <a:chOff x="4128" y="3360"/>
              <a:chExt cx="1351" cy="821"/>
            </a:xfrm>
          </p:grpSpPr>
          <p:sp>
            <p:nvSpPr>
              <p:cNvPr id="11301" name="Freeform 37">
                <a:extLst>
                  <a:ext uri="{FF2B5EF4-FFF2-40B4-BE49-F238E27FC236}">
                    <a16:creationId xmlns:a16="http://schemas.microsoft.com/office/drawing/2014/main" id="{F9D26794-3375-C2F0-964E-DE451FFF112C}"/>
                  </a:ext>
                </a:extLst>
              </p:cNvPr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>
                  <a:gd name="T0" fmla="*/ 484 w 1201"/>
                  <a:gd name="T1" fmla="*/ 6 h 731"/>
                  <a:gd name="T2" fmla="*/ 263 w 1201"/>
                  <a:gd name="T3" fmla="*/ 60 h 731"/>
                  <a:gd name="T4" fmla="*/ 101 w 1201"/>
                  <a:gd name="T5" fmla="*/ 162 h 731"/>
                  <a:gd name="T6" fmla="*/ 12 w 1201"/>
                  <a:gd name="T7" fmla="*/ 294 h 731"/>
                  <a:gd name="T8" fmla="*/ 0 w 1201"/>
                  <a:gd name="T9" fmla="*/ 366 h 731"/>
                  <a:gd name="T10" fmla="*/ 12 w 1201"/>
                  <a:gd name="T11" fmla="*/ 437 h 731"/>
                  <a:gd name="T12" fmla="*/ 101 w 1201"/>
                  <a:gd name="T13" fmla="*/ 569 h 731"/>
                  <a:gd name="T14" fmla="*/ 263 w 1201"/>
                  <a:gd name="T15" fmla="*/ 671 h 731"/>
                  <a:gd name="T16" fmla="*/ 484 w 1201"/>
                  <a:gd name="T17" fmla="*/ 725 h 731"/>
                  <a:gd name="T18" fmla="*/ 723 w 1201"/>
                  <a:gd name="T19" fmla="*/ 725 h 731"/>
                  <a:gd name="T20" fmla="*/ 938 w 1201"/>
                  <a:gd name="T21" fmla="*/ 671 h 731"/>
                  <a:gd name="T22" fmla="*/ 1100 w 1201"/>
                  <a:gd name="T23" fmla="*/ 569 h 731"/>
                  <a:gd name="T24" fmla="*/ 1189 w 1201"/>
                  <a:gd name="T25" fmla="*/ 437 h 731"/>
                  <a:gd name="T26" fmla="*/ 1201 w 1201"/>
                  <a:gd name="T27" fmla="*/ 366 h 731"/>
                  <a:gd name="T28" fmla="*/ 1189 w 1201"/>
                  <a:gd name="T29" fmla="*/ 294 h 731"/>
                  <a:gd name="T30" fmla="*/ 1100 w 1201"/>
                  <a:gd name="T31" fmla="*/ 162 h 731"/>
                  <a:gd name="T32" fmla="*/ 938 w 1201"/>
                  <a:gd name="T33" fmla="*/ 60 h 731"/>
                  <a:gd name="T34" fmla="*/ 723 w 1201"/>
                  <a:gd name="T35" fmla="*/ 6 h 731"/>
                  <a:gd name="T36" fmla="*/ 604 w 1201"/>
                  <a:gd name="T37" fmla="*/ 0 h 731"/>
                  <a:gd name="T38" fmla="*/ 490 w 1201"/>
                  <a:gd name="T39" fmla="*/ 701 h 731"/>
                  <a:gd name="T40" fmla="*/ 287 w 1201"/>
                  <a:gd name="T41" fmla="*/ 647 h 731"/>
                  <a:gd name="T42" fmla="*/ 131 w 1201"/>
                  <a:gd name="T43" fmla="*/ 557 h 731"/>
                  <a:gd name="T44" fmla="*/ 48 w 1201"/>
                  <a:gd name="T45" fmla="*/ 437 h 731"/>
                  <a:gd name="T46" fmla="*/ 36 w 1201"/>
                  <a:gd name="T47" fmla="*/ 366 h 731"/>
                  <a:gd name="T48" fmla="*/ 48 w 1201"/>
                  <a:gd name="T49" fmla="*/ 300 h 731"/>
                  <a:gd name="T50" fmla="*/ 131 w 1201"/>
                  <a:gd name="T51" fmla="*/ 174 h 731"/>
                  <a:gd name="T52" fmla="*/ 287 w 1201"/>
                  <a:gd name="T53" fmla="*/ 84 h 731"/>
                  <a:gd name="T54" fmla="*/ 490 w 1201"/>
                  <a:gd name="T55" fmla="*/ 30 h 731"/>
                  <a:gd name="T56" fmla="*/ 717 w 1201"/>
                  <a:gd name="T57" fmla="*/ 30 h 731"/>
                  <a:gd name="T58" fmla="*/ 920 w 1201"/>
                  <a:gd name="T59" fmla="*/ 84 h 731"/>
                  <a:gd name="T60" fmla="*/ 1070 w 1201"/>
                  <a:gd name="T61" fmla="*/ 174 h 731"/>
                  <a:gd name="T62" fmla="*/ 1153 w 1201"/>
                  <a:gd name="T63" fmla="*/ 300 h 731"/>
                  <a:gd name="T64" fmla="*/ 1153 w 1201"/>
                  <a:gd name="T65" fmla="*/ 437 h 731"/>
                  <a:gd name="T66" fmla="*/ 1070 w 1201"/>
                  <a:gd name="T67" fmla="*/ 557 h 731"/>
                  <a:gd name="T68" fmla="*/ 920 w 1201"/>
                  <a:gd name="T69" fmla="*/ 647 h 731"/>
                  <a:gd name="T70" fmla="*/ 717 w 1201"/>
                  <a:gd name="T71" fmla="*/ 701 h 731"/>
                  <a:gd name="T72" fmla="*/ 604 w 1201"/>
                  <a:gd name="T73" fmla="*/ 707 h 7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02" name="Freeform 38">
                <a:extLst>
                  <a:ext uri="{FF2B5EF4-FFF2-40B4-BE49-F238E27FC236}">
                    <a16:creationId xmlns:a16="http://schemas.microsoft.com/office/drawing/2014/main" id="{44006EBA-D95D-0B8E-7A09-1F5332C955B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>
                  <a:gd name="T0" fmla="*/ 24 w 544"/>
                  <a:gd name="T1" fmla="*/ 402 h 737"/>
                  <a:gd name="T2" fmla="*/ 36 w 544"/>
                  <a:gd name="T3" fmla="*/ 330 h 737"/>
                  <a:gd name="T4" fmla="*/ 66 w 544"/>
                  <a:gd name="T5" fmla="*/ 264 h 737"/>
                  <a:gd name="T6" fmla="*/ 108 w 544"/>
                  <a:gd name="T7" fmla="*/ 204 h 737"/>
                  <a:gd name="T8" fmla="*/ 173 w 544"/>
                  <a:gd name="T9" fmla="*/ 150 h 737"/>
                  <a:gd name="T10" fmla="*/ 251 w 544"/>
                  <a:gd name="T11" fmla="*/ 102 h 737"/>
                  <a:gd name="T12" fmla="*/ 335 w 544"/>
                  <a:gd name="T13" fmla="*/ 60 h 737"/>
                  <a:gd name="T14" fmla="*/ 436 w 544"/>
                  <a:gd name="T15" fmla="*/ 30 h 737"/>
                  <a:gd name="T16" fmla="*/ 544 w 544"/>
                  <a:gd name="T17" fmla="*/ 12 h 737"/>
                  <a:gd name="T18" fmla="*/ 544 w 544"/>
                  <a:gd name="T19" fmla="*/ 0 h 737"/>
                  <a:gd name="T20" fmla="*/ 430 w 544"/>
                  <a:gd name="T21" fmla="*/ 18 h 737"/>
                  <a:gd name="T22" fmla="*/ 329 w 544"/>
                  <a:gd name="T23" fmla="*/ 48 h 737"/>
                  <a:gd name="T24" fmla="*/ 233 w 544"/>
                  <a:gd name="T25" fmla="*/ 90 h 737"/>
                  <a:gd name="T26" fmla="*/ 155 w 544"/>
                  <a:gd name="T27" fmla="*/ 138 h 737"/>
                  <a:gd name="T28" fmla="*/ 90 w 544"/>
                  <a:gd name="T29" fmla="*/ 198 h 737"/>
                  <a:gd name="T30" fmla="*/ 42 w 544"/>
                  <a:gd name="T31" fmla="*/ 258 h 737"/>
                  <a:gd name="T32" fmla="*/ 12 w 544"/>
                  <a:gd name="T33" fmla="*/ 330 h 737"/>
                  <a:gd name="T34" fmla="*/ 0 w 544"/>
                  <a:gd name="T35" fmla="*/ 402 h 737"/>
                  <a:gd name="T36" fmla="*/ 6 w 544"/>
                  <a:gd name="T37" fmla="*/ 455 h 737"/>
                  <a:gd name="T38" fmla="*/ 18 w 544"/>
                  <a:gd name="T39" fmla="*/ 503 h 737"/>
                  <a:gd name="T40" fmla="*/ 42 w 544"/>
                  <a:gd name="T41" fmla="*/ 545 h 737"/>
                  <a:gd name="T42" fmla="*/ 78 w 544"/>
                  <a:gd name="T43" fmla="*/ 593 h 737"/>
                  <a:gd name="T44" fmla="*/ 114 w 544"/>
                  <a:gd name="T45" fmla="*/ 635 h 737"/>
                  <a:gd name="T46" fmla="*/ 161 w 544"/>
                  <a:gd name="T47" fmla="*/ 671 h 737"/>
                  <a:gd name="T48" fmla="*/ 221 w 544"/>
                  <a:gd name="T49" fmla="*/ 707 h 737"/>
                  <a:gd name="T50" fmla="*/ 281 w 544"/>
                  <a:gd name="T51" fmla="*/ 737 h 737"/>
                  <a:gd name="T52" fmla="*/ 323 w 544"/>
                  <a:gd name="T53" fmla="*/ 737 h 737"/>
                  <a:gd name="T54" fmla="*/ 257 w 544"/>
                  <a:gd name="T55" fmla="*/ 707 h 737"/>
                  <a:gd name="T56" fmla="*/ 203 w 544"/>
                  <a:gd name="T57" fmla="*/ 671 h 737"/>
                  <a:gd name="T58" fmla="*/ 149 w 544"/>
                  <a:gd name="T59" fmla="*/ 635 h 737"/>
                  <a:gd name="T60" fmla="*/ 108 w 544"/>
                  <a:gd name="T61" fmla="*/ 593 h 737"/>
                  <a:gd name="T62" fmla="*/ 72 w 544"/>
                  <a:gd name="T63" fmla="*/ 551 h 737"/>
                  <a:gd name="T64" fmla="*/ 48 w 544"/>
                  <a:gd name="T65" fmla="*/ 503 h 737"/>
                  <a:gd name="T66" fmla="*/ 30 w 544"/>
                  <a:gd name="T67" fmla="*/ 455 h 737"/>
                  <a:gd name="T68" fmla="*/ 24 w 544"/>
                  <a:gd name="T69" fmla="*/ 402 h 737"/>
                  <a:gd name="T70" fmla="*/ 24 w 544"/>
                  <a:gd name="T71" fmla="*/ 402 h 7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03" name="Freeform 39">
                <a:extLst>
                  <a:ext uri="{FF2B5EF4-FFF2-40B4-BE49-F238E27FC236}">
                    <a16:creationId xmlns:a16="http://schemas.microsoft.com/office/drawing/2014/main" id="{51F6972F-8E11-0939-1744-EC87B6A7BBE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>
                  <a:gd name="T0" fmla="*/ 12 w 609"/>
                  <a:gd name="T1" fmla="*/ 12 h 252"/>
                  <a:gd name="T2" fmla="*/ 113 w 609"/>
                  <a:gd name="T3" fmla="*/ 18 h 252"/>
                  <a:gd name="T4" fmla="*/ 203 w 609"/>
                  <a:gd name="T5" fmla="*/ 30 h 252"/>
                  <a:gd name="T6" fmla="*/ 292 w 609"/>
                  <a:gd name="T7" fmla="*/ 48 h 252"/>
                  <a:gd name="T8" fmla="*/ 376 w 609"/>
                  <a:gd name="T9" fmla="*/ 78 h 252"/>
                  <a:gd name="T10" fmla="*/ 448 w 609"/>
                  <a:gd name="T11" fmla="*/ 114 h 252"/>
                  <a:gd name="T12" fmla="*/ 514 w 609"/>
                  <a:gd name="T13" fmla="*/ 156 h 252"/>
                  <a:gd name="T14" fmla="*/ 567 w 609"/>
                  <a:gd name="T15" fmla="*/ 198 h 252"/>
                  <a:gd name="T16" fmla="*/ 609 w 609"/>
                  <a:gd name="T17" fmla="*/ 252 h 252"/>
                  <a:gd name="T18" fmla="*/ 609 w 609"/>
                  <a:gd name="T19" fmla="*/ 216 h 252"/>
                  <a:gd name="T20" fmla="*/ 561 w 609"/>
                  <a:gd name="T21" fmla="*/ 168 h 252"/>
                  <a:gd name="T22" fmla="*/ 502 w 609"/>
                  <a:gd name="T23" fmla="*/ 126 h 252"/>
                  <a:gd name="T24" fmla="*/ 436 w 609"/>
                  <a:gd name="T25" fmla="*/ 90 h 252"/>
                  <a:gd name="T26" fmla="*/ 364 w 609"/>
                  <a:gd name="T27" fmla="*/ 60 h 252"/>
                  <a:gd name="T28" fmla="*/ 286 w 609"/>
                  <a:gd name="T29" fmla="*/ 36 h 252"/>
                  <a:gd name="T30" fmla="*/ 197 w 609"/>
                  <a:gd name="T31" fmla="*/ 18 h 252"/>
                  <a:gd name="T32" fmla="*/ 107 w 609"/>
                  <a:gd name="T33" fmla="*/ 6 h 252"/>
                  <a:gd name="T34" fmla="*/ 12 w 609"/>
                  <a:gd name="T35" fmla="*/ 0 h 252"/>
                  <a:gd name="T36" fmla="*/ 6 w 609"/>
                  <a:gd name="T37" fmla="*/ 0 h 252"/>
                  <a:gd name="T38" fmla="*/ 0 w 609"/>
                  <a:gd name="T39" fmla="*/ 0 h 252"/>
                  <a:gd name="T40" fmla="*/ 0 w 609"/>
                  <a:gd name="T41" fmla="*/ 12 h 252"/>
                  <a:gd name="T42" fmla="*/ 6 w 609"/>
                  <a:gd name="T43" fmla="*/ 12 h 252"/>
                  <a:gd name="T44" fmla="*/ 12 w 609"/>
                  <a:gd name="T45" fmla="*/ 12 h 252"/>
                  <a:gd name="T46" fmla="*/ 12 w 609"/>
                  <a:gd name="T47" fmla="*/ 1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04" name="Freeform 40">
                <a:extLst>
                  <a:ext uri="{FF2B5EF4-FFF2-40B4-BE49-F238E27FC236}">
                    <a16:creationId xmlns:a16="http://schemas.microsoft.com/office/drawing/2014/main" id="{4F40F449-7094-878D-C638-F0BAD7C06DB8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>
                  <a:gd name="T0" fmla="*/ 72 w 72"/>
                  <a:gd name="T1" fmla="*/ 0 h 54"/>
                  <a:gd name="T2" fmla="*/ 36 w 72"/>
                  <a:gd name="T3" fmla="*/ 30 h 54"/>
                  <a:gd name="T4" fmla="*/ 0 w 72"/>
                  <a:gd name="T5" fmla="*/ 54 h 54"/>
                  <a:gd name="T6" fmla="*/ 36 w 72"/>
                  <a:gd name="T7" fmla="*/ 54 h 54"/>
                  <a:gd name="T8" fmla="*/ 54 w 72"/>
                  <a:gd name="T9" fmla="*/ 42 h 54"/>
                  <a:gd name="T10" fmla="*/ 72 w 72"/>
                  <a:gd name="T11" fmla="*/ 24 h 54"/>
                  <a:gd name="T12" fmla="*/ 72 w 72"/>
                  <a:gd name="T13" fmla="*/ 24 h 54"/>
                  <a:gd name="T14" fmla="*/ 72 w 72"/>
                  <a:gd name="T15" fmla="*/ 0 h 54"/>
                  <a:gd name="T16" fmla="*/ 72 w 72"/>
                  <a:gd name="T17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05" name="Freeform 41">
                <a:extLst>
                  <a:ext uri="{FF2B5EF4-FFF2-40B4-BE49-F238E27FC236}">
                    <a16:creationId xmlns:a16="http://schemas.microsoft.com/office/drawing/2014/main" id="{0BA3B357-5FD1-726C-258F-8AECCA1A321A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>
                  <a:gd name="T0" fmla="*/ 299 w 705"/>
                  <a:gd name="T1" fmla="*/ 90 h 108"/>
                  <a:gd name="T2" fmla="*/ 221 w 705"/>
                  <a:gd name="T3" fmla="*/ 90 h 108"/>
                  <a:gd name="T4" fmla="*/ 143 w 705"/>
                  <a:gd name="T5" fmla="*/ 78 h 108"/>
                  <a:gd name="T6" fmla="*/ 0 w 705"/>
                  <a:gd name="T7" fmla="*/ 48 h 108"/>
                  <a:gd name="T8" fmla="*/ 0 w 705"/>
                  <a:gd name="T9" fmla="*/ 66 h 108"/>
                  <a:gd name="T10" fmla="*/ 143 w 705"/>
                  <a:gd name="T11" fmla="*/ 96 h 108"/>
                  <a:gd name="T12" fmla="*/ 221 w 705"/>
                  <a:gd name="T13" fmla="*/ 108 h 108"/>
                  <a:gd name="T14" fmla="*/ 299 w 705"/>
                  <a:gd name="T15" fmla="*/ 108 h 108"/>
                  <a:gd name="T16" fmla="*/ 412 w 705"/>
                  <a:gd name="T17" fmla="*/ 102 h 108"/>
                  <a:gd name="T18" fmla="*/ 520 w 705"/>
                  <a:gd name="T19" fmla="*/ 84 h 108"/>
                  <a:gd name="T20" fmla="*/ 615 w 705"/>
                  <a:gd name="T21" fmla="*/ 60 h 108"/>
                  <a:gd name="T22" fmla="*/ 705 w 705"/>
                  <a:gd name="T23" fmla="*/ 24 h 108"/>
                  <a:gd name="T24" fmla="*/ 705 w 705"/>
                  <a:gd name="T25" fmla="*/ 0 h 108"/>
                  <a:gd name="T26" fmla="*/ 615 w 705"/>
                  <a:gd name="T27" fmla="*/ 42 h 108"/>
                  <a:gd name="T28" fmla="*/ 520 w 705"/>
                  <a:gd name="T29" fmla="*/ 66 h 108"/>
                  <a:gd name="T30" fmla="*/ 412 w 705"/>
                  <a:gd name="T31" fmla="*/ 84 h 108"/>
                  <a:gd name="T32" fmla="*/ 299 w 705"/>
                  <a:gd name="T33" fmla="*/ 90 h 108"/>
                  <a:gd name="T34" fmla="*/ 299 w 705"/>
                  <a:gd name="T35" fmla="*/ 90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06" name="Freeform 42">
                <a:extLst>
                  <a:ext uri="{FF2B5EF4-FFF2-40B4-BE49-F238E27FC236}">
                    <a16:creationId xmlns:a16="http://schemas.microsoft.com/office/drawing/2014/main" id="{117F8FC1-FC19-EF10-76B4-39CF872B569C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>
                  <a:gd name="T0" fmla="*/ 119 w 143"/>
                  <a:gd name="T1" fmla="*/ 114 h 341"/>
                  <a:gd name="T2" fmla="*/ 113 w 143"/>
                  <a:gd name="T3" fmla="*/ 173 h 341"/>
                  <a:gd name="T4" fmla="*/ 89 w 143"/>
                  <a:gd name="T5" fmla="*/ 239 h 341"/>
                  <a:gd name="T6" fmla="*/ 47 w 143"/>
                  <a:gd name="T7" fmla="*/ 293 h 341"/>
                  <a:gd name="T8" fmla="*/ 0 w 143"/>
                  <a:gd name="T9" fmla="*/ 341 h 341"/>
                  <a:gd name="T10" fmla="*/ 29 w 143"/>
                  <a:gd name="T11" fmla="*/ 341 h 341"/>
                  <a:gd name="T12" fmla="*/ 77 w 143"/>
                  <a:gd name="T13" fmla="*/ 287 h 341"/>
                  <a:gd name="T14" fmla="*/ 113 w 143"/>
                  <a:gd name="T15" fmla="*/ 233 h 341"/>
                  <a:gd name="T16" fmla="*/ 137 w 143"/>
                  <a:gd name="T17" fmla="*/ 173 h 341"/>
                  <a:gd name="T18" fmla="*/ 143 w 143"/>
                  <a:gd name="T19" fmla="*/ 114 h 341"/>
                  <a:gd name="T20" fmla="*/ 137 w 143"/>
                  <a:gd name="T21" fmla="*/ 60 h 341"/>
                  <a:gd name="T22" fmla="*/ 119 w 143"/>
                  <a:gd name="T23" fmla="*/ 0 h 341"/>
                  <a:gd name="T24" fmla="*/ 89 w 143"/>
                  <a:gd name="T25" fmla="*/ 0 h 341"/>
                  <a:gd name="T26" fmla="*/ 113 w 143"/>
                  <a:gd name="T27" fmla="*/ 60 h 341"/>
                  <a:gd name="T28" fmla="*/ 119 w 143"/>
                  <a:gd name="T29" fmla="*/ 114 h 341"/>
                  <a:gd name="T30" fmla="*/ 119 w 143"/>
                  <a:gd name="T31" fmla="*/ 114 h 3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07" name="Freeform 43">
                <a:extLst>
                  <a:ext uri="{FF2B5EF4-FFF2-40B4-BE49-F238E27FC236}">
                    <a16:creationId xmlns:a16="http://schemas.microsoft.com/office/drawing/2014/main" id="{70FFDC46-5D4D-FAFA-1241-481927605569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>
                  <a:gd name="T0" fmla="*/ 59 w 83"/>
                  <a:gd name="T1" fmla="*/ 90 h 90"/>
                  <a:gd name="T2" fmla="*/ 83 w 83"/>
                  <a:gd name="T3" fmla="*/ 84 h 90"/>
                  <a:gd name="T4" fmla="*/ 71 w 83"/>
                  <a:gd name="T5" fmla="*/ 60 h 90"/>
                  <a:gd name="T6" fmla="*/ 53 w 83"/>
                  <a:gd name="T7" fmla="*/ 42 h 90"/>
                  <a:gd name="T8" fmla="*/ 6 w 83"/>
                  <a:gd name="T9" fmla="*/ 0 h 90"/>
                  <a:gd name="T10" fmla="*/ 0 w 83"/>
                  <a:gd name="T11" fmla="*/ 18 h 90"/>
                  <a:gd name="T12" fmla="*/ 35 w 83"/>
                  <a:gd name="T13" fmla="*/ 48 h 90"/>
                  <a:gd name="T14" fmla="*/ 59 w 83"/>
                  <a:gd name="T15" fmla="*/ 90 h 90"/>
                  <a:gd name="T16" fmla="*/ 59 w 83"/>
                  <a:gd name="T17" fmla="*/ 9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08" name="Freeform 44">
                <a:extLst>
                  <a:ext uri="{FF2B5EF4-FFF2-40B4-BE49-F238E27FC236}">
                    <a16:creationId xmlns:a16="http://schemas.microsoft.com/office/drawing/2014/main" id="{E68B99B7-3FDF-7D49-CD5E-CFF722CA50B9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>
                  <a:gd name="T0" fmla="*/ 693 w 717"/>
                  <a:gd name="T1" fmla="*/ 216 h 431"/>
                  <a:gd name="T2" fmla="*/ 687 w 717"/>
                  <a:gd name="T3" fmla="*/ 257 h 431"/>
                  <a:gd name="T4" fmla="*/ 669 w 717"/>
                  <a:gd name="T5" fmla="*/ 293 h 431"/>
                  <a:gd name="T6" fmla="*/ 633 w 717"/>
                  <a:gd name="T7" fmla="*/ 329 h 431"/>
                  <a:gd name="T8" fmla="*/ 598 w 717"/>
                  <a:gd name="T9" fmla="*/ 359 h 431"/>
                  <a:gd name="T10" fmla="*/ 544 w 717"/>
                  <a:gd name="T11" fmla="*/ 383 h 431"/>
                  <a:gd name="T12" fmla="*/ 490 w 717"/>
                  <a:gd name="T13" fmla="*/ 401 h 431"/>
                  <a:gd name="T14" fmla="*/ 424 w 717"/>
                  <a:gd name="T15" fmla="*/ 413 h 431"/>
                  <a:gd name="T16" fmla="*/ 359 w 717"/>
                  <a:gd name="T17" fmla="*/ 419 h 431"/>
                  <a:gd name="T18" fmla="*/ 293 w 717"/>
                  <a:gd name="T19" fmla="*/ 413 h 431"/>
                  <a:gd name="T20" fmla="*/ 227 w 717"/>
                  <a:gd name="T21" fmla="*/ 401 h 431"/>
                  <a:gd name="T22" fmla="*/ 173 w 717"/>
                  <a:gd name="T23" fmla="*/ 383 h 431"/>
                  <a:gd name="T24" fmla="*/ 119 w 717"/>
                  <a:gd name="T25" fmla="*/ 359 h 431"/>
                  <a:gd name="T26" fmla="*/ 84 w 717"/>
                  <a:gd name="T27" fmla="*/ 329 h 431"/>
                  <a:gd name="T28" fmla="*/ 48 w 717"/>
                  <a:gd name="T29" fmla="*/ 293 h 431"/>
                  <a:gd name="T30" fmla="*/ 30 w 717"/>
                  <a:gd name="T31" fmla="*/ 257 h 431"/>
                  <a:gd name="T32" fmla="*/ 24 w 717"/>
                  <a:gd name="T33" fmla="*/ 216 h 431"/>
                  <a:gd name="T34" fmla="*/ 30 w 717"/>
                  <a:gd name="T35" fmla="*/ 174 h 431"/>
                  <a:gd name="T36" fmla="*/ 48 w 717"/>
                  <a:gd name="T37" fmla="*/ 138 h 431"/>
                  <a:gd name="T38" fmla="*/ 84 w 717"/>
                  <a:gd name="T39" fmla="*/ 102 h 431"/>
                  <a:gd name="T40" fmla="*/ 119 w 717"/>
                  <a:gd name="T41" fmla="*/ 72 h 431"/>
                  <a:gd name="T42" fmla="*/ 173 w 717"/>
                  <a:gd name="T43" fmla="*/ 48 h 431"/>
                  <a:gd name="T44" fmla="*/ 227 w 717"/>
                  <a:gd name="T45" fmla="*/ 30 h 431"/>
                  <a:gd name="T46" fmla="*/ 293 w 717"/>
                  <a:gd name="T47" fmla="*/ 18 h 431"/>
                  <a:gd name="T48" fmla="*/ 359 w 717"/>
                  <a:gd name="T49" fmla="*/ 12 h 431"/>
                  <a:gd name="T50" fmla="*/ 418 w 717"/>
                  <a:gd name="T51" fmla="*/ 18 h 431"/>
                  <a:gd name="T52" fmla="*/ 478 w 717"/>
                  <a:gd name="T53" fmla="*/ 30 h 431"/>
                  <a:gd name="T54" fmla="*/ 532 w 717"/>
                  <a:gd name="T55" fmla="*/ 48 h 431"/>
                  <a:gd name="T56" fmla="*/ 580 w 717"/>
                  <a:gd name="T57" fmla="*/ 66 h 431"/>
                  <a:gd name="T58" fmla="*/ 586 w 717"/>
                  <a:gd name="T59" fmla="*/ 48 h 431"/>
                  <a:gd name="T60" fmla="*/ 478 w 717"/>
                  <a:gd name="T61" fmla="*/ 12 h 431"/>
                  <a:gd name="T62" fmla="*/ 418 w 717"/>
                  <a:gd name="T63" fmla="*/ 6 h 431"/>
                  <a:gd name="T64" fmla="*/ 359 w 717"/>
                  <a:gd name="T65" fmla="*/ 0 h 431"/>
                  <a:gd name="T66" fmla="*/ 287 w 717"/>
                  <a:gd name="T67" fmla="*/ 6 h 431"/>
                  <a:gd name="T68" fmla="*/ 221 w 717"/>
                  <a:gd name="T69" fmla="*/ 18 h 431"/>
                  <a:gd name="T70" fmla="*/ 161 w 717"/>
                  <a:gd name="T71" fmla="*/ 36 h 431"/>
                  <a:gd name="T72" fmla="*/ 107 w 717"/>
                  <a:gd name="T73" fmla="*/ 66 h 431"/>
                  <a:gd name="T74" fmla="*/ 60 w 717"/>
                  <a:gd name="T75" fmla="*/ 96 h 431"/>
                  <a:gd name="T76" fmla="*/ 30 w 717"/>
                  <a:gd name="T77" fmla="*/ 132 h 431"/>
                  <a:gd name="T78" fmla="*/ 6 w 717"/>
                  <a:gd name="T79" fmla="*/ 174 h 431"/>
                  <a:gd name="T80" fmla="*/ 0 w 717"/>
                  <a:gd name="T81" fmla="*/ 216 h 431"/>
                  <a:gd name="T82" fmla="*/ 6 w 717"/>
                  <a:gd name="T83" fmla="*/ 257 h 431"/>
                  <a:gd name="T84" fmla="*/ 30 w 717"/>
                  <a:gd name="T85" fmla="*/ 299 h 431"/>
                  <a:gd name="T86" fmla="*/ 60 w 717"/>
                  <a:gd name="T87" fmla="*/ 335 h 431"/>
                  <a:gd name="T88" fmla="*/ 107 w 717"/>
                  <a:gd name="T89" fmla="*/ 371 h 431"/>
                  <a:gd name="T90" fmla="*/ 161 w 717"/>
                  <a:gd name="T91" fmla="*/ 395 h 431"/>
                  <a:gd name="T92" fmla="*/ 221 w 717"/>
                  <a:gd name="T93" fmla="*/ 413 h 431"/>
                  <a:gd name="T94" fmla="*/ 287 w 717"/>
                  <a:gd name="T95" fmla="*/ 425 h 431"/>
                  <a:gd name="T96" fmla="*/ 359 w 717"/>
                  <a:gd name="T97" fmla="*/ 431 h 431"/>
                  <a:gd name="T98" fmla="*/ 430 w 717"/>
                  <a:gd name="T99" fmla="*/ 425 h 431"/>
                  <a:gd name="T100" fmla="*/ 496 w 717"/>
                  <a:gd name="T101" fmla="*/ 413 h 431"/>
                  <a:gd name="T102" fmla="*/ 562 w 717"/>
                  <a:gd name="T103" fmla="*/ 395 h 431"/>
                  <a:gd name="T104" fmla="*/ 610 w 717"/>
                  <a:gd name="T105" fmla="*/ 371 h 431"/>
                  <a:gd name="T106" fmla="*/ 657 w 717"/>
                  <a:gd name="T107" fmla="*/ 335 h 431"/>
                  <a:gd name="T108" fmla="*/ 687 w 717"/>
                  <a:gd name="T109" fmla="*/ 299 h 431"/>
                  <a:gd name="T110" fmla="*/ 711 w 717"/>
                  <a:gd name="T111" fmla="*/ 257 h 431"/>
                  <a:gd name="T112" fmla="*/ 717 w 717"/>
                  <a:gd name="T113" fmla="*/ 216 h 431"/>
                  <a:gd name="T114" fmla="*/ 717 w 717"/>
                  <a:gd name="T115" fmla="*/ 204 h 431"/>
                  <a:gd name="T116" fmla="*/ 711 w 717"/>
                  <a:gd name="T117" fmla="*/ 192 h 431"/>
                  <a:gd name="T118" fmla="*/ 687 w 717"/>
                  <a:gd name="T119" fmla="*/ 198 h 431"/>
                  <a:gd name="T120" fmla="*/ 693 w 717"/>
                  <a:gd name="T121" fmla="*/ 210 h 431"/>
                  <a:gd name="T122" fmla="*/ 693 w 717"/>
                  <a:gd name="T123" fmla="*/ 216 h 431"/>
                  <a:gd name="T124" fmla="*/ 693 w 717"/>
                  <a:gd name="T125" fmla="*/ 216 h 4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09" name="Freeform 45">
                <a:extLst>
                  <a:ext uri="{FF2B5EF4-FFF2-40B4-BE49-F238E27FC236}">
                    <a16:creationId xmlns:a16="http://schemas.microsoft.com/office/drawing/2014/main" id="{524CF638-45BC-454B-BFB5-C6B71F57D019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>
                  <a:gd name="T0" fmla="*/ 616 w 909"/>
                  <a:gd name="T1" fmla="*/ 0 h 533"/>
                  <a:gd name="T2" fmla="*/ 616 w 909"/>
                  <a:gd name="T3" fmla="*/ 18 h 533"/>
                  <a:gd name="T4" fmla="*/ 724 w 909"/>
                  <a:gd name="T5" fmla="*/ 60 h 533"/>
                  <a:gd name="T6" fmla="*/ 765 w 909"/>
                  <a:gd name="T7" fmla="*/ 84 h 533"/>
                  <a:gd name="T8" fmla="*/ 807 w 909"/>
                  <a:gd name="T9" fmla="*/ 114 h 533"/>
                  <a:gd name="T10" fmla="*/ 837 w 909"/>
                  <a:gd name="T11" fmla="*/ 144 h 533"/>
                  <a:gd name="T12" fmla="*/ 861 w 909"/>
                  <a:gd name="T13" fmla="*/ 180 h 533"/>
                  <a:gd name="T14" fmla="*/ 873 w 909"/>
                  <a:gd name="T15" fmla="*/ 216 h 533"/>
                  <a:gd name="T16" fmla="*/ 879 w 909"/>
                  <a:gd name="T17" fmla="*/ 258 h 533"/>
                  <a:gd name="T18" fmla="*/ 873 w 909"/>
                  <a:gd name="T19" fmla="*/ 311 h 533"/>
                  <a:gd name="T20" fmla="*/ 843 w 909"/>
                  <a:gd name="T21" fmla="*/ 359 h 533"/>
                  <a:gd name="T22" fmla="*/ 807 w 909"/>
                  <a:gd name="T23" fmla="*/ 401 h 533"/>
                  <a:gd name="T24" fmla="*/ 753 w 909"/>
                  <a:gd name="T25" fmla="*/ 443 h 533"/>
                  <a:gd name="T26" fmla="*/ 694 w 909"/>
                  <a:gd name="T27" fmla="*/ 473 h 533"/>
                  <a:gd name="T28" fmla="*/ 622 w 909"/>
                  <a:gd name="T29" fmla="*/ 497 h 533"/>
                  <a:gd name="T30" fmla="*/ 538 w 909"/>
                  <a:gd name="T31" fmla="*/ 509 h 533"/>
                  <a:gd name="T32" fmla="*/ 455 w 909"/>
                  <a:gd name="T33" fmla="*/ 515 h 533"/>
                  <a:gd name="T34" fmla="*/ 371 w 909"/>
                  <a:gd name="T35" fmla="*/ 509 h 533"/>
                  <a:gd name="T36" fmla="*/ 287 w 909"/>
                  <a:gd name="T37" fmla="*/ 497 h 533"/>
                  <a:gd name="T38" fmla="*/ 215 w 909"/>
                  <a:gd name="T39" fmla="*/ 473 h 533"/>
                  <a:gd name="T40" fmla="*/ 156 w 909"/>
                  <a:gd name="T41" fmla="*/ 443 h 533"/>
                  <a:gd name="T42" fmla="*/ 102 w 909"/>
                  <a:gd name="T43" fmla="*/ 401 h 533"/>
                  <a:gd name="T44" fmla="*/ 66 w 909"/>
                  <a:gd name="T45" fmla="*/ 359 h 533"/>
                  <a:gd name="T46" fmla="*/ 36 w 909"/>
                  <a:gd name="T47" fmla="*/ 311 h 533"/>
                  <a:gd name="T48" fmla="*/ 30 w 909"/>
                  <a:gd name="T49" fmla="*/ 258 h 533"/>
                  <a:gd name="T50" fmla="*/ 36 w 909"/>
                  <a:gd name="T51" fmla="*/ 222 h 533"/>
                  <a:gd name="T52" fmla="*/ 48 w 909"/>
                  <a:gd name="T53" fmla="*/ 186 h 533"/>
                  <a:gd name="T54" fmla="*/ 66 w 909"/>
                  <a:gd name="T55" fmla="*/ 156 h 533"/>
                  <a:gd name="T56" fmla="*/ 90 w 909"/>
                  <a:gd name="T57" fmla="*/ 126 h 533"/>
                  <a:gd name="T58" fmla="*/ 66 w 909"/>
                  <a:gd name="T59" fmla="*/ 114 h 533"/>
                  <a:gd name="T60" fmla="*/ 36 w 909"/>
                  <a:gd name="T61" fmla="*/ 144 h 533"/>
                  <a:gd name="T62" fmla="*/ 18 w 909"/>
                  <a:gd name="T63" fmla="*/ 180 h 533"/>
                  <a:gd name="T64" fmla="*/ 6 w 909"/>
                  <a:gd name="T65" fmla="*/ 216 h 533"/>
                  <a:gd name="T66" fmla="*/ 0 w 909"/>
                  <a:gd name="T67" fmla="*/ 258 h 533"/>
                  <a:gd name="T68" fmla="*/ 12 w 909"/>
                  <a:gd name="T69" fmla="*/ 311 h 533"/>
                  <a:gd name="T70" fmla="*/ 36 w 909"/>
                  <a:gd name="T71" fmla="*/ 365 h 533"/>
                  <a:gd name="T72" fmla="*/ 78 w 909"/>
                  <a:gd name="T73" fmla="*/ 413 h 533"/>
                  <a:gd name="T74" fmla="*/ 132 w 909"/>
                  <a:gd name="T75" fmla="*/ 449 h 533"/>
                  <a:gd name="T76" fmla="*/ 203 w 909"/>
                  <a:gd name="T77" fmla="*/ 485 h 533"/>
                  <a:gd name="T78" fmla="*/ 275 w 909"/>
                  <a:gd name="T79" fmla="*/ 509 h 533"/>
                  <a:gd name="T80" fmla="*/ 365 w 909"/>
                  <a:gd name="T81" fmla="*/ 527 h 533"/>
                  <a:gd name="T82" fmla="*/ 455 w 909"/>
                  <a:gd name="T83" fmla="*/ 533 h 533"/>
                  <a:gd name="T84" fmla="*/ 544 w 909"/>
                  <a:gd name="T85" fmla="*/ 527 h 533"/>
                  <a:gd name="T86" fmla="*/ 634 w 909"/>
                  <a:gd name="T87" fmla="*/ 509 h 533"/>
                  <a:gd name="T88" fmla="*/ 712 w 909"/>
                  <a:gd name="T89" fmla="*/ 485 h 533"/>
                  <a:gd name="T90" fmla="*/ 777 w 909"/>
                  <a:gd name="T91" fmla="*/ 449 h 533"/>
                  <a:gd name="T92" fmla="*/ 831 w 909"/>
                  <a:gd name="T93" fmla="*/ 413 h 533"/>
                  <a:gd name="T94" fmla="*/ 873 w 909"/>
                  <a:gd name="T95" fmla="*/ 365 h 533"/>
                  <a:gd name="T96" fmla="*/ 897 w 909"/>
                  <a:gd name="T97" fmla="*/ 311 h 533"/>
                  <a:gd name="T98" fmla="*/ 909 w 909"/>
                  <a:gd name="T99" fmla="*/ 258 h 533"/>
                  <a:gd name="T100" fmla="*/ 903 w 909"/>
                  <a:gd name="T101" fmla="*/ 216 h 533"/>
                  <a:gd name="T102" fmla="*/ 885 w 909"/>
                  <a:gd name="T103" fmla="*/ 174 h 533"/>
                  <a:gd name="T104" fmla="*/ 861 w 909"/>
                  <a:gd name="T105" fmla="*/ 132 h 533"/>
                  <a:gd name="T106" fmla="*/ 825 w 909"/>
                  <a:gd name="T107" fmla="*/ 102 h 533"/>
                  <a:gd name="T108" fmla="*/ 783 w 909"/>
                  <a:gd name="T109" fmla="*/ 66 h 533"/>
                  <a:gd name="T110" fmla="*/ 735 w 909"/>
                  <a:gd name="T111" fmla="*/ 42 h 533"/>
                  <a:gd name="T112" fmla="*/ 616 w 909"/>
                  <a:gd name="T113" fmla="*/ 0 h 533"/>
                  <a:gd name="T114" fmla="*/ 616 w 909"/>
                  <a:gd name="T115" fmla="*/ 0 h 5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10" name="Freeform 46">
                <a:extLst>
                  <a:ext uri="{FF2B5EF4-FFF2-40B4-BE49-F238E27FC236}">
                    <a16:creationId xmlns:a16="http://schemas.microsoft.com/office/drawing/2014/main" id="{01A750FE-F1A5-3A88-067D-31CE1E0953C2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>
                  <a:gd name="T0" fmla="*/ 240 w 365"/>
                  <a:gd name="T1" fmla="*/ 18 h 66"/>
                  <a:gd name="T2" fmla="*/ 299 w 365"/>
                  <a:gd name="T3" fmla="*/ 24 h 66"/>
                  <a:gd name="T4" fmla="*/ 359 w 365"/>
                  <a:gd name="T5" fmla="*/ 30 h 66"/>
                  <a:gd name="T6" fmla="*/ 365 w 365"/>
                  <a:gd name="T7" fmla="*/ 12 h 66"/>
                  <a:gd name="T8" fmla="*/ 305 w 365"/>
                  <a:gd name="T9" fmla="*/ 6 h 66"/>
                  <a:gd name="T10" fmla="*/ 240 w 365"/>
                  <a:gd name="T11" fmla="*/ 0 h 66"/>
                  <a:gd name="T12" fmla="*/ 174 w 365"/>
                  <a:gd name="T13" fmla="*/ 6 h 66"/>
                  <a:gd name="T14" fmla="*/ 114 w 365"/>
                  <a:gd name="T15" fmla="*/ 12 h 66"/>
                  <a:gd name="T16" fmla="*/ 0 w 365"/>
                  <a:gd name="T17" fmla="*/ 42 h 66"/>
                  <a:gd name="T18" fmla="*/ 0 w 365"/>
                  <a:gd name="T19" fmla="*/ 66 h 66"/>
                  <a:gd name="T20" fmla="*/ 54 w 365"/>
                  <a:gd name="T21" fmla="*/ 48 h 66"/>
                  <a:gd name="T22" fmla="*/ 114 w 365"/>
                  <a:gd name="T23" fmla="*/ 30 h 66"/>
                  <a:gd name="T24" fmla="*/ 174 w 365"/>
                  <a:gd name="T25" fmla="*/ 24 h 66"/>
                  <a:gd name="T26" fmla="*/ 240 w 365"/>
                  <a:gd name="T27" fmla="*/ 18 h 66"/>
                  <a:gd name="T28" fmla="*/ 240 w 365"/>
                  <a:gd name="T29" fmla="*/ 18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11" name="Freeform 47">
                <a:extLst>
                  <a:ext uri="{FF2B5EF4-FFF2-40B4-BE49-F238E27FC236}">
                    <a16:creationId xmlns:a16="http://schemas.microsoft.com/office/drawing/2014/main" id="{7311A8E1-DFB5-7C93-6779-1C8F85A50CC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>
                  <a:gd name="T0" fmla="*/ 66 w 66"/>
                  <a:gd name="T1" fmla="*/ 18 h 48"/>
                  <a:gd name="T2" fmla="*/ 48 w 66"/>
                  <a:gd name="T3" fmla="*/ 0 h 48"/>
                  <a:gd name="T4" fmla="*/ 24 w 66"/>
                  <a:gd name="T5" fmla="*/ 12 h 48"/>
                  <a:gd name="T6" fmla="*/ 0 w 66"/>
                  <a:gd name="T7" fmla="*/ 30 h 48"/>
                  <a:gd name="T8" fmla="*/ 12 w 66"/>
                  <a:gd name="T9" fmla="*/ 48 h 48"/>
                  <a:gd name="T10" fmla="*/ 42 w 66"/>
                  <a:gd name="T11" fmla="*/ 30 h 48"/>
                  <a:gd name="T12" fmla="*/ 66 w 66"/>
                  <a:gd name="T13" fmla="*/ 18 h 48"/>
                  <a:gd name="T14" fmla="*/ 66 w 66"/>
                  <a:gd name="T15" fmla="*/ 18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12" name="Oval 48">
                <a:extLst>
                  <a:ext uri="{FF2B5EF4-FFF2-40B4-BE49-F238E27FC236}">
                    <a16:creationId xmlns:a16="http://schemas.microsoft.com/office/drawing/2014/main" id="{8F0BA01B-C956-5C0A-9F80-27AA53346F9F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546" y="3608"/>
                <a:ext cx="518" cy="31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13" name="Oval 49">
                <a:extLst>
                  <a:ext uri="{FF2B5EF4-FFF2-40B4-BE49-F238E27FC236}">
                    <a16:creationId xmlns:a16="http://schemas.microsoft.com/office/drawing/2014/main" id="{FEF940D6-7AB5-EBB0-D99C-BD7B8163987E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578" y="3630"/>
                <a:ext cx="446" cy="271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14" name="Oval 50">
                <a:extLst>
                  <a:ext uri="{FF2B5EF4-FFF2-40B4-BE49-F238E27FC236}">
                    <a16:creationId xmlns:a16="http://schemas.microsoft.com/office/drawing/2014/main" id="{5B355BFB-049E-CF8A-9078-8859417EB8F8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610" y="3650"/>
                <a:ext cx="386" cy="233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15" name="Oval 51">
                <a:extLst>
                  <a:ext uri="{FF2B5EF4-FFF2-40B4-BE49-F238E27FC236}">
                    <a16:creationId xmlns:a16="http://schemas.microsoft.com/office/drawing/2014/main" id="{982B1EAB-EB8A-2AD9-09D3-59693DD4E3D1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654" y="3678"/>
                <a:ext cx="298" cy="177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16" name="Oval 52">
                <a:extLst>
                  <a:ext uri="{FF2B5EF4-FFF2-40B4-BE49-F238E27FC236}">
                    <a16:creationId xmlns:a16="http://schemas.microsoft.com/office/drawing/2014/main" id="{D6042FA8-E3F7-B39D-8E2A-80EB7575CF1E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690" y="3698"/>
                <a:ext cx="222" cy="139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17" name="Oval 53">
                <a:extLst>
                  <a:ext uri="{FF2B5EF4-FFF2-40B4-BE49-F238E27FC236}">
                    <a16:creationId xmlns:a16="http://schemas.microsoft.com/office/drawing/2014/main" id="{C268FDFB-E9FC-B2CC-ADEC-F8ED01B6A524}"/>
                  </a:ext>
                </a:extLst>
              </p:cNvPr>
              <p:cNvSpPr>
                <a:spLocks noChangeArrowheads="1"/>
              </p:cNvSpPr>
              <p:nvPr/>
            </p:nvSpPr>
            <p:spPr bwMode="hidden">
              <a:xfrm>
                <a:off x="4738" y="3728"/>
                <a:ext cx="126" cy="81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1318" name="Group 54">
              <a:extLst>
                <a:ext uri="{FF2B5EF4-FFF2-40B4-BE49-F238E27FC236}">
                  <a16:creationId xmlns:a16="http://schemas.microsoft.com/office/drawing/2014/main" id="{F7897E10-1D30-7FE6-4F76-FAFB89DF288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5280" y="3024"/>
              <a:ext cx="425" cy="258"/>
              <a:chOff x="5280" y="3024"/>
              <a:chExt cx="425" cy="258"/>
            </a:xfrm>
          </p:grpSpPr>
          <p:sp>
            <p:nvSpPr>
              <p:cNvPr id="11319" name="Freeform 55">
                <a:extLst>
                  <a:ext uri="{FF2B5EF4-FFF2-40B4-BE49-F238E27FC236}">
                    <a16:creationId xmlns:a16="http://schemas.microsoft.com/office/drawing/2014/main" id="{90DE8A66-54F9-EE01-6FB5-A8DB92A769B9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>
                  <a:gd name="T0" fmla="*/ 209 w 382"/>
                  <a:gd name="T1" fmla="*/ 96 h 96"/>
                  <a:gd name="T2" fmla="*/ 143 w 382"/>
                  <a:gd name="T3" fmla="*/ 90 h 96"/>
                  <a:gd name="T4" fmla="*/ 83 w 382"/>
                  <a:gd name="T5" fmla="*/ 66 h 96"/>
                  <a:gd name="T6" fmla="*/ 35 w 382"/>
                  <a:gd name="T7" fmla="*/ 36 h 96"/>
                  <a:gd name="T8" fmla="*/ 6 w 382"/>
                  <a:gd name="T9" fmla="*/ 0 h 96"/>
                  <a:gd name="T10" fmla="*/ 0 w 382"/>
                  <a:gd name="T11" fmla="*/ 6 h 96"/>
                  <a:gd name="T12" fmla="*/ 29 w 382"/>
                  <a:gd name="T13" fmla="*/ 42 h 96"/>
                  <a:gd name="T14" fmla="*/ 77 w 382"/>
                  <a:gd name="T15" fmla="*/ 72 h 96"/>
                  <a:gd name="T16" fmla="*/ 137 w 382"/>
                  <a:gd name="T17" fmla="*/ 90 h 96"/>
                  <a:gd name="T18" fmla="*/ 209 w 382"/>
                  <a:gd name="T19" fmla="*/ 96 h 96"/>
                  <a:gd name="T20" fmla="*/ 263 w 382"/>
                  <a:gd name="T21" fmla="*/ 90 h 96"/>
                  <a:gd name="T22" fmla="*/ 311 w 382"/>
                  <a:gd name="T23" fmla="*/ 84 h 96"/>
                  <a:gd name="T24" fmla="*/ 352 w 382"/>
                  <a:gd name="T25" fmla="*/ 66 h 96"/>
                  <a:gd name="T26" fmla="*/ 382 w 382"/>
                  <a:gd name="T27" fmla="*/ 42 h 96"/>
                  <a:gd name="T28" fmla="*/ 376 w 382"/>
                  <a:gd name="T29" fmla="*/ 42 h 96"/>
                  <a:gd name="T30" fmla="*/ 346 w 382"/>
                  <a:gd name="T31" fmla="*/ 66 h 96"/>
                  <a:gd name="T32" fmla="*/ 305 w 382"/>
                  <a:gd name="T33" fmla="*/ 78 h 96"/>
                  <a:gd name="T34" fmla="*/ 263 w 382"/>
                  <a:gd name="T35" fmla="*/ 90 h 96"/>
                  <a:gd name="T36" fmla="*/ 209 w 382"/>
                  <a:gd name="T37" fmla="*/ 96 h 96"/>
                  <a:gd name="T38" fmla="*/ 209 w 382"/>
                  <a:gd name="T39" fmla="*/ 96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20" name="Freeform 56">
                <a:extLst>
                  <a:ext uri="{FF2B5EF4-FFF2-40B4-BE49-F238E27FC236}">
                    <a16:creationId xmlns:a16="http://schemas.microsoft.com/office/drawing/2014/main" id="{8B902CE4-A510-85AC-D59A-34C152E6E00A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>
                  <a:gd name="T0" fmla="*/ 174 w 258"/>
                  <a:gd name="T1" fmla="*/ 0 h 54"/>
                  <a:gd name="T2" fmla="*/ 216 w 258"/>
                  <a:gd name="T3" fmla="*/ 6 h 54"/>
                  <a:gd name="T4" fmla="*/ 258 w 258"/>
                  <a:gd name="T5" fmla="*/ 12 h 54"/>
                  <a:gd name="T6" fmla="*/ 252 w 258"/>
                  <a:gd name="T7" fmla="*/ 6 h 54"/>
                  <a:gd name="T8" fmla="*/ 216 w 258"/>
                  <a:gd name="T9" fmla="*/ 0 h 54"/>
                  <a:gd name="T10" fmla="*/ 174 w 258"/>
                  <a:gd name="T11" fmla="*/ 0 h 54"/>
                  <a:gd name="T12" fmla="*/ 120 w 258"/>
                  <a:gd name="T13" fmla="*/ 6 h 54"/>
                  <a:gd name="T14" fmla="*/ 78 w 258"/>
                  <a:gd name="T15" fmla="*/ 12 h 54"/>
                  <a:gd name="T16" fmla="*/ 36 w 258"/>
                  <a:gd name="T17" fmla="*/ 30 h 54"/>
                  <a:gd name="T18" fmla="*/ 0 w 258"/>
                  <a:gd name="T19" fmla="*/ 48 h 54"/>
                  <a:gd name="T20" fmla="*/ 6 w 258"/>
                  <a:gd name="T21" fmla="*/ 54 h 54"/>
                  <a:gd name="T22" fmla="*/ 36 w 258"/>
                  <a:gd name="T23" fmla="*/ 36 h 54"/>
                  <a:gd name="T24" fmla="*/ 78 w 258"/>
                  <a:gd name="T25" fmla="*/ 18 h 54"/>
                  <a:gd name="T26" fmla="*/ 120 w 258"/>
                  <a:gd name="T27" fmla="*/ 6 h 54"/>
                  <a:gd name="T28" fmla="*/ 174 w 258"/>
                  <a:gd name="T29" fmla="*/ 0 h 54"/>
                  <a:gd name="T30" fmla="*/ 174 w 258"/>
                  <a:gd name="T31" fmla="*/ 0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21" name="Freeform 57">
                <a:extLst>
                  <a:ext uri="{FF2B5EF4-FFF2-40B4-BE49-F238E27FC236}">
                    <a16:creationId xmlns:a16="http://schemas.microsoft.com/office/drawing/2014/main" id="{6FF106AA-59B4-11C0-EDD4-4AF0D8197CB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>
                  <a:gd name="T0" fmla="*/ 54 w 60"/>
                  <a:gd name="T1" fmla="*/ 90 h 156"/>
                  <a:gd name="T2" fmla="*/ 48 w 60"/>
                  <a:gd name="T3" fmla="*/ 126 h 156"/>
                  <a:gd name="T4" fmla="*/ 24 w 60"/>
                  <a:gd name="T5" fmla="*/ 156 h 156"/>
                  <a:gd name="T6" fmla="*/ 30 w 60"/>
                  <a:gd name="T7" fmla="*/ 156 h 156"/>
                  <a:gd name="T8" fmla="*/ 54 w 60"/>
                  <a:gd name="T9" fmla="*/ 126 h 156"/>
                  <a:gd name="T10" fmla="*/ 60 w 60"/>
                  <a:gd name="T11" fmla="*/ 90 h 156"/>
                  <a:gd name="T12" fmla="*/ 54 w 60"/>
                  <a:gd name="T13" fmla="*/ 66 h 156"/>
                  <a:gd name="T14" fmla="*/ 48 w 60"/>
                  <a:gd name="T15" fmla="*/ 42 h 156"/>
                  <a:gd name="T16" fmla="*/ 30 w 60"/>
                  <a:gd name="T17" fmla="*/ 18 h 156"/>
                  <a:gd name="T18" fmla="*/ 6 w 60"/>
                  <a:gd name="T19" fmla="*/ 0 h 156"/>
                  <a:gd name="T20" fmla="*/ 0 w 60"/>
                  <a:gd name="T21" fmla="*/ 6 h 156"/>
                  <a:gd name="T22" fmla="*/ 24 w 60"/>
                  <a:gd name="T23" fmla="*/ 24 h 156"/>
                  <a:gd name="T24" fmla="*/ 42 w 60"/>
                  <a:gd name="T25" fmla="*/ 42 h 156"/>
                  <a:gd name="T26" fmla="*/ 48 w 60"/>
                  <a:gd name="T27" fmla="*/ 66 h 156"/>
                  <a:gd name="T28" fmla="*/ 54 w 60"/>
                  <a:gd name="T29" fmla="*/ 90 h 156"/>
                  <a:gd name="T30" fmla="*/ 54 w 60"/>
                  <a:gd name="T31" fmla="*/ 9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22" name="Freeform 58">
                <a:extLst>
                  <a:ext uri="{FF2B5EF4-FFF2-40B4-BE49-F238E27FC236}">
                    <a16:creationId xmlns:a16="http://schemas.microsoft.com/office/drawing/2014/main" id="{317F20E8-6055-44C0-48B7-A9085F4F172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>
                  <a:gd name="T0" fmla="*/ 114 w 192"/>
                  <a:gd name="T1" fmla="*/ 12 h 18"/>
                  <a:gd name="T2" fmla="*/ 72 w 192"/>
                  <a:gd name="T3" fmla="*/ 6 h 18"/>
                  <a:gd name="T4" fmla="*/ 30 w 192"/>
                  <a:gd name="T5" fmla="*/ 0 h 18"/>
                  <a:gd name="T6" fmla="*/ 0 w 192"/>
                  <a:gd name="T7" fmla="*/ 0 h 18"/>
                  <a:gd name="T8" fmla="*/ 54 w 192"/>
                  <a:gd name="T9" fmla="*/ 12 h 18"/>
                  <a:gd name="T10" fmla="*/ 114 w 192"/>
                  <a:gd name="T11" fmla="*/ 18 h 18"/>
                  <a:gd name="T12" fmla="*/ 156 w 192"/>
                  <a:gd name="T13" fmla="*/ 18 h 18"/>
                  <a:gd name="T14" fmla="*/ 192 w 192"/>
                  <a:gd name="T15" fmla="*/ 12 h 18"/>
                  <a:gd name="T16" fmla="*/ 186 w 192"/>
                  <a:gd name="T17" fmla="*/ 0 h 18"/>
                  <a:gd name="T18" fmla="*/ 150 w 192"/>
                  <a:gd name="T19" fmla="*/ 6 h 18"/>
                  <a:gd name="T20" fmla="*/ 114 w 192"/>
                  <a:gd name="T21" fmla="*/ 12 h 18"/>
                  <a:gd name="T22" fmla="*/ 114 w 192"/>
                  <a:gd name="T23" fmla="*/ 12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23" name="Freeform 59">
                <a:extLst>
                  <a:ext uri="{FF2B5EF4-FFF2-40B4-BE49-F238E27FC236}">
                    <a16:creationId xmlns:a16="http://schemas.microsoft.com/office/drawing/2014/main" id="{2FFBB261-C92A-259D-0FAF-BF5615FA0AA1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>
                  <a:gd name="T0" fmla="*/ 11 w 161"/>
                  <a:gd name="T1" fmla="*/ 114 h 186"/>
                  <a:gd name="T2" fmla="*/ 17 w 161"/>
                  <a:gd name="T3" fmla="*/ 96 h 186"/>
                  <a:gd name="T4" fmla="*/ 23 w 161"/>
                  <a:gd name="T5" fmla="*/ 78 h 186"/>
                  <a:gd name="T6" fmla="*/ 53 w 161"/>
                  <a:gd name="T7" fmla="*/ 42 h 186"/>
                  <a:gd name="T8" fmla="*/ 101 w 161"/>
                  <a:gd name="T9" fmla="*/ 18 h 186"/>
                  <a:gd name="T10" fmla="*/ 155 w 161"/>
                  <a:gd name="T11" fmla="*/ 6 h 186"/>
                  <a:gd name="T12" fmla="*/ 161 w 161"/>
                  <a:gd name="T13" fmla="*/ 0 h 186"/>
                  <a:gd name="T14" fmla="*/ 95 w 161"/>
                  <a:gd name="T15" fmla="*/ 12 h 186"/>
                  <a:gd name="T16" fmla="*/ 47 w 161"/>
                  <a:gd name="T17" fmla="*/ 36 h 186"/>
                  <a:gd name="T18" fmla="*/ 11 w 161"/>
                  <a:gd name="T19" fmla="*/ 72 h 186"/>
                  <a:gd name="T20" fmla="*/ 5 w 161"/>
                  <a:gd name="T21" fmla="*/ 90 h 186"/>
                  <a:gd name="T22" fmla="*/ 0 w 161"/>
                  <a:gd name="T23" fmla="*/ 114 h 186"/>
                  <a:gd name="T24" fmla="*/ 11 w 161"/>
                  <a:gd name="T25" fmla="*/ 150 h 186"/>
                  <a:gd name="T26" fmla="*/ 23 w 161"/>
                  <a:gd name="T27" fmla="*/ 168 h 186"/>
                  <a:gd name="T28" fmla="*/ 41 w 161"/>
                  <a:gd name="T29" fmla="*/ 186 h 186"/>
                  <a:gd name="T30" fmla="*/ 65 w 161"/>
                  <a:gd name="T31" fmla="*/ 186 h 186"/>
                  <a:gd name="T32" fmla="*/ 41 w 161"/>
                  <a:gd name="T33" fmla="*/ 168 h 186"/>
                  <a:gd name="T34" fmla="*/ 23 w 161"/>
                  <a:gd name="T35" fmla="*/ 150 h 186"/>
                  <a:gd name="T36" fmla="*/ 17 w 161"/>
                  <a:gd name="T37" fmla="*/ 132 h 186"/>
                  <a:gd name="T38" fmla="*/ 11 w 161"/>
                  <a:gd name="T39" fmla="*/ 114 h 186"/>
                  <a:gd name="T40" fmla="*/ 11 w 161"/>
                  <a:gd name="T41" fmla="*/ 114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24" name="Freeform 60">
                <a:extLst>
                  <a:ext uri="{FF2B5EF4-FFF2-40B4-BE49-F238E27FC236}">
                    <a16:creationId xmlns:a16="http://schemas.microsoft.com/office/drawing/2014/main" id="{2B2848B9-B234-159F-7C12-178FA7A0E872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>
                  <a:gd name="T0" fmla="*/ 0 w 185"/>
                  <a:gd name="T1" fmla="*/ 6 h 210"/>
                  <a:gd name="T2" fmla="*/ 66 w 185"/>
                  <a:gd name="T3" fmla="*/ 12 h 210"/>
                  <a:gd name="T4" fmla="*/ 119 w 185"/>
                  <a:gd name="T5" fmla="*/ 36 h 210"/>
                  <a:gd name="T6" fmla="*/ 155 w 185"/>
                  <a:gd name="T7" fmla="*/ 72 h 210"/>
                  <a:gd name="T8" fmla="*/ 161 w 185"/>
                  <a:gd name="T9" fmla="*/ 90 h 210"/>
                  <a:gd name="T10" fmla="*/ 167 w 185"/>
                  <a:gd name="T11" fmla="*/ 114 h 210"/>
                  <a:gd name="T12" fmla="*/ 161 w 185"/>
                  <a:gd name="T13" fmla="*/ 138 h 210"/>
                  <a:gd name="T14" fmla="*/ 149 w 185"/>
                  <a:gd name="T15" fmla="*/ 162 h 210"/>
                  <a:gd name="T16" fmla="*/ 119 w 185"/>
                  <a:gd name="T17" fmla="*/ 180 h 210"/>
                  <a:gd name="T18" fmla="*/ 90 w 185"/>
                  <a:gd name="T19" fmla="*/ 198 h 210"/>
                  <a:gd name="T20" fmla="*/ 96 w 185"/>
                  <a:gd name="T21" fmla="*/ 210 h 210"/>
                  <a:gd name="T22" fmla="*/ 131 w 185"/>
                  <a:gd name="T23" fmla="*/ 192 h 210"/>
                  <a:gd name="T24" fmla="*/ 161 w 185"/>
                  <a:gd name="T25" fmla="*/ 168 h 210"/>
                  <a:gd name="T26" fmla="*/ 179 w 185"/>
                  <a:gd name="T27" fmla="*/ 144 h 210"/>
                  <a:gd name="T28" fmla="*/ 185 w 185"/>
                  <a:gd name="T29" fmla="*/ 114 h 210"/>
                  <a:gd name="T30" fmla="*/ 179 w 185"/>
                  <a:gd name="T31" fmla="*/ 90 h 210"/>
                  <a:gd name="T32" fmla="*/ 173 w 185"/>
                  <a:gd name="T33" fmla="*/ 66 h 210"/>
                  <a:gd name="T34" fmla="*/ 155 w 185"/>
                  <a:gd name="T35" fmla="*/ 48 h 210"/>
                  <a:gd name="T36" fmla="*/ 131 w 185"/>
                  <a:gd name="T37" fmla="*/ 30 h 210"/>
                  <a:gd name="T38" fmla="*/ 72 w 185"/>
                  <a:gd name="T39" fmla="*/ 6 h 210"/>
                  <a:gd name="T40" fmla="*/ 0 w 185"/>
                  <a:gd name="T41" fmla="*/ 0 h 210"/>
                  <a:gd name="T42" fmla="*/ 0 w 185"/>
                  <a:gd name="T43" fmla="*/ 6 h 210"/>
                  <a:gd name="T44" fmla="*/ 0 w 185"/>
                  <a:gd name="T45" fmla="*/ 6 h 210"/>
                  <a:gd name="T46" fmla="*/ 0 w 185"/>
                  <a:gd name="T47" fmla="*/ 6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325" name="Freeform 61">
                <a:extLst>
                  <a:ext uri="{FF2B5EF4-FFF2-40B4-BE49-F238E27FC236}">
                    <a16:creationId xmlns:a16="http://schemas.microsoft.com/office/drawing/2014/main" id="{35564EF1-5778-42BE-1B0F-62A1228BC3BD}"/>
                  </a:ext>
                </a:extLst>
              </p:cNvPr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>
                  <a:gd name="T0" fmla="*/ 150 w 299"/>
                  <a:gd name="T1" fmla="*/ 0 h 186"/>
                  <a:gd name="T2" fmla="*/ 90 w 299"/>
                  <a:gd name="T3" fmla="*/ 6 h 186"/>
                  <a:gd name="T4" fmla="*/ 42 w 299"/>
                  <a:gd name="T5" fmla="*/ 30 h 186"/>
                  <a:gd name="T6" fmla="*/ 12 w 299"/>
                  <a:gd name="T7" fmla="*/ 54 h 186"/>
                  <a:gd name="T8" fmla="*/ 6 w 299"/>
                  <a:gd name="T9" fmla="*/ 72 h 186"/>
                  <a:gd name="T10" fmla="*/ 0 w 299"/>
                  <a:gd name="T11" fmla="*/ 90 h 186"/>
                  <a:gd name="T12" fmla="*/ 6 w 299"/>
                  <a:gd name="T13" fmla="*/ 108 h 186"/>
                  <a:gd name="T14" fmla="*/ 12 w 299"/>
                  <a:gd name="T15" fmla="*/ 126 h 186"/>
                  <a:gd name="T16" fmla="*/ 42 w 299"/>
                  <a:gd name="T17" fmla="*/ 156 h 186"/>
                  <a:gd name="T18" fmla="*/ 90 w 299"/>
                  <a:gd name="T19" fmla="*/ 180 h 186"/>
                  <a:gd name="T20" fmla="*/ 150 w 299"/>
                  <a:gd name="T21" fmla="*/ 186 h 186"/>
                  <a:gd name="T22" fmla="*/ 209 w 299"/>
                  <a:gd name="T23" fmla="*/ 180 h 186"/>
                  <a:gd name="T24" fmla="*/ 257 w 299"/>
                  <a:gd name="T25" fmla="*/ 156 h 186"/>
                  <a:gd name="T26" fmla="*/ 287 w 299"/>
                  <a:gd name="T27" fmla="*/ 126 h 186"/>
                  <a:gd name="T28" fmla="*/ 299 w 299"/>
                  <a:gd name="T29" fmla="*/ 108 h 186"/>
                  <a:gd name="T30" fmla="*/ 299 w 299"/>
                  <a:gd name="T31" fmla="*/ 90 h 186"/>
                  <a:gd name="T32" fmla="*/ 299 w 299"/>
                  <a:gd name="T33" fmla="*/ 72 h 186"/>
                  <a:gd name="T34" fmla="*/ 287 w 299"/>
                  <a:gd name="T35" fmla="*/ 54 h 186"/>
                  <a:gd name="T36" fmla="*/ 257 w 299"/>
                  <a:gd name="T37" fmla="*/ 30 h 186"/>
                  <a:gd name="T38" fmla="*/ 209 w 299"/>
                  <a:gd name="T39" fmla="*/ 6 h 186"/>
                  <a:gd name="T40" fmla="*/ 150 w 299"/>
                  <a:gd name="T41" fmla="*/ 0 h 186"/>
                  <a:gd name="T42" fmla="*/ 150 w 299"/>
                  <a:gd name="T43" fmla="*/ 0 h 186"/>
                  <a:gd name="T44" fmla="*/ 150 w 299"/>
                  <a:gd name="T45" fmla="*/ 180 h 186"/>
                  <a:gd name="T46" fmla="*/ 96 w 299"/>
                  <a:gd name="T47" fmla="*/ 174 h 186"/>
                  <a:gd name="T48" fmla="*/ 48 w 299"/>
                  <a:gd name="T49" fmla="*/ 156 h 186"/>
                  <a:gd name="T50" fmla="*/ 18 w 299"/>
                  <a:gd name="T51" fmla="*/ 126 h 186"/>
                  <a:gd name="T52" fmla="*/ 12 w 299"/>
                  <a:gd name="T53" fmla="*/ 108 h 186"/>
                  <a:gd name="T54" fmla="*/ 6 w 299"/>
                  <a:gd name="T55" fmla="*/ 90 h 186"/>
                  <a:gd name="T56" fmla="*/ 12 w 299"/>
                  <a:gd name="T57" fmla="*/ 72 h 186"/>
                  <a:gd name="T58" fmla="*/ 18 w 299"/>
                  <a:gd name="T59" fmla="*/ 54 h 186"/>
                  <a:gd name="T60" fmla="*/ 48 w 299"/>
                  <a:gd name="T61" fmla="*/ 30 h 186"/>
                  <a:gd name="T62" fmla="*/ 96 w 299"/>
                  <a:gd name="T63" fmla="*/ 12 h 186"/>
                  <a:gd name="T64" fmla="*/ 150 w 299"/>
                  <a:gd name="T65" fmla="*/ 6 h 186"/>
                  <a:gd name="T66" fmla="*/ 203 w 299"/>
                  <a:gd name="T67" fmla="*/ 12 h 186"/>
                  <a:gd name="T68" fmla="*/ 251 w 299"/>
                  <a:gd name="T69" fmla="*/ 30 h 186"/>
                  <a:gd name="T70" fmla="*/ 281 w 299"/>
                  <a:gd name="T71" fmla="*/ 54 h 186"/>
                  <a:gd name="T72" fmla="*/ 293 w 299"/>
                  <a:gd name="T73" fmla="*/ 72 h 186"/>
                  <a:gd name="T74" fmla="*/ 293 w 299"/>
                  <a:gd name="T75" fmla="*/ 90 h 186"/>
                  <a:gd name="T76" fmla="*/ 293 w 299"/>
                  <a:gd name="T77" fmla="*/ 108 h 186"/>
                  <a:gd name="T78" fmla="*/ 281 w 299"/>
                  <a:gd name="T79" fmla="*/ 126 h 186"/>
                  <a:gd name="T80" fmla="*/ 251 w 299"/>
                  <a:gd name="T81" fmla="*/ 156 h 186"/>
                  <a:gd name="T82" fmla="*/ 203 w 299"/>
                  <a:gd name="T83" fmla="*/ 174 h 186"/>
                  <a:gd name="T84" fmla="*/ 150 w 299"/>
                  <a:gd name="T85" fmla="*/ 180 h 186"/>
                  <a:gd name="T86" fmla="*/ 150 w 299"/>
                  <a:gd name="T87" fmla="*/ 180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1326" name="Group 62">
                <a:extLst>
                  <a:ext uri="{FF2B5EF4-FFF2-40B4-BE49-F238E27FC236}">
                    <a16:creationId xmlns:a16="http://schemas.microsoft.com/office/drawing/2014/main" id="{61CC6466-6635-C490-2FA3-C79EA82C43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11327" name="Oval 63">
                  <a:extLst>
                    <a:ext uri="{FF2B5EF4-FFF2-40B4-BE49-F238E27FC236}">
                      <a16:creationId xmlns:a16="http://schemas.microsoft.com/office/drawing/2014/main" id="{7E1597CF-C914-D7B9-F29E-F23276C5CD48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1328" name="Oval 64">
                  <a:extLst>
                    <a:ext uri="{FF2B5EF4-FFF2-40B4-BE49-F238E27FC236}">
                      <a16:creationId xmlns:a16="http://schemas.microsoft.com/office/drawing/2014/main" id="{36FD0D60-5098-74AA-BEA1-00D9506E745B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1329" name="Oval 65">
                  <a:extLst>
                    <a:ext uri="{FF2B5EF4-FFF2-40B4-BE49-F238E27FC236}">
                      <a16:creationId xmlns:a16="http://schemas.microsoft.com/office/drawing/2014/main" id="{E8217CC5-485D-0788-F899-C69DB2BB839A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1330" name="Oval 66">
                  <a:extLst>
                    <a:ext uri="{FF2B5EF4-FFF2-40B4-BE49-F238E27FC236}">
                      <a16:creationId xmlns:a16="http://schemas.microsoft.com/office/drawing/2014/main" id="{8D12F1FE-C3D1-FB6D-3E90-09B12749F434}"/>
                    </a:ext>
                  </a:extLst>
                </p:cNvPr>
                <p:cNvSpPr>
                  <a:spLocks noChangeArrowheads="1"/>
                </p:cNvSpPr>
                <p:nvPr userDrawn="1"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</p:grpSp>
      <p:sp>
        <p:nvSpPr>
          <p:cNvPr id="11331" name="Rectangle 67">
            <a:extLst>
              <a:ext uri="{FF2B5EF4-FFF2-40B4-BE49-F238E27FC236}">
                <a16:creationId xmlns:a16="http://schemas.microsoft.com/office/drawing/2014/main" id="{F3DCE540-667D-D8C0-7792-17EA752325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1332" name="Rectangle 68">
            <a:extLst>
              <a:ext uri="{FF2B5EF4-FFF2-40B4-BE49-F238E27FC236}">
                <a16:creationId xmlns:a16="http://schemas.microsoft.com/office/drawing/2014/main" id="{14AAA1D6-A84B-B469-C39B-3112CD4711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1333" name="Rectangle 69">
            <a:extLst>
              <a:ext uri="{FF2B5EF4-FFF2-40B4-BE49-F238E27FC236}">
                <a16:creationId xmlns:a16="http://schemas.microsoft.com/office/drawing/2014/main" id="{83E932A7-5F81-8F78-B4A6-1EC556FECE2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1334" name="Rectangle 70">
            <a:extLst>
              <a:ext uri="{FF2B5EF4-FFF2-40B4-BE49-F238E27FC236}">
                <a16:creationId xmlns:a16="http://schemas.microsoft.com/office/drawing/2014/main" id="{E2FC4F26-574B-F636-016E-E591EE83760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1335" name="Rectangle 71">
            <a:extLst>
              <a:ext uri="{FF2B5EF4-FFF2-40B4-BE49-F238E27FC236}">
                <a16:creationId xmlns:a16="http://schemas.microsoft.com/office/drawing/2014/main" id="{B7C395A3-13E9-CB7C-1976-594781E4470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AF886E7E-1A3D-4F52-BE0E-648549EEAFE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Ø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" panose="05000000000000000000" pitchFamily="2" charset="2"/>
        <a:buChar char="l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l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>
            <a:extLst>
              <a:ext uri="{FF2B5EF4-FFF2-40B4-BE49-F238E27FC236}">
                <a16:creationId xmlns:a16="http://schemas.microsoft.com/office/drawing/2014/main" id="{1400CCBE-CD99-FE5D-9FCF-3A1533C5E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600200"/>
            <a:ext cx="7315200" cy="121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30000"/>
              </a:spcBef>
            </a:pPr>
            <a:r>
              <a:rPr lang="en-US" altLang="pt-BR" sz="3200" b="1">
                <a:latin typeface="Verdana" panose="020B0604030504040204" pitchFamily="34" charset="0"/>
              </a:rPr>
              <a:t>200</a:t>
            </a:r>
          </a:p>
          <a:p>
            <a:pPr algn="ctr">
              <a:spcBef>
                <a:spcPct val="30000"/>
              </a:spcBef>
            </a:pPr>
            <a:r>
              <a:rPr lang="en-US" altLang="pt-BR" sz="3200" b="1" i="1">
                <a:latin typeface="Verdana" panose="020B0604030504040204" pitchFamily="34" charset="0"/>
              </a:rPr>
              <a:t>O BONDOSO AMIGO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938E6F0-3AF1-2E5F-5959-4CCA9022F4F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81000" y="1143000"/>
            <a:ext cx="8458200" cy="4724400"/>
          </a:xfrm>
        </p:spPr>
        <p:txBody>
          <a:bodyPr/>
          <a:lstStyle/>
          <a:p>
            <a:pPr algn="l"/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Quão bondoso amigo é Cristo!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Carregou co`a nossa dor,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E nos manda que levemos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Os cuidados ao Senhor.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endParaRPr lang="en-US" altLang="pt-BR" sz="6000">
              <a:solidFill>
                <a:schemeClr val="tx1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8A65EDE-5E58-53C3-872C-D4D970F4784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81000" y="1143000"/>
            <a:ext cx="8458200" cy="5181600"/>
          </a:xfrm>
        </p:spPr>
        <p:txBody>
          <a:bodyPr/>
          <a:lstStyle/>
          <a:p>
            <a:pPr algn="l"/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Falta ao coração dorido.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Gozo, paz, consolação?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Isso é porque não levamos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Tudo a Deus em oração.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endParaRPr lang="en-US" altLang="pt-BR" sz="6000">
              <a:solidFill>
                <a:schemeClr val="tx1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A912CA26-82EC-02F8-011D-C799A59B12A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81000" y="1143000"/>
            <a:ext cx="8458200" cy="5181600"/>
          </a:xfrm>
        </p:spPr>
        <p:txBody>
          <a:bodyPr/>
          <a:lstStyle/>
          <a:p>
            <a:pPr algn="l"/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Tu estás fraco e carregado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De cuidados e temor?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A Jesus, refúgio eterno,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Vai com fé teu mal expor!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endParaRPr lang="en-US" altLang="pt-BR" sz="6000">
              <a:solidFill>
                <a:schemeClr val="tx1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BE71ABFC-CFB3-6D2F-C179-DD5CE1380D7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81000" y="1143000"/>
            <a:ext cx="8458200" cy="5181600"/>
          </a:xfrm>
        </p:spPr>
        <p:txBody>
          <a:bodyPr/>
          <a:lstStyle/>
          <a:p>
            <a:pPr algn="l"/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Teus amigos te desprezam?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Conta-Lhe isso em oração,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E com Seu amor tão terno,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Paz terás no coração.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endParaRPr lang="en-US" altLang="pt-BR" sz="6000">
              <a:solidFill>
                <a:schemeClr val="tx1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C927A9AE-68C4-E11B-E129-DE304485772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81000" y="1143000"/>
            <a:ext cx="8458200" cy="5181600"/>
          </a:xfrm>
        </p:spPr>
        <p:txBody>
          <a:bodyPr/>
          <a:lstStyle/>
          <a:p>
            <a:pPr algn="l"/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Cristo é verdadeiro amigo,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Disto provas nos mostrou,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Quando p’ra levar consigo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O culpado encarnou.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endParaRPr lang="en-US" altLang="pt-BR" sz="6000">
              <a:solidFill>
                <a:schemeClr val="tx1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88F8A59E-6A11-F1D1-FE87-6E8DA5007A3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81000" y="1143000"/>
            <a:ext cx="8458200" cy="5181600"/>
          </a:xfrm>
        </p:spPr>
        <p:txBody>
          <a:bodyPr/>
          <a:lstStyle/>
          <a:p>
            <a:pPr algn="l"/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Derramou Seu sangue puro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Nossa mancha p’ra lavar;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Gozo em vida e no futuro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  <a:t>NEle podemos alcançar.</a:t>
            </a:r>
            <a:br>
              <a:rPr lang="en-US" altLang="pt-BR" sz="6000">
                <a:solidFill>
                  <a:schemeClr val="tx1"/>
                </a:solidFill>
                <a:latin typeface="Monotype Corsiva" panose="03010101010201010101" pitchFamily="66" charset="0"/>
              </a:rPr>
            </a:br>
            <a:endParaRPr lang="en-US" altLang="pt-BR" sz="6000">
              <a:solidFill>
                <a:schemeClr val="tx1"/>
              </a:solidFill>
              <a:latin typeface="Monotype Corsiva" panose="03010101010201010101" pitchFamily="66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ndulações">
  <a:themeElements>
    <a:clrScheme name="Ondulações 3">
      <a:dk1>
        <a:srgbClr val="008AE8"/>
      </a:dk1>
      <a:lt1>
        <a:srgbClr val="FFFFFF"/>
      </a:lt1>
      <a:dk2>
        <a:srgbClr val="0068AE"/>
      </a:dk2>
      <a:lt2>
        <a:srgbClr val="CCECFF"/>
      </a:lt2>
      <a:accent1>
        <a:srgbClr val="009999"/>
      </a:accent1>
      <a:accent2>
        <a:srgbClr val="0088E4"/>
      </a:accent2>
      <a:accent3>
        <a:srgbClr val="AAB9D3"/>
      </a:accent3>
      <a:accent4>
        <a:srgbClr val="DADADA"/>
      </a:accent4>
      <a:accent5>
        <a:srgbClr val="AACACA"/>
      </a:accent5>
      <a:accent6>
        <a:srgbClr val="007BCF"/>
      </a:accent6>
      <a:hlink>
        <a:srgbClr val="99FF99"/>
      </a:hlink>
      <a:folHlink>
        <a:srgbClr val="AFE1FF"/>
      </a:folHlink>
    </a:clrScheme>
    <a:fontScheme name="Ondulações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Ondulações 1">
        <a:dk1>
          <a:srgbClr val="2B2B85"/>
        </a:dk1>
        <a:lt1>
          <a:srgbClr val="FFFFFF"/>
        </a:lt1>
        <a:dk2>
          <a:srgbClr val="00254A"/>
        </a:dk2>
        <a:lt2>
          <a:srgbClr val="C0C0C0"/>
        </a:lt2>
        <a:accent1>
          <a:srgbClr val="0099FF"/>
        </a:accent1>
        <a:accent2>
          <a:srgbClr val="006699"/>
        </a:accent2>
        <a:accent3>
          <a:srgbClr val="AAACB1"/>
        </a:accent3>
        <a:accent4>
          <a:srgbClr val="DADADA"/>
        </a:accent4>
        <a:accent5>
          <a:srgbClr val="AACAFF"/>
        </a:accent5>
        <a:accent6>
          <a:srgbClr val="005C8A"/>
        </a:accent6>
        <a:hlink>
          <a:srgbClr val="99CCFF"/>
        </a:hlink>
        <a:folHlink>
          <a:srgbClr val="8F8FB5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ndulações 2">
        <a:dk1>
          <a:srgbClr val="3B4B5D"/>
        </a:dk1>
        <a:lt1>
          <a:srgbClr val="FFFFFF"/>
        </a:lt1>
        <a:dk2>
          <a:srgbClr val="466886"/>
        </a:dk2>
        <a:lt2>
          <a:srgbClr val="CCECFF"/>
        </a:lt2>
        <a:accent1>
          <a:srgbClr val="6D9D97"/>
        </a:accent1>
        <a:accent2>
          <a:srgbClr val="53718C"/>
        </a:accent2>
        <a:accent3>
          <a:srgbClr val="B0B9C3"/>
        </a:accent3>
        <a:accent4>
          <a:srgbClr val="DADADA"/>
        </a:accent4>
        <a:accent5>
          <a:srgbClr val="BACCC9"/>
        </a:accent5>
        <a:accent6>
          <a:srgbClr val="4A667E"/>
        </a:accent6>
        <a:hlink>
          <a:srgbClr val="99CCFF"/>
        </a:hlink>
        <a:folHlink>
          <a:srgbClr val="A97CF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ndulações 3">
        <a:dk1>
          <a:srgbClr val="008AE8"/>
        </a:dk1>
        <a:lt1>
          <a:srgbClr val="FFFFFF"/>
        </a:lt1>
        <a:dk2>
          <a:srgbClr val="0068AE"/>
        </a:dk2>
        <a:lt2>
          <a:srgbClr val="CCECFF"/>
        </a:lt2>
        <a:accent1>
          <a:srgbClr val="009999"/>
        </a:accent1>
        <a:accent2>
          <a:srgbClr val="0088E4"/>
        </a:accent2>
        <a:accent3>
          <a:srgbClr val="AAB9D3"/>
        </a:accent3>
        <a:accent4>
          <a:srgbClr val="DADADA"/>
        </a:accent4>
        <a:accent5>
          <a:srgbClr val="AACACA"/>
        </a:accent5>
        <a:accent6>
          <a:srgbClr val="007BCF"/>
        </a:accent6>
        <a:hlink>
          <a:srgbClr val="99FF99"/>
        </a:hlink>
        <a:folHlink>
          <a:srgbClr val="AFE1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ndulações 4">
        <a:dk1>
          <a:srgbClr val="9B69FF"/>
        </a:dk1>
        <a:lt1>
          <a:srgbClr val="FFFFFF"/>
        </a:lt1>
        <a:dk2>
          <a:srgbClr val="666699"/>
        </a:dk2>
        <a:lt2>
          <a:srgbClr val="D9D9FF"/>
        </a:lt2>
        <a:accent1>
          <a:srgbClr val="66CCFF"/>
        </a:accent1>
        <a:accent2>
          <a:srgbClr val="9966FF"/>
        </a:accent2>
        <a:accent3>
          <a:srgbClr val="B8B8CA"/>
        </a:accent3>
        <a:accent4>
          <a:srgbClr val="DADADA"/>
        </a:accent4>
        <a:accent5>
          <a:srgbClr val="B8E2FF"/>
        </a:accent5>
        <a:accent6>
          <a:srgbClr val="8A5CE7"/>
        </a:accent6>
        <a:hlink>
          <a:srgbClr val="0099CC"/>
        </a:hlink>
        <a:folHlink>
          <a:srgbClr val="0033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ndulações 5">
        <a:dk1>
          <a:srgbClr val="008080"/>
        </a:dk1>
        <a:lt1>
          <a:srgbClr val="FFFFFF"/>
        </a:lt1>
        <a:dk2>
          <a:srgbClr val="006666"/>
        </a:dk2>
        <a:lt2>
          <a:srgbClr val="FFFFCC"/>
        </a:lt2>
        <a:accent1>
          <a:srgbClr val="0099FF"/>
        </a:accent1>
        <a:accent2>
          <a:srgbClr val="008080"/>
        </a:accent2>
        <a:accent3>
          <a:srgbClr val="AAB8B8"/>
        </a:accent3>
        <a:accent4>
          <a:srgbClr val="DADADA"/>
        </a:accent4>
        <a:accent5>
          <a:srgbClr val="AACAFF"/>
        </a:accent5>
        <a:accent6>
          <a:srgbClr val="007373"/>
        </a:accent6>
        <a:hlink>
          <a:srgbClr val="1ACE9F"/>
        </a:hlink>
        <a:folHlink>
          <a:srgbClr val="A5B5C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ndulações 6">
        <a:dk1>
          <a:srgbClr val="CDD9D1"/>
        </a:dk1>
        <a:lt1>
          <a:srgbClr val="FFFFFF"/>
        </a:lt1>
        <a:dk2>
          <a:srgbClr val="A3BBA9"/>
        </a:dk2>
        <a:lt2>
          <a:srgbClr val="007D80"/>
        </a:lt2>
        <a:accent1>
          <a:srgbClr val="9CA8A4"/>
        </a:accent1>
        <a:accent2>
          <a:srgbClr val="CBD7CE"/>
        </a:accent2>
        <a:accent3>
          <a:srgbClr val="CEDAD1"/>
        </a:accent3>
        <a:accent4>
          <a:srgbClr val="DADADA"/>
        </a:accent4>
        <a:accent5>
          <a:srgbClr val="CBD1CF"/>
        </a:accent5>
        <a:accent6>
          <a:srgbClr val="B8C3BA"/>
        </a:accent6>
        <a:hlink>
          <a:srgbClr val="009900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ndulações 7">
        <a:dk1>
          <a:srgbClr val="686B5D"/>
        </a:dk1>
        <a:lt1>
          <a:srgbClr val="DCDAD0"/>
        </a:lt1>
        <a:dk2>
          <a:srgbClr val="525040"/>
        </a:dk2>
        <a:lt2>
          <a:srgbClr val="D3D2A6"/>
        </a:lt2>
        <a:accent1>
          <a:srgbClr val="5D8770"/>
        </a:accent1>
        <a:accent2>
          <a:srgbClr val="686B5D"/>
        </a:accent2>
        <a:accent3>
          <a:srgbClr val="B3B3AF"/>
        </a:accent3>
        <a:accent4>
          <a:srgbClr val="BCBAB1"/>
        </a:accent4>
        <a:accent5>
          <a:srgbClr val="B6C3BB"/>
        </a:accent5>
        <a:accent6>
          <a:srgbClr val="5E6053"/>
        </a:accent6>
        <a:hlink>
          <a:srgbClr val="85B7A9"/>
        </a:hlink>
        <a:folHlink>
          <a:srgbClr val="B8936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ndulações 8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A4BCC4"/>
        </a:accent1>
        <a:accent2>
          <a:srgbClr val="FFFFFF"/>
        </a:accent2>
        <a:accent3>
          <a:srgbClr val="F3F3F3"/>
        </a:accent3>
        <a:accent4>
          <a:srgbClr val="000000"/>
        </a:accent4>
        <a:accent5>
          <a:srgbClr val="CFDADE"/>
        </a:accent5>
        <a:accent6>
          <a:srgbClr val="E7E7E7"/>
        </a:accent6>
        <a:hlink>
          <a:srgbClr val="0066FF"/>
        </a:hlink>
        <a:folHlink>
          <a:srgbClr val="00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ndulações 9">
        <a:dk1>
          <a:srgbClr val="000000"/>
        </a:dk1>
        <a:lt1>
          <a:srgbClr val="D7D1B9"/>
        </a:lt1>
        <a:dk2>
          <a:srgbClr val="B39257"/>
        </a:dk2>
        <a:lt2>
          <a:srgbClr val="B1A887"/>
        </a:lt2>
        <a:accent1>
          <a:srgbClr val="FFCC66"/>
        </a:accent1>
        <a:accent2>
          <a:srgbClr val="E6E3AC"/>
        </a:accent2>
        <a:accent3>
          <a:srgbClr val="E8E5D9"/>
        </a:accent3>
        <a:accent4>
          <a:srgbClr val="000000"/>
        </a:accent4>
        <a:accent5>
          <a:srgbClr val="FFE2B8"/>
        </a:accent5>
        <a:accent6>
          <a:srgbClr val="D0CE9B"/>
        </a:accent6>
        <a:hlink>
          <a:srgbClr val="666633"/>
        </a:hlink>
        <a:folHlink>
          <a:srgbClr val="9C98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Ripple</Template>
  <TotalTime>202</TotalTime>
  <Words>156</Words>
  <Application>Microsoft Office PowerPoint</Application>
  <PresentationFormat>Apresentação na tela (4:3)</PresentationFormat>
  <Paragraphs>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Wingdings</vt:lpstr>
      <vt:lpstr>Verdana</vt:lpstr>
      <vt:lpstr>Monotype Corsiva</vt:lpstr>
      <vt:lpstr>Ondulações</vt:lpstr>
      <vt:lpstr>Apresentação do PowerPoint</vt:lpstr>
      <vt:lpstr>Quão bondoso amigo é Cristo! Carregou co`a nossa dor, E nos manda que levemos Os cuidados ao Senhor. </vt:lpstr>
      <vt:lpstr>Falta ao coração dorido. Gozo, paz, consolação? Isso é porque não levamos Tudo a Deus em oração. </vt:lpstr>
      <vt:lpstr>Tu estás fraco e carregado De cuidados e temor? A Jesus, refúgio eterno, Vai com fé teu mal expor! </vt:lpstr>
      <vt:lpstr>Teus amigos te desprezam? Conta-Lhe isso em oração, E com Seu amor tão terno, Paz terás no coração. </vt:lpstr>
      <vt:lpstr>Cristo é verdadeiro amigo, Disto provas nos mostrou, Quando p’ra levar consigo O culpado encarnou. </vt:lpstr>
      <vt:lpstr>Derramou Seu sangue puro Nossa mancha p’ra lavar; Gozo em vida e no futuro NEle podemos alcançar. </vt:lpstr>
    </vt:vector>
  </TitlesOfParts>
  <Company>de bem family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 pendão vos entregou o Rei A vós, soldados seus; Corajosos, pois, em tudo o defendei, Marchando para os céus.</dc:title>
  <dc:creator>Heliezer de Bem</dc:creator>
  <cp:lastModifiedBy>Emerson Souza</cp:lastModifiedBy>
  <cp:revision>7</cp:revision>
  <dcterms:created xsi:type="dcterms:W3CDTF">2005-01-13T23:11:52Z</dcterms:created>
  <dcterms:modified xsi:type="dcterms:W3CDTF">2026-05-02T21:53:33Z</dcterms:modified>
</cp:coreProperties>
</file>