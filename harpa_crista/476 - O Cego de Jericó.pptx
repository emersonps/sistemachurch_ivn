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26731-7CD5-05E0-1AED-BFAAB89EE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F35426-55E0-F801-3791-53B6C7A95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DD8D60-3D4C-CFA8-64DD-B4D04D82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A2F551-A874-DB3E-E799-81C5838D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60AA00-F294-85D8-532F-D4436171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E0FDA0-6FD3-4633-B3FD-E704B02588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0724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1387A-541A-18BF-049B-7B73C81C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DA4B47-D654-D572-672D-9679D3006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4F0B0C-A229-99C6-0C84-D83F96EC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4DF343-4CC1-9931-DE0C-20EDD2D60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595C4D-D99F-6F02-F76D-799AECA3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5171D1-F759-4E3A-A125-FAE2ACEB11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477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E2BFB-4055-2DBC-FBB6-357E7662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897B3F-795A-F930-C729-48285CE98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1C73AD-6020-BF2D-FB26-6E0151CA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902B1B-898C-5DA3-0B22-BB4CBE31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D7FF6-B5D1-5C85-DE92-46F16030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AF919-A41D-4788-95B0-5DBC77ACDD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065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9DEF8-A2A9-57E3-3596-5389EBB0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38AFF2-F274-A730-2092-8011E7CF9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5E363F-74C3-E331-F524-A399FB720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2B3769-7EE2-FE9E-ED02-135E3BCD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4B3749-0A32-3178-D690-665273B6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524661-11DF-E743-E99B-FEB046D9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E1499-7588-4787-BBF0-068796D2BB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00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5B5E8-3B95-AC3C-C8E4-8F5F5551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142816-0AAD-CC03-AC93-FC644EB25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516681-8089-C5BA-9D68-8E8D79AE6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46F504-ED0E-276A-DE98-E282BA1A2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012EC8-A0CF-3AC3-7CDB-50DBBE24B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4612A2-104B-93DB-6C45-7554C0F3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14170F-DEBC-1756-6E12-81615585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E3F179-161B-A430-8368-D967693F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5A937-2780-4D3B-AC0C-CDA327CA78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703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0B47A-DD48-CA87-9493-960EA423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D0A9EF-F1A2-AEC9-72B7-4B1386A4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4A4BC4-86A0-A584-15AC-F30B5F8D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60AF86-5067-F10A-60F2-7B0F2609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2892A3-3D7C-48B2-90A1-5D2E32A3E7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086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88C50E0-6332-5BC9-D0A3-497ACB49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0E1C10-14F3-322D-2C86-2D6353D5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97FCBF-9191-D394-CAF0-4951CE97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7D8727-5DE7-4FFA-9927-57AFC2BA23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503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148A4-ABC1-2EDE-FA58-25121FB4C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E3294B-BCBA-F1FA-BBD6-BE6F53A60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06FC63-4B48-93EA-2639-B757F4822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58F499-E50E-E973-A654-5A7525CC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03746F-A6C7-334A-E129-A015CF93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430A9C-FF12-9F62-3E84-47B7AB35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500E8-11B5-41B4-81D8-EBE3C2BBD8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53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73727-2B02-45A5-7FA8-F3B98A29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B052998-042B-ADBB-8FBF-378F27A3B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AFE089-5D20-C3C9-7F10-A08AF0F09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DCE388-F707-A2E3-49FD-9323A677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DE22D6-DB3C-3A0E-CD8F-281712D0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8AA403-7B45-A053-642E-EE5EF114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78C1E9-88BE-4921-B29A-2CE5067AC1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824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BD452-B18D-4944-5914-AE01444C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63DBC0-B2AD-66F4-D443-F628B11B6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0E7597-05CE-613C-1916-9568EBA5C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ACCD0F-47DF-7A24-D5E6-89EDFB13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27E313-B41A-16E7-B1F6-6F52FBEB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CDCDB0-6A90-4AA8-90C3-FACA6B7253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728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8CC50A-0378-A724-967B-273A7276B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767236-A0A9-9983-D11C-FC947192C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AA741E-B562-9F6A-65F1-385DE5869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38ADA8-405B-4006-E782-416B368D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7094D0-7F73-26D9-36F5-DF7A9604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2DE27-1CCD-4363-BA3C-8806CE3316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840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A249257-35FA-9823-4B31-02EEB290C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0392D4-4817-E7C5-A6F5-787B46AF3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2EBF21-7F59-F849-96A6-C843E959A4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A221BA-DE9C-449B-2357-82316EA97F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A35704-1FB5-F40E-D54F-E4DDCB4E34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E6F91C4-1DAD-4681-8DFB-114598E29F7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DB2A603-8281-5DC5-960A-4197BC68761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476 - O Cego de Jericó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255CCF4-598A-A5CE-E2A1-18270ABD795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0ABFEA4-AEEF-7404-9965-353ECCE17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Enquanto para Jericó</a:t>
            </a:r>
            <a:br>
              <a:rPr lang="en-US" altLang="pt-BR" sz="4000" i="1"/>
            </a:br>
            <a:r>
              <a:rPr lang="en-US" altLang="pt-BR" sz="4000" i="1"/>
              <a:t>O bom Jesus passava,</a:t>
            </a:r>
            <a:br>
              <a:rPr lang="en-US" altLang="pt-BR" sz="4000" i="1"/>
            </a:br>
            <a:r>
              <a:rPr lang="en-US" altLang="pt-BR" sz="4000" i="1"/>
              <a:t>Um cego, filho de Jacó,</a:t>
            </a:r>
            <a:br>
              <a:rPr lang="en-US" altLang="pt-BR" sz="4000" i="1"/>
            </a:br>
            <a:r>
              <a:rPr lang="en-US" altLang="pt-BR" sz="4000" i="1"/>
              <a:t>Sem se cansar clamava: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0AEDFD5-C914-4E06-C234-1D17FD0F4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“Jesus, ó Filho de Devi,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Tem compaixão de mim, Senhor!”</a:t>
            </a:r>
            <a:r>
              <a:rPr lang="en-US" altLang="pt-BR" sz="4000"/>
              <a:t> </a:t>
            </a:r>
            <a:r>
              <a:rPr lang="en-US" altLang="pt-BR" sz="4000" b="1" i="1"/>
              <a:t>“Jesus, ó Filho de Devi,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Atende ao meu clamor!”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E1971F4-0FEF-918C-6B41-DE53E6EB1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A multidão vendo-o clamar,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- "Sê quieto", lhe dizia;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ele sem a escutar,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Mais forte repetia.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6CECE0D-83E7-0862-AA1C-D6C962C54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“Jesus, ó Filho de Devi,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Tem compaixão de mim, Senhor!”</a:t>
            </a:r>
            <a:r>
              <a:rPr lang="en-US" altLang="pt-BR" sz="4000"/>
              <a:t> </a:t>
            </a:r>
            <a:r>
              <a:rPr lang="en-US" altLang="pt-BR" sz="4000" b="1" i="1"/>
              <a:t>“Jesus, ó Filho de Devi,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Atende ao meu clamor!”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FC0E23E-1361-0E91-D01D-ABB90E95B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Jesus então mandou chamar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cego que gritava,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veio logo, sem tardar,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“inda assim clamava”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6CBCAC8-4D68-3B32-F3C0-4EBE43B18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“Jesus, ó Filho de Devi,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Tem compaixão de mim, Senhor!”</a:t>
            </a:r>
            <a:r>
              <a:rPr lang="en-US" altLang="pt-BR" sz="4000"/>
              <a:t> </a:t>
            </a:r>
            <a:r>
              <a:rPr lang="en-US" altLang="pt-BR" sz="4000" b="1" i="1"/>
              <a:t>“Jesus, ó Filho de Devi,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Atende ao meu clamor!”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19F280E-5C62-72D4-E02E-FC5F30443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Jesus pergunta com prazer: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“Que queres que te faça?"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"Jesus, eu quero hoje ver,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Teu poder e graça”.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71F7AAE-27BE-BBDF-8972-05AC8C7FE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Então Jesus lhe respondeu: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“Vai, a tua fé te salvou”.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logo viu, o Bartimeu,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ao bom Jesus louvou!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476 - O Cego de Jericó</vt:lpstr>
      <vt:lpstr>Enquanto para Jericó O bom Jesus passava, Um cego, filho de Jacó, Sem se cansar clamava:  </vt:lpstr>
      <vt:lpstr>“Jesus, ó Filho de Devi,  Tem compaixão de mim, Senhor!” “Jesus, ó Filho de Devi,  Atende ao meu clamor!”  </vt:lpstr>
      <vt:lpstr>A multidão vendo-o clamar,  - "Sê quieto", lhe dizia;  Mas ele sem a escutar,  Mais forte repetia.  </vt:lpstr>
      <vt:lpstr>“Jesus, ó Filho de Devi,  Tem compaixão de mim, Senhor!” “Jesus, ó Filho de Devi,  Atende ao meu clamor!”  </vt:lpstr>
      <vt:lpstr>Jesus então mandou chamar  O cego que gritava,  Que veio logo, sem tardar,  Mas “inda assim clamava”  </vt:lpstr>
      <vt:lpstr>“Jesus, ó Filho de Devi,  Tem compaixão de mim, Senhor!” “Jesus, ó Filho de Devi,  Atende ao meu clamor!”  </vt:lpstr>
      <vt:lpstr>Jesus pergunta com prazer:  “Que queres que te faça?"  "Jesus, eu quero hoje ver,  Por Teu poder e graça”.  </vt:lpstr>
      <vt:lpstr>Então Jesus lhe respondeu:  “Vai, a tua fé te salvou”.  E logo viu, o Bartimeu,  E ao bom Jesus louvou!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476 - O Cego de Jericó</dc:title>
  <dc:creator>Junior</dc:creator>
  <cp:lastModifiedBy>Emerson Souza</cp:lastModifiedBy>
  <cp:revision>1</cp:revision>
  <dcterms:created xsi:type="dcterms:W3CDTF">2005-12-25T22:07:33Z</dcterms:created>
  <dcterms:modified xsi:type="dcterms:W3CDTF">2026-05-02T22:16:52Z</dcterms:modified>
</cp:coreProperties>
</file>