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EDF707B0-2D6E-2211-C414-7FA91D5422A7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9219" name="Freeform 3">
              <a:extLst>
                <a:ext uri="{FF2B5EF4-FFF2-40B4-BE49-F238E27FC236}">
                  <a16:creationId xmlns:a16="http://schemas.microsoft.com/office/drawing/2014/main" id="{371B5DD6-DD26-F082-EA28-249CF8FED1A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0" name="Freeform 4">
              <a:extLst>
                <a:ext uri="{FF2B5EF4-FFF2-40B4-BE49-F238E27FC236}">
                  <a16:creationId xmlns:a16="http://schemas.microsoft.com/office/drawing/2014/main" id="{729A03BB-E9D3-F00E-DE68-89B51FCE64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Freeform 5">
              <a:extLst>
                <a:ext uri="{FF2B5EF4-FFF2-40B4-BE49-F238E27FC236}">
                  <a16:creationId xmlns:a16="http://schemas.microsoft.com/office/drawing/2014/main" id="{F4304B83-895D-4EFA-BA4D-B5E6F55A06F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2" name="Freeform 6">
              <a:extLst>
                <a:ext uri="{FF2B5EF4-FFF2-40B4-BE49-F238E27FC236}">
                  <a16:creationId xmlns:a16="http://schemas.microsoft.com/office/drawing/2014/main" id="{12E42AB2-EC25-E930-A856-76EA269B72B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3" name="Oval 7">
              <a:extLst>
                <a:ext uri="{FF2B5EF4-FFF2-40B4-BE49-F238E27FC236}">
                  <a16:creationId xmlns:a16="http://schemas.microsoft.com/office/drawing/2014/main" id="{9ECE7422-690C-40DB-3680-D5581A06E2C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4" name="Oval 8">
              <a:extLst>
                <a:ext uri="{FF2B5EF4-FFF2-40B4-BE49-F238E27FC236}">
                  <a16:creationId xmlns:a16="http://schemas.microsoft.com/office/drawing/2014/main" id="{E0E25F24-4EBC-91BC-08E5-18ADE799FD5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5" name="Oval 9">
              <a:extLst>
                <a:ext uri="{FF2B5EF4-FFF2-40B4-BE49-F238E27FC236}">
                  <a16:creationId xmlns:a16="http://schemas.microsoft.com/office/drawing/2014/main" id="{E4138323-4FCB-719E-AEC6-8B6101DDA63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226" name="Rectangle 10">
            <a:extLst>
              <a:ext uri="{FF2B5EF4-FFF2-40B4-BE49-F238E27FC236}">
                <a16:creationId xmlns:a16="http://schemas.microsoft.com/office/drawing/2014/main" id="{526F345A-7E8C-09D2-3E45-7843DDA52D3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2DC83CE6-D0E6-9E92-9464-F73EDA2F615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2F7D44E-132C-87E9-E2D2-DD1B35606BA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8A56C4DE-F941-77B1-D19F-505F376457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F25FADED-2624-5B98-61F2-43169DAD4B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DBCA633-2E0B-4295-A783-3DB0E2FCAD4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C9D17-B3CD-5C25-D44D-EF06AA8A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67966C-27B4-7F45-4DDB-E84012208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75DD4-C009-BD60-E4B4-7A05ADAB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85D8BD-CAB4-EF91-6CA1-D4A98036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D97527-22D7-45E1-D299-EADCBD49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9F0FF8-62A3-4CC7-88B0-06413C704B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350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3A9AB-9F14-7773-F3DD-E7867174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476B82-AED2-D2AC-D830-70AF44D07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61CDA8-0E1F-60E2-CB0B-1909371E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526DF3-99B7-D09B-FDA6-53635865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3A520-9305-0D3C-D89D-72D842AF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141A94-F797-4BA7-8112-2D8499AB62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557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CAC8A-1B10-241F-DA4F-5EB50EE6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44312C-14B3-5B83-9617-39747FE91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FBBA46-FA11-0139-2C47-B15E9A1F5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2C2105-A48C-6123-66AE-39BFE798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72E98B-0BBE-0E6C-78DD-75BD573F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3D9AF-63ED-0F13-93FF-3ACF81A0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D67F6E-11C5-4338-B2E6-2C2CC10F84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913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1A6DF-E0CF-894C-C8B4-DFDCF853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96F9E4-AA3A-52DD-7196-202D2C19D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210574-CC42-C1F4-AE31-3FCF97ED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9B064C-C395-DA9F-561F-0A3E0F56F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97B902-F8A4-4C39-B049-ABF865B61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40BEA22-6BE4-000F-C7B8-A10AB349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10E824-E8BF-C4B9-0E95-38C70FFB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4734D2-3A52-8E28-5E28-7B72026F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DA5A1A-E73A-4A86-994B-F5BF5392E5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841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B40DB-168A-D871-2C0B-7234A4F0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82A65F-88F0-77BD-EEF7-0A020A30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C10E9D-C845-49F4-DC6C-95D7C03B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68E5A2-8129-EFFC-8E87-579E160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1CE97-13B2-4AD1-B211-DD8038DE2E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3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682D6C-F20F-8578-147B-AD3F0AFB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ACCC70-E550-6489-E4C6-3B6B8D69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1A7B93-3249-699E-196D-6952177A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593B7-1C91-41F5-AFE3-BE69183921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566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10CF9-C76F-63D5-D14B-1D749A4E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10C427-455F-503D-6FE9-ECF27B91C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8D8B95-8223-4594-9D39-9F6445715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04DA49-77F3-8348-3B03-45D5E4C1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FC2A7F-9AD7-561F-6727-59D29D9E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DDD234-FEB1-A7F7-9E0F-9781035B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1DE6B-001E-4074-B8DF-9026CD26E2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627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7280F-8660-9818-AAA8-520ADD94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E3A48B-368D-5CEC-8547-472F1CFBF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F87630-7E31-EEBF-7ABD-2CCA3480A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CE1F13-EB11-FC51-6C55-9A451C55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890EE1-7BD8-BBC7-DFBE-A0E19245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57999E-106E-E954-0C58-DC4DC503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9219E1-851C-44B3-B852-01070C874C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738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C596B-6351-47BC-9854-3B1774020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D046E7-BF5F-A412-E254-5A4FAC062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22B465-0242-A1DA-2DF7-3F7469CB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242805-2A4C-7686-B54F-031390FB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F7DFD4-16BB-1137-9079-9749926F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ADEA06-B552-451B-8E6D-EBF7A03AE7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994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922EF5-A228-D030-DE41-55B88EFF1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05B8DA-04ED-2FAB-186E-3847A1397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CED360-CBB3-0205-5092-E5742A83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C68E70-423C-C48B-6E5B-3148EBFD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45F86C-9D44-53DA-E6E9-3941AA76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FDE82D-D5EE-41C4-9D1A-CD4D5EC79E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494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4263C476-0E0F-4540-12C3-7E37CA97ADEA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8195" name="Freeform 3">
              <a:extLst>
                <a:ext uri="{FF2B5EF4-FFF2-40B4-BE49-F238E27FC236}">
                  <a16:creationId xmlns:a16="http://schemas.microsoft.com/office/drawing/2014/main" id="{E204826E-12F0-C036-BA74-A1FCCCB407A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6" name="Freeform 4">
              <a:extLst>
                <a:ext uri="{FF2B5EF4-FFF2-40B4-BE49-F238E27FC236}">
                  <a16:creationId xmlns:a16="http://schemas.microsoft.com/office/drawing/2014/main" id="{0189D227-6405-8664-33B6-B1438EE0A7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7" name="Freeform 5">
              <a:extLst>
                <a:ext uri="{FF2B5EF4-FFF2-40B4-BE49-F238E27FC236}">
                  <a16:creationId xmlns:a16="http://schemas.microsoft.com/office/drawing/2014/main" id="{9532994E-BE16-F372-6569-D9624F37DA7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8" name="Freeform 6">
              <a:extLst>
                <a:ext uri="{FF2B5EF4-FFF2-40B4-BE49-F238E27FC236}">
                  <a16:creationId xmlns:a16="http://schemas.microsoft.com/office/drawing/2014/main" id="{61E706B2-6B07-CB97-E3BE-6473B8D916C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9" name="Oval 7">
              <a:extLst>
                <a:ext uri="{FF2B5EF4-FFF2-40B4-BE49-F238E27FC236}">
                  <a16:creationId xmlns:a16="http://schemas.microsoft.com/office/drawing/2014/main" id="{D4F2CB49-A2BA-372F-B7CC-B1FA851B2B6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00" name="Oval 8">
              <a:extLst>
                <a:ext uri="{FF2B5EF4-FFF2-40B4-BE49-F238E27FC236}">
                  <a16:creationId xmlns:a16="http://schemas.microsoft.com/office/drawing/2014/main" id="{8A4CFA63-75DE-A9C2-3C5E-84321EAAC9A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01" name="Oval 9">
              <a:extLst>
                <a:ext uri="{FF2B5EF4-FFF2-40B4-BE49-F238E27FC236}">
                  <a16:creationId xmlns:a16="http://schemas.microsoft.com/office/drawing/2014/main" id="{A87EDC3E-CFF7-3507-34D5-249D9D76884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202" name="Rectangle 10">
            <a:extLst>
              <a:ext uri="{FF2B5EF4-FFF2-40B4-BE49-F238E27FC236}">
                <a16:creationId xmlns:a16="http://schemas.microsoft.com/office/drawing/2014/main" id="{A70938B8-9F59-F84D-4AFA-510D1A619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4828AE0A-80D6-BFD0-6703-1C04100E4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520A9AB8-38BE-DC46-56E1-FD376509F1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F8A0C1CD-5B87-5122-58C4-E4D70489A9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89C5CE49-0855-55AE-DD9D-6AE513FC48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1E08FC75-8C6A-4C5E-8F04-A767A828C65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sz="24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EC30A42-5385-DD7C-FF2F-69F2F650DE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b="1"/>
              <a:t>408</a:t>
            </a:r>
            <a:br>
              <a:rPr lang="pt-BR" altLang="pt-BR" b="1"/>
            </a:br>
            <a:r>
              <a:rPr lang="pt-BR" altLang="pt-BR" b="1"/>
              <a:t>ABRE OS MEUS OLHOS</a:t>
            </a:r>
            <a:endParaRPr lang="en-US" altLang="pt-BR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4088B09-1B12-D11A-BF43-2F196CE91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Abre os meus olhos em Tua luz, </a:t>
            </a:r>
            <a:br>
              <a:rPr lang="pt-BR" altLang="pt-BR" sz="3600"/>
            </a:br>
            <a:r>
              <a:rPr lang="pt-BR" altLang="pt-BR" sz="3600"/>
              <a:t>Teu rosto quero ver, Jesus, </a:t>
            </a:r>
            <a:br>
              <a:rPr lang="pt-BR" altLang="pt-BR" sz="3600"/>
            </a:br>
            <a:r>
              <a:rPr lang="pt-BR" altLang="pt-BR" sz="3600"/>
              <a:t>Põe em meu coração Teu amor, </a:t>
            </a:r>
            <a:br>
              <a:rPr lang="pt-BR" altLang="pt-BR" sz="3600"/>
            </a:br>
            <a:r>
              <a:rPr lang="pt-BR" altLang="pt-BR" sz="3600"/>
              <a:t>E dá-me a paz e Teu fervor; </a:t>
            </a:r>
            <a:br>
              <a:rPr lang="pt-BR" altLang="pt-BR" sz="3600"/>
            </a:br>
            <a:r>
              <a:rPr lang="pt-BR" altLang="pt-BR" sz="3600"/>
              <a:t>Humildemente acudo a Ti,</a:t>
            </a:r>
            <a:br>
              <a:rPr lang="pt-BR" altLang="pt-BR" sz="3600"/>
            </a:br>
            <a:r>
              <a:rPr lang="pt-BR" altLang="pt-BR" sz="3600"/>
              <a:t>Porque Tua terna voz ouvi</a:t>
            </a:r>
            <a:br>
              <a:rPr lang="pt-BR" altLang="pt-BR" sz="3600"/>
            </a:br>
            <a:r>
              <a:rPr lang="pt-BR" altLang="pt-BR" sz="3600"/>
              <a:t>Meu guia sê, Espírito Consolador.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CAF329B-43FA-9E74-2AF1-3123E1C5A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Abro os ouvidos para ouvir </a:t>
            </a:r>
            <a:br>
              <a:rPr lang="pt-BR" altLang="pt-BR" sz="3600"/>
            </a:br>
            <a:r>
              <a:rPr lang="pt-BR" altLang="pt-BR" sz="3600"/>
              <a:t>Tua Palavra a me ungir, </a:t>
            </a:r>
            <a:br>
              <a:rPr lang="pt-BR" altLang="pt-BR" sz="3600"/>
            </a:br>
            <a:r>
              <a:rPr lang="pt-BR" altLang="pt-BR" sz="3600"/>
              <a:t>Belas palavras de doce amor, </a:t>
            </a:r>
            <a:br>
              <a:rPr lang="pt-BR" altLang="pt-BR" sz="3600"/>
            </a:br>
            <a:r>
              <a:rPr lang="pt-BR" altLang="pt-BR" sz="3600"/>
              <a:t>Óh! Meu bendito Salvador, </a:t>
            </a:r>
            <a:br>
              <a:rPr lang="pt-BR" altLang="pt-BR" sz="3600"/>
            </a:br>
            <a:r>
              <a:rPr lang="pt-BR" altLang="pt-BR" sz="3600"/>
              <a:t>Consagro a Ti meu frágil ser! </a:t>
            </a:r>
            <a:br>
              <a:rPr lang="pt-BR" altLang="pt-BR" sz="3600"/>
            </a:br>
            <a:r>
              <a:rPr lang="pt-BR" altLang="pt-BR" sz="3600"/>
              <a:t>Para cumprir o Teu querer,</a:t>
            </a:r>
            <a:br>
              <a:rPr lang="pt-BR" altLang="pt-BR" sz="3600"/>
            </a:br>
            <a:r>
              <a:rPr lang="pt-BR" altLang="pt-BR" sz="3600"/>
              <a:t>Enche meu ser, Espírito Consolador.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1AF8CB-ACB9-E0BD-F66A-0ADE0D0E8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Abre-me a mente para ver </a:t>
            </a:r>
            <a:br>
              <a:rPr lang="pt-BR" altLang="pt-BR" sz="3600"/>
            </a:br>
            <a:r>
              <a:rPr lang="pt-BR" altLang="pt-BR" sz="3600"/>
              <a:t>O Teu amor em gran poder; </a:t>
            </a:r>
            <a:br>
              <a:rPr lang="pt-BR" altLang="pt-BR" sz="3600"/>
            </a:br>
            <a:r>
              <a:rPr lang="pt-BR" altLang="pt-BR" sz="3600"/>
              <a:t>Dá-me Tua graça, dá-me vigor; </a:t>
            </a:r>
            <a:br>
              <a:rPr lang="pt-BR" altLang="pt-BR" sz="3600"/>
            </a:br>
            <a:r>
              <a:rPr lang="pt-BR" altLang="pt-BR" sz="3600"/>
              <a:t>Faz-me na luta, vencedor; </a:t>
            </a:r>
            <a:br>
              <a:rPr lang="pt-BR" altLang="pt-BR" sz="3600"/>
            </a:br>
            <a:r>
              <a:rPr lang="pt-BR" altLang="pt-BR" sz="3600"/>
              <a:t>Sê Tu o meu refúgio aqui, </a:t>
            </a:r>
            <a:br>
              <a:rPr lang="pt-BR" altLang="pt-BR" sz="3600"/>
            </a:br>
            <a:r>
              <a:rPr lang="pt-BR" altLang="pt-BR" sz="3600"/>
              <a:t>Aumenta minha fé em Ti, </a:t>
            </a:r>
            <a:br>
              <a:rPr lang="pt-BR" altLang="pt-BR" sz="3600"/>
            </a:br>
            <a:r>
              <a:rPr lang="pt-BR" altLang="pt-BR" sz="3600"/>
              <a:t>Sustenta-me, Espírito Consolador.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6C4544D-BE62-A8BF-EB8E-5E062E130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Abre-me a porta divinal </a:t>
            </a:r>
            <a:br>
              <a:rPr lang="pt-BR" altLang="pt-BR" sz="3600"/>
            </a:br>
            <a:r>
              <a:rPr lang="pt-BR" altLang="pt-BR" sz="3600"/>
              <a:t>Do Teu palácio de cristal, </a:t>
            </a:r>
            <a:br>
              <a:rPr lang="pt-BR" altLang="pt-BR" sz="3600"/>
            </a:br>
            <a:r>
              <a:rPr lang="pt-BR" altLang="pt-BR" sz="3600"/>
              <a:t>Pois o Teu lindo rosto Senhor, </a:t>
            </a:r>
            <a:br>
              <a:rPr lang="pt-BR" altLang="pt-BR" sz="3600"/>
            </a:br>
            <a:r>
              <a:rPr lang="pt-BR" altLang="pt-BR" sz="3600"/>
              <a:t>Quero no céu ver, d'esplendor; </a:t>
            </a:r>
            <a:br>
              <a:rPr lang="pt-BR" altLang="pt-BR" sz="3600"/>
            </a:br>
            <a:r>
              <a:rPr lang="pt-BR" altLang="pt-BR" sz="3600"/>
              <a:t>E quando lá enfim entrar, </a:t>
            </a:r>
            <a:br>
              <a:rPr lang="pt-BR" altLang="pt-BR" sz="3600"/>
            </a:br>
            <a:r>
              <a:rPr lang="pt-BR" altLang="pt-BR" sz="3600"/>
              <a:t>Teu santo nome vou louvar</a:t>
            </a:r>
            <a:br>
              <a:rPr lang="pt-BR" altLang="pt-BR" sz="3600"/>
            </a:br>
            <a:r>
              <a:rPr lang="pt-BR" altLang="pt-BR" sz="3600"/>
              <a:t>Pelo teu bom Espírito Consolador.</a:t>
            </a:r>
            <a:r>
              <a:rPr lang="pt-BR" altLang="pt-BR"/>
              <a:t>	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Órbita">
  <a:themeElements>
    <a:clrScheme name="Órbita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Órb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Órbita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Órbita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1</TotalTime>
  <Words>206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Wingdings</vt:lpstr>
      <vt:lpstr>Órbita</vt:lpstr>
      <vt:lpstr>408 ABRE OS MEUS OLHOS</vt:lpstr>
      <vt:lpstr>Abre os meus olhos em Tua luz,  Teu rosto quero ver, Jesus,  Põe em meu coração Teu amor,  E dá-me a paz e Teu fervor;  Humildemente acudo a Ti, Porque Tua terna voz ouvi Meu guia sê, Espírito Consolador. </vt:lpstr>
      <vt:lpstr>Abro os ouvidos para ouvir  Tua Palavra a me ungir,  Belas palavras de doce amor,  Óh! Meu bendito Salvador,  Consagro a Ti meu frágil ser!  Para cumprir o Teu querer, Enche meu ser, Espírito Consolador. </vt:lpstr>
      <vt:lpstr>Abre-me a mente para ver  O Teu amor em gran poder;  Dá-me Tua graça, dá-me vigor;  Faz-me na luta, vencedor;  Sê Tu o meu refúgio aqui,  Aumenta minha fé em Ti,  Sustenta-me, Espírito Consolador. </vt:lpstr>
      <vt:lpstr>Abre-me a porta divinal  Do Teu palácio de cristal,  Pois o Teu lindo rosto Senhor,  Quero no céu ver, d'esplendor;  E quando lá enfim entrar,  Teu santo nome vou louvar Pelo teu bom Espírito Consolador. 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408 - ABRE OS MEUS OLHOS</dc:title>
  <dc:creator>Montagna</dc:creator>
  <cp:lastModifiedBy>Emerson Souza</cp:lastModifiedBy>
  <cp:revision>3</cp:revision>
  <dcterms:created xsi:type="dcterms:W3CDTF">2005-10-21T06:13:37Z</dcterms:created>
  <dcterms:modified xsi:type="dcterms:W3CDTF">2026-05-02T22:10:53Z</dcterms:modified>
</cp:coreProperties>
</file>