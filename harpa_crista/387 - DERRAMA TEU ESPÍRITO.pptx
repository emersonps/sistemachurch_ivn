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B84EE-A1FF-E7E4-7804-313E15C9E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55EEFE-9C39-4BEE-CD4F-5D0C9B461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018ABE-4883-A1D7-77B9-C02C6516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625A04-743D-D9A8-C42B-6D60A7E0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4F2FAC-4EF3-6B3C-5C39-D41074A7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D16937-1DFE-41A4-8001-B8E9405DF3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646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C3618-E7D8-05C2-F600-F5425A1B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846D1F-3B8C-01CA-7BE8-8A30104E6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0CCDC4-2BD0-23CA-0F4B-7AFDDCB9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AAA28B-10ED-DDF9-CECB-4641CBAC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02C3A9-8149-B4BD-3C14-B68AAE79C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140000-EB6F-4748-8A38-B278384D19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9266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ED905-3197-0721-76BA-E8C53A74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CFA340-A2D0-2501-D35B-912446B2F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C463F7-589A-8C35-49A8-740828C8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CB21AF-A7E0-44E5-F164-DB41C1244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B2C8A1-CD02-609A-C0EB-927C867C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86275-D327-4840-8941-0A3D420863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189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0C4E2-2CD0-92F8-EC66-F2F88C3BA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8D59DC-F09B-4E89-899C-D20DFB32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5A8022-504E-6369-EDBB-E0E9B7CDE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771B82-6A84-774A-2D62-C6F2BA67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A1878C-C473-F215-8F5D-C9F34094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DE72DD-477C-F936-59F6-E8D8EC34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9FDBFD-A210-4E3C-80ED-E420195E3C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786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917FC-77E1-F119-F268-18E580FB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6FE57F-C588-6B8E-5CC7-10E9A6255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2ECE05-E22B-FF93-2990-388E598CE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18697B2-5AC5-31F3-EC4A-50916BFF1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6F8FDC-C4E9-2D7E-FD76-9D074C257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DB060A-5D53-2103-6855-264AA3BEB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FB8C747-EC75-C140-1638-2A754BE0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8F05EC4-4C7E-BE64-83B8-51F709E0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4F1667-C414-486A-925D-D19CC6A60A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9239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91803-661B-9F19-D6C9-83E659745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2270B2A-16F7-2365-DC8C-F7D92CDB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4E5292B-5D4D-6537-0DF9-DF08D542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668BF58-363A-4656-4FBF-67FF937C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97CA2-65B5-423B-8905-41C02487CB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448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792233-127A-7EF2-1F84-3B8274DF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3821CE0-1C44-BC2A-6697-7C5D1A7D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86A1C2-836C-3099-240F-88C317DB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8A5D0-5FA1-4873-AD7B-20DEE427A0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2509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D8BC0-8D69-A167-EB91-6BDEE081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79C31F-A191-2DB4-7A72-5DEEF88CD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074A49-728B-8C69-EFD7-030A8D3C7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106052-07A7-6744-F408-5EC412F5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FF46C4-788E-B6CC-20DA-B334AA65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3A28DB-F4B7-A4DD-78B0-F0EB48DC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423FA0-09F1-48C6-B353-187E920818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129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79338-54AB-4212-BF41-CCA05420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94F4A1A-091E-D533-7630-2D20F1ED34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C7EC2B-898C-C0A9-C94F-151DB97F1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FA3532-C0DD-AEE1-9DF6-C34AE03C0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95AC80-8C06-C893-BAA2-6E939FE9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F2DE57-B27B-A342-7213-E50C2C813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215A9-04CD-460F-A38C-604C07AE48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718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4A219-BC37-6AB9-9B99-89088527F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79BD02-BE38-0E95-CFED-7345861B9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199969-BDF6-DCD5-F347-EBB21AF18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48A129-D002-1734-587D-6296D21D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8BA405-A121-F9E2-3D6B-50D501CC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EF42A-9C61-4350-B504-0E5CA83E60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9938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F6DF60-4CEC-95DC-EAAD-8573E8678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D21E27-E9D4-8B2A-1252-DABB2209C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1EBE83-39CF-825B-506E-C3F0CEF2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CCF7C7-95C4-EA38-AF8F-CDFD867CA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C98EA1-8FC2-7859-1A55-670DDC50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EDF37F-8017-4B91-B3B0-F5720B7D5F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5369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4644CF-11F5-7260-3153-D3F9502DA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EAF8970-D4C5-9240-0797-F91DF12F2C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7874EBF-8B52-9698-5597-70423E4372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D9CFCCD-872C-C95E-78FD-4135577565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1511857-7F0B-A077-CCD4-CA65D9F47CE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DE11EA3-DB2D-4587-81DA-645F3CEFA0A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7D7741A-D407-6292-ACEB-538D781582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387</a:t>
            </a:r>
            <a:br>
              <a:rPr lang="pt-BR" altLang="pt-BR" sz="4400" b="1"/>
            </a:br>
            <a:r>
              <a:rPr lang="pt-BR" altLang="pt-BR" sz="4400" b="1"/>
              <a:t>DERRAMA TEU ESPÍRITO</a:t>
            </a:r>
            <a:r>
              <a:rPr lang="pt-BR" altLang="pt-BR" sz="4400"/>
              <a:t> </a:t>
            </a:r>
            <a:endParaRPr lang="en-US" altLang="pt-BR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D40B281-A1D8-B5E1-61C5-92AACBF4D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/>
              <a:t>Derrama sobre nós o Teu Espírito, </a:t>
            </a:r>
            <a:br>
              <a:rPr lang="pt-BR" altLang="pt-BR" sz="3200"/>
            </a:br>
            <a:r>
              <a:rPr lang="pt-BR" altLang="pt-BR" sz="3200"/>
              <a:t>Como fizeste em Jerusalém;</a:t>
            </a:r>
            <a:br>
              <a:rPr lang="pt-BR" altLang="pt-BR" sz="3200"/>
            </a:br>
            <a:r>
              <a:rPr lang="pt-BR" altLang="pt-BR" sz="3200"/>
              <a:t>A Tua grei, Ó manda o mesmo fogo, </a:t>
            </a:r>
            <a:br>
              <a:rPr lang="pt-BR" altLang="pt-BR" sz="3200"/>
            </a:br>
            <a:r>
              <a:rPr lang="pt-BR" altLang="pt-BR" sz="3200"/>
              <a:t>Indispensável para nós também!</a:t>
            </a:r>
            <a:br>
              <a:rPr lang="pt-BR" altLang="pt-BR" sz="3200"/>
            </a:br>
            <a:r>
              <a:rPr lang="pt-BR" altLang="pt-BR" sz="3200"/>
              <a:t>A Tua grei, ó manda o mesmo fogo, </a:t>
            </a:r>
            <a:br>
              <a:rPr lang="pt-BR" altLang="pt-BR" sz="3200"/>
            </a:br>
            <a:r>
              <a:rPr lang="pt-BR" altLang="pt-BR" sz="3200"/>
              <a:t>Indispensável para nós também!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46735C7-6B12-E448-1B9D-542608FCC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/>
              <a:t>Derrama sobre nós o Teu Espírito </a:t>
            </a:r>
            <a:br>
              <a:rPr lang="pt-BR" altLang="pt-BR" sz="3200"/>
            </a:br>
            <a:r>
              <a:rPr lang="pt-BR" altLang="pt-BR" sz="3200"/>
              <a:t>Como em casa do centurião,</a:t>
            </a:r>
            <a:br>
              <a:rPr lang="pt-BR" altLang="pt-BR" sz="3200"/>
            </a:br>
            <a:r>
              <a:rPr lang="pt-BR" altLang="pt-BR" sz="3200"/>
              <a:t>E dá-nos o poder da Tua Palavra </a:t>
            </a:r>
            <a:br>
              <a:rPr lang="pt-BR" altLang="pt-BR" sz="3200"/>
            </a:br>
            <a:r>
              <a:rPr lang="pt-BR" altLang="pt-BR" sz="3200"/>
              <a:t>Fazendo a luz brilhar na escuridão. </a:t>
            </a:r>
            <a:br>
              <a:rPr lang="pt-BR" altLang="pt-BR" sz="3200"/>
            </a:br>
            <a:r>
              <a:rPr lang="pt-BR" altLang="pt-BR" sz="3200"/>
              <a:t>E dá-nos o poder da Tua Palavra </a:t>
            </a:r>
            <a:br>
              <a:rPr lang="pt-BR" altLang="pt-BR" sz="3200"/>
            </a:br>
            <a:r>
              <a:rPr lang="pt-BR" altLang="pt-BR" sz="3200"/>
              <a:t>Fazendo a luz brilhar na escuridão.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475138A-D88E-C38B-6B1E-AA964E69A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/>
              <a:t>Derrama sobre nós o Teu Espírito, </a:t>
            </a:r>
            <a:br>
              <a:rPr lang="pt-BR" altLang="pt-BR" sz="3200"/>
            </a:br>
            <a:r>
              <a:rPr lang="pt-BR" altLang="pt-BR" sz="3200"/>
              <a:t>E dá-nos, hoje, muitas conversões; </a:t>
            </a:r>
            <a:br>
              <a:rPr lang="pt-BR" altLang="pt-BR" sz="3200"/>
            </a:br>
            <a:r>
              <a:rPr lang="pt-BR" altLang="pt-BR" sz="3200"/>
              <a:t>O deixa-nos sentir poder celeste, </a:t>
            </a:r>
            <a:br>
              <a:rPr lang="pt-BR" altLang="pt-BR" sz="3200"/>
            </a:br>
            <a:r>
              <a:rPr lang="pt-BR" altLang="pt-BR" sz="3200"/>
              <a:t>E vivifica os nossos corações; </a:t>
            </a:r>
            <a:br>
              <a:rPr lang="pt-BR" altLang="pt-BR" sz="3200"/>
            </a:br>
            <a:r>
              <a:rPr lang="pt-BR" altLang="pt-BR" sz="3200"/>
              <a:t>O deixa-nos sentir poder celeste, </a:t>
            </a:r>
            <a:br>
              <a:rPr lang="pt-BR" altLang="pt-BR" sz="3200"/>
            </a:br>
            <a:r>
              <a:rPr lang="pt-BR" altLang="pt-BR" sz="3200"/>
              <a:t>E vivifica os nossos corações.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4A243B5-5ED0-4CB3-EC87-7BE4DF60B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Derrama sobre nós o Teu Espírito, </a:t>
            </a:r>
            <a:br>
              <a:rPr lang="pt-BR" altLang="pt-BR" sz="3200"/>
            </a:br>
            <a:r>
              <a:rPr lang="pt-BR" altLang="pt-BR" sz="3200"/>
              <a:t>E aos que sofrem dá Tua proteção; </a:t>
            </a:r>
            <a:br>
              <a:rPr lang="pt-BR" altLang="pt-BR" sz="3200"/>
            </a:br>
            <a:r>
              <a:rPr lang="pt-BR" altLang="pt-BR" sz="3200"/>
              <a:t>A orar ficamos em amor unidos, </a:t>
            </a:r>
            <a:br>
              <a:rPr lang="pt-BR" altLang="pt-BR" sz="3200"/>
            </a:br>
            <a:r>
              <a:rPr lang="pt-BR" altLang="pt-BR" sz="3200"/>
              <a:t>Para obter a prometida unção, </a:t>
            </a:r>
            <a:br>
              <a:rPr lang="pt-BR" altLang="pt-BR" sz="3200"/>
            </a:br>
            <a:r>
              <a:rPr lang="pt-BR" altLang="pt-BR" sz="3200"/>
              <a:t>A orar ficamos em amor unidos,</a:t>
            </a:r>
            <a:br>
              <a:rPr lang="pt-BR" altLang="pt-BR" sz="3200"/>
            </a:br>
            <a:r>
              <a:rPr lang="pt-BR" altLang="pt-BR" sz="3200"/>
              <a:t> Para obter a prometida unção.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7F0F834-4101-B020-B4FF-19C1F4C55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/>
              <a:t>Desperta, Jesus Cristo, os que dormem </a:t>
            </a:r>
            <a:br>
              <a:rPr lang="pt-BR" altLang="pt-BR" sz="3200"/>
            </a:br>
            <a:r>
              <a:rPr lang="pt-BR" altLang="pt-BR" sz="3200"/>
              <a:t>O mui profundo sono do "jardim"; </a:t>
            </a:r>
            <a:br>
              <a:rPr lang="pt-BR" altLang="pt-BR" sz="3200"/>
            </a:br>
            <a:r>
              <a:rPr lang="pt-BR" altLang="pt-BR" sz="3200"/>
              <a:t>Como operaste nos antigos tempos, </a:t>
            </a:r>
            <a:br>
              <a:rPr lang="pt-BR" altLang="pt-BR" sz="3200"/>
            </a:br>
            <a:r>
              <a:rPr lang="pt-BR" altLang="pt-BR" sz="3200"/>
              <a:t>Com Teu poder nos guia até o fim. </a:t>
            </a:r>
            <a:br>
              <a:rPr lang="pt-BR" altLang="pt-BR" sz="3200"/>
            </a:br>
            <a:r>
              <a:rPr lang="pt-BR" altLang="pt-BR" sz="3200"/>
              <a:t>Como operaste nos antigos tempos,</a:t>
            </a:r>
            <a:br>
              <a:rPr lang="pt-BR" altLang="pt-BR" sz="3200"/>
            </a:br>
            <a:r>
              <a:rPr lang="pt-BR" altLang="pt-BR" sz="3200"/>
              <a:t>Com Teu poder nos guia até o fim.</a:t>
            </a:r>
            <a:r>
              <a:rPr lang="pt-BR" altLang="pt-BR"/>
              <a:t>	</a:t>
            </a:r>
            <a:r>
              <a:rPr lang="pt-BR" altLang="pt-BR" sz="1800"/>
              <a:t>E.J. e F.S.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249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387 DERRAMA TEU ESPÍRITO </vt:lpstr>
      <vt:lpstr>Derrama sobre nós o Teu Espírito,  Como fizeste em Jerusalém; A Tua grei, Ó manda o mesmo fogo,  Indispensável para nós também! A Tua grei, ó manda o mesmo fogo,  Indispensável para nós também! </vt:lpstr>
      <vt:lpstr>Derrama sobre nós o Teu Espírito  Como em casa do centurião, E dá-nos o poder da Tua Palavra  Fazendo a luz brilhar na escuridão.  E dá-nos o poder da Tua Palavra  Fazendo a luz brilhar na escuridão. </vt:lpstr>
      <vt:lpstr>Derrama sobre nós o Teu Espírito,  E dá-nos, hoje, muitas conversões;  O deixa-nos sentir poder celeste,  E vivifica os nossos corações;  O deixa-nos sentir poder celeste,  E vivifica os nossos corações. </vt:lpstr>
      <vt:lpstr>Derrama sobre nós o Teu Espírito,  E aos que sofrem dá Tua proteção;  A orar ficamos em amor unidos,  Para obter a prometida unção,  A orar ficamos em amor unidos,  Para obter a prometida unção. </vt:lpstr>
      <vt:lpstr>Desperta, Jesus Cristo, os que dormem  O mui profundo sono do "jardim";  Como operaste nos antigos tempos,  Com Teu poder nos guia até o fim.  Como operaste nos antigos tempos, Com Teu poder nos guia até o fim. E.J. e F.S.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387 - DERRAMA TEU ESPÍRITO </dc:title>
  <dc:creator>Montagna</dc:creator>
  <cp:lastModifiedBy>Emerson Souza</cp:lastModifiedBy>
  <cp:revision>3</cp:revision>
  <dcterms:created xsi:type="dcterms:W3CDTF">2005-10-20T05:35:26Z</dcterms:created>
  <dcterms:modified xsi:type="dcterms:W3CDTF">2026-05-02T22:09:12Z</dcterms:modified>
</cp:coreProperties>
</file>