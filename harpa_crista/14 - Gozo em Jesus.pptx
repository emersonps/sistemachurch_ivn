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702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B221F-3E05-4E9D-E65B-27A3E2E3A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2D9A4B-EC73-D9A3-C728-3137E2C33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90F1B0-1BA2-7C0D-371E-27E89421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178921F-2D7C-81B5-24D5-A1FB393C6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B040400-1814-8AB0-B100-7A6BB1267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DEE28A-D322-42D5-A575-56EE29D06C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33131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6FC2E-C00E-57C4-F69B-E11F345D7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08D6CD-AA18-E2A8-9106-CCAE5F4F1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77D336-8DD9-37BE-B13B-86BEB5C6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5DF042-BBB8-E868-54D4-10733B89E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2AB598A-B3E1-04CA-BC21-B1538683C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AFCDF-989D-4BF9-AF19-10896A871C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31355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0BB4E-F200-2922-EEBF-F0E50E185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528A7F-3EB4-CEE7-A037-1C6EC6B3D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0C4A1C-5266-686C-EDF5-F322AA289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BB5A0F-D9B0-EB2D-6A67-8B1C71BDF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8C0056-923B-0894-01E4-5E3F109CF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DEE4EC-C194-462D-AFE5-7E955255A6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8889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D1C3D-7FEC-4E30-9551-AA78C61D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ABBBF4-578C-9B9C-9EC8-37A96DBB0D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7B6DD36-ECAA-CE8C-0C88-73720F38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FC267D-2F5E-C82B-EFF0-897FEFD8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EA9738-3367-F03F-F0E5-1473B957F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10A59-7E31-0267-3931-27BF459A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972737-8CA5-475C-AA57-F3EFC7FDE4F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51933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4C0D20-0C84-7C77-2C33-AA6E81E24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A2C7B04-EB09-B304-BE9F-26779921C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E9F20B-A0F0-24EC-844E-ADFB577E6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2A063EA-3F6E-87DA-2AC7-466C90A682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AD1F35-F4DD-7FD6-023B-7312D6782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05418F5-B0F4-F423-90E9-308960157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6484313-D6C3-EC1B-1184-717F8BEB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CD85DF6-30A1-4260-F206-726A918F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3CE687-B049-4F65-AA8F-AA98017549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48941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93786F-4391-10EF-BC5A-AFBD65705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761794A-DD9F-D9D4-806B-8A86CE4293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01FD57D-A9BF-4240-8330-8CECE4430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D75013F-8E78-940E-70AB-59149D9D1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9B1AFC-1486-4748-8EC8-F8868395F8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71906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BAC96D-E3AD-A74D-150D-056C5BCCD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7DC7DAA-D365-7AEC-6079-A613ACC14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8BED0A-3DAA-E9D7-F74E-CFD17CD53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46A432-197D-47BF-924B-00CC176F2B0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800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FA4DF1-B623-7A89-81CD-9A04E81E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CDB858-1B1E-2394-7939-4AEA5FF64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3DC5BF-EE37-425A-7027-D7119098A8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8FF100-A1ED-137D-F5A4-B438CE7E3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4A748C-F1A5-B0D0-9096-813561FA8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A7C234-6A8F-B8EA-942E-11514082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922CA06-FC6E-4251-99BC-B9D9F99EFF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91490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E8E05B-E211-4473-7716-5D817531C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EDF5610-EF85-7148-A058-5273E1582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2BF511E-047F-1798-185C-D128439A4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A04C06D-58D3-85E3-CF58-15DCD469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88E46D-7FD8-036E-B36C-9583ECB87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F81753E-2FF9-8FC8-8D01-2F5583DA6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26493D-E526-4996-9698-D1C631C7FEB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8766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CE3BF-14DE-8998-98A6-36E072A42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9BE9D12-8A3A-4532-A3BF-FDAA0BF228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3A63D10-771B-19BB-BA26-4113DEE4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F5264D-7295-8AE3-36C0-1A8B9632E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FB718B-76D8-6ACA-DE70-3F9A9DB68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0E827F-5138-4230-B180-572BC4402F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10563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B5F7E99-C3FA-D84A-719E-FD9E614E1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850C46A-90AE-C301-8852-42E46384AE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15A668-D1F9-7505-48C2-F5E79E00F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B97C60-F499-A613-B210-79F71EFF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B4F07B-B443-047F-EC6B-DB0432D9A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994B6B-14DE-46E7-904A-5BE70C36A85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99005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91DCABC-94E8-DA37-EBC5-970BFEEEE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62D30B-BF24-F328-EA7E-73B5029724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1845AC2-BF0C-001B-FC23-1430247F4D1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D4D82C0-6BDE-5E2A-923E-922B94254F4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654569C-F3C0-2FEB-633F-259222A2FE5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BB257CE-E8EA-409A-AFCA-EEEDCDBBB33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>
            <a:extLst>
              <a:ext uri="{FF2B5EF4-FFF2-40B4-BE49-F238E27FC236}">
                <a16:creationId xmlns:a16="http://schemas.microsoft.com/office/drawing/2014/main" id="{C5E4819C-A861-7204-EFF2-DC5E2A13C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9B44E385-1EA3-F2B8-89BB-8FF1203AADC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14</a:t>
            </a:r>
            <a:br>
              <a:rPr lang="pt-BR" altLang="pt-BR" sz="4400"/>
            </a:br>
            <a:r>
              <a:rPr lang="pt-BR" altLang="pt-BR" sz="4400"/>
              <a:t>Gozo em Jesus </a:t>
            </a:r>
            <a:endParaRPr lang="en-US" altLang="pt-BR" sz="4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>
            <a:extLst>
              <a:ext uri="{FF2B5EF4-FFF2-40B4-BE49-F238E27FC236}">
                <a16:creationId xmlns:a16="http://schemas.microsoft.com/office/drawing/2014/main" id="{0F374AA6-2EF3-E1FA-40A7-6AB901524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6" name="Rectangle 4">
            <a:extLst>
              <a:ext uri="{FF2B5EF4-FFF2-40B4-BE49-F238E27FC236}">
                <a16:creationId xmlns:a16="http://schemas.microsoft.com/office/drawing/2014/main" id="{16078B10-7E52-5113-BBF6-8C89E340CC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181600"/>
          </a:xfrm>
        </p:spPr>
        <p:txBody>
          <a:bodyPr/>
          <a:lstStyle/>
          <a:p>
            <a:r>
              <a:rPr lang="pt-BR" altLang="pt-BR"/>
              <a:t>Oh! Que gozo sinto em Jesus,</a:t>
            </a:r>
            <a:br>
              <a:rPr lang="pt-BR" altLang="pt-BR"/>
            </a:br>
            <a:r>
              <a:rPr lang="pt-BR" altLang="pt-BR"/>
              <a:t>Que por mim expirou na cruz;</a:t>
            </a:r>
            <a:br>
              <a:rPr lang="pt-BR" altLang="pt-BR"/>
            </a:br>
            <a:r>
              <a:rPr lang="pt-BR" altLang="pt-BR"/>
              <a:t>A minha alma deu divina luz,</a:t>
            </a:r>
            <a:br>
              <a:rPr lang="pt-BR" altLang="pt-BR"/>
            </a:br>
            <a:r>
              <a:rPr lang="pt-BR" altLang="pt-BR"/>
              <a:t>Glória a meu Jesus!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1" name="Picture 5">
            <a:extLst>
              <a:ext uri="{FF2B5EF4-FFF2-40B4-BE49-F238E27FC236}">
                <a16:creationId xmlns:a16="http://schemas.microsoft.com/office/drawing/2014/main" id="{60264CA8-9938-F419-00FA-1D9D65018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0" name="Rectangle 4">
            <a:extLst>
              <a:ext uri="{FF2B5EF4-FFF2-40B4-BE49-F238E27FC236}">
                <a16:creationId xmlns:a16="http://schemas.microsoft.com/office/drawing/2014/main" id="{8791FD06-A2D6-8F1C-C1FA-CCD9895F7C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5029200"/>
          </a:xfrm>
        </p:spPr>
        <p:txBody>
          <a:bodyPr/>
          <a:lstStyle/>
          <a:p>
            <a:r>
              <a:rPr lang="pt-BR" altLang="pt-BR"/>
              <a:t>Quanta glória vejo em Jesus,</a:t>
            </a:r>
            <a:br>
              <a:rPr lang="pt-BR" altLang="pt-BR"/>
            </a:br>
            <a:r>
              <a:rPr lang="pt-BR" altLang="pt-BR"/>
              <a:t>Que me deu santo gozo </a:t>
            </a:r>
            <a:br>
              <a:rPr lang="pt-BR" altLang="pt-BR"/>
            </a:br>
            <a:r>
              <a:rPr lang="pt-BR" altLang="pt-BR"/>
              <a:t>E bendita luz</a:t>
            </a:r>
            <a:br>
              <a:rPr lang="pt-BR" altLang="pt-BR"/>
            </a:br>
            <a:r>
              <a:rPr lang="pt-BR" altLang="pt-BR"/>
              <a:t>Cujo os raios brilham lá na cruz,</a:t>
            </a:r>
            <a:br>
              <a:rPr lang="pt-BR" altLang="pt-BR"/>
            </a:br>
            <a:r>
              <a:rPr lang="pt-BR" altLang="pt-BR"/>
              <a:t>Na qual morreu Jesus.</a:t>
            </a:r>
            <a:br>
              <a:rPr lang="pt-BR" altLang="pt-BR"/>
            </a:br>
            <a:r>
              <a:rPr lang="pt-BR" altLang="pt-BR"/>
              <a:t>Sempre avante quero eu andar</a:t>
            </a:r>
            <a:br>
              <a:rPr lang="pt-BR" altLang="pt-BR"/>
            </a:br>
            <a:r>
              <a:rPr lang="pt-BR" altLang="pt-BR"/>
              <a:t>Té no céu chegar.</a:t>
            </a:r>
            <a:endParaRPr lang="en-US" alt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>
            <a:extLst>
              <a:ext uri="{FF2B5EF4-FFF2-40B4-BE49-F238E27FC236}">
                <a16:creationId xmlns:a16="http://schemas.microsoft.com/office/drawing/2014/main" id="{896AA646-8676-A073-E4B1-B193E2E9D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4" name="Rectangle 4">
            <a:extLst>
              <a:ext uri="{FF2B5EF4-FFF2-40B4-BE49-F238E27FC236}">
                <a16:creationId xmlns:a16="http://schemas.microsoft.com/office/drawing/2014/main" id="{EAD6C706-6AEA-EC5C-3E62-6E6F6C1929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5257800"/>
          </a:xfrm>
        </p:spPr>
        <p:txBody>
          <a:bodyPr/>
          <a:lstStyle/>
          <a:p>
            <a:r>
              <a:rPr lang="pt-BR" altLang="pt-BR"/>
              <a:t>Livre do pecado já estou,</a:t>
            </a:r>
            <a:br>
              <a:rPr lang="pt-BR" altLang="pt-BR"/>
            </a:br>
            <a:r>
              <a:rPr lang="pt-BR" altLang="pt-BR"/>
              <a:t>Do abismo me retirou,</a:t>
            </a:r>
            <a:br>
              <a:rPr lang="pt-BR" altLang="pt-BR"/>
            </a:br>
            <a:r>
              <a:rPr lang="pt-BR" altLang="pt-BR"/>
              <a:t>Sobre a rocha eterna me firmou;</a:t>
            </a:r>
            <a:br>
              <a:rPr lang="pt-BR" altLang="pt-BR"/>
            </a:br>
            <a:r>
              <a:rPr lang="pt-BR" altLang="pt-BR"/>
              <a:t>Glória a meu Jesus!</a:t>
            </a: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>
            <a:extLst>
              <a:ext uri="{FF2B5EF4-FFF2-40B4-BE49-F238E27FC236}">
                <a16:creationId xmlns:a16="http://schemas.microsoft.com/office/drawing/2014/main" id="{FC227F8D-6B7D-B40C-7E94-6F29641BE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9" name="Rectangle 5">
            <a:extLst>
              <a:ext uri="{FF2B5EF4-FFF2-40B4-BE49-F238E27FC236}">
                <a16:creationId xmlns:a16="http://schemas.microsoft.com/office/drawing/2014/main" id="{A01A3FC2-FC6B-F0D7-D6CA-B47B57FFB5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562600"/>
          </a:xfrm>
          <a:noFill/>
          <a:ln/>
        </p:spPr>
        <p:txBody>
          <a:bodyPr/>
          <a:lstStyle/>
          <a:p>
            <a:r>
              <a:rPr lang="pt-BR" altLang="pt-BR"/>
              <a:t>Quanta glória vejo em Jesus,</a:t>
            </a:r>
            <a:br>
              <a:rPr lang="pt-BR" altLang="pt-BR"/>
            </a:br>
            <a:r>
              <a:rPr lang="pt-BR" altLang="pt-BR"/>
              <a:t>Que me deu santo gozo </a:t>
            </a:r>
            <a:br>
              <a:rPr lang="pt-BR" altLang="pt-BR"/>
            </a:br>
            <a:r>
              <a:rPr lang="pt-BR" altLang="pt-BR"/>
              <a:t>E bendita luz</a:t>
            </a:r>
            <a:br>
              <a:rPr lang="pt-BR" altLang="pt-BR"/>
            </a:br>
            <a:r>
              <a:rPr lang="pt-BR" altLang="pt-BR"/>
              <a:t>Cujo os raios brilham lá na cruz,</a:t>
            </a:r>
            <a:br>
              <a:rPr lang="pt-BR" altLang="pt-BR"/>
            </a:br>
            <a:r>
              <a:rPr lang="pt-BR" altLang="pt-BR"/>
              <a:t>Na qual morreu Jesus.</a:t>
            </a:r>
            <a:br>
              <a:rPr lang="pt-BR" altLang="pt-BR"/>
            </a:br>
            <a:r>
              <a:rPr lang="pt-BR" altLang="pt-BR"/>
              <a:t>Sempre avante quero eu andar</a:t>
            </a:r>
            <a:br>
              <a:rPr lang="pt-BR" altLang="pt-BR"/>
            </a:br>
            <a:r>
              <a:rPr lang="pt-BR" altLang="pt-BR"/>
              <a:t>Té no céu chegar.</a:t>
            </a:r>
            <a:endParaRPr lang="en-US" alt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3" name="Picture 5">
            <a:extLst>
              <a:ext uri="{FF2B5EF4-FFF2-40B4-BE49-F238E27FC236}">
                <a16:creationId xmlns:a16="http://schemas.microsoft.com/office/drawing/2014/main" id="{464C9653-5487-174D-9442-D47582A09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2" name="Rectangle 4">
            <a:extLst>
              <a:ext uri="{FF2B5EF4-FFF2-40B4-BE49-F238E27FC236}">
                <a16:creationId xmlns:a16="http://schemas.microsoft.com/office/drawing/2014/main" id="{5C7A8BB6-66CA-E201-EDF9-8FA6B75F2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257800"/>
          </a:xfrm>
        </p:spPr>
        <p:txBody>
          <a:bodyPr/>
          <a:lstStyle/>
          <a:p>
            <a:r>
              <a:rPr lang="pt-BR" altLang="pt-BR"/>
              <a:t>Divinal louvor Jesus me deu;</a:t>
            </a:r>
            <a:br>
              <a:rPr lang="pt-BR" altLang="pt-BR"/>
            </a:br>
            <a:r>
              <a:rPr lang="pt-BR" altLang="pt-BR"/>
              <a:t>Harmonia que vem do céu;</a:t>
            </a:r>
            <a:br>
              <a:rPr lang="pt-BR" altLang="pt-BR"/>
            </a:br>
            <a:r>
              <a:rPr lang="pt-BR" altLang="pt-BR"/>
              <a:t>Cantarei, alegre, Cristo é meu,</a:t>
            </a:r>
            <a:br>
              <a:rPr lang="pt-BR" altLang="pt-BR"/>
            </a:br>
            <a:r>
              <a:rPr lang="pt-BR" altLang="pt-BR"/>
              <a:t>Glória a meu Jesus!</a:t>
            </a:r>
            <a:endParaRPr lang="en-US" alt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>
            <a:extLst>
              <a:ext uri="{FF2B5EF4-FFF2-40B4-BE49-F238E27FC236}">
                <a16:creationId xmlns:a16="http://schemas.microsoft.com/office/drawing/2014/main" id="{A1D1F5E0-3EA6-F08D-268B-52B2C80E86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197" name="Rectangle 5">
            <a:extLst>
              <a:ext uri="{FF2B5EF4-FFF2-40B4-BE49-F238E27FC236}">
                <a16:creationId xmlns:a16="http://schemas.microsoft.com/office/drawing/2014/main" id="{D16E9593-EB71-6CC7-B412-3FC81C04BA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486400"/>
          </a:xfrm>
          <a:noFill/>
          <a:ln/>
        </p:spPr>
        <p:txBody>
          <a:bodyPr/>
          <a:lstStyle/>
          <a:p>
            <a:r>
              <a:rPr lang="pt-BR" altLang="pt-BR"/>
              <a:t>Quanta glória vejo em Jesus,</a:t>
            </a:r>
            <a:br>
              <a:rPr lang="pt-BR" altLang="pt-BR"/>
            </a:br>
            <a:r>
              <a:rPr lang="pt-BR" altLang="pt-BR"/>
              <a:t>Que me deu santo gozo </a:t>
            </a:r>
            <a:br>
              <a:rPr lang="pt-BR" altLang="pt-BR"/>
            </a:br>
            <a:r>
              <a:rPr lang="pt-BR" altLang="pt-BR"/>
              <a:t>E bendita luz</a:t>
            </a:r>
            <a:br>
              <a:rPr lang="pt-BR" altLang="pt-BR"/>
            </a:br>
            <a:r>
              <a:rPr lang="pt-BR" altLang="pt-BR"/>
              <a:t>Cujo os raios brilham lá na cruz,</a:t>
            </a:r>
            <a:br>
              <a:rPr lang="pt-BR" altLang="pt-BR"/>
            </a:br>
            <a:r>
              <a:rPr lang="pt-BR" altLang="pt-BR"/>
              <a:t>Na qual morreu Jesus.</a:t>
            </a:r>
            <a:br>
              <a:rPr lang="pt-BR" altLang="pt-BR"/>
            </a:br>
            <a:r>
              <a:rPr lang="pt-BR" altLang="pt-BR"/>
              <a:t>Sempre avante quero eu andar</a:t>
            </a:r>
            <a:br>
              <a:rPr lang="pt-BR" altLang="pt-BR"/>
            </a:br>
            <a:r>
              <a:rPr lang="pt-BR" altLang="pt-BR"/>
              <a:t>Té no céu chegar.</a:t>
            </a:r>
            <a:endParaRPr lang="en-US" altLang="pt-B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Picture 5">
            <a:extLst>
              <a:ext uri="{FF2B5EF4-FFF2-40B4-BE49-F238E27FC236}">
                <a16:creationId xmlns:a16="http://schemas.microsoft.com/office/drawing/2014/main" id="{C198299E-F86F-8B7C-883E-8E258F2B2A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0" name="Rectangle 4">
            <a:extLst>
              <a:ext uri="{FF2B5EF4-FFF2-40B4-BE49-F238E27FC236}">
                <a16:creationId xmlns:a16="http://schemas.microsoft.com/office/drawing/2014/main" id="{9097A3C8-38DC-15AE-8A0D-B5AF35B474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10200"/>
          </a:xfrm>
        </p:spPr>
        <p:txBody>
          <a:bodyPr/>
          <a:lstStyle/>
          <a:p>
            <a:r>
              <a:rPr lang="pt-BR" altLang="pt-BR"/>
              <a:t>Esta nova hei de proclamar;</a:t>
            </a:r>
            <a:br>
              <a:rPr lang="pt-BR" altLang="pt-BR"/>
            </a:br>
            <a:r>
              <a:rPr lang="pt-BR" altLang="pt-BR"/>
              <a:t>Muitos hão de assim chegar.</a:t>
            </a:r>
            <a:br>
              <a:rPr lang="pt-BR" altLang="pt-BR"/>
            </a:br>
            <a:r>
              <a:rPr lang="pt-BR" altLang="pt-BR"/>
              <a:t>E a glória receber, sem par,</a:t>
            </a:r>
            <a:br>
              <a:rPr lang="pt-BR" altLang="pt-BR"/>
            </a:br>
            <a:r>
              <a:rPr lang="pt-BR" altLang="pt-BR"/>
              <a:t>Glória a meu Jesus!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6" name="Picture 6">
            <a:extLst>
              <a:ext uri="{FF2B5EF4-FFF2-40B4-BE49-F238E27FC236}">
                <a16:creationId xmlns:a16="http://schemas.microsoft.com/office/drawing/2014/main" id="{F4B5B131-E11F-597D-FED8-60313A1496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-228600"/>
            <a:ext cx="9753600" cy="7315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5" name="Rectangle 5">
            <a:extLst>
              <a:ext uri="{FF2B5EF4-FFF2-40B4-BE49-F238E27FC236}">
                <a16:creationId xmlns:a16="http://schemas.microsoft.com/office/drawing/2014/main" id="{921F6A12-5D18-E8E7-425E-476BE3C29D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791200"/>
          </a:xfrm>
          <a:noFill/>
          <a:ln/>
        </p:spPr>
        <p:txBody>
          <a:bodyPr/>
          <a:lstStyle/>
          <a:p>
            <a:r>
              <a:rPr lang="pt-BR" altLang="pt-BR"/>
              <a:t>Quanta glória vejo em Jesus,</a:t>
            </a:r>
            <a:br>
              <a:rPr lang="pt-BR" altLang="pt-BR"/>
            </a:br>
            <a:r>
              <a:rPr lang="pt-BR" altLang="pt-BR"/>
              <a:t>Gozo Santo </a:t>
            </a:r>
            <a:br>
              <a:rPr lang="pt-BR" altLang="pt-BR"/>
            </a:br>
            <a:r>
              <a:rPr lang="pt-BR" altLang="pt-BR"/>
              <a:t>E bendita luz</a:t>
            </a:r>
            <a:br>
              <a:rPr lang="pt-BR" altLang="pt-BR"/>
            </a:br>
            <a:r>
              <a:rPr lang="pt-BR" altLang="pt-BR"/>
              <a:t>Cujo os raios brilham lá na cruz,</a:t>
            </a:r>
            <a:br>
              <a:rPr lang="pt-BR" altLang="pt-BR"/>
            </a:br>
            <a:r>
              <a:rPr lang="pt-BR" altLang="pt-BR"/>
              <a:t>Na qual morreu Jesus.</a:t>
            </a:r>
            <a:br>
              <a:rPr lang="pt-BR" altLang="pt-BR"/>
            </a:br>
            <a:r>
              <a:rPr lang="pt-BR" altLang="pt-BR"/>
              <a:t>Sempre avante quero eu andar</a:t>
            </a:r>
            <a:br>
              <a:rPr lang="pt-BR" altLang="pt-BR"/>
            </a:br>
            <a:r>
              <a:rPr lang="pt-BR" altLang="pt-BR"/>
              <a:t>Té no céu chegar.</a:t>
            </a:r>
            <a:endParaRPr lang="en-US" alt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286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14 Gozo em Jesus </vt:lpstr>
      <vt:lpstr>Oh! Que gozo sinto em Jesus, Que por mim expirou na cruz; A minha alma deu divina luz, Glória a meu Jesus!</vt:lpstr>
      <vt:lpstr>Quanta glória vejo em Jesus, Que me deu santo gozo  E bendita luz Cujo os raios brilham lá na cruz, Na qual morreu Jesus. Sempre avante quero eu andar Té no céu chegar.</vt:lpstr>
      <vt:lpstr>Livre do pecado já estou, Do abismo me retirou, Sobre a rocha eterna me firmou; Glória a meu Jesus!</vt:lpstr>
      <vt:lpstr>Quanta glória vejo em Jesus, Que me deu santo gozo  E bendita luz Cujo os raios brilham lá na cruz, Na qual morreu Jesus. Sempre avante quero eu andar Té no céu chegar.</vt:lpstr>
      <vt:lpstr>Divinal louvor Jesus me deu; Harmonia que vem do céu; Cantarei, alegre, Cristo é meu, Glória a meu Jesus!</vt:lpstr>
      <vt:lpstr>Quanta glória vejo em Jesus, Que me deu santo gozo  E bendita luz Cujo os raios brilham lá na cruz, Na qual morreu Jesus. Sempre avante quero eu andar Té no céu chegar.</vt:lpstr>
      <vt:lpstr>Esta nova hei de proclamar; Muitos hão de assim chegar. E a glória receber, sem par, Glória a meu Jesus!</vt:lpstr>
      <vt:lpstr>Quanta glória vejo em Jesus, Gozo Santo  E bendita luz Cujo os raios brilham lá na cruz, Na qual morreu Jesus. Sempre avante quero eu andar Té no céu chegar.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 Gozo em Jesus </dc:title>
  <dc:creator>Junior</dc:creator>
  <cp:lastModifiedBy>Emerson Souza</cp:lastModifiedBy>
  <cp:revision>3</cp:revision>
  <dcterms:created xsi:type="dcterms:W3CDTF">2005-10-14T21:42:54Z</dcterms:created>
  <dcterms:modified xsi:type="dcterms:W3CDTF">2026-05-02T21:38:12Z</dcterms:modified>
</cp:coreProperties>
</file>