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2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42" autoAdjust="0"/>
  </p:normalViewPr>
  <p:slideViewPr>
    <p:cSldViewPr>
      <p:cViewPr varScale="1">
        <p:scale>
          <a:sx n="66" d="100"/>
          <a:sy n="66" d="100"/>
        </p:scale>
        <p:origin x="-5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37D84-36C5-2D8A-020D-59BEE1E94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5F8824-9AFE-D253-BC73-15269C422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D6FC01-59FC-DF6B-22B9-08668A6F3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30200E-885C-54AE-7319-42CA3D06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E8EB32-D899-E2CF-DA85-08221587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068638-EC56-4A8A-AB06-B222BE4601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5717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8AB84-CDE0-B035-DF5A-3BFC82672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0F085C-0107-7668-63C6-9B8CE3E4E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592D45-ACAD-6062-4263-95C763826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53EB98-1F11-B05B-C032-D8C32B861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086541-3CC9-2477-A744-C93F70AA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05195D-91BC-43DF-B7B2-1CBE0BA0B6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3871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953A7-F4C2-5F88-669C-94C1F4A5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E5AF06-7070-35C3-70F4-04A279A8A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9D1C4C-E1E6-8F52-1066-9F691D72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981441-6202-77CB-9B53-40D903B5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9AECB5-9277-5069-9D09-3766B3DB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A0B9D7-C39D-4D0F-AD9D-94BFCEE8FB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21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09A7F-215D-23D6-9808-34110AC1D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CCFCD9-2BC3-D4CC-C9E0-157E76765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2D9008-FFA5-A5FF-7683-B458C19D2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145BC2-21A5-F3E6-735F-08F477EF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FC08E1-4A57-B4CA-6258-B28FFBFD7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E9B38F-C974-F49E-6BB9-6FDC7591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CD901A-7C5A-4A2B-B1C3-F41B90B07F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53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FF04B-D5CF-FA29-5A7B-D4CCDE81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FB067F-6383-FDD7-870E-0555E8925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79BB34-CB42-7978-D39E-44F702825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63EFCAE-8E0C-283F-3CFD-1B1005FFD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77093F-9D55-482C-7643-7EE799FD4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DFB3026-26AD-E393-B519-7E833FCD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C421497-6977-FB8D-8739-BC999070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510B6B-6F89-1610-9ED6-0922E997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9A7476-8F26-420B-AFEF-432488BB77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157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253B4-4982-23E6-CDA3-416573D66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EEFCE6-E0D1-ECFC-D668-1A4551923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575E864-DD93-F0FF-73B9-4C2A64FD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D25D7CA-AE82-392F-B245-795ABE41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FCC0E1-494F-43F1-9BB5-56B01119ED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3772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A83BB14-555F-EA50-5F09-6B05D886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5643A6-3E8C-F9AE-A7A1-A82B8DC54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5A4BB3-1AD7-B726-31C6-00BDCD8B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E3D601-8E7F-4AFD-A3DB-212C6F35FE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989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5496D-0D11-EA1C-EF23-E256296E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463E8C-3CE7-B852-5027-7A50F01F9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8D7724-D33B-CCC0-E826-449E081DD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30A4D0-2A20-D3D7-16EA-3A6E1A38E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4F7F63-78C1-C05B-64F8-CEEEDE325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50F667-E2AB-8F5B-69F1-77D6ADE7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15D5EA-AD3A-4983-8937-66DFBEDD30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1597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FCFEB-CF6F-32AA-48B9-037BCE165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9ED6FB5-6CE1-8D89-90B3-5687C080E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F7AFC8-A16B-B7C4-3D88-AEDCEBF39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5DA20F-54F9-B5AF-2C77-2A6514CD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B4132B-D9F9-FE2E-E0B6-CE5C927E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82516E-571C-084C-842C-E7BA4C10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85B2CC-F6D4-4ED9-9B6D-CE42895745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1213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D5A3D-8FD5-3292-BD43-C21A11F5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E7DB9F-3283-2F06-0834-67DDDFC11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0A8C47-A4ED-F888-5A46-0909F4BD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31641C-968A-99E5-1CD1-E5FB0C17B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E2F224-24A8-5437-F882-6045D89F8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63F686-467C-44FB-8FC2-4F985FA3F0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4983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157CE2-882A-0098-F066-F215DC93A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AC630B6-3CD2-5F0E-282F-66D29AF42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FFCFF3-5389-86D3-2B31-27E67AAD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9088D2-935A-B91B-B91C-F5FBE3C78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9693B3-1E9F-CEA6-CF28-5CE2AB2B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499B90-4EDB-46A8-9B10-BFAA3A86A7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990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384D9DC-E2EA-0038-FEF2-0E3243D02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53E8149-041C-6239-7288-B93B6F41C9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A83FA83-F4F4-B7B9-06A3-45AA9E4B74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7957D0A-600E-08FD-100F-DF99B4E68C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1DCFA90-0E19-40D1-9419-1DC0F32E10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34BD284-C348-4B34-8AAE-4FFD1BD8C07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4166739-1611-26E6-C8A0-7D0F68AFFF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i="1">
                <a:solidFill>
                  <a:srgbClr val="582C00"/>
                </a:solidFill>
              </a:rPr>
              <a:t>21 </a:t>
            </a:r>
            <a:br>
              <a:rPr lang="en-US" altLang="pt-BR" sz="3600" i="1">
                <a:solidFill>
                  <a:srgbClr val="582C00"/>
                </a:solidFill>
              </a:rPr>
            </a:br>
            <a:r>
              <a:rPr lang="en-US" altLang="pt-BR" sz="3600" i="1">
                <a:solidFill>
                  <a:srgbClr val="582C00"/>
                </a:solidFill>
              </a:rPr>
              <a:t>GLORIOSA AURORA </a:t>
            </a:r>
            <a:r>
              <a:rPr lang="en-US" altLang="pt-BR" sz="3600">
                <a:solidFill>
                  <a:srgbClr val="582C00"/>
                </a:solidFill>
              </a:rPr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4859031-7F2E-87F3-BC6A-04DE1B3BA6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A2B4AA7-4416-BC37-85A1-31F034661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019800"/>
          </a:xfrm>
        </p:spPr>
        <p:txBody>
          <a:bodyPr/>
          <a:lstStyle/>
          <a:p>
            <a:r>
              <a:rPr lang="en-US" altLang="pt-BR" sz="4000" i="1">
                <a:solidFill>
                  <a:srgbClr val="582C00"/>
                </a:solidFill>
              </a:rPr>
              <a:t>A gloriosa aurora vem,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Do dia em que lá em Belém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Nasceu de Deus, o Filho;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Que belo dia e de luz,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No qual p'ra nós desceu Jesus,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Do céu mostrando o trilho.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Quantos santos hoje lembram,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E relembram a história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De Jesus, o Rei da Glória!  </a:t>
            </a:r>
            <a:r>
              <a:rPr lang="en-US" altLang="pt-BR" sz="4000">
                <a:solidFill>
                  <a:srgbClr val="582C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F82A094-555D-DED3-2EE4-C1290B2789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019800"/>
          </a:xfrm>
        </p:spPr>
        <p:txBody>
          <a:bodyPr/>
          <a:lstStyle/>
          <a:p>
            <a:r>
              <a:rPr lang="en-US" altLang="pt-BR" sz="4000" i="1">
                <a:solidFill>
                  <a:srgbClr val="582C00"/>
                </a:solidFill>
              </a:rPr>
              <a:t>Nasceu Jesus lá em Belém,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Trazendo-nos o sumo bem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Do céu - a liberdade;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Nos concedeu perfeita paz,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Consolação que satisfaz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Por toda a eternidade!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Como fomos desgarrados,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Desviados e perdidos!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Hoje somos redimidos!</a:t>
            </a:r>
            <a:r>
              <a:rPr lang="en-US" altLang="pt-BR" sz="4000">
                <a:solidFill>
                  <a:srgbClr val="582C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BA1E5D5-C60E-E710-8CCB-4F7AE4F40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>
                <a:solidFill>
                  <a:srgbClr val="582C00"/>
                </a:solidFill>
              </a:rPr>
              <a:t>Conosco Cristo habitará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Com Seu poder nos velará,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Nos dando livramento;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E sempre há de nos guiar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Pois Sua graça vai nos dar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Em todo o sofrimento, Scuta: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Luta sempre forte.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Té a morte, pois ajuda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Tens em Cristo, que não muda!</a:t>
            </a:r>
            <a:r>
              <a:rPr lang="en-US" altLang="pt-BR" sz="4000">
                <a:solidFill>
                  <a:srgbClr val="582C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6DE8320-D5F3-D7C2-0F20-078679787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>
                <a:solidFill>
                  <a:srgbClr val="582C00"/>
                </a:solidFill>
              </a:rPr>
              <a:t>Jesus desceu p'ra nos salvar,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O sol da graça vem brilhar,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Alegres jubilemos;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Jesus, ó nosso bom Pastor,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Vem nos guiar com Teu amor;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Ali nós pertencemos;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Almas salvas, perdoadas,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Libertadas hoje oram, </a:t>
            </a:r>
            <a:br>
              <a:rPr lang="en-US" altLang="pt-BR" sz="4000" i="1">
                <a:solidFill>
                  <a:srgbClr val="582C00"/>
                </a:solidFill>
              </a:rPr>
            </a:br>
            <a:r>
              <a:rPr lang="en-US" altLang="pt-BR" sz="4000" i="1">
                <a:solidFill>
                  <a:srgbClr val="582C00"/>
                </a:solidFill>
              </a:rPr>
              <a:t>Reverentes Te adoram!</a:t>
            </a:r>
            <a:r>
              <a:rPr lang="en-US" altLang="pt-BR" sz="4000">
                <a:solidFill>
                  <a:srgbClr val="582C00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230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21  GLORIOSA AURORA  </vt:lpstr>
      <vt:lpstr>A gloriosa aurora vem,  Do dia em que lá em Belém  Nasceu de Deus, o Filho;  Que belo dia e de luz,  No qual p'ra nós desceu Jesus,  Do céu mostrando o trilho.  Quantos santos hoje lembram,  E relembram a história  De Jesus, o Rei da Glória!   </vt:lpstr>
      <vt:lpstr>Nasceu Jesus lá em Belém,  Trazendo-nos o sumo bem  Do céu - a liberdade;  Nos concedeu perfeita paz,  Consolação que satisfaz  Por toda a eternidade!  Como fomos desgarrados,  Desviados e perdidos!  Hoje somos redimidos! </vt:lpstr>
      <vt:lpstr>Conosco Cristo habitará  Com Seu poder nos velará,  Nos dando livramento;  E sempre há de nos guiar  Pois Sua graça vai nos dar  Em todo o sofrimento, Scuta:  Luta sempre forte.  Té a morte, pois ajuda  Tens em Cristo, que não muda! </vt:lpstr>
      <vt:lpstr>Jesus desceu p'ra nos salvar,  O sol da graça vem brilhar,  Alegres jubilemos;  Jesus, ó nosso bom Pastor,  Vem nos guiar com Teu amor;  Ali nós pertencemos;  Almas salvas, perdoadas,  Libertadas hoje oram,  Reverentes Te adoram!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  GLORIOSA AURORA  </dc:title>
  <dc:creator>Junior</dc:creator>
  <cp:lastModifiedBy>Emerson Souza</cp:lastModifiedBy>
  <cp:revision>2</cp:revision>
  <dcterms:created xsi:type="dcterms:W3CDTF">2005-12-22T20:24:26Z</dcterms:created>
  <dcterms:modified xsi:type="dcterms:W3CDTF">2026-05-02T21:38:45Z</dcterms:modified>
</cp:coreProperties>
</file>