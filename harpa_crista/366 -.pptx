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2289F-1293-6B43-19CC-0F6F55D05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0D3BDF-FEA5-6DB6-3503-B1587F507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8907A6-F4F9-96CD-3DE9-EC629CE9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C2875A-A77B-B6DF-84F6-8E3CB3B8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DB3B9B-F7DF-033B-DEDE-96E3AA2F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636F2D-4ED6-44A8-A950-425E8D193BC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07790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CB054-BCB0-F377-F8B0-7CC923C2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AC427-E871-3A9F-1BB5-3CEF087A5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54219F-4AC8-C2DC-89DA-86DE4246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68E210-93DB-B414-BD85-146E0893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F7A3A1-58CA-C595-F27C-73915C10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1FED9-B070-4C86-951D-43F33168B57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6589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C7DE1-8C71-94F3-FA96-0D524705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BE1BBD-6B01-0BE7-4595-9912A76D9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C89379-4C66-644E-CB4F-85277758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C959B0-5108-D025-3F65-24590425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FBDF80-4356-31EA-84D0-583922D8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9733D-0B9F-4DAD-A16C-A9F0FDB596C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9157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884AC-648B-45D9-6BC1-CC78690F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C6F379-8D70-4419-09B6-26B196B52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0B3B47-C522-A587-3644-D13CD67BF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F20C7A-1D8D-A950-D62A-F4317E11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D96A21-F951-D68A-268E-6B68CECD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53D999-5BB7-FA9E-A6F1-B57810A2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340677-1E24-4482-B28F-E95D685E1AC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7304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5D049-8E4A-A2EE-B116-2B6861E7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C93B62-DDF8-C707-04B4-F97C624DF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D608F0-6CD4-7146-A696-38072FD456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175180-9100-A6FD-AD1B-15424F0AD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264A8E-6035-5DEA-3EFD-79E01E2B4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A6F2C7-9E0F-2586-BE94-9422DA4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C084E2-76A7-8529-EE87-E514A33DB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44E132-7783-A49C-7FFA-A310E6E7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8224F0-8224-4DDA-AF79-EB26E36B016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9064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00F66-F6B1-CD91-4DCF-B06869A0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0DC907-8D52-5E89-9598-9E1BA075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201205-DBBB-96F1-7492-34C85601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C1853B-4AD1-44AC-BF5C-743484C3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99BB07-74B8-4FFD-AD52-0A79CD368D8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27624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6E21B6-A967-EEB5-C289-165E4629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039FE2-1972-0366-705C-B538A71B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698C33-1BFD-C28D-B6D4-910BD2C6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4206AD-B3EF-4B7B-BB0F-E0BB999CF6C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3304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67472-8438-8BE8-AB6E-5814D9B9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F08222-B045-FB03-8615-109E04DFB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AD7B48-E7F9-EDD5-BB17-2F9708A07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533B07-4EFA-991E-B789-68023AA4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F406B7-E8BD-E9D4-9F15-4FB8CA57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1E059A-0EFC-EDB9-75B8-76605A39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C02E2-A731-4EF6-A6C9-0BDB3E646D7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3643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9A039-A2BA-978F-478E-66451D98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E668D1-CB4E-F31C-38BD-23765C95E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61F88F-B081-7F8E-47C9-928DAD3F7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7F6074-7357-5928-8E39-2E25B63A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D736F7-92D1-C323-F9E4-B1DBB82A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C4E743-93F1-4C5C-8B05-A941AC7A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4C934-5FBD-4D94-BBDC-746636CAA5C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2341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ECB30-BD2B-71DD-6E40-1884D575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290676-3BFA-6A04-9659-3A795BD30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CC36F1-02BE-AFBD-9428-DC10B2CF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70B00F-A8F0-A5A2-C1D6-7A696D2D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8D57C8-61CE-8040-7D1F-C1601542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6078B-5B47-46B2-AE0F-85BB126D898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3502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37EDF8-4130-8582-6391-6C266B657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053BDD-064E-8E6A-F1AA-FEC855649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FC52FE-93D6-DF19-F472-48B85232B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C4BA55-7D9B-AA60-6993-A1BCA36A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E4D381-F9BF-ADD7-E0D8-B5CA342B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C23407-FC54-4B9B-B283-26ED0B28AAD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0618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6E1E733-6AFF-2CB2-A1D3-29059C734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45DA62-84EA-EA03-AA73-F708DF2E8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6A1AF-B0F7-02A1-71F9-CDB08B6CF2B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7DFBEB7-FA02-292C-60C7-5D427C9CAA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ABC39F2-31BF-8AAB-CFD4-C637112CD34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DE89A70-5204-418E-B1CD-CD83366D54B7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49092ED-ABFE-81AA-FA5E-FE89097EE4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366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B0E910F-8AB9-DA15-A172-173D91F987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110DF9C-F300-0BA3-709D-2D9B3B908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Em Belém nasceu Jesus</a:t>
            </a:r>
            <a:br>
              <a:rPr lang="pt-BR" altLang="pt-BR"/>
            </a:br>
            <a:r>
              <a:rPr lang="pt-BR" altLang="pt-BR"/>
              <a:t>Nosso grande Redentor</a:t>
            </a:r>
            <a:br>
              <a:rPr lang="pt-BR" altLang="pt-BR"/>
            </a:br>
            <a:r>
              <a:rPr lang="pt-BR" altLang="pt-BR"/>
              <a:t>Sendo a bendita luz</a:t>
            </a:r>
            <a:br>
              <a:rPr lang="pt-BR" altLang="pt-BR"/>
            </a:br>
            <a:r>
              <a:rPr lang="pt-BR" altLang="pt-BR"/>
              <a:t>Para um mundo pecador.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47EF1FE-C7AD-05DF-2CC1-3898DB71D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Oh! Aleluia a Cristo Jesus</a:t>
            </a:r>
            <a:br>
              <a:rPr lang="pt-BR" altLang="pt-BR"/>
            </a:br>
            <a:r>
              <a:rPr lang="pt-BR" altLang="pt-BR"/>
              <a:t>O enviado, Filho de Deus</a:t>
            </a:r>
            <a:br>
              <a:rPr lang="pt-BR" altLang="pt-BR"/>
            </a:br>
            <a:r>
              <a:rPr lang="pt-BR" altLang="pt-BR"/>
              <a:t>Gozo e luz que vida produz</a:t>
            </a:r>
            <a:br>
              <a:rPr lang="pt-BR" altLang="pt-BR"/>
            </a:br>
            <a:r>
              <a:rPr lang="pt-BR" altLang="pt-BR"/>
              <a:t>Cristo trouxe lá dos Céus!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5D7EB12-6F7D-C9D8-28FF-58DD827BA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Com pastores, a Belém</a:t>
            </a:r>
            <a:br>
              <a:rPr lang="pt-BR" altLang="pt-BR"/>
            </a:br>
            <a:r>
              <a:rPr lang="pt-BR" altLang="pt-BR"/>
              <a:t>Vamos a Jesus Louvar</a:t>
            </a:r>
            <a:br>
              <a:rPr lang="pt-BR" altLang="pt-BR"/>
            </a:br>
            <a:r>
              <a:rPr lang="pt-BR" altLang="pt-BR"/>
              <a:t>Nossa gratidão, também</a:t>
            </a:r>
            <a:br>
              <a:rPr lang="pt-BR" altLang="pt-BR"/>
            </a:br>
            <a:r>
              <a:rPr lang="pt-BR" altLang="pt-BR"/>
              <a:t>Dar a quem nos quis salvar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B6643DC-7E01-4F97-663D-91BA207C9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Em humilde adoração</a:t>
            </a:r>
            <a:br>
              <a:rPr lang="pt-BR" altLang="pt-BR"/>
            </a:br>
            <a:r>
              <a:rPr lang="pt-BR" altLang="pt-BR"/>
              <a:t>A jesus, sim ofertar</a:t>
            </a:r>
            <a:br>
              <a:rPr lang="pt-BR" altLang="pt-BR"/>
            </a:br>
            <a:r>
              <a:rPr lang="pt-BR" altLang="pt-BR"/>
              <a:t>Nosso grato coração</a:t>
            </a:r>
            <a:br>
              <a:rPr lang="pt-BR" altLang="pt-BR"/>
            </a:br>
            <a:r>
              <a:rPr lang="pt-BR" altLang="pt-BR"/>
              <a:t>Que sentiu o amor sem par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CE03BE2-CEB8-E8FC-A95C-666BBB003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Lá do céu Jesus desceu</a:t>
            </a:r>
            <a:br>
              <a:rPr lang="pt-BR" altLang="pt-BR"/>
            </a:br>
            <a:r>
              <a:rPr lang="pt-BR" altLang="pt-BR"/>
              <a:t>Fez-se homem sendo Deus</a:t>
            </a:r>
            <a:br>
              <a:rPr lang="pt-BR" altLang="pt-BR"/>
            </a:br>
            <a:r>
              <a:rPr lang="pt-BR" altLang="pt-BR"/>
              <a:t>Nossas dores padeceu</a:t>
            </a:r>
            <a:br>
              <a:rPr lang="pt-BR" altLang="pt-BR"/>
            </a:br>
            <a:r>
              <a:rPr lang="pt-BR" altLang="pt-BR"/>
              <a:t>P´ra levar-nos para os céus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A4D5F40-2ED3-708C-266C-4144A72825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Demos glória, glória a Deus</a:t>
            </a:r>
            <a:br>
              <a:rPr lang="pt-BR" altLang="pt-BR"/>
            </a:br>
            <a:r>
              <a:rPr lang="pt-BR" altLang="pt-BR"/>
              <a:t>Pelo dom do seu amor</a:t>
            </a:r>
            <a:br>
              <a:rPr lang="pt-BR" altLang="pt-BR"/>
            </a:br>
            <a:r>
              <a:rPr lang="pt-BR" altLang="pt-BR"/>
              <a:t>Louvemos sim, nos Céus</a:t>
            </a:r>
            <a:br>
              <a:rPr lang="pt-BR" altLang="pt-BR"/>
            </a:br>
            <a:r>
              <a:rPr lang="pt-BR" altLang="pt-BR"/>
              <a:t>A Jesus com mais fervor.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240C64FE-DCD5-5EDA-1FF4-5C9B8B8F6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Cantam os anjos, glória a Deus</a:t>
            </a:r>
            <a:br>
              <a:rPr lang="pt-BR" altLang="pt-BR"/>
            </a:br>
            <a:r>
              <a:rPr lang="pt-BR" altLang="pt-BR"/>
              <a:t>Para os homens santa paz</a:t>
            </a:r>
            <a:br>
              <a:rPr lang="pt-BR" altLang="pt-BR"/>
            </a:br>
            <a:r>
              <a:rPr lang="pt-BR" altLang="pt-BR"/>
              <a:t>Cantam glória os filhos Seus</a:t>
            </a:r>
            <a:br>
              <a:rPr lang="pt-BR" altLang="pt-BR"/>
            </a:br>
            <a:r>
              <a:rPr lang="pt-BR" altLang="pt-BR"/>
              <a:t>Salve o Rei, que gozo nos traz.</a:t>
            </a:r>
            <a:br>
              <a:rPr lang="pt-BR" altLang="pt-BR"/>
            </a:br>
            <a:r>
              <a:rPr lang="pt-BR" altLang="pt-BR"/>
              <a:t>							</a:t>
            </a:r>
            <a:r>
              <a:rPr lang="pt-BR" altLang="pt-BR" sz="2800"/>
              <a:t>S.J.N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Design padrão</vt:lpstr>
      <vt:lpstr>366</vt:lpstr>
      <vt:lpstr>Em Belém nasceu Jesus Nosso grande Redentor Sendo a bendita luz Para um mundo pecador.</vt:lpstr>
      <vt:lpstr>Oh! Aleluia a Cristo Jesus O enviado, Filho de Deus Gozo e luz que vida produz Cristo trouxe lá dos Céus!</vt:lpstr>
      <vt:lpstr>Com pastores, a Belém Vamos a Jesus Louvar Nossa gratidão, também Dar a quem nos quis salvar</vt:lpstr>
      <vt:lpstr>Em humilde adoração A jesus, sim ofertar Nosso grato coração Que sentiu o amor sem par</vt:lpstr>
      <vt:lpstr>Lá do céu Jesus desceu Fez-se homem sendo Deus Nossas dores padeceu P´ra levar-nos para os céus</vt:lpstr>
      <vt:lpstr>Demos glória, glória a Deus Pelo dom do seu amor Louvemos sim, nos Céus A Jesus com mais fervor.</vt:lpstr>
      <vt:lpstr>Cantam os anjos, glória a Deus Para os homens santa paz Cantam glória os filhos Seus Salve o Rei, que gozo nos traz.        S.J.N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366</dc:title>
  <dc:creator>User041</dc:creator>
  <cp:lastModifiedBy>Emerson Souza</cp:lastModifiedBy>
  <cp:revision>2</cp:revision>
  <dcterms:created xsi:type="dcterms:W3CDTF">2006-07-01T22:34:32Z</dcterms:created>
  <dcterms:modified xsi:type="dcterms:W3CDTF">2026-05-02T22:07:28Z</dcterms:modified>
</cp:coreProperties>
</file>