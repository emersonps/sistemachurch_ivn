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6BB1D-3113-DD65-53FB-2F1FC93C4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778F70-DF76-7A7D-1612-B2E764A37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420E3-0D99-6E7C-9011-35605F47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98AB6-1318-783B-B268-0F3639E8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2C905E-D72D-445D-5565-4CF99A09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65BE5-0AFA-41DC-9F85-3A0F0E67B5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610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D6DAD-8235-9543-1EDD-46BA732D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611411-DFFB-A2B5-E3B3-47768402A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102C2D-AE57-C1ED-CCD4-567DB0D0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B8CE4-FAFA-87AF-9053-8FFA4648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35BED5-52A8-CA92-1FC9-13F61CFE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00FB7-6239-4950-925F-60EB375E36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46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42F82-4836-DEC0-1752-2D913454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57C1AE-D2FB-52E9-D188-B23F3FD2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14F29-FCDB-8CC6-14F2-D2680BB3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3A14FA-0C60-887A-659F-554666C8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79AF32-C324-541B-F4BD-858C1239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779B3-9D9A-41B4-842E-91434C540F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7417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E93EE-0217-9D6A-D6ED-BFB716F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93C479-2513-7437-A40E-8B438640D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8296CA-5BBF-1E64-B436-DA98A11ED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AB6FC3-8DCD-53F5-28DF-31939A73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1DB83B-0EC3-AA92-FA8C-0E6D4F4A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2BD92D-2157-CD59-BDC2-E79982CF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AD6BC8-677F-47C6-924B-72F440B854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926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48CB0-A915-9D00-B084-3A78F477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21088B-0058-ECB2-0DB7-D9FB39C0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D510D0-FE90-0105-DEEA-01B2D3415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B63A7A1-D4DE-6E4B-03B7-9E6534736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71D6E46-6236-8316-DF0B-C1C4A746F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CC9AE6-3BF0-8AF6-D066-3F554D6F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787D2F-58D4-E231-B5C9-8E302FD6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342D53-C1E2-3E28-1FE5-E6AE7960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C0B056-6D1F-41A2-8B57-74F64ED4BD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767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897D3-B157-4E73-C959-FA34DAFF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016907-20FA-EBD8-D302-D729F25D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5DE1A6-9194-9619-DC10-7F33E876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478FED-8182-A9EA-53F8-AAD263E7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C1271-73E5-4C59-A9C1-34391F2D36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258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94AC7B-5E4D-AF5F-ACEC-BD1C0A35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07CB81-A958-F6E8-1D55-C9E5A86F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37455F-81F7-CC37-5345-58770522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CFB7F8-BF05-40CE-9F43-A7ADB2E913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860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322AE-F9E1-5031-89F0-22FBC2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6F7258-39D9-B627-1DB1-361C870A9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0696DA-5228-0BFE-6C55-52DBEC24C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F58A01-2941-DCE4-2781-78E83585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0EC0CE-B6AE-2D07-62AC-2E4145C0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27DAC0-AF6D-5AE2-2CA8-9F27E714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9E8D61-834F-46AA-B235-EED9194C73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064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AE6DE-92AD-6EB7-9F17-4D7A44D2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77D05DE-D383-2C20-B319-E19B2B05C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575B0B-5BC3-CBC4-D880-28B3DBECC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8A3770-8B61-9F4D-4BAE-4B223E48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34374B-B383-ABCC-0044-157D09B4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4A11AC-16B5-2456-504A-B8CA4EE1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952B3-FA89-462A-8F56-29FED094AA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4942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1F57F-3FA5-0694-A2BE-E6C28867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FA53CA-A572-DB7C-07E3-406C0520C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4F116A-F7A1-A2E3-17D9-893E1BD5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5FE914-D73C-7822-301D-BD61EF93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628685-2E85-EB73-DB62-399CAF53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05284-7382-453A-AB78-608C28E22A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216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8320F7-56F4-8CE8-ECC5-1DCBF3E04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29C247-996E-E516-5967-F8E6F9A97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B10155-CEBD-2D98-3CF2-D8DAB2A4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0E6E38-DBE2-B2A6-00C7-006D215F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FFC3F2-12A2-B55D-97EA-082E430A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1B18A-3351-4CFE-A821-DC61352C59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711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57C25F8-9AC4-12DA-1A99-DB0CC2B3D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308AEE7-BA9A-8D4A-ADEA-3334E3721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509B07-4D30-1C3F-4C13-E6A7ADB3F3E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D59161-F671-639F-FFDE-CBE37BA8C8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7B2A049-A2BB-2CF9-1984-CCC666F213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1F2B48-903E-41D9-82D7-E4D1CF3C8C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361A39A-D808-EC12-7EB7-4A7B80654C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466 - Que Maravilha!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69AF05B-F11C-1E44-03AE-91184FBE9C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D8E565B-A993-E28F-F625-4E494573E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Amigo, conheces, também enalteces</a:t>
            </a:r>
            <a:r>
              <a:rPr lang="en-US" altLang="pt-BR" sz="4000"/>
              <a:t> </a:t>
            </a:r>
            <a:r>
              <a:rPr lang="en-US" altLang="pt-BR" sz="4000" i="1"/>
              <a:t>Jesus, o Filho de Deus?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Tens nEle já crido, e assim recebido Jesus, o Filho de Deus?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27F919-D520-39E3-C466-DB8A41BE9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Que maravilha! Que maravilha!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Eu te adoro! Sim, eu te amo!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0D9284A-27A3-C4C6-1D66-EC492BAEA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Seguir, quem almeja, e n’alma deseja</a:t>
            </a:r>
            <a:r>
              <a:rPr lang="en-US" altLang="pt-BR" sz="4000"/>
              <a:t> </a:t>
            </a:r>
            <a:r>
              <a:rPr lang="en-US" altLang="pt-BR" sz="4000" i="1"/>
              <a:t>Jesus, o Filho de Deus?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Quem foi rejeitado por esse adorado</a:t>
            </a:r>
            <a:r>
              <a:rPr lang="en-US" altLang="pt-BR" sz="4000"/>
              <a:t> </a:t>
            </a:r>
            <a:r>
              <a:rPr lang="en-US" altLang="pt-BR" sz="4000" i="1"/>
              <a:t>Jesus, o Filho de Deus?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90F5765-F591-5DA5-6320-EC3CDFE41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Que maravilha! Que maravilha!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Eu te adoro! Sim, eu te amo!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53FDB4-FFA8-7B48-F740-AAB653259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Se hoje confiares, também aceitares</a:t>
            </a:r>
            <a:r>
              <a:rPr lang="en-US" altLang="pt-BR" sz="4000"/>
              <a:t> </a:t>
            </a:r>
            <a:r>
              <a:rPr lang="en-US" altLang="pt-BR" sz="4000" i="1"/>
              <a:t>Jesus, o Filho de Deus.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Irás jubilando, e sempre louvando Jesus, o Filho de Deus.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B29779D-39C8-ED01-13DD-845A3A00C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Que maravilha! Que maravilha!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Eu te adoro! Sim, eu te amo!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5CDC51C-AC27-5BB7-3E03-31A411864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600" i="1"/>
              <a:t>Dos céus, muito breve, </a:t>
            </a:r>
            <a:br>
              <a:rPr lang="en-US" altLang="pt-BR" sz="3600" i="1"/>
            </a:br>
            <a:r>
              <a:rPr lang="en-US" altLang="pt-BR" sz="3600" i="1"/>
              <a:t>Descer pra nós deve,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Jesus, o Filho de Deus</a:t>
            </a:r>
            <a:br>
              <a:rPr lang="en-US" altLang="pt-BR" sz="3600" i="1"/>
            </a:br>
            <a:r>
              <a:rPr lang="en-US" altLang="pt-BR" sz="3600" i="1"/>
              <a:t>Ó vem, eu te clamo. ó vem, pois te amo, Jesus, o filho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C4208E3-D704-0D6B-A626-4C14CE458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Que maravilha! Que maravilha!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Eu te adoro! Sim, eu te amo!</a:t>
            </a:r>
            <a:r>
              <a:rPr lang="en-US" altLang="pt-BR" sz="4000"/>
              <a:t> </a:t>
            </a:r>
            <a:r>
              <a:rPr lang="en-US" altLang="pt-BR" sz="4000" b="1" i="1"/>
              <a:t>Jesus, o Filho de Deus!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466 - Que Maravilha! </vt:lpstr>
      <vt:lpstr>Amigo, conheces, também enalteces Jesus, o Filho de Deus?  Tens nEle já crido, e assim recebido Jesus, o Filho de Deus?  </vt:lpstr>
      <vt:lpstr>Que maravilha! Que maravilha! Jesus, o Filho de Deus!  Oh! Eu te adoro! Sim, eu te amo! Jesus, o Filho de Deus!  </vt:lpstr>
      <vt:lpstr>Seguir, quem almeja, e n’alma deseja Jesus, o Filho de Deus?  Quem foi rejeitado por esse adorado Jesus, o Filho de Deus?  </vt:lpstr>
      <vt:lpstr>Que maravilha! Que maravilha! Jesus, o Filho de Deus!  Oh! Eu te adoro! Sim, eu te amo! Jesus, o Filho de Deus!  </vt:lpstr>
      <vt:lpstr>Se hoje confiares, também aceitares Jesus, o Filho de Deus.  Irás jubilando, e sempre louvando Jesus, o Filho de Deus.  </vt:lpstr>
      <vt:lpstr>Que maravilha! Que maravilha! Jesus, o Filho de Deus!  Oh! Eu te adoro! Sim, eu te amo! Jesus, o Filho de Deus!  </vt:lpstr>
      <vt:lpstr>Dos céus, muito breve,  Descer pra nós deve,  Jesus, o Filho de Deus Ó vem, eu te clamo. ó vem, pois te amo, Jesus, o filho de Deus.</vt:lpstr>
      <vt:lpstr>Que maravilha! Que maravilha! Jesus, o Filho de Deus!  Oh! Eu te adoro! Sim, eu te amo! Jesus, o Filho de Deus!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466 - Que Maravilha! </dc:title>
  <dc:creator>Junior</dc:creator>
  <cp:lastModifiedBy>Emerson Souza</cp:lastModifiedBy>
  <cp:revision>1</cp:revision>
  <dcterms:created xsi:type="dcterms:W3CDTF">2005-12-26T18:05:17Z</dcterms:created>
  <dcterms:modified xsi:type="dcterms:W3CDTF">2026-05-02T22:16:02Z</dcterms:modified>
</cp:coreProperties>
</file>