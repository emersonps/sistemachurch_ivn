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3" r:id="rId1"/>
  </p:sldMasterIdLst>
  <p:sldIdLst>
    <p:sldId id="256" r:id="rId2"/>
    <p:sldId id="257" r:id="rId3"/>
    <p:sldId id="258" r:id="rId4"/>
    <p:sldId id="259" r:id="rId5"/>
    <p:sldId id="262" r:id="rId6"/>
    <p:sldId id="260" r:id="rId7"/>
    <p:sldId id="263" r:id="rId8"/>
    <p:sldId id="261" r:id="rId9"/>
    <p:sldId id="264" r:id="rId10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6" d="100"/>
          <a:sy n="66" d="100"/>
        </p:scale>
        <p:origin x="-114" y="-19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434" name="Group 2">
            <a:extLst>
              <a:ext uri="{FF2B5EF4-FFF2-40B4-BE49-F238E27FC236}">
                <a16:creationId xmlns:a16="http://schemas.microsoft.com/office/drawing/2014/main" id="{F997C74E-614B-AC76-3229-7D6B8C2A01B2}"/>
              </a:ext>
            </a:extLst>
          </p:cNvPr>
          <p:cNvGrpSpPr>
            <a:grpSpLocks/>
          </p:cNvGrpSpPr>
          <p:nvPr/>
        </p:nvGrpSpPr>
        <p:grpSpPr bwMode="auto">
          <a:xfrm>
            <a:off x="0" y="0"/>
            <a:ext cx="8458200" cy="5943600"/>
            <a:chOff x="0" y="0"/>
            <a:chExt cx="5328" cy="3744"/>
          </a:xfrm>
        </p:grpSpPr>
        <p:sp>
          <p:nvSpPr>
            <p:cNvPr id="18435" name="Freeform 3">
              <a:extLst>
                <a:ext uri="{FF2B5EF4-FFF2-40B4-BE49-F238E27FC236}">
                  <a16:creationId xmlns:a16="http://schemas.microsoft.com/office/drawing/2014/main" id="{54710D0B-F67F-1CFC-693B-D5740CF775A7}"/>
                </a:ext>
              </a:extLst>
            </p:cNvPr>
            <p:cNvSpPr>
              <a:spLocks/>
            </p:cNvSpPr>
            <p:nvPr/>
          </p:nvSpPr>
          <p:spPr bwMode="hidden">
            <a:xfrm>
              <a:off x="0" y="1440"/>
              <a:ext cx="5155" cy="2304"/>
            </a:xfrm>
            <a:custGeom>
              <a:avLst/>
              <a:gdLst>
                <a:gd name="T0" fmla="*/ 5154 w 5155"/>
                <a:gd name="T1" fmla="*/ 1769 h 2304"/>
                <a:gd name="T2" fmla="*/ 0 w 5155"/>
                <a:gd name="T3" fmla="*/ 2304 h 2304"/>
                <a:gd name="T4" fmla="*/ 0 w 5155"/>
                <a:gd name="T5" fmla="*/ 1252 h 2304"/>
                <a:gd name="T6" fmla="*/ 5155 w 5155"/>
                <a:gd name="T7" fmla="*/ 0 h 2304"/>
                <a:gd name="T8" fmla="*/ 5155 w 5155"/>
                <a:gd name="T9" fmla="*/ 1416 h 2304"/>
                <a:gd name="T10" fmla="*/ 5154 w 5155"/>
                <a:gd name="T11" fmla="*/ 1769 h 23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155" h="2304">
                  <a:moveTo>
                    <a:pt x="5154" y="1769"/>
                  </a:moveTo>
                  <a:lnTo>
                    <a:pt x="0" y="2304"/>
                  </a:lnTo>
                  <a:lnTo>
                    <a:pt x="0" y="1252"/>
                  </a:lnTo>
                  <a:lnTo>
                    <a:pt x="5155" y="0"/>
                  </a:lnTo>
                  <a:lnTo>
                    <a:pt x="5155" y="1416"/>
                  </a:lnTo>
                  <a:lnTo>
                    <a:pt x="5154" y="1769"/>
                  </a:lnTo>
                  <a:close/>
                </a:path>
              </a:pathLst>
            </a:custGeom>
            <a:gradFill rotWithShape="1">
              <a:gsLst>
                <a:gs pos="0">
                  <a:schemeClr val="bg1">
                    <a:gamma/>
                    <a:shade val="84706"/>
                    <a:invGamma/>
                  </a:schemeClr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8436" name="Freeform 4">
              <a:extLst>
                <a:ext uri="{FF2B5EF4-FFF2-40B4-BE49-F238E27FC236}">
                  <a16:creationId xmlns:a16="http://schemas.microsoft.com/office/drawing/2014/main" id="{8B9BBB2A-550B-8069-AA61-CBCAD80C6532}"/>
                </a:ext>
              </a:extLst>
            </p:cNvPr>
            <p:cNvSpPr>
              <a:spLocks/>
            </p:cNvSpPr>
            <p:nvPr/>
          </p:nvSpPr>
          <p:spPr bwMode="hidden">
            <a:xfrm>
              <a:off x="0" y="0"/>
              <a:ext cx="5328" cy="3689"/>
            </a:xfrm>
            <a:custGeom>
              <a:avLst/>
              <a:gdLst>
                <a:gd name="T0" fmla="*/ 5311 w 5328"/>
                <a:gd name="T1" fmla="*/ 3209 h 3689"/>
                <a:gd name="T2" fmla="*/ 0 w 5328"/>
                <a:gd name="T3" fmla="*/ 3689 h 3689"/>
                <a:gd name="T4" fmla="*/ 0 w 5328"/>
                <a:gd name="T5" fmla="*/ 9 h 3689"/>
                <a:gd name="T6" fmla="*/ 5328 w 5328"/>
                <a:gd name="T7" fmla="*/ 0 h 3689"/>
                <a:gd name="T8" fmla="*/ 5311 w 5328"/>
                <a:gd name="T9" fmla="*/ 3209 h 36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328" h="3689">
                  <a:moveTo>
                    <a:pt x="5311" y="3209"/>
                  </a:moveTo>
                  <a:lnTo>
                    <a:pt x="0" y="3689"/>
                  </a:lnTo>
                  <a:lnTo>
                    <a:pt x="0" y="9"/>
                  </a:lnTo>
                  <a:lnTo>
                    <a:pt x="5328" y="0"/>
                  </a:lnTo>
                  <a:lnTo>
                    <a:pt x="5311" y="3209"/>
                  </a:lnTo>
                  <a:close/>
                </a:path>
              </a:pathLst>
            </a:custGeom>
            <a:gradFill rotWithShape="1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18437" name="Rectangle 5">
            <a:extLst>
              <a:ext uri="{FF2B5EF4-FFF2-40B4-BE49-F238E27FC236}">
                <a16:creationId xmlns:a16="http://schemas.microsoft.com/office/drawing/2014/main" id="{9D0DF8BC-6B87-451A-0FDE-7C6668363BA2}"/>
              </a:ext>
            </a:extLst>
          </p:cNvPr>
          <p:cNvSpPr>
            <a:spLocks noGrp="1" noChangeArrowheads="1"/>
          </p:cNvSpPr>
          <p:nvPr>
            <p:ph type="subTitle" sz="quarter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anose="05000000000000000000" pitchFamily="2" charset="2"/>
              <a:buNone/>
              <a:defRPr/>
            </a:lvl1pPr>
          </a:lstStyle>
          <a:p>
            <a:pPr lvl="0"/>
            <a:r>
              <a:rPr lang="en-US" altLang="pt-BR" noProof="0"/>
              <a:t>Clique para editar o estilo do subtítulo mestre</a:t>
            </a:r>
          </a:p>
        </p:txBody>
      </p:sp>
      <p:sp>
        <p:nvSpPr>
          <p:cNvPr id="18438" name="Rectangle 6">
            <a:extLst>
              <a:ext uri="{FF2B5EF4-FFF2-40B4-BE49-F238E27FC236}">
                <a16:creationId xmlns:a16="http://schemas.microsoft.com/office/drawing/2014/main" id="{7AF768BB-7EB0-1D9E-78EE-15B8A5494315}"/>
              </a:ext>
            </a:extLst>
          </p:cNvPr>
          <p:cNvSpPr>
            <a:spLocks noGrp="1" noChangeArrowheads="1"/>
          </p:cNvSpPr>
          <p:nvPr>
            <p:ph type="dt" sz="quarter" idx="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18439" name="Rectangle 7">
            <a:extLst>
              <a:ext uri="{FF2B5EF4-FFF2-40B4-BE49-F238E27FC236}">
                <a16:creationId xmlns:a16="http://schemas.microsoft.com/office/drawing/2014/main" id="{3FE5ECC9-17A8-5F4D-D71D-0B4DF87DC368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18440" name="Rectangle 8">
            <a:extLst>
              <a:ext uri="{FF2B5EF4-FFF2-40B4-BE49-F238E27FC236}">
                <a16:creationId xmlns:a16="http://schemas.microsoft.com/office/drawing/2014/main" id="{BEAEA8D4-4A3C-CB6B-91C0-6394F34F33F2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/>
        <p:txBody>
          <a:bodyPr/>
          <a:lstStyle>
            <a:lvl1pPr>
              <a:defRPr/>
            </a:lvl1pPr>
          </a:lstStyle>
          <a:p>
            <a:fld id="{C9836956-0F4F-4571-ACDB-31AB4B95AF77}" type="slidenum">
              <a:rPr lang="en-US" altLang="pt-BR"/>
              <a:pPr/>
              <a:t>‹nº›</a:t>
            </a:fld>
            <a:endParaRPr lang="en-US" altLang="pt-BR"/>
          </a:p>
        </p:txBody>
      </p:sp>
      <p:sp>
        <p:nvSpPr>
          <p:cNvPr id="18441" name="Rectangle 9">
            <a:extLst>
              <a:ext uri="{FF2B5EF4-FFF2-40B4-BE49-F238E27FC236}">
                <a16:creationId xmlns:a16="http://schemas.microsoft.com/office/drawing/2014/main" id="{856B5698-3C39-771A-D989-637758D0F65D}"/>
              </a:ext>
            </a:extLst>
          </p:cNvPr>
          <p:cNvSpPr>
            <a:spLocks noGrp="1" noChangeArrowheads="1"/>
          </p:cNvSpPr>
          <p:nvPr>
            <p:ph type="ctrTitle" sz="quarter"/>
          </p:nvPr>
        </p:nvSpPr>
        <p:spPr>
          <a:xfrm>
            <a:off x="685800" y="1768475"/>
            <a:ext cx="7772400" cy="1736725"/>
          </a:xfrm>
        </p:spPr>
        <p:txBody>
          <a:bodyPr anchor="b" anchorCtr="1"/>
          <a:lstStyle>
            <a:lvl1pPr>
              <a:defRPr sz="5400"/>
            </a:lvl1pPr>
          </a:lstStyle>
          <a:p>
            <a:pPr lvl="0"/>
            <a:r>
              <a:rPr lang="en-US" altLang="pt-BR" noProof="0"/>
              <a:t>Clique para editar o estilo do título mestre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F17BB4B-EE9D-634E-F7F2-7146575323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E1CE5BA-797E-43D9-67C3-20A6996B4D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9DA0ED6-D55E-3572-AAD1-8ACDAD4F4E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22F9CEA-3C77-9DBC-081A-6756716E95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F61C7F1-4234-3BC2-4314-963BEEADBC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F688-D10D-4D21-B286-2098A96781E6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8562447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7A7C70D-23EB-57CF-F2B8-7645D55628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716B288-1C16-B362-5221-DAB594D785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D112677-DE4D-A270-3AA2-D203C49507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5D62FA5-4099-D97B-32B1-DEF292B67E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CEA036D-0B35-4258-3DC5-11B6C28D32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F81DA06-9272-41E7-A57B-62FE6195B9E4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0471532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AF4194-F255-CAD4-F18F-DFC262434E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A4E6A9B-6A73-E5D5-7D17-340D3ADD8A1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495800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D401BFFA-B33E-F5A2-BE8B-7BD540870F6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495800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A900A9E8-059E-CEEA-78B2-09DA5C85A6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2A1B0999-9C38-A31C-CC2A-25CE1EA231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B0556342-3812-96DA-D3FC-554694AA9C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9C00E5C-9BD3-4ACF-9BAF-3BDA6946FA3C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1227590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2C6E091-56A6-52A3-59EF-E8BACA6FD4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F1259C83-C977-3B9F-E8A1-FB8CE94D45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D3C5F32D-5351-37D6-AEE5-24F743F7314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5EDA308A-28DB-E136-4766-0DEA92E781D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B2D0D334-BEC5-4D83-6AA5-4E2389CF7F9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A90962BF-2B17-03E3-6B0D-FF7970A50F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ECF76ABA-99CA-8EA9-1940-5327D834A1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33D8CEE3-B51C-D038-2DA5-7D594F2DF2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85D8A1C-71D7-468B-82F0-F36E14D9443A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2022359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AAD9DF9-90D9-3514-9BA4-0C9AFA2A3A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0F89F032-65A0-6932-C3D4-E31CFEC549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75227FD9-0F51-2731-7D58-FE6A04314C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EB283255-228E-EFE4-BF1E-C29ACCF888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FECD877-3B6F-453D-8158-027B5D9A8FC6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41838144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E8EB84ED-647A-4C86-3B96-21270592FB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77850FC0-625C-15E1-E5F2-8B1B06075B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B9D727DB-B5C5-5458-AD58-36B045B46D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25AE47F-EF3C-470A-BC12-8BC601813EB3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9710892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0806B99-D030-8EDA-78C7-14CC098914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2DA566F-1CC3-9340-CECD-1F21EA60D6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26C7C36E-52B4-7477-04A5-EC030A57324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801D884A-82BF-C1D9-536D-01A2C59DBB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FC3AAFF9-324E-3CE0-95CD-75CC65D87E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855930FA-B59E-AC70-8E3F-A4B5085482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AFBEA16-A246-44ED-862E-EE47143F5285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3255513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78E2C48-FD53-F53F-D595-A202FACBFA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8D8B2980-1606-FA1C-DF6D-51DE4B88254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09E5571B-00CA-07D1-AD19-82B3EEEF38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DB657CE9-685D-81A9-A50F-E589DF76DA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3F4D39A7-9A7E-43E5-D6D8-3D3D121D20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1111D9E8-8C82-F425-08DB-97101EB56E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FA88325-D99E-468E-967F-0E1CC4DA16D7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4385348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1D94EBE-A0F7-D8D1-DA3D-15BF8BC941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ECE9BF31-6564-2634-2307-3596895F44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B66BA36-ED30-1D44-973D-5BD633AFD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926CAAD-B793-0543-2914-10DC71A2C3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4E993D9-97EB-93FE-5DB2-C9AE49E818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0D79ED2-B506-4C7C-AA36-0EA5DCAA9D59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2159184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9F603480-416C-AD15-E70B-47F1A5EFA97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21362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2300C7EF-5276-A1DD-BDBE-F2E8DD267A8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21362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01FA6DD-95B8-662D-C64B-E5D625370C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69D714B-1837-F651-14A5-1E6A8FFEE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1B2C368-81ED-11A2-E44C-34F59BA34B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C1B7296-6A30-4930-BE60-C892886FFF24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9497723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410" name="Group 2">
            <a:extLst>
              <a:ext uri="{FF2B5EF4-FFF2-40B4-BE49-F238E27FC236}">
                <a16:creationId xmlns:a16="http://schemas.microsoft.com/office/drawing/2014/main" id="{30338CC3-1C95-CE02-CD3B-A2031F43A334}"/>
              </a:ext>
            </a:extLst>
          </p:cNvPr>
          <p:cNvGrpSpPr>
            <a:grpSpLocks/>
          </p:cNvGrpSpPr>
          <p:nvPr/>
        </p:nvGrpSpPr>
        <p:grpSpPr bwMode="auto">
          <a:xfrm>
            <a:off x="0" y="0"/>
            <a:ext cx="7242175" cy="1981200"/>
            <a:chOff x="0" y="0"/>
            <a:chExt cx="4562" cy="1248"/>
          </a:xfrm>
        </p:grpSpPr>
        <p:sp>
          <p:nvSpPr>
            <p:cNvPr id="17411" name="Freeform 3">
              <a:extLst>
                <a:ext uri="{FF2B5EF4-FFF2-40B4-BE49-F238E27FC236}">
                  <a16:creationId xmlns:a16="http://schemas.microsoft.com/office/drawing/2014/main" id="{7A3FC615-C0BE-08A5-516C-AEAFEBECA3DB}"/>
                </a:ext>
              </a:extLst>
            </p:cNvPr>
            <p:cNvSpPr>
              <a:spLocks/>
            </p:cNvSpPr>
            <p:nvPr/>
          </p:nvSpPr>
          <p:spPr bwMode="hidden">
            <a:xfrm>
              <a:off x="0" y="583"/>
              <a:ext cx="4487" cy="665"/>
            </a:xfrm>
            <a:custGeom>
              <a:avLst/>
              <a:gdLst>
                <a:gd name="T0" fmla="*/ 4800 w 4806"/>
                <a:gd name="T1" fmla="*/ 299 h 665"/>
                <a:gd name="T2" fmla="*/ 0 w 4806"/>
                <a:gd name="T3" fmla="*/ 665 h 665"/>
                <a:gd name="T4" fmla="*/ 0 w 4806"/>
                <a:gd name="T5" fmla="*/ 0 h 665"/>
                <a:gd name="T6" fmla="*/ 4806 w 4806"/>
                <a:gd name="T7" fmla="*/ 1 h 665"/>
                <a:gd name="T8" fmla="*/ 4800 w 4806"/>
                <a:gd name="T9" fmla="*/ 153 h 665"/>
                <a:gd name="T10" fmla="*/ 4800 w 4806"/>
                <a:gd name="T11" fmla="*/ 299 h 6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806" h="665">
                  <a:moveTo>
                    <a:pt x="4800" y="299"/>
                  </a:moveTo>
                  <a:lnTo>
                    <a:pt x="0" y="665"/>
                  </a:lnTo>
                  <a:lnTo>
                    <a:pt x="0" y="0"/>
                  </a:lnTo>
                  <a:lnTo>
                    <a:pt x="4806" y="1"/>
                  </a:lnTo>
                  <a:lnTo>
                    <a:pt x="4800" y="153"/>
                  </a:lnTo>
                  <a:lnTo>
                    <a:pt x="4800" y="299"/>
                  </a:lnTo>
                  <a:close/>
                </a:path>
              </a:pathLst>
            </a:custGeom>
            <a:gradFill rotWithShape="1">
              <a:gsLst>
                <a:gs pos="0">
                  <a:schemeClr val="bg1">
                    <a:gamma/>
                    <a:shade val="94118"/>
                    <a:invGamma/>
                  </a:schemeClr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7412" name="Freeform 4">
              <a:extLst>
                <a:ext uri="{FF2B5EF4-FFF2-40B4-BE49-F238E27FC236}">
                  <a16:creationId xmlns:a16="http://schemas.microsoft.com/office/drawing/2014/main" id="{D9456B96-CAD7-41D4-4631-1F8BE72EA80B}"/>
                </a:ext>
              </a:extLst>
            </p:cNvPr>
            <p:cNvSpPr>
              <a:spLocks/>
            </p:cNvSpPr>
            <p:nvPr/>
          </p:nvSpPr>
          <p:spPr bwMode="hidden">
            <a:xfrm>
              <a:off x="0" y="0"/>
              <a:ext cx="4562" cy="1199"/>
            </a:xfrm>
            <a:custGeom>
              <a:avLst/>
              <a:gdLst>
                <a:gd name="T0" fmla="*/ 4560 w 4562"/>
                <a:gd name="T1" fmla="*/ 932 h 1199"/>
                <a:gd name="T2" fmla="*/ 0 w 4562"/>
                <a:gd name="T3" fmla="*/ 1199 h 1199"/>
                <a:gd name="T4" fmla="*/ 0 w 4562"/>
                <a:gd name="T5" fmla="*/ 0 h 1199"/>
                <a:gd name="T6" fmla="*/ 4562 w 4562"/>
                <a:gd name="T7" fmla="*/ 0 h 1199"/>
                <a:gd name="T8" fmla="*/ 4560 w 4562"/>
                <a:gd name="T9" fmla="*/ 932 h 1199"/>
                <a:gd name="T10" fmla="*/ 4560 w 4562"/>
                <a:gd name="T11" fmla="*/ 932 h 11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562" h="1199">
                  <a:moveTo>
                    <a:pt x="4560" y="932"/>
                  </a:moveTo>
                  <a:lnTo>
                    <a:pt x="0" y="1199"/>
                  </a:lnTo>
                  <a:lnTo>
                    <a:pt x="0" y="0"/>
                  </a:lnTo>
                  <a:lnTo>
                    <a:pt x="4562" y="0"/>
                  </a:lnTo>
                  <a:lnTo>
                    <a:pt x="4560" y="932"/>
                  </a:lnTo>
                  <a:lnTo>
                    <a:pt x="4560" y="932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17413" name="Rectangle 5">
            <a:extLst>
              <a:ext uri="{FF2B5EF4-FFF2-40B4-BE49-F238E27FC236}">
                <a16:creationId xmlns:a16="http://schemas.microsoft.com/office/drawing/2014/main" id="{9BE6DC3D-A99B-7057-2538-CBCE3790836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 estilo do título mestre</a:t>
            </a:r>
          </a:p>
        </p:txBody>
      </p:sp>
      <p:sp>
        <p:nvSpPr>
          <p:cNvPr id="17414" name="Rectangle 6">
            <a:extLst>
              <a:ext uri="{FF2B5EF4-FFF2-40B4-BE49-F238E27FC236}">
                <a16:creationId xmlns:a16="http://schemas.microsoft.com/office/drawing/2014/main" id="{1D605170-52F4-304B-66AB-3818A4843A5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495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os estilos do texto mestre</a:t>
            </a:r>
          </a:p>
          <a:p>
            <a:pPr lvl="1"/>
            <a:r>
              <a:rPr lang="en-US" altLang="pt-BR"/>
              <a:t>Segundo nível</a:t>
            </a:r>
          </a:p>
          <a:p>
            <a:pPr lvl="2"/>
            <a:r>
              <a:rPr lang="en-US" altLang="pt-BR"/>
              <a:t>Terceiro nível</a:t>
            </a:r>
          </a:p>
          <a:p>
            <a:pPr lvl="3"/>
            <a:r>
              <a:rPr lang="en-US" altLang="pt-BR"/>
              <a:t>Quarto nível</a:t>
            </a:r>
          </a:p>
          <a:p>
            <a:pPr lvl="4"/>
            <a:r>
              <a:rPr lang="en-US" altLang="pt-BR"/>
              <a:t>Quinto nível</a:t>
            </a:r>
          </a:p>
        </p:txBody>
      </p:sp>
      <p:sp>
        <p:nvSpPr>
          <p:cNvPr id="17415" name="Rectangle 7">
            <a:extLst>
              <a:ext uri="{FF2B5EF4-FFF2-40B4-BE49-F238E27FC236}">
                <a16:creationId xmlns:a16="http://schemas.microsoft.com/office/drawing/2014/main" id="{21332C40-72A0-E9B0-4B72-81A5D2639656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8400"/>
            <a:ext cx="2133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effectLst>
                  <a:outerShdw blurRad="38100" dist="38100" dir="2700000" algn="tl">
                    <a:srgbClr val="000000"/>
                  </a:outerShdw>
                </a:effectLst>
              </a:defRPr>
            </a:lvl1pPr>
          </a:lstStyle>
          <a:p>
            <a:endParaRPr lang="en-US" altLang="pt-BR"/>
          </a:p>
        </p:txBody>
      </p:sp>
      <p:sp>
        <p:nvSpPr>
          <p:cNvPr id="17416" name="Rectangle 8">
            <a:extLst>
              <a:ext uri="{FF2B5EF4-FFF2-40B4-BE49-F238E27FC236}">
                <a16:creationId xmlns:a16="http://schemas.microsoft.com/office/drawing/2014/main" id="{E33739B2-5DD2-6FCF-4428-1F6F183E8459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sz="1200">
                <a:effectLst>
                  <a:outerShdw blurRad="38100" dist="38100" dir="2700000" algn="tl">
                    <a:srgbClr val="000000"/>
                  </a:outerShdw>
                </a:effectLst>
              </a:defRPr>
            </a:lvl1pPr>
          </a:lstStyle>
          <a:p>
            <a:endParaRPr lang="en-US" altLang="pt-BR"/>
          </a:p>
        </p:txBody>
      </p:sp>
      <p:sp>
        <p:nvSpPr>
          <p:cNvPr id="17417" name="Rectangle 9">
            <a:extLst>
              <a:ext uri="{FF2B5EF4-FFF2-40B4-BE49-F238E27FC236}">
                <a16:creationId xmlns:a16="http://schemas.microsoft.com/office/drawing/2014/main" id="{42B2448F-39AA-0622-32B2-71EE54CA493B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effectLst>
                  <a:outerShdw blurRad="38100" dist="38100" dir="2700000" algn="tl">
                    <a:srgbClr val="000000"/>
                  </a:outerShdw>
                </a:effectLst>
              </a:defRPr>
            </a:lvl1pPr>
          </a:lstStyle>
          <a:p>
            <a:fld id="{C2A50B02-FBC8-44B4-93B7-B03E336BC78C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654" r:id="rId1"/>
    <p:sldLayoutId id="2147483655" r:id="rId2"/>
    <p:sldLayoutId id="2147483656" r:id="rId3"/>
    <p:sldLayoutId id="2147483657" r:id="rId4"/>
    <p:sldLayoutId id="2147483658" r:id="rId5"/>
    <p:sldLayoutId id="2147483659" r:id="rId6"/>
    <p:sldLayoutId id="2147483660" r:id="rId7"/>
    <p:sldLayoutId id="2147483661" r:id="rId8"/>
    <p:sldLayoutId id="2147483662" r:id="rId9"/>
    <p:sldLayoutId id="2147483663" r:id="rId10"/>
    <p:sldLayoutId id="2147483664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anose="020B060403050404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anose="020B060403050404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anose="020B060403050404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anose="020B060403050404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anose="020B060403050404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anose="020B060403050404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anose="020B060403050404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anose="020B060403050404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lr>
          <a:schemeClr val="hlink"/>
        </a:buClr>
        <a:buSzPct val="80000"/>
        <a:buFont typeface="Wingdings" panose="05000000000000000000" pitchFamily="2" charset="2"/>
        <a:buChar char="n"/>
        <a:defRPr sz="3200" kern="1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lr>
          <a:schemeClr val="tx1"/>
        </a:buClr>
        <a:buChar char="–"/>
        <a:defRPr sz="2800" kern="1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Font typeface="Wingdings" panose="05000000000000000000" pitchFamily="2" charset="2"/>
        <a:buChar char="§"/>
        <a:defRPr sz="2400" kern="1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Font typeface="Wingdings" panose="05000000000000000000" pitchFamily="2" charset="2"/>
        <a:buChar char="§"/>
        <a:defRPr sz="2000" kern="1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2F049827-9D90-D449-3AF6-BB02BF984F62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r>
              <a:rPr lang="pt-BR" altLang="pt-BR" b="1"/>
              <a:t>349</a:t>
            </a:r>
            <a:br>
              <a:rPr lang="pt-BR" altLang="pt-BR" b="1"/>
            </a:br>
            <a:r>
              <a:rPr lang="pt-BR" altLang="pt-BR" b="1"/>
              <a:t>OS DONS DO CEU</a:t>
            </a:r>
            <a:endParaRPr lang="en-US" altLang="pt-BR" b="1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B76CB793-5B9A-571F-A9B2-119EE1D5DD3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034087"/>
          </a:xfrm>
        </p:spPr>
        <p:txBody>
          <a:bodyPr/>
          <a:lstStyle/>
          <a:p>
            <a:r>
              <a:rPr lang="pt-BR" altLang="pt-BR" sz="4000"/>
              <a:t>Os dons do céu prometidos, </a:t>
            </a:r>
            <a:br>
              <a:rPr lang="pt-BR" altLang="pt-BR" sz="4000"/>
            </a:br>
            <a:r>
              <a:rPr lang="pt-BR" altLang="pt-BR" sz="4000"/>
              <a:t>Pai esperamos aqui;</a:t>
            </a:r>
            <a:br>
              <a:rPr lang="pt-BR" altLang="pt-BR" sz="4000"/>
            </a:br>
            <a:r>
              <a:rPr lang="pt-BR" altLang="pt-BR" sz="4000"/>
              <a:t>Em santo amor reunidos, </a:t>
            </a:r>
            <a:br>
              <a:rPr lang="pt-BR" altLang="pt-BR" sz="4000"/>
            </a:br>
            <a:r>
              <a:rPr lang="pt-BR" altLang="pt-BR" sz="4000"/>
              <a:t>Nós suplicamos a Ti.</a:t>
            </a:r>
            <a:r>
              <a:rPr lang="en-US" altLang="pt-BR"/>
              <a:t>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2937DB11-5BB8-2591-8B38-59A2E4111A3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107112"/>
          </a:xfrm>
        </p:spPr>
        <p:txBody>
          <a:bodyPr/>
          <a:lstStyle/>
          <a:p>
            <a:r>
              <a:rPr lang="pt-BR" altLang="pt-BR" sz="3600" b="1" i="1"/>
              <a:t>Manda, ó Senhor, chuvas dos céus;</a:t>
            </a:r>
            <a:br>
              <a:rPr lang="pt-BR" altLang="pt-BR" sz="3600" b="1" i="1"/>
            </a:br>
            <a:r>
              <a:rPr lang="pt-BR" altLang="pt-BR" sz="3600" b="1" i="1"/>
              <a:t> Chuvas do Consolador,</a:t>
            </a:r>
            <a:br>
              <a:rPr lang="pt-BR" altLang="pt-BR" sz="3600" b="1" i="1"/>
            </a:br>
            <a:r>
              <a:rPr lang="pt-BR" altLang="pt-BR" sz="3600" b="1" i="1"/>
              <a:t>Manda dos céus, ó bom Deus! </a:t>
            </a:r>
            <a:br>
              <a:rPr lang="pt-BR" altLang="pt-BR" sz="3600" b="1" i="1"/>
            </a:br>
            <a:r>
              <a:rPr lang="pt-BR" altLang="pt-BR" sz="3600" b="1" i="1"/>
              <a:t>Manda, ó Senhor, chuvas dos céus, </a:t>
            </a:r>
            <a:br>
              <a:rPr lang="pt-BR" altLang="pt-BR" sz="3600" b="1" i="1"/>
            </a:br>
            <a:r>
              <a:rPr lang="pt-BR" altLang="pt-BR" sz="3600" b="1" i="1"/>
              <a:t>Que nos dão sempre vigor; </a:t>
            </a:r>
            <a:br>
              <a:rPr lang="pt-BR" altLang="pt-BR" sz="3600" b="1" i="1"/>
            </a:br>
            <a:r>
              <a:rPr lang="pt-BR" altLang="pt-BR" sz="3600" b="1" i="1"/>
              <a:t>Manda-nos já, o bom Deus!</a:t>
            </a:r>
            <a:endParaRPr lang="en-US" altLang="pt-BR" sz="3600" b="1" i="1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8F312298-A831-1126-53AD-6ED8F38AEE8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178550"/>
          </a:xfrm>
        </p:spPr>
        <p:txBody>
          <a:bodyPr/>
          <a:lstStyle/>
          <a:p>
            <a:r>
              <a:rPr lang="pt-BR" altLang="pt-BR" sz="4000"/>
              <a:t>Manda-nos chuvas constantes, </a:t>
            </a:r>
            <a:br>
              <a:rPr lang="pt-BR" altLang="pt-BR" sz="4000"/>
            </a:br>
            <a:r>
              <a:rPr lang="pt-BR" altLang="pt-BR" sz="4000"/>
              <a:t>Chuvas do Consolador;</a:t>
            </a:r>
            <a:br>
              <a:rPr lang="pt-BR" altLang="pt-BR" sz="4000"/>
            </a:br>
            <a:r>
              <a:rPr lang="pt-BR" altLang="pt-BR" sz="4000"/>
              <a:t>Chuvas, sim, mas abundantes, </a:t>
            </a:r>
            <a:br>
              <a:rPr lang="pt-BR" altLang="pt-BR" sz="4000"/>
            </a:br>
            <a:r>
              <a:rPr lang="pt-BR" altLang="pt-BR" sz="4000"/>
              <a:t>Chuvas de vida e de amor!</a:t>
            </a:r>
            <a:r>
              <a:rPr lang="en-US" altLang="pt-BR"/>
              <a:t>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8C999FEE-CDFC-3EF5-53D2-E42B8D76052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107112"/>
          </a:xfrm>
        </p:spPr>
        <p:txBody>
          <a:bodyPr/>
          <a:lstStyle/>
          <a:p>
            <a:r>
              <a:rPr lang="pt-BR" altLang="pt-BR" sz="3600" b="1" i="1"/>
              <a:t>Manda, ó Senhor, chuvas dos céus;</a:t>
            </a:r>
            <a:br>
              <a:rPr lang="pt-BR" altLang="pt-BR" sz="3600" b="1" i="1"/>
            </a:br>
            <a:r>
              <a:rPr lang="pt-BR" altLang="pt-BR" sz="3600" b="1" i="1"/>
              <a:t> Chuvas do Consolador,</a:t>
            </a:r>
            <a:br>
              <a:rPr lang="pt-BR" altLang="pt-BR" sz="3600" b="1" i="1"/>
            </a:br>
            <a:r>
              <a:rPr lang="pt-BR" altLang="pt-BR" sz="3600" b="1" i="1"/>
              <a:t>Manda dos céus, ó bom Deus! </a:t>
            </a:r>
            <a:br>
              <a:rPr lang="pt-BR" altLang="pt-BR" sz="3600" b="1" i="1"/>
            </a:br>
            <a:r>
              <a:rPr lang="pt-BR" altLang="pt-BR" sz="3600" b="1" i="1"/>
              <a:t>Manda, ó Senhor, chuvas dos céus, </a:t>
            </a:r>
            <a:br>
              <a:rPr lang="pt-BR" altLang="pt-BR" sz="3600" b="1" i="1"/>
            </a:br>
            <a:r>
              <a:rPr lang="pt-BR" altLang="pt-BR" sz="3600" b="1" i="1"/>
              <a:t>Que nos dão sempre vigor; </a:t>
            </a:r>
            <a:br>
              <a:rPr lang="pt-BR" altLang="pt-BR" sz="3600" b="1" i="1"/>
            </a:br>
            <a:r>
              <a:rPr lang="pt-BR" altLang="pt-BR" sz="3600" b="1" i="1"/>
              <a:t>Manda-nos já, o bom Deus!</a:t>
            </a:r>
            <a:endParaRPr lang="en-US" altLang="pt-BR" sz="3600" b="1" i="1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7C504431-539D-F7DA-87B3-8538A1B238F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178550"/>
          </a:xfrm>
        </p:spPr>
        <p:txBody>
          <a:bodyPr/>
          <a:lstStyle/>
          <a:p>
            <a:r>
              <a:rPr lang="pt-BR" altLang="pt-BR" sz="4000"/>
              <a:t>O Teu poder esperamos, </a:t>
            </a:r>
            <a:br>
              <a:rPr lang="pt-BR" altLang="pt-BR" sz="4000"/>
            </a:br>
            <a:r>
              <a:rPr lang="pt-BR" altLang="pt-BR" sz="4000"/>
              <a:t>O glorioso Senhor!</a:t>
            </a:r>
            <a:br>
              <a:rPr lang="pt-BR" altLang="pt-BR" sz="4000"/>
            </a:br>
            <a:r>
              <a:rPr lang="pt-BR" altLang="pt-BR" sz="4000"/>
              <a:t>Dos altos céus aguardamos </a:t>
            </a:r>
            <a:br>
              <a:rPr lang="pt-BR" altLang="pt-BR" sz="4000"/>
            </a:br>
            <a:r>
              <a:rPr lang="pt-BR" altLang="pt-BR" sz="4000"/>
              <a:t>Chuvas do Consolados!</a:t>
            </a:r>
            <a:r>
              <a:rPr lang="en-US" altLang="pt-BR"/>
              <a:t> 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>
            <a:extLst>
              <a:ext uri="{FF2B5EF4-FFF2-40B4-BE49-F238E27FC236}">
                <a16:creationId xmlns:a16="http://schemas.microsoft.com/office/drawing/2014/main" id="{2E0E89A4-9A9D-595C-AEAF-86FC94196A7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107112"/>
          </a:xfrm>
        </p:spPr>
        <p:txBody>
          <a:bodyPr/>
          <a:lstStyle/>
          <a:p>
            <a:r>
              <a:rPr lang="pt-BR" altLang="pt-BR" sz="3600" b="1" i="1"/>
              <a:t>Manda, ó Senhor, chuvas dos céus;</a:t>
            </a:r>
            <a:br>
              <a:rPr lang="pt-BR" altLang="pt-BR" sz="3600" b="1" i="1"/>
            </a:br>
            <a:r>
              <a:rPr lang="pt-BR" altLang="pt-BR" sz="3600" b="1" i="1"/>
              <a:t> Chuvas do Consolador,</a:t>
            </a:r>
            <a:br>
              <a:rPr lang="pt-BR" altLang="pt-BR" sz="3600" b="1" i="1"/>
            </a:br>
            <a:r>
              <a:rPr lang="pt-BR" altLang="pt-BR" sz="3600" b="1" i="1"/>
              <a:t>Manda dos céus, ó bom Deus! </a:t>
            </a:r>
            <a:br>
              <a:rPr lang="pt-BR" altLang="pt-BR" sz="3600" b="1" i="1"/>
            </a:br>
            <a:r>
              <a:rPr lang="pt-BR" altLang="pt-BR" sz="3600" b="1" i="1"/>
              <a:t>Manda, ó Senhor, chuvas dos céus, </a:t>
            </a:r>
            <a:br>
              <a:rPr lang="pt-BR" altLang="pt-BR" sz="3600" b="1" i="1"/>
            </a:br>
            <a:r>
              <a:rPr lang="pt-BR" altLang="pt-BR" sz="3600" b="1" i="1"/>
              <a:t>Que nos dão sempre vigor; </a:t>
            </a:r>
            <a:br>
              <a:rPr lang="pt-BR" altLang="pt-BR" sz="3600" b="1" i="1"/>
            </a:br>
            <a:r>
              <a:rPr lang="pt-BR" altLang="pt-BR" sz="3600" b="1" i="1"/>
              <a:t>Manda-nos já, o bom Deus!</a:t>
            </a:r>
            <a:endParaRPr lang="en-US" altLang="pt-BR" sz="3600" b="1" i="1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054101FE-22B6-85F7-C196-84E62A2DDE8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178550"/>
          </a:xfrm>
        </p:spPr>
        <p:txBody>
          <a:bodyPr/>
          <a:lstStyle/>
          <a:p>
            <a:r>
              <a:rPr lang="pt-BR" altLang="pt-BR" sz="4000"/>
              <a:t>Pai abençoa os crentes</a:t>
            </a:r>
            <a:br>
              <a:rPr lang="pt-BR" altLang="pt-BR" sz="4000"/>
            </a:br>
            <a:r>
              <a:rPr lang="pt-BR" altLang="pt-BR" sz="4000"/>
              <a:t> Que sempre estão a buscar </a:t>
            </a:r>
            <a:br>
              <a:rPr lang="pt-BR" altLang="pt-BR" sz="4000"/>
            </a:br>
            <a:r>
              <a:rPr lang="pt-BR" altLang="pt-BR" sz="4000"/>
              <a:t>A Tua face, tementes;</a:t>
            </a:r>
            <a:br>
              <a:rPr lang="pt-BR" altLang="pt-BR" sz="4000"/>
            </a:br>
            <a:r>
              <a:rPr lang="pt-BR" altLang="pt-BR" sz="4000"/>
              <a:t>Chuvas, lhes queiras mandar.	</a:t>
            </a:r>
            <a:r>
              <a:rPr lang="pt-BR" altLang="pt-BR" sz="1400"/>
              <a:t>P.L.M.</a:t>
            </a:r>
            <a:r>
              <a:rPr lang="en-US" altLang="pt-BR"/>
              <a:t> 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7DD1ED1E-BED9-4906-0B28-55F5CA6AF32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107112"/>
          </a:xfrm>
        </p:spPr>
        <p:txBody>
          <a:bodyPr/>
          <a:lstStyle/>
          <a:p>
            <a:r>
              <a:rPr lang="pt-BR" altLang="pt-BR" sz="3600" b="1" i="1"/>
              <a:t>Manda, ó Senhor, chuvas dos céus;</a:t>
            </a:r>
            <a:br>
              <a:rPr lang="pt-BR" altLang="pt-BR" sz="3600" b="1" i="1"/>
            </a:br>
            <a:r>
              <a:rPr lang="pt-BR" altLang="pt-BR" sz="3600" b="1" i="1"/>
              <a:t> Chuvas do Consolador,</a:t>
            </a:r>
            <a:br>
              <a:rPr lang="pt-BR" altLang="pt-BR" sz="3600" b="1" i="1"/>
            </a:br>
            <a:r>
              <a:rPr lang="pt-BR" altLang="pt-BR" sz="3600" b="1" i="1"/>
              <a:t>Manda dos céus, ó bom Deus! </a:t>
            </a:r>
            <a:br>
              <a:rPr lang="pt-BR" altLang="pt-BR" sz="3600" b="1" i="1"/>
            </a:br>
            <a:r>
              <a:rPr lang="pt-BR" altLang="pt-BR" sz="3600" b="1" i="1"/>
              <a:t>Manda, ó Senhor, chuvas dos céus, </a:t>
            </a:r>
            <a:br>
              <a:rPr lang="pt-BR" altLang="pt-BR" sz="3600" b="1" i="1"/>
            </a:br>
            <a:r>
              <a:rPr lang="pt-BR" altLang="pt-BR" sz="3600" b="1" i="1"/>
              <a:t>Que nos dão sempre vigor; </a:t>
            </a:r>
            <a:br>
              <a:rPr lang="pt-BR" altLang="pt-BR" sz="3600" b="1" i="1"/>
            </a:br>
            <a:r>
              <a:rPr lang="pt-BR" altLang="pt-BR" sz="3600" b="1" i="1"/>
              <a:t>Manda-nos já, o bom Deus!</a:t>
            </a:r>
            <a:endParaRPr lang="en-US" altLang="pt-BR" sz="3600" b="1" i="1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enda">
  <a:themeElements>
    <a:clrScheme name="Fenda 1">
      <a:dk1>
        <a:srgbClr val="8C0000"/>
      </a:dk1>
      <a:lt1>
        <a:srgbClr val="FFFFFF"/>
      </a:lt1>
      <a:dk2>
        <a:srgbClr val="720000"/>
      </a:dk2>
      <a:lt2>
        <a:srgbClr val="FFFFCC"/>
      </a:lt2>
      <a:accent1>
        <a:srgbClr val="FF3300"/>
      </a:accent1>
      <a:accent2>
        <a:srgbClr val="BE7960"/>
      </a:accent2>
      <a:accent3>
        <a:srgbClr val="BCAAAA"/>
      </a:accent3>
      <a:accent4>
        <a:srgbClr val="DADADA"/>
      </a:accent4>
      <a:accent5>
        <a:srgbClr val="FFADAA"/>
      </a:accent5>
      <a:accent6>
        <a:srgbClr val="AC6D56"/>
      </a:accent6>
      <a:hlink>
        <a:srgbClr val="FFCC66"/>
      </a:hlink>
      <a:folHlink>
        <a:srgbClr val="FF9900"/>
      </a:folHlink>
    </a:clrScheme>
    <a:fontScheme name="Fenda">
      <a:majorFont>
        <a:latin typeface="Tahoma"/>
        <a:ea typeface=""/>
        <a:cs typeface=""/>
      </a:majorFont>
      <a:minorFont>
        <a:latin typeface="Tahom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Fenda 1">
        <a:dk1>
          <a:srgbClr val="8C0000"/>
        </a:dk1>
        <a:lt1>
          <a:srgbClr val="FFFFFF"/>
        </a:lt1>
        <a:dk2>
          <a:srgbClr val="720000"/>
        </a:dk2>
        <a:lt2>
          <a:srgbClr val="FFFFCC"/>
        </a:lt2>
        <a:accent1>
          <a:srgbClr val="FF3300"/>
        </a:accent1>
        <a:accent2>
          <a:srgbClr val="BE7960"/>
        </a:accent2>
        <a:accent3>
          <a:srgbClr val="BCAAAA"/>
        </a:accent3>
        <a:accent4>
          <a:srgbClr val="DADADA"/>
        </a:accent4>
        <a:accent5>
          <a:srgbClr val="FFADAA"/>
        </a:accent5>
        <a:accent6>
          <a:srgbClr val="AC6D56"/>
        </a:accent6>
        <a:hlink>
          <a:srgbClr val="FFCC66"/>
        </a:hlink>
        <a:folHlink>
          <a:srgbClr val="FF99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Fenda 2">
        <a:dk1>
          <a:srgbClr val="674E2F"/>
        </a:dk1>
        <a:lt1>
          <a:srgbClr val="FFFFFF"/>
        </a:lt1>
        <a:dk2>
          <a:srgbClr val="533F27"/>
        </a:dk2>
        <a:lt2>
          <a:srgbClr val="D8B274"/>
        </a:lt2>
        <a:accent1>
          <a:srgbClr val="CC990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E2CAAA"/>
        </a:accent5>
        <a:accent6>
          <a:srgbClr val="81552A"/>
        </a:accent6>
        <a:hlink>
          <a:srgbClr val="FFCC00"/>
        </a:hlink>
        <a:folHlink>
          <a:srgbClr val="FFFF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Fenda 3">
        <a:dk1>
          <a:srgbClr val="646464"/>
        </a:dk1>
        <a:lt1>
          <a:srgbClr val="FFFFFF"/>
        </a:lt1>
        <a:dk2>
          <a:srgbClr val="545454"/>
        </a:dk2>
        <a:lt2>
          <a:srgbClr val="D4D4CE"/>
        </a:lt2>
        <a:accent1>
          <a:srgbClr val="49747D"/>
        </a:accent1>
        <a:accent2>
          <a:srgbClr val="8F9699"/>
        </a:accent2>
        <a:accent3>
          <a:srgbClr val="B3B3B3"/>
        </a:accent3>
        <a:accent4>
          <a:srgbClr val="DADADA"/>
        </a:accent4>
        <a:accent5>
          <a:srgbClr val="B1BCBF"/>
        </a:accent5>
        <a:accent6>
          <a:srgbClr val="81878A"/>
        </a:accent6>
        <a:hlink>
          <a:srgbClr val="8DC4D7"/>
        </a:hlink>
        <a:folHlink>
          <a:srgbClr val="7FB97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Fenda 4">
        <a:dk1>
          <a:srgbClr val="3A7400"/>
        </a:dk1>
        <a:lt1>
          <a:srgbClr val="FFFFFF"/>
        </a:lt1>
        <a:dk2>
          <a:srgbClr val="2E5C00"/>
        </a:dk2>
        <a:lt2>
          <a:srgbClr val="FFFFFF"/>
        </a:lt2>
        <a:accent1>
          <a:srgbClr val="79CA02"/>
        </a:accent1>
        <a:accent2>
          <a:srgbClr val="008080"/>
        </a:accent2>
        <a:accent3>
          <a:srgbClr val="ADB5AA"/>
        </a:accent3>
        <a:accent4>
          <a:srgbClr val="DADADA"/>
        </a:accent4>
        <a:accent5>
          <a:srgbClr val="BEE1AA"/>
        </a:accent5>
        <a:accent6>
          <a:srgbClr val="007373"/>
        </a:accent6>
        <a:hlink>
          <a:srgbClr val="A8DE0E"/>
        </a:hlink>
        <a:folHlink>
          <a:srgbClr val="00CC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Fenda 5">
        <a:dk1>
          <a:srgbClr val="008885"/>
        </a:dk1>
        <a:lt1>
          <a:srgbClr val="FFFFFF"/>
        </a:lt1>
        <a:dk2>
          <a:srgbClr val="007572"/>
        </a:dk2>
        <a:lt2>
          <a:srgbClr val="FFFF99"/>
        </a:lt2>
        <a:accent1>
          <a:srgbClr val="33CCCC"/>
        </a:accent1>
        <a:accent2>
          <a:srgbClr val="6D6FC7"/>
        </a:accent2>
        <a:accent3>
          <a:srgbClr val="AABDBC"/>
        </a:accent3>
        <a:accent4>
          <a:srgbClr val="DADADA"/>
        </a:accent4>
        <a:accent5>
          <a:srgbClr val="ADE2E2"/>
        </a:accent5>
        <a:accent6>
          <a:srgbClr val="6264B4"/>
        </a:accent6>
        <a:hlink>
          <a:srgbClr val="FFFFCC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Fenda 6">
        <a:dk1>
          <a:srgbClr val="0000AC"/>
        </a:dk1>
        <a:lt1>
          <a:srgbClr val="FFFFFF"/>
        </a:lt1>
        <a:dk2>
          <a:srgbClr val="000086"/>
        </a:dk2>
        <a:lt2>
          <a:srgbClr val="CCFFFF"/>
        </a:lt2>
        <a:accent1>
          <a:srgbClr val="0099FF"/>
        </a:accent1>
        <a:accent2>
          <a:srgbClr val="00B000"/>
        </a:accent2>
        <a:accent3>
          <a:srgbClr val="AAAAC3"/>
        </a:accent3>
        <a:accent4>
          <a:srgbClr val="DADADA"/>
        </a:accent4>
        <a:accent5>
          <a:srgbClr val="AACAFF"/>
        </a:accent5>
        <a:accent6>
          <a:srgbClr val="009F00"/>
        </a:accent6>
        <a:hlink>
          <a:srgbClr val="FFE701"/>
        </a:hlink>
        <a:folHlink>
          <a:srgbClr val="FF99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Fenda 7">
        <a:dk1>
          <a:srgbClr val="7474A2"/>
        </a:dk1>
        <a:lt1>
          <a:srgbClr val="FFFFFF"/>
        </a:lt1>
        <a:dk2>
          <a:srgbClr val="5E5E8E"/>
        </a:dk2>
        <a:lt2>
          <a:srgbClr val="D1D1DF"/>
        </a:lt2>
        <a:accent1>
          <a:srgbClr val="CC66FF"/>
        </a:accent1>
        <a:accent2>
          <a:srgbClr val="6666FF"/>
        </a:accent2>
        <a:accent3>
          <a:srgbClr val="B6B6C6"/>
        </a:accent3>
        <a:accent4>
          <a:srgbClr val="DADADA"/>
        </a:accent4>
        <a:accent5>
          <a:srgbClr val="E2B8FF"/>
        </a:accent5>
        <a:accent6>
          <a:srgbClr val="5C5CE7"/>
        </a:accent6>
        <a:hlink>
          <a:srgbClr val="FFCC99"/>
        </a:hlink>
        <a:folHlink>
          <a:srgbClr val="CCCC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Fenda 8">
        <a:dk1>
          <a:srgbClr val="000000"/>
        </a:dk1>
        <a:lt1>
          <a:srgbClr val="D0DAE2"/>
        </a:lt1>
        <a:dk2>
          <a:srgbClr val="000000"/>
        </a:dk2>
        <a:lt2>
          <a:srgbClr val="E7EDF1"/>
        </a:lt2>
        <a:accent1>
          <a:srgbClr val="33CCCC"/>
        </a:accent1>
        <a:accent2>
          <a:srgbClr val="0099CC"/>
        </a:accent2>
        <a:accent3>
          <a:srgbClr val="E4EAEE"/>
        </a:accent3>
        <a:accent4>
          <a:srgbClr val="000000"/>
        </a:accent4>
        <a:accent5>
          <a:srgbClr val="ADE2E2"/>
        </a:accent5>
        <a:accent6>
          <a:srgbClr val="008AB9"/>
        </a:accent6>
        <a:hlink>
          <a:srgbClr val="3333CC"/>
        </a:hlink>
        <a:folHlink>
          <a:srgbClr val="008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Fenda 9">
        <a:dk1>
          <a:srgbClr val="000000"/>
        </a:dk1>
        <a:lt1>
          <a:srgbClr val="FFFFFF"/>
        </a:lt1>
        <a:dk2>
          <a:srgbClr val="000000"/>
        </a:dk2>
        <a:lt2>
          <a:srgbClr val="E6E6E6"/>
        </a:lt2>
        <a:accent1>
          <a:srgbClr val="66CCFF"/>
        </a:accent1>
        <a:accent2>
          <a:srgbClr val="9999FF"/>
        </a:accent2>
        <a:accent3>
          <a:srgbClr val="FFFFFF"/>
        </a:accent3>
        <a:accent4>
          <a:srgbClr val="000000"/>
        </a:accent4>
        <a:accent5>
          <a:srgbClr val="B8E2FF"/>
        </a:accent5>
        <a:accent6>
          <a:srgbClr val="8A8AE7"/>
        </a:accent6>
        <a:hlink>
          <a:srgbClr val="3333CC"/>
        </a:hlink>
        <a:folHlink>
          <a:srgbClr val="0080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Slit</Template>
  <TotalTime>7</TotalTime>
  <Words>302</Words>
  <Application>Microsoft Office PowerPoint</Application>
  <PresentationFormat>Apresentação na tela (4:3)</PresentationFormat>
  <Paragraphs>9</Paragraphs>
  <Slides>9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9</vt:i4>
      </vt:variant>
    </vt:vector>
  </HeadingPairs>
  <TitlesOfParts>
    <vt:vector size="14" baseType="lpstr">
      <vt:lpstr>Arial</vt:lpstr>
      <vt:lpstr>Tahoma</vt:lpstr>
      <vt:lpstr>Times New Roman</vt:lpstr>
      <vt:lpstr>Wingdings</vt:lpstr>
      <vt:lpstr>Fenda</vt:lpstr>
      <vt:lpstr>349 OS DONS DO CEU</vt:lpstr>
      <vt:lpstr>Os dons do céu prometidos,  Pai esperamos aqui; Em santo amor reunidos,  Nós suplicamos a Ti. </vt:lpstr>
      <vt:lpstr>Manda, ó Senhor, chuvas dos céus;  Chuvas do Consolador, Manda dos céus, ó bom Deus!  Manda, ó Senhor, chuvas dos céus,  Que nos dão sempre vigor;  Manda-nos já, o bom Deus!</vt:lpstr>
      <vt:lpstr>Manda-nos chuvas constantes,  Chuvas do Consolador; Chuvas, sim, mas abundantes,  Chuvas de vida e de amor! </vt:lpstr>
      <vt:lpstr>Manda, ó Senhor, chuvas dos céus;  Chuvas do Consolador, Manda dos céus, ó bom Deus!  Manda, ó Senhor, chuvas dos céus,  Que nos dão sempre vigor;  Manda-nos já, o bom Deus!</vt:lpstr>
      <vt:lpstr>O Teu poder esperamos,  O glorioso Senhor! Dos altos céus aguardamos  Chuvas do Consolados! </vt:lpstr>
      <vt:lpstr>Manda, ó Senhor, chuvas dos céus;  Chuvas do Consolador, Manda dos céus, ó bom Deus!  Manda, ó Senhor, chuvas dos céus,  Que nos dão sempre vigor;  Manda-nos já, o bom Deus!</vt:lpstr>
      <vt:lpstr>Pai abençoa os crentes  Que sempre estão a buscar  A Tua face, tementes; Chuvas, lhes queiras mandar. P.L.M. </vt:lpstr>
      <vt:lpstr>Manda, ó Senhor, chuvas dos céus;  Chuvas do Consolador, Manda dos céus, ó bom Deus!  Manda, ó Senhor, chuvas dos céus,  Que nos dão sempre vigor;  Manda-nos já, o bom Deus!</vt:lpstr>
    </vt:vector>
  </TitlesOfParts>
  <Company>IEAD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349 - OS DONS DO CEU</dc:title>
  <dc:creator>Montagna</dc:creator>
  <cp:lastModifiedBy>Emerson Souza</cp:lastModifiedBy>
  <cp:revision>3</cp:revision>
  <dcterms:created xsi:type="dcterms:W3CDTF">2005-10-20T04:00:53Z</dcterms:created>
  <dcterms:modified xsi:type="dcterms:W3CDTF">2026-05-02T22:06:00Z</dcterms:modified>
</cp:coreProperties>
</file>