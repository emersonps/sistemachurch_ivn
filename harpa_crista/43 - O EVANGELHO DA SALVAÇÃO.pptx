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24" autoAdjust="0"/>
    <p:restoredTop sz="94660"/>
  </p:normalViewPr>
  <p:slideViewPr>
    <p:cSldViewPr>
      <p:cViewPr varScale="1">
        <p:scale>
          <a:sx n="74" d="100"/>
          <a:sy n="74" d="100"/>
        </p:scale>
        <p:origin x="-402" y="-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26F7D-6651-1E7E-C0DF-E5210D670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3C9DD5-6EED-6CC4-CEF8-437AC8D5D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C5F518-B2D9-524F-7920-35B2CE8D5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557FF8-2445-5409-5CF8-1578B884C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EE15DA-3E9C-26E5-50C4-F3963F161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F4E8C0-3471-4007-8C87-E11F7128A4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42514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5C4D93-5CAD-3A0C-76EF-9BA5F0A4B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A632F1-0F96-68BE-1C74-0B9089721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2715BA-6CD4-489F-09F0-D6140AD37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EF7F08-3353-5B4A-999B-2C350C2AC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D43E7A-3C69-641A-E99B-3E88F51FD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054647-C75E-47AF-A6B7-0186B6B69A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00970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F84DF6-A139-E449-FA92-05972CD2E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97680F-EA6A-7135-C4D7-7A0367F4C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958376-9F84-BF88-B5F1-CAABE9406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3B78B2-F91C-E7CD-58EB-590BE4770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9D5BC2-0E03-15FB-B617-3E2C99536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F8B480-2EE6-442A-BBCB-23A8940470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8030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70F51F-01D5-DC63-9215-5FA17DDC6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1C9102-9F28-A512-BF61-6830806B73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3324D20-7C49-1A51-E271-D8B9395E4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631924-8789-A717-A530-5D04688A4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BA570E-6E4F-009D-481A-FE0804D08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74CDF01-0988-FCBD-7373-0B7872539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0246BF-01E8-4634-9BD8-902CDB437C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20856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BF8D9F-2354-DF58-D558-9EF104AC5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730FC9-9E9C-21BB-0B21-F97FDA702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2CACB3B-15C7-5735-DDAD-8577A5BC7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36D3EB0-5E3D-3213-1CD8-3689AF0CFE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8086544-AB07-3C7F-AB49-097B620ECF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491444F-6F49-EC14-1C31-4405DD400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FC89458-485E-EE57-4337-93B1F5710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DDB7FF2-0C1E-E16F-F2FB-FBFC22991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5CB792-629E-49F6-8891-5639C5ED1C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67274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63300-FE0D-90A0-C00E-19E8E8CB9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E9FE0FF-176F-E44F-80EE-6B69D716B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58BDF46-9D25-45A5-EBCB-7B69A25DF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4BCE95-6EAA-05B5-8035-8C5B9D8A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78C508-0EB1-442F-AFF1-ABF811A3528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8877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79C4B1E-A35E-A31C-FA9F-393BCC847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1B83482-CDCB-93BD-72E1-BD31A9F96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B0E33C-4181-6FFD-324B-0FD2E956D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058707-90E1-432D-8957-42574446B1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75636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9ECB68-4FED-5CA9-E1B3-C9F4502F6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8513F5-25ED-6699-CE94-B2E51B481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69AAE3-78F2-491E-E226-66C69E016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78D7E9B-09EB-A00A-B46D-247374B75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ED5308-E516-8D0E-1D15-C02C7D540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25FEE5-4075-11B9-4D87-F017A05E5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03A2FE-A051-4646-AFE9-C3B085130D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94642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D64B99-4890-8206-1402-26EDF9BD7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370E1C2-7516-1443-8C2D-2F0A04981A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53EDD70-0FE3-DB1C-307C-6AF320FD1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297BE6-BD68-390B-8597-859F36939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8FBD70-506F-6F23-5530-29B767496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FCC59A-B933-F96C-BF39-89919A507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55487A-32FE-4E4A-BF59-24B1B249BE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46645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91C2AA-FD21-EE8B-DD3A-8D2255796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3881DF0-7104-EFB9-5285-CB49F2A64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40C0E4-7720-E5AD-9EC6-D2D69CD52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62B5E7-3B78-0756-5ED3-534E58BD9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50B201-673D-3DD1-6EC3-EBD184AA9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AEDFD5-D336-4F4C-AC00-66B51C0B68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87600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C73E1F1-D41C-B687-2B48-9944EC1EBF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B7D0BD3-70EF-B070-BFED-75E226380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1B24E7-F327-0099-79BE-753D0E3EF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EB92F3-6724-F02F-E023-94F93344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DC2A35-814D-8B72-5D01-3AC26A6A9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59AD49-CA42-4DC5-A90B-CC30A3DC87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73169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F6DA0BF-3175-6492-E28B-627540BF08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3DE9D17-E673-C163-06EA-9F59F0F26B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657BAD2-A17E-15DA-439A-28FF362FCA7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8496790-E9F3-DFEB-6E57-EF47181C9AD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6524540-2B98-B2FF-0C2A-A19E18CD03B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F8C416B-711A-4656-9E0D-F63BFF1E5B9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>
            <a:extLst>
              <a:ext uri="{FF2B5EF4-FFF2-40B4-BE49-F238E27FC236}">
                <a16:creationId xmlns:a16="http://schemas.microsoft.com/office/drawing/2014/main" id="{8811962C-D1B6-350C-C0F0-564152B7F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6092C3CB-43AB-0252-B592-315DB7F2A56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000" b="1">
                <a:solidFill>
                  <a:schemeClr val="tx1"/>
                </a:solidFill>
              </a:rPr>
              <a:t>43</a:t>
            </a:r>
            <a:br>
              <a:rPr lang="pt-BR" altLang="pt-BR" sz="4000" b="1">
                <a:solidFill>
                  <a:schemeClr val="tx1"/>
                </a:solidFill>
              </a:rPr>
            </a:br>
            <a:r>
              <a:rPr lang="pt-BR" altLang="pt-BR" sz="4000" b="1">
                <a:solidFill>
                  <a:schemeClr val="tx1"/>
                </a:solidFill>
              </a:rPr>
              <a:t>O EVANGELHO DA SALVAÇÃO</a:t>
            </a:r>
            <a:endParaRPr lang="en-US" altLang="pt-BR" sz="40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6B8CAFC4-4B8D-820A-1237-C8BE08EF8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15896510-51DC-00A3-1296-30C2AC074E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200"/>
              <a:t>Ouves, como o Evangelho </a:t>
            </a:r>
            <a:br>
              <a:rPr lang="pt-BR" altLang="pt-BR" sz="3200"/>
            </a:br>
            <a:r>
              <a:rPr lang="pt-BR" altLang="pt-BR" sz="3200"/>
              <a:t>Nos dá vera salvação,</a:t>
            </a:r>
            <a:br>
              <a:rPr lang="pt-BR" altLang="pt-BR" sz="3200"/>
            </a:br>
            <a:r>
              <a:rPr lang="pt-BR" altLang="pt-BR" sz="3200"/>
              <a:t>E transforma o homem velho </a:t>
            </a:r>
            <a:br>
              <a:rPr lang="pt-BR" altLang="pt-BR" sz="3200"/>
            </a:br>
            <a:r>
              <a:rPr lang="pt-BR" altLang="pt-BR" sz="3200"/>
              <a:t>Numa nova criação?</a:t>
            </a:r>
            <a:br>
              <a:rPr lang="pt-BR" altLang="pt-BR" sz="3200"/>
            </a:br>
            <a:r>
              <a:rPr lang="pt-BR" altLang="pt-BR" sz="3200"/>
              <a:t>Bem algum em mim não via, </a:t>
            </a:r>
            <a:br>
              <a:rPr lang="pt-BR" altLang="pt-BR" sz="3200"/>
            </a:br>
            <a:r>
              <a:rPr lang="pt-BR" altLang="pt-BR" sz="3200"/>
              <a:t>Mas somente corrupção, </a:t>
            </a:r>
            <a:br>
              <a:rPr lang="pt-BR" altLang="pt-BR" sz="3200"/>
            </a:br>
            <a:r>
              <a:rPr lang="pt-BR" altLang="pt-BR" sz="3200"/>
              <a:t>E cansado da porfia</a:t>
            </a:r>
            <a:br>
              <a:rPr lang="pt-BR" altLang="pt-BR" sz="3200"/>
            </a:br>
            <a:r>
              <a:rPr lang="pt-BR" altLang="pt-BR" sz="3200"/>
              <a:t>Em Jesus achei perdão.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D34CFB41-FBE6-DA52-5432-281FF9AB2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2">
            <a:extLst>
              <a:ext uri="{FF2B5EF4-FFF2-40B4-BE49-F238E27FC236}">
                <a16:creationId xmlns:a16="http://schemas.microsoft.com/office/drawing/2014/main" id="{967D3F69-3E69-B41C-CC1C-727F482FCE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200"/>
              <a:t>Como a pomba que cansada </a:t>
            </a:r>
            <a:br>
              <a:rPr lang="pt-BR" altLang="pt-BR" sz="3200"/>
            </a:br>
            <a:r>
              <a:rPr lang="pt-BR" altLang="pt-BR" sz="3200"/>
              <a:t>Foi na arca repousar, </a:t>
            </a:r>
            <a:br>
              <a:rPr lang="pt-BR" altLang="pt-BR" sz="3200"/>
            </a:br>
            <a:r>
              <a:rPr lang="pt-BR" altLang="pt-BR" sz="3200"/>
              <a:t>A minh'alma fatigada </a:t>
            </a:r>
            <a:br>
              <a:rPr lang="pt-BR" altLang="pt-BR" sz="3200"/>
            </a:br>
            <a:r>
              <a:rPr lang="pt-BR" altLang="pt-BR" sz="3200"/>
              <a:t>Em Jesus vai descansar; </a:t>
            </a:r>
            <a:br>
              <a:rPr lang="pt-BR" altLang="pt-BR" sz="3200"/>
            </a:br>
            <a:r>
              <a:rPr lang="pt-BR" altLang="pt-BR" sz="3200"/>
              <a:t>Mas o corvo foi s'embora, </a:t>
            </a:r>
            <a:br>
              <a:rPr lang="pt-BR" altLang="pt-BR" sz="3200"/>
            </a:br>
            <a:r>
              <a:rPr lang="pt-BR" altLang="pt-BR" sz="3200"/>
              <a:t>Sobre os mortos foi pousar, </a:t>
            </a:r>
            <a:br>
              <a:rPr lang="pt-BR" altLang="pt-BR" sz="3200"/>
            </a:br>
            <a:r>
              <a:rPr lang="pt-BR" altLang="pt-BR" sz="3200"/>
              <a:t>Isto fazes tu agora?</a:t>
            </a:r>
            <a:br>
              <a:rPr lang="pt-BR" altLang="pt-BR" sz="3200"/>
            </a:br>
            <a:r>
              <a:rPr lang="pt-BR" altLang="pt-BR" sz="3200"/>
              <a:t>Quererás ao mal voltar?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86550735-E6EC-C92B-A550-880D1A92E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2" name="Rectangle 2">
            <a:extLst>
              <a:ext uri="{FF2B5EF4-FFF2-40B4-BE49-F238E27FC236}">
                <a16:creationId xmlns:a16="http://schemas.microsoft.com/office/drawing/2014/main" id="{0070CF57-37A1-8637-0B46-906DE3679D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200"/>
              <a:t>E Jesus a minha arca </a:t>
            </a:r>
            <a:br>
              <a:rPr lang="pt-BR" altLang="pt-BR" sz="3200"/>
            </a:br>
            <a:r>
              <a:rPr lang="pt-BR" altLang="pt-BR" sz="3200"/>
              <a:t>Onde posso repousar,</a:t>
            </a:r>
            <a:br>
              <a:rPr lang="pt-BR" altLang="pt-BR" sz="3200"/>
            </a:br>
            <a:r>
              <a:rPr lang="pt-BR" altLang="pt-BR" sz="3200"/>
              <a:t>E dali, do mal as marcas, </a:t>
            </a:r>
            <a:br>
              <a:rPr lang="pt-BR" altLang="pt-BR" sz="3200"/>
            </a:br>
            <a:r>
              <a:rPr lang="pt-BR" altLang="pt-BR" sz="3200"/>
              <a:t>Nem eu posso avistar!</a:t>
            </a:r>
            <a:br>
              <a:rPr lang="pt-BR" altLang="pt-BR" sz="3200"/>
            </a:br>
            <a:r>
              <a:rPr lang="pt-BR" altLang="pt-BR" sz="3200"/>
              <a:t>Oh! Quão doce a chamada </a:t>
            </a:r>
            <a:br>
              <a:rPr lang="pt-BR" altLang="pt-BR" sz="3200"/>
            </a:br>
            <a:r>
              <a:rPr lang="pt-BR" altLang="pt-BR" sz="3200"/>
              <a:t>Que a mim me fez Jesus! </a:t>
            </a:r>
            <a:br>
              <a:rPr lang="pt-BR" altLang="pt-BR" sz="3200"/>
            </a:br>
            <a:r>
              <a:rPr lang="pt-BR" altLang="pt-BR" sz="3200"/>
              <a:t>"Vem, ó alma tão cansada, </a:t>
            </a:r>
            <a:br>
              <a:rPr lang="pt-BR" altLang="pt-BR" sz="3200"/>
            </a:br>
            <a:r>
              <a:rPr lang="pt-BR" altLang="pt-BR" sz="3200"/>
              <a:t>Vem das trevas para luz".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C0C240BA-35FF-933D-F090-F564CB640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6" name="Rectangle 2">
            <a:extLst>
              <a:ext uri="{FF2B5EF4-FFF2-40B4-BE49-F238E27FC236}">
                <a16:creationId xmlns:a16="http://schemas.microsoft.com/office/drawing/2014/main" id="{4B68AB68-8D56-C6A5-D255-67FDF7E141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200"/>
              <a:t>Pecador que estás ouvindo </a:t>
            </a:r>
            <a:br>
              <a:rPr lang="pt-BR" altLang="pt-BR" sz="3200"/>
            </a:br>
            <a:r>
              <a:rPr lang="pt-BR" altLang="pt-BR" sz="3200"/>
              <a:t>A mensagem do Senhor, </a:t>
            </a:r>
            <a:br>
              <a:rPr lang="pt-BR" altLang="pt-BR" sz="3200"/>
            </a:br>
            <a:r>
              <a:rPr lang="pt-BR" altLang="pt-BR" sz="3200"/>
              <a:t>Tu na arca és bem-vindo, </a:t>
            </a:r>
            <a:br>
              <a:rPr lang="pt-BR" altLang="pt-BR" sz="3200"/>
            </a:br>
            <a:r>
              <a:rPr lang="pt-BR" altLang="pt-BR" sz="3200"/>
              <a:t>No refúgio de amor,</a:t>
            </a:r>
            <a:br>
              <a:rPr lang="pt-BR" altLang="pt-BR" sz="3200"/>
            </a:br>
            <a:r>
              <a:rPr lang="pt-BR" altLang="pt-BR" sz="3200"/>
              <a:t>Pois as águas do pecado </a:t>
            </a:r>
            <a:br>
              <a:rPr lang="pt-BR" altLang="pt-BR" sz="3200"/>
            </a:br>
            <a:r>
              <a:rPr lang="pt-BR" altLang="pt-BR" sz="3200"/>
              <a:t>Breve te alcançarão,</a:t>
            </a:r>
            <a:br>
              <a:rPr lang="pt-BR" altLang="pt-BR" sz="3200"/>
            </a:br>
            <a:r>
              <a:rPr lang="pt-BR" altLang="pt-BR" sz="3200"/>
              <a:t>Pela morte despertado,</a:t>
            </a:r>
            <a:br>
              <a:rPr lang="pt-BR" altLang="pt-BR" sz="3200"/>
            </a:br>
            <a:r>
              <a:rPr lang="pt-BR" altLang="pt-BR" sz="3200"/>
              <a:t>Baterás na porta em vão!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201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43 O EVANGELHO DA SALVAÇÃO</vt:lpstr>
      <vt:lpstr>Ouves, como o Evangelho  Nos dá vera salvação, E transforma o homem velho  Numa nova criação? Bem algum em mim não via,  Mas somente corrupção,  E cansado da porfia Em Jesus achei perdão. </vt:lpstr>
      <vt:lpstr>Como a pomba que cansada  Foi na arca repousar,  A minh'alma fatigada  Em Jesus vai descansar;  Mas o corvo foi s'embora,  Sobre os mortos foi pousar,  Isto fazes tu agora? Quererás ao mal voltar? </vt:lpstr>
      <vt:lpstr>E Jesus a minha arca  Onde posso repousar, E dali, do mal as marcas,  Nem eu posso avistar! Oh! Quão doce a chamada  Que a mim me fez Jesus!  "Vem, ó alma tão cansada,  Vem das trevas para luz". </vt:lpstr>
      <vt:lpstr>Pecador que estás ouvindo  A mensagem do Senhor,  Tu na arca és bem-vindo,  No refúgio de amor, Pois as águas do pecado  Breve te alcançarão, Pela morte despertado, Baterás na porta em vão!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43 - O EVANGELHO DA SALVAÇÃO</dc:title>
  <dc:creator>Montagna</dc:creator>
  <cp:lastModifiedBy>Emerson Souza</cp:lastModifiedBy>
  <cp:revision>3</cp:revision>
  <dcterms:created xsi:type="dcterms:W3CDTF">2005-10-21T07:04:26Z</dcterms:created>
  <dcterms:modified xsi:type="dcterms:W3CDTF">2026-05-02T21:40:30Z</dcterms:modified>
</cp:coreProperties>
</file>