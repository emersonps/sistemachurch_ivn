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59" r:id="rId5"/>
    <p:sldId id="266" r:id="rId6"/>
    <p:sldId id="260" r:id="rId7"/>
    <p:sldId id="267" r:id="rId8"/>
    <p:sldId id="261" r:id="rId9"/>
    <p:sldId id="268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8DEEFF-2C63-656C-D22C-9AD30B88F7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7B7120-DC1C-6E9D-45AF-DC1F470FE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7A0915-A8CE-1B77-7C8D-9F58B64CC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2AC325-9272-54D7-968A-0A6526E92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B19E7C-8283-6635-0300-B5226A2C4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0E1A6E-891C-4F5C-BC38-3CE7254CC18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94910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632E18-AC27-632E-94A8-1B437D533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8C2C55-96B7-41C6-3A75-ACDC046C1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8A7E09-1D00-11A0-D018-E1266924D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2B3DDD-3AA5-0F8D-DF49-3FCADFAB5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02B1D4-4F04-7D69-97C3-D7DD54FF7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B6F758-49BB-4BA8-BA7B-5DE95571527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31810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9FE682-D4E7-CF80-0B30-F17D3BE52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8661596-05CB-0F3F-F2FC-91266EE03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CE451E-7F54-29C1-0D1D-7221CA517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D924F4-13B4-E3BE-2002-BD23D64C6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D465E9-22C5-6B65-E90F-25DF344CA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BDCE66-5130-4A4C-A2A6-9086945017B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53339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2D14EA-C0AF-1023-1E94-7605B5C87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989AF1-B972-00E2-8A13-EF79BF6000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FC21F37-22DB-13FE-0F27-8AA3AF1908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CB5E418-F085-72A0-874F-5C48D07CF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478B7E4-FA73-B7BA-23A6-FD5CF0C66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6424500-96B6-E4CE-9BE7-815144789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683EAF-98F7-4486-8A14-5187C928130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40564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5D2AB1-7517-0729-E0A6-A51216494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3BC8CF5-12C5-92E8-2ADF-09920DFF8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505665B-19B7-3257-4B90-358F08A8B3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ED4C8E-ECF1-3CE5-2101-5B837E2E91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1A7720-5E5C-9D83-2665-0D1BB319B8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539E2A4-FE6E-2D3F-0382-EFA27008D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0085645-DA5B-EB31-8126-D899D6F63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B07D5C8-853B-A6C7-5E0C-B2C75EF70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571C8E-9088-4044-A71E-634A4DD07A7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45070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AEA66-18B3-EEAB-1AEC-962F6AA79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0BC8946-69E1-56CF-65B0-2F11F5101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E4AE288-F17A-DD53-0467-A570AD9AA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E754D9D-B85B-382F-FFF6-8A0C1494B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2D5E7E-4E29-4A57-B31F-6DBB3B7A79E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02947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A324701-EAE2-393D-8B25-27CA1AE68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FB621CD-6602-8E40-8B9B-490E1C2EC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51F559D-244D-0963-873C-BD8CCF0FF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FCF227-3A2D-4379-9CD9-BA6BC37B3C0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16421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229A31-8859-237A-F876-F4C270469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81302F-0C57-44CD-10C1-F2FFD0C66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9ED9F82-8A9D-5B5D-6AB4-9832662292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346E42A-AE96-0481-A470-AEB257BE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7E62FED-271A-47B5-5480-B3F45AB1E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E13652-BD98-0DEE-4CE8-937BA0B6E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AA166A-BC45-4B4F-A97C-7A69BBFC385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38520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0C977B-17BF-0513-D7E1-91D8101CF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4157F01-7E81-5A6D-C178-160FC5B044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0E86508-90F0-C44C-CCBB-469DFF7BB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5E1CB65-A599-358E-DD17-6A88D4BBA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DFD306C-36DC-2059-0C14-841EE7A4D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9150121-FA97-4E54-C5EA-7EA14C0BE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5DA572-A45E-4650-8074-4B8E64F613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21663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31531A-1B75-6701-DE85-CD2C0EE65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BC2F82A-D577-028D-989F-77B4122209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3FD89D-B782-683A-4EE3-222C1D457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08AC89-57F9-A593-1F3F-35E3F0D35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2957A8-6A69-3FC6-368C-83F58CD98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37F9A6-E211-4C7B-9718-72ED4C80AE0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37780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2EF30C8-0BFF-7479-A60B-B474F7A7C8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4ABA071-DF51-E353-CDD9-B3704C902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88AB3C-CEA6-A3FD-2B89-501C2CC18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637E0C-6397-8DFD-7AE8-0313250D8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3013A3-1AA5-1FF4-9535-D744D6539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5EC469-E042-4282-8707-8D100305A3B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77878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D600531-88DB-4E23-C53D-13A471BFF4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7EA2159-5955-A6E5-5AA5-EDD007198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3D47793-7F60-C9B0-E4F1-DC6379A5112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82541CD-C425-DF73-8E73-E96981A98DB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0D44912-AF2E-59FB-4303-6C169FC1064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B0A7B02-3028-4183-98E5-340C842F4BA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5AB0518-35CA-DE50-04BC-88A4C11DDA4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/>
              <a:t>509</a:t>
            </a:r>
            <a:br>
              <a:rPr lang="en-US" altLang="pt-BR" sz="4000"/>
            </a:br>
            <a:r>
              <a:rPr lang="en-US" altLang="pt-BR" sz="4000"/>
              <a:t>AO PASSAR O JORDÃO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E9FA1271-74D4-805E-A810-D16D29E539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sz="4000" i="1"/>
              <a:t>Quando o Jordão passarmos unidos,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entrarmos no céu, veremos lá,</a:t>
            </a:r>
            <a:r>
              <a:rPr lang="en-US" altLang="pt-BR" sz="4000"/>
              <a:t> </a:t>
            </a:r>
            <a:r>
              <a:rPr lang="en-US" altLang="pt-BR" sz="4000" i="1"/>
              <a:t>Como areia da praia os remidos,</a:t>
            </a:r>
            <a:r>
              <a:rPr lang="en-US" altLang="pt-BR" sz="4000"/>
              <a:t> </a:t>
            </a:r>
            <a:r>
              <a:rPr lang="en-US" altLang="pt-BR" sz="4000" i="1"/>
              <a:t>Oh! Que gloriosa vista será!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7CB82AD5-B5C5-E45E-BEAD-E2961A616F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Tantos como a areia da praia!</a:t>
            </a:r>
            <a:r>
              <a:rPr lang="en-US" altLang="pt-BR" sz="4000"/>
              <a:t> </a:t>
            </a:r>
            <a:r>
              <a:rPr lang="en-US" altLang="pt-BR" sz="4000" b="1" i="1"/>
              <a:t>Tantos como a areia do mar!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 gozo sentirá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Todo o salvo pois verá,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Sim, tantos como a areia da praia!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7C248076-3A0D-0C53-B4BA-97DC5B2437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791200"/>
          </a:xfrm>
        </p:spPr>
        <p:txBody>
          <a:bodyPr/>
          <a:lstStyle/>
          <a:p>
            <a:r>
              <a:rPr lang="en-US" altLang="pt-BR" sz="4000" i="1"/>
              <a:t>Quando virmos os salvos do mundo,</a:t>
            </a:r>
            <a:r>
              <a:rPr lang="en-US" altLang="pt-BR" sz="4000"/>
              <a:t> </a:t>
            </a:r>
            <a:r>
              <a:rPr lang="en-US" altLang="pt-BR" sz="4000" i="1"/>
              <a:t>Que a morte jamais alcançará,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 saudarem com gozo profundo,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Oh! Que gloriosa vista será!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3D853283-D5D6-0253-EEE6-97746FED69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Tantos como a areia da praia!</a:t>
            </a:r>
            <a:r>
              <a:rPr lang="en-US" altLang="pt-BR" sz="4000"/>
              <a:t> </a:t>
            </a:r>
            <a:r>
              <a:rPr lang="en-US" altLang="pt-BR" sz="4000" b="1" i="1"/>
              <a:t>Tantos como a areia do mar!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 gozo sentirá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Todo o salvo pois verá,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Sim, tantos como a areia da praia!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25C930AC-1EA5-D869-E36A-D6F45886C9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257800"/>
          </a:xfrm>
        </p:spPr>
        <p:txBody>
          <a:bodyPr/>
          <a:lstStyle/>
          <a:p>
            <a:r>
              <a:rPr lang="en-US" altLang="pt-BR" sz="4000" i="1"/>
              <a:t>Lá na margem do rio da vida,</a:t>
            </a:r>
            <a:br>
              <a:rPr lang="en-US" altLang="pt-BR" sz="4000" i="1"/>
            </a:br>
            <a:r>
              <a:rPr lang="en-US" altLang="pt-BR" sz="4000" i="1"/>
              <a:t>Onde paz e justiça haverá,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Nós veremos a terra prometida;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Oh! Que gloriosa vista será!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AD4EC18B-2C83-357C-2A68-B28F3C2EB8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Tantos como a areia da praia!</a:t>
            </a:r>
            <a:r>
              <a:rPr lang="en-US" altLang="pt-BR" sz="4000"/>
              <a:t> </a:t>
            </a:r>
            <a:r>
              <a:rPr lang="en-US" altLang="pt-BR" sz="4000" b="1" i="1"/>
              <a:t>Tantos como a areia do mar!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 gozo sentirá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Todo o salvo pois verá,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Sim, tantos como a areia da praia!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:a16="http://schemas.microsoft.com/office/drawing/2014/main" id="{D0756583-810E-9376-12F5-8D04233E49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334000"/>
          </a:xfrm>
        </p:spPr>
        <p:txBody>
          <a:bodyPr/>
          <a:lstStyle/>
          <a:p>
            <a:r>
              <a:rPr lang="en-US" altLang="pt-BR" sz="4000" i="1"/>
              <a:t>Quando Cristo Jesus contemplarmos,</a:t>
            </a:r>
            <a:r>
              <a:rPr lang="en-US" altLang="pt-BR" sz="4000"/>
              <a:t> </a:t>
            </a:r>
            <a:r>
              <a:rPr lang="en-US" altLang="pt-BR" sz="4000" i="1"/>
              <a:t>Coroado no céu como está,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prostrado aos Seus pés adorarmos,</a:t>
            </a:r>
            <a:r>
              <a:rPr lang="en-US" altLang="pt-BR" sz="4000"/>
              <a:t> </a:t>
            </a:r>
            <a:r>
              <a:rPr lang="en-US" altLang="pt-BR" sz="4000" i="1"/>
              <a:t>Oh! Que gloriosa vista será!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14EFCB65-5482-0734-AB8B-838FA62805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Tantos como a areia da praia!</a:t>
            </a:r>
            <a:r>
              <a:rPr lang="en-US" altLang="pt-BR" sz="4000"/>
              <a:t> </a:t>
            </a:r>
            <a:r>
              <a:rPr lang="en-US" altLang="pt-BR" sz="4000" b="1" i="1"/>
              <a:t>Tantos como a areia do mar!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 gozo sentirá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Todo o salvo pois verá,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Sim, tantos como a areia da praia!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509 AO PASSAR O JORDÃO </vt:lpstr>
      <vt:lpstr>Quando o Jordão passarmos unidos,  E entrarmos no céu, veremos lá, Como areia da praia os remidos, Oh! Que gloriosa vista será! </vt:lpstr>
      <vt:lpstr>Tantos como a areia da praia! Tantos como a areia do mar!  Que gozo sentirá  Todo o salvo pois verá,  Sim, tantos como a areia da praia! </vt:lpstr>
      <vt:lpstr>Quando virmos os salvos do mundo, Que a morte jamais alcançará,  Se saudarem com gozo profundo,  Oh! Que gloriosa vista será!   </vt:lpstr>
      <vt:lpstr>Tantos como a areia da praia! Tantos como a areia do mar!  Que gozo sentirá  Todo o salvo pois verá,  Sim, tantos como a areia da praia! </vt:lpstr>
      <vt:lpstr>Lá na margem do rio da vida, Onde paz e justiça haverá,  Nós veremos a terra prometida;  Oh! Que gloriosa vista será!   </vt:lpstr>
      <vt:lpstr>Tantos como a areia da praia! Tantos como a areia do mar!  Que gozo sentirá  Todo o salvo pois verá,  Sim, tantos como a areia da praia! </vt:lpstr>
      <vt:lpstr>Quando Cristo Jesus contemplarmos, Coroado no céu como está,  E prostrado aos Seus pés adorarmos, Oh! Que gloriosa vista será! </vt:lpstr>
      <vt:lpstr>Tantos como a areia da praia! Tantos como a areia do mar!  Que gozo sentirá  Todo o salvo pois verá,  Sim, tantos como a areia da praia!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509 AO PASSAR O JORDÃO </dc:title>
  <dc:creator>Junior</dc:creator>
  <cp:lastModifiedBy>Emerson Souza</cp:lastModifiedBy>
  <cp:revision>1</cp:revision>
  <dcterms:created xsi:type="dcterms:W3CDTF">2005-12-18T21:38:56Z</dcterms:created>
  <dcterms:modified xsi:type="dcterms:W3CDTF">2026-05-02T22:19:32Z</dcterms:modified>
</cp:coreProperties>
</file>