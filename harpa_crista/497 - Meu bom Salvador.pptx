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B8C06-86B4-3C56-7811-2C1782D93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1E5937-8973-7244-EEA0-F8D9E395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3BD878-661A-2784-7568-213DAF26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3E5ED8-B0BF-54BA-42B1-D486EBAA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2138A7-759C-F3F0-85BB-92B1FC3E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C13755-8948-4012-96E3-0857FE279E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61433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CB39A-1F21-3459-F1AA-B817FCF0E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104C2C-FAC0-B3C6-7618-87CBDD75E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CCFA02-D197-7090-1934-30AE566E3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5D06DC-A6C3-0E6D-5758-E57273608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D83517-8943-5B01-8393-D1AF7BE26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45C85D-CABC-411F-813C-414900038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5105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A2D4F-081A-24CE-097F-7CA0FB13B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1C6508-EAAC-9D5A-6F14-CA8C35E5C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CA0598-3A18-3188-A09C-9C1F20FAC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9F166C-41A6-0A93-61C4-CCE6141F5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4037F8-C7A4-7E65-9E1B-6F8B76790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47151B-FC7C-47AA-B503-43CF87DF6B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066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92118C-2717-F561-988C-5EAEF45EF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6A5318-AF93-0BDC-A1D6-C929D040C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A1EBF9-D307-C8B1-84DD-779FA1EE5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78DC03-92B0-8DC0-D9D4-CA598527C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8A0205-92A2-6AD5-5C84-CE4C7FD5B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E62ACF-B97A-302D-E7FF-D6237BC3C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1B6C0A-FF92-4C56-8783-9EE4C5F18D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76782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CA55B-62A8-F728-2C0F-A7FE23618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2236E0-6AA6-7135-F519-92D932D5C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BF95793-15A0-5CDB-28B6-5EB791CEC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49EA4E7-D531-5129-E3E8-BE7640F33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AB5F93F-5C74-4534-5883-B898C151BA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092D232-DAD0-2FEB-4B6F-04608D35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F014453-0105-C1FF-E73B-179E2F1FB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F19764E-7308-8326-558C-2BFFDEF6C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3837AC-95CB-4D48-8F79-2F99834CB7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5343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BA5E9B-4547-549B-9299-4FDE95BF6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CAC4357-4731-C103-4772-236AF308E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9B78555-80FA-DEB1-E729-6D91F13C5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3272EAC-C2A8-EFDD-A26C-4D39173BF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4A8DB3-6E57-4521-9E02-A6A29F1344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0671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805364-DFB7-918E-A64C-B04FFEBC3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94D1CEA-115A-6A95-D573-A784B6ECC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6F763A-D73E-1E18-0534-369DA11C8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204677-FB58-4DD7-AB1A-781AFA9E90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819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3B9DEF-863D-3ADB-9169-18E1B9DAD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050B0A-797E-5137-17FF-631724A4B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D928BA9-F047-4F18-29E1-D21EEF819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B9B7AD5-F1FA-93EB-6D22-30217279B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B20A64-49CF-86D8-5C7D-B737143B4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44CF12-C1CC-6E88-2530-620609948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A6E2CE-E43C-48B3-9359-E431A7CAD2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8044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9102E-C6F6-4052-957F-DF2A90838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7B2DD02-9E46-1D87-EFEA-D2CAD93B5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591578-E408-9F70-0553-5E3E369DA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1D501D-C5FD-17E0-A420-75D953264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5F7852-01C4-FCC9-535B-946C42A59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10848C-2222-10BF-8C2A-B5B28072A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999A9E-5B6A-4C77-BA4F-D06A8EF2F4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28226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6F2DE2-933B-642F-5136-D18DCF11A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8811080-36AD-8B3E-B4D3-56844D7F0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3C5A0D-2A8F-12E5-90D0-9A77A481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FFEBBA-6A6A-E268-7C3E-E4D30C3A2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A8D956-894E-CEFD-9127-6F8278F8C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B85C1C-E4B2-4F17-9439-C285829CAE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86455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78CA45-4D02-70F1-1F47-9EFC67A21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4D5CE3-D5D6-1A2A-F292-3D9AFEEDB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4479EA-E77B-14A6-95E7-6441F2576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74C37D-AC1E-CCF0-1EEC-ED060422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2D19C6-DF40-E78C-C484-1A02E3B0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91A7AC-696C-4B79-AB7B-066B5C9C9F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292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6DD6916-31EC-0559-2252-FFE2669BB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734D583-5991-722E-EE4B-607539C511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99AE626-B5C5-65AD-CF09-3048890CB72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7EB4114-9C23-D7D6-35D1-C7FC49A71B9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4C1A007-B232-01AA-BA5E-DA231D04A07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A7F1726-6FB3-4115-93B1-63B9017D60B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65AE9B1-F43A-B93F-886A-0E05657F17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497</a:t>
            </a:r>
            <a:br>
              <a:rPr lang="pt-BR" altLang="pt-BR" sz="4400" b="1"/>
            </a:br>
            <a:r>
              <a:rPr lang="pt-BR" altLang="pt-BR" sz="4400" b="1"/>
              <a:t>MEU BOM SALVADOR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1B09D3C-3EC7-98EC-E93A-40E3066061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sz="3600"/>
              <a:t>Jesus é precioso, meu bom Salvador,</a:t>
            </a:r>
            <a:br>
              <a:rPr lang="pt-BR" altLang="pt-BR" sz="3600"/>
            </a:br>
            <a:r>
              <a:rPr lang="pt-BR" altLang="pt-BR" sz="3600"/>
              <a:t>P'ra sempre O louvo, pois deu-me a luz; </a:t>
            </a:r>
            <a:br>
              <a:rPr lang="pt-BR" altLang="pt-BR" sz="3600"/>
            </a:br>
            <a:r>
              <a:rPr lang="pt-BR" altLang="pt-BR" sz="3600"/>
              <a:t>Se débil me encontro me dá Seu vigor, </a:t>
            </a:r>
            <a:br>
              <a:rPr lang="pt-BR" altLang="pt-BR" sz="3600"/>
            </a:br>
            <a:r>
              <a:rPr lang="pt-BR" altLang="pt-BR" sz="3600"/>
              <a:t>P'ra mim é precioso Jesus!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6B25054-CB0F-F6CE-5D72-8902A8820A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sz="3600" b="1" i="1"/>
              <a:t>Precioso é Jesus, meu Jesus! </a:t>
            </a:r>
            <a:br>
              <a:rPr lang="pt-BR" altLang="pt-BR" sz="3600" b="1" i="1"/>
            </a:br>
            <a:r>
              <a:rPr lang="pt-BR" altLang="pt-BR" sz="3600" b="1" i="1"/>
              <a:t>Precioso é Jesus, minha luz!</a:t>
            </a:r>
            <a:br>
              <a:rPr lang="pt-BR" altLang="pt-BR" sz="3600" b="1" i="1"/>
            </a:br>
            <a:r>
              <a:rPr lang="pt-BR" altLang="pt-BR" sz="3600" b="1" i="1"/>
              <a:t>Que glória será o Seu rosto mirar! </a:t>
            </a:r>
            <a:br>
              <a:rPr lang="pt-BR" altLang="pt-BR" sz="3600" b="1" i="1"/>
            </a:br>
            <a:r>
              <a:rPr lang="pt-BR" altLang="pt-BR" sz="3600" b="1" i="1"/>
              <a:t>P'ra mim é precioso Jesus!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8500277-1EF6-0EF6-E2F9-606A051617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/>
              <a:t>Andando no mundo, sem Deus, a vagar, </a:t>
            </a:r>
            <a:br>
              <a:rPr lang="pt-BR" altLang="pt-BR" sz="3600"/>
            </a:br>
            <a:r>
              <a:rPr lang="pt-BR" altLang="pt-BR" sz="3600"/>
              <a:t>Na senda do mal, que a morte conduz, </a:t>
            </a:r>
            <a:br>
              <a:rPr lang="pt-BR" altLang="pt-BR" sz="3600"/>
            </a:br>
            <a:r>
              <a:rPr lang="pt-BR" altLang="pt-BR" sz="3600"/>
              <a:t>Me disse Jesus: "Eu te quero salvar" </a:t>
            </a:r>
            <a:br>
              <a:rPr lang="pt-BR" altLang="pt-BR" sz="3600"/>
            </a:br>
            <a:r>
              <a:rPr lang="pt-BR" altLang="pt-BR" sz="3600"/>
              <a:t>P'ra mim é precioso Jesus!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FB3C522-70E0-E203-36F4-23067A48E9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sz="3600" b="1" i="1"/>
              <a:t>Precioso é Jesus, meu Jesus! </a:t>
            </a:r>
            <a:br>
              <a:rPr lang="pt-BR" altLang="pt-BR" sz="3600" b="1" i="1"/>
            </a:br>
            <a:r>
              <a:rPr lang="pt-BR" altLang="pt-BR" sz="3600" b="1" i="1"/>
              <a:t>Precioso é Jesus, minha luz!</a:t>
            </a:r>
            <a:br>
              <a:rPr lang="pt-BR" altLang="pt-BR" sz="3600" b="1" i="1"/>
            </a:br>
            <a:r>
              <a:rPr lang="pt-BR" altLang="pt-BR" sz="3600" b="1" i="1"/>
              <a:t>Que glória será o Seu rosto mirar! </a:t>
            </a:r>
            <a:br>
              <a:rPr lang="pt-BR" altLang="pt-BR" sz="3600" b="1" i="1"/>
            </a:br>
            <a:r>
              <a:rPr lang="pt-BR" altLang="pt-BR" sz="3600" b="1" i="1"/>
              <a:t>P'ra mim é precioso Jesus!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DACC8D6-5C09-2269-2CB8-83EB0F8B07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/>
              <a:t>Já por Sua graça, eu posso gozar; </a:t>
            </a:r>
            <a:br>
              <a:rPr lang="pt-BR" altLang="pt-BR" sz="3600"/>
            </a:br>
            <a:r>
              <a:rPr lang="pt-BR" altLang="pt-BR" sz="3600"/>
              <a:t>Encheu-me de gozo do reino da luz; </a:t>
            </a:r>
            <a:br>
              <a:rPr lang="pt-BR" altLang="pt-BR" sz="3600"/>
            </a:br>
            <a:r>
              <a:rPr lang="pt-BR" altLang="pt-BR" sz="3600"/>
              <a:t>Contemplo por fé, meu celeste lugar. </a:t>
            </a:r>
            <a:br>
              <a:rPr lang="pt-BR" altLang="pt-BR" sz="3600"/>
            </a:br>
            <a:r>
              <a:rPr lang="pt-BR" altLang="pt-BR" sz="3600"/>
              <a:t>P'ra mim é precioso Jesus!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BBA1097-1C57-C567-B628-58262554A5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sz="3600" b="1" i="1"/>
              <a:t>Precioso é Jesus, meu Jesus! </a:t>
            </a:r>
            <a:br>
              <a:rPr lang="pt-BR" altLang="pt-BR" sz="3600" b="1" i="1"/>
            </a:br>
            <a:r>
              <a:rPr lang="pt-BR" altLang="pt-BR" sz="3600" b="1" i="1"/>
              <a:t>Precioso é Jesus, minha luz!</a:t>
            </a:r>
            <a:br>
              <a:rPr lang="pt-BR" altLang="pt-BR" sz="3600" b="1" i="1"/>
            </a:br>
            <a:r>
              <a:rPr lang="pt-BR" altLang="pt-BR" sz="3600" b="1" i="1"/>
              <a:t>Que glória será o Seu rosto mirar! </a:t>
            </a:r>
            <a:br>
              <a:rPr lang="pt-BR" altLang="pt-BR" sz="3600" b="1" i="1"/>
            </a:br>
            <a:r>
              <a:rPr lang="pt-BR" altLang="pt-BR" sz="3600" b="1" i="1"/>
              <a:t>P'ra mim é precioso Jesus!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DAE1229-362A-404A-0EE1-4F62E61FD9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Jesus é precioso, pois me quis salvar,</a:t>
            </a:r>
            <a:br>
              <a:rPr lang="pt-BR" altLang="pt-BR" sz="3600"/>
            </a:br>
            <a:r>
              <a:rPr lang="pt-BR" altLang="pt-BR" sz="3600"/>
              <a:t>Morrendo por mim pendurado na cruz,</a:t>
            </a:r>
            <a:br>
              <a:rPr lang="pt-BR" altLang="pt-BR" sz="3600"/>
            </a:br>
            <a:r>
              <a:rPr lang="pt-BR" altLang="pt-BR" sz="3600"/>
              <a:t>E mui glorioso virá me buscar,</a:t>
            </a:r>
            <a:br>
              <a:rPr lang="pt-BR" altLang="pt-BR" sz="3600"/>
            </a:br>
            <a:r>
              <a:rPr lang="pt-BR" altLang="pt-BR" sz="3600"/>
              <a:t>P'ra mim é precioso Jesus!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4870239-8FF1-6F31-DBD1-8A7A0C6B4B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sz="3600" b="1" i="1"/>
              <a:t>Precioso é Jesus, meu Jesus! </a:t>
            </a:r>
            <a:br>
              <a:rPr lang="pt-BR" altLang="pt-BR" sz="3600" b="1" i="1"/>
            </a:br>
            <a:r>
              <a:rPr lang="pt-BR" altLang="pt-BR" sz="3600" b="1" i="1"/>
              <a:t>Precioso é Jesus, minha luz!</a:t>
            </a:r>
            <a:br>
              <a:rPr lang="pt-BR" altLang="pt-BR" sz="3600" b="1" i="1"/>
            </a:br>
            <a:r>
              <a:rPr lang="pt-BR" altLang="pt-BR" sz="3600" b="1" i="1"/>
              <a:t>Que glória será o Seu rosto mirar! </a:t>
            </a:r>
            <a:br>
              <a:rPr lang="pt-BR" altLang="pt-BR" sz="3600" b="1" i="1"/>
            </a:br>
            <a:r>
              <a:rPr lang="pt-BR" altLang="pt-BR" sz="3600" b="1" i="1"/>
              <a:t>P'ra mim é precioso Jesus!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497 MEU BOM SALVADOR</vt:lpstr>
      <vt:lpstr>Jesus é precioso, meu bom Salvador, P'ra sempre O louvo, pois deu-me a luz;  Se débil me encontro me dá Seu vigor,  P'ra mim é precioso Jesus! </vt:lpstr>
      <vt:lpstr>Precioso é Jesus, meu Jesus!  Precioso é Jesus, minha luz! Que glória será o Seu rosto mirar!  P'ra mim é precioso Jesus!</vt:lpstr>
      <vt:lpstr>Andando no mundo, sem Deus, a vagar,  Na senda do mal, que a morte conduz,  Me disse Jesus: "Eu te quero salvar"  P'ra mim é precioso Jesus! </vt:lpstr>
      <vt:lpstr>Precioso é Jesus, meu Jesus!  Precioso é Jesus, minha luz! Que glória será o Seu rosto mirar!  P'ra mim é precioso Jesus!</vt:lpstr>
      <vt:lpstr>Já por Sua graça, eu posso gozar;  Encheu-me de gozo do reino da luz;  Contemplo por fé, meu celeste lugar.  P'ra mim é precioso Jesus! </vt:lpstr>
      <vt:lpstr>Precioso é Jesus, meu Jesus!  Precioso é Jesus, minha luz! Que glória será o Seu rosto mirar!  P'ra mim é precioso Jesus!</vt:lpstr>
      <vt:lpstr>Jesus é precioso, pois me quis salvar, Morrendo por mim pendurado na cruz, E mui glorioso virá me buscar, P'ra mim é precioso Jesus! </vt:lpstr>
      <vt:lpstr>Precioso é Jesus, meu Jesus!  Precioso é Jesus, minha luz! Que glória será o Seu rosto mirar!  P'ra mim é precioso Jesus!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497 - MEU BOM SALVADOR</dc:title>
  <dc:creator>Montagna</dc:creator>
  <cp:lastModifiedBy>Emerson Souza</cp:lastModifiedBy>
  <cp:revision>2</cp:revision>
  <dcterms:created xsi:type="dcterms:W3CDTF">2005-10-21T10:03:14Z</dcterms:created>
  <dcterms:modified xsi:type="dcterms:W3CDTF">2026-05-02T22:18:32Z</dcterms:modified>
</cp:coreProperties>
</file>