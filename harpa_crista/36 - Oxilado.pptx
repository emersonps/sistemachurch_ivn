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50" d="100"/>
          <a:sy n="50" d="100"/>
        </p:scale>
        <p:origin x="-52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95DB11-E7CC-F2F1-8812-70052ECA9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5E24F0-0E7B-839E-107F-8AFFCDA41D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395CD4-FAFC-2539-16E2-1903C0048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6D0982-5311-DA2A-D73D-E330781A1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E59483D-66E3-8678-867C-98C33A14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92384E-8C58-4E4A-80F9-D8F9CEEEAE7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77557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2C133F-07EA-18DD-7CB4-0C751F24D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4E0A2A-78E8-27B4-5B41-9B75DAA60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68C8D9-55EA-3726-4777-26EDE4D30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2C1105-905C-FDFB-F4AE-07E28EF13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83A54C-0A99-FBB5-D429-D1AE99CF3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482C05-2534-414D-81B4-92C0690D3AA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1304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437A3C-9507-AEAF-4BAA-BFB73075D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F46A13-4247-9868-8F8F-5972F6E60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7619A4-A102-9248-65F9-A978C203E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17A1F9-8F3D-31CA-9C30-8D6CC2F8F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EAEDAA-6D32-14BE-C26B-4C5B106E4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AC063C-471D-4582-8586-3CFF2FB68CD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57236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38062A-B0E7-8107-8A43-6B10C7D1B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6D04DC-4203-AECE-63D7-E7C055A89E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36FFD9F-1CAF-FECF-5546-1323DE173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C85CF35-642F-BD0A-8D34-6D5DDE018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987F51C-D85F-66C9-4B3C-94CDBF37B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BA56CF0-56EC-5DB0-D37E-0A7A62676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2DC624-3805-4407-8CF5-1494E991A23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2872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9EA032-608C-875C-8D38-D900761AC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D90B7C-CAFA-8BB1-817B-61AE2D644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23067EA-2782-62F1-1C83-DC5550EA3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997B515-0705-D848-051C-D85FA7F2AD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8E16799-5047-20B1-52D5-C78E4CFAE6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DB699A6-2FDD-57A5-E5C2-37FC916E2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25C3DA5-FA16-BB03-4FA0-2D6EEF40C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D74AD30-F5E5-6DCE-1E63-C6486B4D1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60565-8183-4E0C-9FB6-640F4FE4A3B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06462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2A0CA5-8655-4EB5-331D-CDCA4DF4B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CBEE981-BD59-C85C-B6FF-2705EA4AA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E358030-D946-A067-D177-425D3D643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ACE42C9-25C7-FA2A-8DFB-C497BC128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4DA1D5-F5A6-460A-AD7A-DC1B18ADE26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36069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7B24F54-3E96-7100-CA07-86F145773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60AC43B-F448-5AE4-84F8-F585204B0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0105D9E-9204-E3BA-42E6-BED9E6AB5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2B9A9A-53A3-44D9-ACFC-5F9D8DD4E37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52000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9F62EF-56CC-C635-3A9B-F7379E76E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3F6D38-0A3D-0401-CC5D-23F82E51B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8FAD58A-9A5C-7987-FFB8-012763512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98350BD-000C-8F66-F7FC-80BD3D1F8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0D33BEF-AA58-DBF3-C810-3FDD03CBA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C0E02E0-471A-D095-04A6-215F76231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EDACAB-9E61-440E-9960-F9680BC10E9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06499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33AEF6-A42C-FA45-AFA9-C6A422880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285A209-A39E-30C6-6896-FF55274354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8D16BBB-2CC6-4083-8BF0-B546D9940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435E48E-E81F-A03F-C63A-7EBD67081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135B65A-8394-E19B-489B-61529E4B3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59960D-4270-24DD-02DF-8D28A80D5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F112EF-B5C0-412D-AED9-119DE6AF39E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47854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141D8C-FA9B-A4D9-2871-30EE3A5C7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048FEE6-CF9C-D5C1-D114-C2B63BFBD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708FF1-DAD3-2215-21C4-25BCC9ABA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220629-8A58-1157-AAB7-C18F2912B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A81CDC-1CA1-9A55-1E24-A08BA7CF6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DB6A44-B9BA-4E22-BC16-BEDEB45B030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52205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95DA88C-0235-69DC-378D-AA0A3681CA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FD42CC7-7AB6-F65E-46AF-2D832B480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DD1E49-E370-2CB8-948A-54C7361F8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AAAA76-D49F-68D6-C334-BF96ACD82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0CEDB3-6B6F-B733-C217-27A157FC4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5468A8-1AE6-435B-B6F3-E9EBB5BB37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81162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CD758BE-1106-2530-A9C3-FE8D467883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D022FB5-F648-0454-46B5-19C2D41A8B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044EA6F-0E36-C4C1-91B7-5422AD26848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72F12DF-8038-DF6B-A319-6884A277F79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99C3E77-7939-5C2D-A1DF-F0221B559F9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40F1E10-E520-491B-97D7-E236A58BACD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3F7EA4F-E1A8-B66F-11F4-82DACAF7A26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36</a:t>
            </a:r>
            <a:br>
              <a:rPr lang="en-US" altLang="pt-BR" sz="4000" b="1"/>
            </a:br>
            <a:r>
              <a:rPr lang="en-US" altLang="pt-BR" sz="4000" b="1"/>
              <a:t>O EXILADO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7D0C03A-2D87-DFB1-4044-25C1A34A6D0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B7AC82D6-3C17-010D-B19D-CEDFA23A91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334000"/>
          </a:xfrm>
        </p:spPr>
        <p:txBody>
          <a:bodyPr/>
          <a:lstStyle/>
          <a:p>
            <a:r>
              <a:rPr lang="en-US" altLang="pt-BR" sz="4000" i="1"/>
              <a:t>Da linda pátria estou bem longe; Cansado estou; </a:t>
            </a:r>
            <a:br>
              <a:rPr lang="en-US" altLang="pt-BR" sz="4000" i="1"/>
            </a:br>
            <a:r>
              <a:rPr lang="en-US" altLang="pt-BR" sz="4000" i="1"/>
              <a:t>Eu tenho de Jesus saudade, </a:t>
            </a:r>
            <a:br>
              <a:rPr lang="en-US" altLang="pt-BR" sz="4000" i="1"/>
            </a:br>
            <a:r>
              <a:rPr lang="en-US" altLang="pt-BR" sz="4000" i="1"/>
              <a:t>Oh, quando é que eu vou? Passarinhos, belas flores, </a:t>
            </a:r>
            <a:br>
              <a:rPr lang="en-US" altLang="pt-BR" sz="4000" i="1"/>
            </a:br>
            <a:r>
              <a:rPr lang="en-US" altLang="pt-BR" sz="4000" i="1"/>
              <a:t>Querem m'encantar; </a:t>
            </a:r>
            <a:br>
              <a:rPr lang="en-US" altLang="pt-BR" sz="4000" i="1"/>
            </a:br>
            <a:r>
              <a:rPr lang="en-US" altLang="pt-BR" sz="4000" i="1"/>
              <a:t>São vãos terrestres esplendores, </a:t>
            </a:r>
            <a:br>
              <a:rPr lang="en-US" altLang="pt-BR" sz="4000" i="1"/>
            </a:br>
            <a:r>
              <a:rPr lang="en-US" altLang="pt-BR" sz="4000" i="1"/>
              <a:t>Mas contemplo o meu lar.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>
            <a:extLst>
              <a:ext uri="{FF2B5EF4-FFF2-40B4-BE49-F238E27FC236}">
                <a16:creationId xmlns:a16="http://schemas.microsoft.com/office/drawing/2014/main" id="{05E3CC2F-606B-48F2-DF8D-50FAE5B683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6096000"/>
          </a:xfrm>
        </p:spPr>
        <p:txBody>
          <a:bodyPr/>
          <a:lstStyle/>
          <a:p>
            <a:r>
              <a:rPr lang="en-US" altLang="pt-BR" sz="4000" i="1"/>
              <a:t>Jesus me deu a Sua promessa; </a:t>
            </a:r>
            <a:br>
              <a:rPr lang="en-US" altLang="pt-BR" sz="4000" i="1"/>
            </a:br>
            <a:r>
              <a:rPr lang="en-US" altLang="pt-BR" sz="4000" i="1"/>
              <a:t>Me vem buscar; </a:t>
            </a:r>
            <a:br>
              <a:rPr lang="en-US" altLang="pt-BR" sz="4000" i="1"/>
            </a:br>
            <a:r>
              <a:rPr lang="en-US" altLang="pt-BR" sz="4000" i="1"/>
              <a:t>Meu coração está com pressa, </a:t>
            </a:r>
            <a:br>
              <a:rPr lang="en-US" altLang="pt-BR" sz="4000" i="1"/>
            </a:br>
            <a:r>
              <a:rPr lang="en-US" altLang="pt-BR" sz="4000" i="1"/>
              <a:t>Eu quero já voar. </a:t>
            </a:r>
            <a:br>
              <a:rPr lang="en-US" altLang="pt-BR" sz="4000" i="1"/>
            </a:br>
            <a:r>
              <a:rPr lang="en-US" altLang="pt-BR" sz="4000" i="1"/>
              <a:t>Meus pecados foram muitos, </a:t>
            </a:r>
            <a:br>
              <a:rPr lang="en-US" altLang="pt-BR" sz="4000" i="1"/>
            </a:br>
            <a:r>
              <a:rPr lang="en-US" altLang="pt-BR" sz="4000" i="1"/>
              <a:t>Mui culpado sou; </a:t>
            </a:r>
            <a:br>
              <a:rPr lang="en-US" altLang="pt-BR" sz="4000" i="1"/>
            </a:br>
            <a:r>
              <a:rPr lang="en-US" altLang="pt-BR" sz="4000" i="1"/>
              <a:t>Porém, Seu sangue põe-me limpo; </a:t>
            </a:r>
            <a:br>
              <a:rPr lang="en-US" altLang="pt-BR" sz="4000" i="1"/>
            </a:br>
            <a:r>
              <a:rPr lang="en-US" altLang="pt-BR" sz="4000" i="1"/>
              <a:t>Eu para pátria vou.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8897B79-341E-9483-6D41-2E88987F2C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6096000"/>
          </a:xfrm>
        </p:spPr>
        <p:txBody>
          <a:bodyPr/>
          <a:lstStyle/>
          <a:p>
            <a:r>
              <a:rPr lang="en-US" altLang="pt-BR" sz="4000" i="1"/>
              <a:t>Qual filho de seu lar saudoso, </a:t>
            </a:r>
            <a:br>
              <a:rPr lang="en-US" altLang="pt-BR" sz="4000" i="1"/>
            </a:br>
            <a:r>
              <a:rPr lang="en-US" altLang="pt-BR" sz="4000" i="1"/>
              <a:t>Eu quero ir; </a:t>
            </a:r>
            <a:br>
              <a:rPr lang="en-US" altLang="pt-BR" sz="4000" i="1"/>
            </a:br>
            <a:r>
              <a:rPr lang="en-US" altLang="pt-BR" sz="4000" i="1"/>
              <a:t>Qual passarinho para o ninho, </a:t>
            </a:r>
            <a:br>
              <a:rPr lang="en-US" altLang="pt-BR" sz="4000" i="1"/>
            </a:br>
            <a:r>
              <a:rPr lang="en-US" altLang="pt-BR" sz="4000" i="1"/>
              <a:t>Pra os braços Seus fugir; </a:t>
            </a:r>
            <a:br>
              <a:rPr lang="en-US" altLang="pt-BR" sz="4000" i="1"/>
            </a:br>
            <a:r>
              <a:rPr lang="en-US" altLang="pt-BR" sz="4000" i="1"/>
              <a:t>É fiel - Sua vinda é certa, </a:t>
            </a:r>
            <a:br>
              <a:rPr lang="en-US" altLang="pt-BR" sz="4000" i="1"/>
            </a:br>
            <a:r>
              <a:rPr lang="en-US" altLang="pt-BR" sz="4000" i="1"/>
              <a:t>Quando... Eu não sei. </a:t>
            </a:r>
            <a:br>
              <a:rPr lang="en-US" altLang="pt-BR" sz="4000" i="1"/>
            </a:br>
            <a:r>
              <a:rPr lang="en-US" altLang="pt-BR" sz="4000" i="1"/>
              <a:t>Mas Ele manda estar alerta; </a:t>
            </a:r>
            <a:br>
              <a:rPr lang="en-US" altLang="pt-BR" sz="4000" i="1"/>
            </a:br>
            <a:r>
              <a:rPr lang="en-US" altLang="pt-BR" sz="4000" i="1"/>
              <a:t>Do exílio voltarei.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93C7C3C-E8AB-FB75-E6DA-93AD9D0539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6096000"/>
          </a:xfrm>
        </p:spPr>
        <p:txBody>
          <a:bodyPr/>
          <a:lstStyle/>
          <a:p>
            <a:r>
              <a:rPr lang="en-US" altLang="pt-BR" sz="4000" i="1"/>
              <a:t>Sua vinda aguardo eu cantando; </a:t>
            </a:r>
            <a:br>
              <a:rPr lang="en-US" altLang="pt-BR" sz="4000" i="1"/>
            </a:br>
            <a:r>
              <a:rPr lang="en-US" altLang="pt-BR" sz="4000" i="1"/>
              <a:t>Meu lar no céu; </a:t>
            </a:r>
            <a:br>
              <a:rPr lang="en-US" altLang="pt-BR" sz="4000" i="1"/>
            </a:br>
            <a:r>
              <a:rPr lang="en-US" altLang="pt-BR" sz="4000" i="1"/>
              <a:t>Seus passos hei de ouvir soando </a:t>
            </a:r>
            <a:br>
              <a:rPr lang="en-US" altLang="pt-BR" sz="4000" i="1"/>
            </a:br>
            <a:r>
              <a:rPr lang="en-US" altLang="pt-BR" sz="4000" i="1"/>
              <a:t>Além do escuro véu. </a:t>
            </a:r>
            <a:br>
              <a:rPr lang="en-US" altLang="pt-BR" sz="4000" i="1"/>
            </a:br>
            <a:r>
              <a:rPr lang="en-US" altLang="pt-BR" sz="4000" i="1"/>
              <a:t>Passarinhos, belas flores,</a:t>
            </a:r>
            <a:br>
              <a:rPr lang="en-US" altLang="pt-BR" sz="4000" i="1"/>
            </a:br>
            <a:r>
              <a:rPr lang="en-US" altLang="pt-BR" sz="4000" i="1"/>
              <a:t>Querem m'encantar; </a:t>
            </a:r>
            <a:br>
              <a:rPr lang="en-US" altLang="pt-BR" sz="4000" i="1"/>
            </a:br>
            <a:r>
              <a:rPr lang="en-US" altLang="pt-BR" sz="4000" i="1"/>
              <a:t>São vãos terrestres esplendores, </a:t>
            </a:r>
            <a:br>
              <a:rPr lang="en-US" altLang="pt-BR" sz="4000" i="1"/>
            </a:br>
            <a:r>
              <a:rPr lang="en-US" altLang="pt-BR" sz="4000" i="1"/>
              <a:t>Mas contemplo o meu lar.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204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36 O EXILADO </vt:lpstr>
      <vt:lpstr>Da linda pátria estou bem longe; Cansado estou;  Eu tenho de Jesus saudade,  Oh, quando é que eu vou? Passarinhos, belas flores,  Querem m'encantar;  São vãos terrestres esplendores,  Mas contemplo o meu lar. </vt:lpstr>
      <vt:lpstr>Jesus me deu a Sua promessa;  Me vem buscar;  Meu coração está com pressa,  Eu quero já voar.  Meus pecados foram muitos,  Mui culpado sou;  Porém, Seu sangue põe-me limpo;  Eu para pátria vou. </vt:lpstr>
      <vt:lpstr>Qual filho de seu lar saudoso,  Eu quero ir;  Qual passarinho para o ninho,  Pra os braços Seus fugir;  É fiel - Sua vinda é certa,  Quando... Eu não sei.  Mas Ele manda estar alerta;  Do exílio voltarei.   </vt:lpstr>
      <vt:lpstr>Sua vinda aguardo eu cantando;  Meu lar no céu;  Seus passos hei de ouvir soando  Além do escuro véu.  Passarinhos, belas flores, Querem m'encantar;  São vãos terrestres esplendores,  Mas contemplo o meu lar. 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36 O EXILADO </dc:title>
  <dc:creator>Junior</dc:creator>
  <cp:lastModifiedBy>Emerson Souza</cp:lastModifiedBy>
  <cp:revision>2</cp:revision>
  <dcterms:created xsi:type="dcterms:W3CDTF">2005-12-23T01:10:50Z</dcterms:created>
  <dcterms:modified xsi:type="dcterms:W3CDTF">2026-05-02T21:39:58Z</dcterms:modified>
</cp:coreProperties>
</file>