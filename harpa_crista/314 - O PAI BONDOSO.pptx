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0C818-6F79-2E95-9FBC-7F99CDDA8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1EDB7E-32E6-6D3D-A839-0B94D04C8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BFAAC8-483B-AA81-279C-8B7FBDAB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CD27E-7605-CCE2-0991-419678E7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2FB9CF-B3AA-B4A5-4D22-7092B9EE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BC0AE3-0566-4F68-8647-2F43A83C8D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520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80248-F416-C94B-3AD7-861016C1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2E63D0-BA62-29B5-72A6-85AD79760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54ADB8-A228-594E-4234-56FB08F8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F85A47-E9D5-9591-C933-12FCFF9C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13B836-7DC4-5047-82FC-AF876BD8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77D4A-16F1-44A3-8D52-28727C39BA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19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FDF8F-2B64-6718-85B8-F55576F7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0602D2-6DCD-71DC-7D17-4BC6D03AA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A26E9-8134-7277-88A1-93217953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36A785-A3C3-282C-9278-59C05103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D44BBB-45D2-349F-D3EE-9AE2FD48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36BD3-CB94-4E0E-9FCF-554CB6D961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536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2C157-423D-EC2F-380F-F5D15B73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CF68D-4D24-C049-31B7-EA9C3F90C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2782F7-8A78-ED7A-B344-246E98E8F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A334A4-799A-39CC-BACF-6699C40C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25592E-BF9B-D40E-60BF-F3361736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64DB1E-E039-3234-7587-4282CDB7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A4072-6C67-40E0-9181-37FA962E9A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05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51F8D-8984-DF66-EF72-99280D4F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79088D-DEB7-44BD-0D9A-5691ADB81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E3C174-1CF8-2CF7-595C-370311E0B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AE175F-4046-0F40-4949-76ECE3CE5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262786-19DC-271E-73C1-FB8334527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4F5290-3F40-4897-FE54-117235A2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EF0454-00E7-F286-DD55-8332646B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E1207F-38A4-6578-A5F1-2E625926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7D13E-2B20-415C-AD47-727A02E3D8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022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B0AEF-743B-88C1-9BFC-ECAA6272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03DBD3-B999-D935-573B-5BA0DEAA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2E69F6F-FDBE-DFAC-9573-C289169D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CE5620-2199-CE7C-5319-533AF6BE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D48022-A81C-4FD0-A0F6-CBC4BEABFF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482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55A0AF-AFFC-CD1D-62FD-A004FB93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85A95B-B109-EA91-DFBD-C7191178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1791E4-E628-91F0-6DF9-AB60F32B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C94511-E821-4B7A-9905-5F3AA09CD4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119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69C84-7D0A-6B27-F737-C1F44816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8117F-8D77-C38C-0BCF-9D695879F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62000-FB37-4273-99C0-A73A2F4F6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15DF9C-1C80-0BA2-5739-AD11B9B6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152AB7-DDF4-E481-3C63-B8118E6B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224E3B-23F0-1EB4-C307-EE75F16B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D70F6-C1D9-4CD5-9100-3A5090B06A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379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0E34F-1135-1580-B0DB-D0165883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934F8E-2AB0-4EDB-BA7E-43E369310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7235CB-DF2F-6692-7230-08453F6D9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820EFD-6832-BFF0-347A-071939FC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A5DE67-AE30-2377-5BF0-C5AC8845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8ECB3B-9FDD-EBA9-C8CF-61524A8F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4CB6D-13C6-4062-9396-F7D855E711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6731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C3099-01BC-EEE1-1B9C-937E766A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2C384F-73A2-800A-882E-4680E4E9F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C8094-6887-23AA-A144-37130261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2834F4-F1EE-8656-E000-52FB46E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70FB0E-32CE-127E-0F0E-0540217B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9F5AC-F09A-46E6-9E5E-F65DD17B5F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316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4E87C3-E0ED-1E99-A7BA-65E8B3B3B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5EA572-7559-A5E8-3FBE-5619BB5B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AB81DB-3143-66C1-BC7E-FD7E1538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1FDC2-D2A6-3BF8-8668-8DAB7C7D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87E235-EFDE-E6AF-119C-50296F25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52A49-6B43-4BA7-92EC-9577E8BE7F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045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428EF8-1407-AC69-2E1A-00B787783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7719F-6151-54E6-84A5-22D073D72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E6077B-4AA5-2275-3D5E-B970C590AD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18A36F-A3C3-426D-D90B-5FE05D46FB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7B6EEC-8450-2D99-7E12-65C3B9F7EC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B9BABE-82CF-4F67-98FC-CF62E31E790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4B7FC6E-AB7C-CC90-2EF8-B718E99058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314</a:t>
            </a:r>
            <a:br>
              <a:rPr lang="pt-BR" altLang="pt-BR" sz="4400" b="1"/>
            </a:br>
            <a:r>
              <a:rPr lang="pt-BR" altLang="pt-BR" sz="4400" b="1"/>
              <a:t>O PAI BONDOSO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F8326A2-9499-D1A5-6A50-3F04B94AF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Um Pai bondoso tenho lá no céu, </a:t>
            </a:r>
            <a:br>
              <a:rPr lang="pt-BR" altLang="pt-BR" sz="4000"/>
            </a:br>
            <a:r>
              <a:rPr lang="pt-BR" altLang="pt-BR" sz="4000"/>
              <a:t>Um Pai bondoso tenho lá no céu, </a:t>
            </a:r>
            <a:br>
              <a:rPr lang="pt-BR" altLang="pt-BR" sz="4000"/>
            </a:br>
            <a:r>
              <a:rPr lang="pt-BR" altLang="pt-BR" sz="4000"/>
              <a:t>A Ele breve eu irei,</a:t>
            </a:r>
            <a:br>
              <a:rPr lang="pt-BR" altLang="pt-BR" sz="4000"/>
            </a:br>
            <a:r>
              <a:rPr lang="pt-BR" altLang="pt-BR" sz="4000"/>
              <a:t>E a meu Pai, no céu verei;</a:t>
            </a:r>
            <a:br>
              <a:rPr lang="pt-BR" altLang="pt-BR" sz="4000"/>
            </a:br>
            <a:r>
              <a:rPr lang="pt-BR" altLang="pt-BR" sz="4000"/>
              <a:t>Eu irei, eu irei, eu irei ao céu; </a:t>
            </a:r>
            <a:br>
              <a:rPr lang="pt-BR" altLang="pt-BR" sz="4000"/>
            </a:br>
            <a:r>
              <a:rPr lang="pt-BR" altLang="pt-BR" sz="4000"/>
              <a:t>Eu irei, eu irei, eu irei ao céu; </a:t>
            </a:r>
            <a:br>
              <a:rPr lang="pt-BR" altLang="pt-BR" sz="4000"/>
            </a:br>
            <a:r>
              <a:rPr lang="pt-BR" altLang="pt-BR" sz="4000"/>
              <a:t>Meu Pai me chama, vou andar </a:t>
            </a:r>
            <a:br>
              <a:rPr lang="pt-BR" altLang="pt-BR" sz="4000"/>
            </a:br>
            <a:r>
              <a:rPr lang="pt-BR" altLang="pt-BR" sz="4000"/>
              <a:t>P'ra Sua face contemplar.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3F1A848-8660-ECB5-EF3C-0F6B751CF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/>
              <a:t>Um Salvador eu tenho lá no céu; </a:t>
            </a:r>
            <a:br>
              <a:rPr lang="pt-BR" altLang="pt-BR" sz="4000"/>
            </a:br>
            <a:r>
              <a:rPr lang="pt-BR" altLang="pt-BR" sz="4000"/>
              <a:t>Um Salvador eu tenho lá no céu; </a:t>
            </a:r>
            <a:br>
              <a:rPr lang="pt-BR" altLang="pt-BR" sz="4000"/>
            </a:br>
            <a:r>
              <a:rPr lang="pt-BR" altLang="pt-BR" sz="4000"/>
              <a:t>A Ele presto eu irei,</a:t>
            </a:r>
            <a:br>
              <a:rPr lang="pt-BR" altLang="pt-BR" sz="4000"/>
            </a:br>
            <a:r>
              <a:rPr lang="pt-BR" altLang="pt-BR" sz="4000"/>
              <a:t>Seu esplendor no céu verei,</a:t>
            </a:r>
            <a:br>
              <a:rPr lang="pt-BR" altLang="pt-BR" sz="4000"/>
            </a:br>
            <a:r>
              <a:rPr lang="pt-BR" altLang="pt-BR" sz="4000"/>
              <a:t>Eu verei, eu verei, eu verei no céu, </a:t>
            </a:r>
            <a:br>
              <a:rPr lang="pt-BR" altLang="pt-BR" sz="4000"/>
            </a:br>
            <a:r>
              <a:rPr lang="pt-BR" altLang="pt-BR" sz="4000"/>
              <a:t>Eu verei, eu verei, eu verei no céu. </a:t>
            </a:r>
            <a:br>
              <a:rPr lang="pt-BR" altLang="pt-BR" sz="4000"/>
            </a:br>
            <a:r>
              <a:rPr lang="pt-BR" altLang="pt-BR" sz="4000"/>
              <a:t>Jesus ao céu me levará</a:t>
            </a:r>
            <a:br>
              <a:rPr lang="pt-BR" altLang="pt-BR" sz="4000"/>
            </a:br>
            <a:r>
              <a:rPr lang="pt-BR" altLang="pt-BR" sz="4000"/>
              <a:t>E grande gozo me dará.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EC0554F-466E-31AA-3561-9FF84038A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/>
              <a:t>Uma coroa tenho lá no céu: </a:t>
            </a:r>
            <a:br>
              <a:rPr lang="pt-BR" altLang="pt-BR" sz="4000"/>
            </a:br>
            <a:r>
              <a:rPr lang="pt-BR" altLang="pt-BR" sz="4000"/>
              <a:t>Uma coroa tenho lá no céu;</a:t>
            </a:r>
            <a:br>
              <a:rPr lang="pt-BR" altLang="pt-BR" sz="4000"/>
            </a:br>
            <a:r>
              <a:rPr lang="pt-BR" altLang="pt-BR" sz="4000"/>
              <a:t>De espinhos a teve o Salvador, </a:t>
            </a:r>
            <a:br>
              <a:rPr lang="pt-BR" altLang="pt-BR" sz="4000"/>
            </a:br>
            <a:r>
              <a:rPr lang="pt-BR" altLang="pt-BR" sz="4000"/>
              <a:t>Mas eu terei de esplendor,</a:t>
            </a:r>
            <a:br>
              <a:rPr lang="pt-BR" altLang="pt-BR" sz="4000"/>
            </a:br>
            <a:r>
              <a:rPr lang="pt-BR" altLang="pt-BR" sz="4000"/>
              <a:t>Eu terei, eu terei, eu terei no céu; </a:t>
            </a:r>
            <a:br>
              <a:rPr lang="pt-BR" altLang="pt-BR" sz="4000"/>
            </a:br>
            <a:r>
              <a:rPr lang="pt-BR" altLang="pt-BR" sz="4000"/>
              <a:t>Eu terei, eu terei, eu terei no céu; </a:t>
            </a:r>
            <a:br>
              <a:rPr lang="pt-BR" altLang="pt-BR" sz="4000"/>
            </a:br>
            <a:r>
              <a:rPr lang="pt-BR" altLang="pt-BR" sz="4000"/>
              <a:t>Jesus coroa me dará,</a:t>
            </a:r>
            <a:br>
              <a:rPr lang="pt-BR" altLang="pt-BR" sz="4000"/>
            </a:br>
            <a:r>
              <a:rPr lang="pt-BR" altLang="pt-BR" sz="4000"/>
              <a:t>Que minha fronte cingirá.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D7CCDCE-B644-5CF8-55AD-B4A4B45C3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Nós nos encontraremos lá no céu; </a:t>
            </a:r>
            <a:br>
              <a:rPr lang="pt-BR" altLang="pt-BR" sz="4000"/>
            </a:br>
            <a:r>
              <a:rPr lang="pt-BR" altLang="pt-BR" sz="4000"/>
              <a:t>Nós nos encontraremos lá no céu; </a:t>
            </a:r>
            <a:br>
              <a:rPr lang="pt-BR" altLang="pt-BR" sz="4000"/>
            </a:br>
            <a:r>
              <a:rPr lang="pt-BR" altLang="pt-BR" sz="4000"/>
              <a:t>Unidos todos ao Senhor,</a:t>
            </a:r>
            <a:br>
              <a:rPr lang="pt-BR" altLang="pt-BR" sz="4000"/>
            </a:br>
            <a:r>
              <a:rPr lang="pt-BR" altLang="pt-BR" sz="4000"/>
              <a:t>E cheios sempre de amor;</a:t>
            </a:r>
            <a:br>
              <a:rPr lang="pt-BR" altLang="pt-BR" sz="4000"/>
            </a:br>
            <a:r>
              <a:rPr lang="pt-BR" altLang="pt-BR" sz="4000"/>
              <a:t>Andarei, andarei, andarei p'ro céu, </a:t>
            </a:r>
            <a:br>
              <a:rPr lang="pt-BR" altLang="pt-BR" sz="4000"/>
            </a:br>
            <a:r>
              <a:rPr lang="pt-BR" altLang="pt-BR" sz="4000"/>
              <a:t>Andarei, andarei, andarei p'ro céu, </a:t>
            </a:r>
            <a:br>
              <a:rPr lang="pt-BR" altLang="pt-BR" sz="4000"/>
            </a:br>
            <a:r>
              <a:rPr lang="pt-BR" altLang="pt-BR" sz="4000"/>
              <a:t>A paz eterna lá terei.</a:t>
            </a:r>
            <a:br>
              <a:rPr lang="pt-BR" altLang="pt-BR" sz="4000"/>
            </a:br>
            <a:r>
              <a:rPr lang="pt-BR" altLang="pt-BR" sz="4000"/>
              <a:t>A face de Jesus verei.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314 O PAI BONDOSO</vt:lpstr>
      <vt:lpstr>Um Pai bondoso tenho lá no céu,  Um Pai bondoso tenho lá no céu,  A Ele breve eu irei, E a meu Pai, no céu verei; Eu irei, eu irei, eu irei ao céu;  Eu irei, eu irei, eu irei ao céu;  Meu Pai me chama, vou andar  P'ra Sua face contemplar. </vt:lpstr>
      <vt:lpstr>Um Salvador eu tenho lá no céu;  Um Salvador eu tenho lá no céu;  A Ele presto eu irei, Seu esplendor no céu verei, Eu verei, eu verei, eu verei no céu,  Eu verei, eu verei, eu verei no céu.  Jesus ao céu me levará E grande gozo me dará. </vt:lpstr>
      <vt:lpstr>Uma coroa tenho lá no céu:  Uma coroa tenho lá no céu; De espinhos a teve o Salvador,  Mas eu terei de esplendor, Eu terei, eu terei, eu terei no céu;  Eu terei, eu terei, eu terei no céu;  Jesus coroa me dará, Que minha fronte cingirá. </vt:lpstr>
      <vt:lpstr>Nós nos encontraremos lá no céu;  Nós nos encontraremos lá no céu;  Unidos todos ao Senhor, E cheios sempre de amor; Andarei, andarei, andarei p'ro céu,  Andarei, andarei, andarei p'ro céu,  A paz eterna lá terei. A face de Jesus verei.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314 - O PAI BONDOSO</dc:title>
  <dc:creator>Montagna</dc:creator>
  <cp:lastModifiedBy>Emerson Souza</cp:lastModifiedBy>
  <cp:revision>2</cp:revision>
  <dcterms:created xsi:type="dcterms:W3CDTF">2005-10-19T09:53:43Z</dcterms:created>
  <dcterms:modified xsi:type="dcterms:W3CDTF">2026-05-02T22:03:03Z</dcterms:modified>
</cp:coreProperties>
</file>