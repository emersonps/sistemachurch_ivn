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CC"/>
    <a:srgbClr val="FF33CC"/>
    <a:srgbClr val="FF3399"/>
    <a:srgbClr val="FF99FF"/>
    <a:srgbClr val="FFCCFF"/>
    <a:srgbClr val="FF0066"/>
    <a:srgbClr val="FF00FF"/>
    <a:srgbClr val="CC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658" autoAdjust="0"/>
  </p:normalViewPr>
  <p:slideViewPr>
    <p:cSldViewPr>
      <p:cViewPr varScale="1">
        <p:scale>
          <a:sx n="66" d="100"/>
          <a:sy n="66" d="100"/>
        </p:scale>
        <p:origin x="-108" y="-28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73BF04-26E4-1800-D1FA-597703653A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FF764C6-444A-446E-4A1B-06302F0BFE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50B4F5F-868D-D1E6-E1E6-0C6807164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1D68D88-E7F5-DE76-1C78-FA8EA74BF2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AF7B16C-8E12-62C9-CF99-DEB83F146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15D4A4E-E0FE-4553-9697-9FD00EEE36C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2153053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63CDEF-20C2-CD09-2AEF-C7DBDC2D81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47B4A5-3CE2-D605-0462-EF485CC82D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10ED936-E2EC-1F93-5ABE-2DEF0EC303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8773F73-36C4-0FC5-F152-7E58EBD93A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9FF823C-52EE-BCF6-84F1-09DD07A4A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72848A3-A4A4-4B19-B967-2C26C974F9D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1653091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F138F3-CF9C-8120-B4F9-304A858789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EEBF2E1-781A-8F60-9548-CD8AE44F88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F714A8F-F036-305F-BE11-16CC7AEF18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DDBCC26-E9FE-9E50-DFFC-BD3CB1BEF4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FC403D5-9A7B-7E7E-A667-642B048AD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E9B4855-C998-4A02-857A-499B348541B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2586213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0E50C2-0AEC-DD60-ED8E-45CDF0EFE0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7FAEBAA-797F-D293-243D-B9007026C2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DA1C1E4-7412-83C5-61EC-85E176379C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DC4641E-EAE3-C23D-8932-65E0DF542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4BDA502-1233-586F-281D-15A802D14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C481BD0-3965-694B-AA2B-577CFAE95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F0497FF-70D9-444E-A60B-535920DEB6B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5852261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71F60F-E397-8449-F5E5-19C429026E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47101E1-41C1-7266-1152-BAC788B32E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5035778-C039-8438-6867-1B0AD19E20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A88B3048-41D1-CB92-8074-545AFF1BD47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5B565A8B-2E58-1CFB-CB8A-14031A6F80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A93D196C-C687-7D91-5DF1-202F2F637A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0D45ABDC-19F4-02F8-06FA-2CC165235D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A87D0FF5-E386-F96D-FA06-819EFA733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BA807C1-919D-40C7-B8B9-23D3ECC7E04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1329025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9F974C-939E-0CB2-14B9-8C02E064A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620632BB-8C62-52B7-5B85-EA62E7371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4DFA8338-5BE9-AA12-3BE8-1C4E474BB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99951443-E285-1591-9B04-F9C90C486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D3D7AB8-D3E1-4D21-9B76-7B0068D5B32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4010510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D7A1269-30B3-B978-6873-6AB0C018E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C95842E-CE2B-C7C5-BB88-67E0AB2BF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98508E9-2486-2D9E-4980-09C124E97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6016C3C-2043-4574-8B8A-9F550346EA0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5343787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1B9ED2-7AAA-606C-7532-BF54796B71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A74D1DA-9FAB-9C78-C1A0-7CF1E0E5AD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EC2FD11-8C54-1263-76CF-459D6D83B3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54B5CF0-307B-1483-72B0-CF16E36BA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046A130-3CB4-7602-8D7C-F63E162B7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58B9EA0-B1B2-50F1-5C17-DD1C46A422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29F5CF0-33A6-4936-BBC7-C7C4BA7E75B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9570409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F9EDD0-F799-13A1-6401-2CEEA38EFB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4971AB2-C32F-FC17-C3B1-C991414BCB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E1F1174-3309-7067-9F06-E80B8FB261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24B7319-8A57-912A-783A-1BBC79A3AF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8179398-8A0D-C417-595F-BB4E828CF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4CEFECC-C547-CFF7-5ADC-D25D3CCF9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AA3BAEA-5890-4797-B58C-9F9A8BA26D6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5689901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5A9C7E-6C58-49E1-7D83-3DA932112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2C3E545-E212-D018-BD20-D5163F57C2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14CD146-C1F3-56DB-845D-BC3D4397E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D634776-485D-AEE4-CE07-F68B5456E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6AB6915-C351-183D-B205-B94351A30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0D98927-FA8C-4B87-9D91-101C1A7BA9F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5207580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D9078C9-7082-DFB1-39C6-B232154432C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4594B40-3DFD-6B1C-9D9E-7D18784D96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FD4A524-7D1C-2BBD-7D93-0F894B129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E61CB56-1848-095E-4936-CC36AA358B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1CE0A6A-95B3-72EC-55B0-B02EFE119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3788FE8-F91C-453D-94ED-053BC445C7C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6754152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 shadeToTitle="1">
        <a:gradFill rotWithShape="0">
          <a:gsLst>
            <a:gs pos="0">
              <a:srgbClr val="CC0066"/>
            </a:gs>
            <a:gs pos="100000">
              <a:srgbClr val="FF66CC"/>
            </a:gs>
          </a:gsLst>
          <a:path path="shap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B212411-34B3-4FE2-C771-0F9DECEEF8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8C032891-E0B9-0B40-972E-5C37F2EBED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70D76B5D-1599-F9F3-7BE0-0BE282AD9998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7728B09E-BAE6-B3DB-672F-C7D1E12FCF47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9530B709-3C9B-E372-1C02-7EFD2135C1A2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D012A9E3-8FDC-4A77-A747-0F0DDB146E70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42DB55A9-F553-0643-B5D3-3E1B3C3DDC73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362200"/>
            <a:ext cx="7772400" cy="1470025"/>
          </a:xfrm>
        </p:spPr>
        <p:txBody>
          <a:bodyPr anchor="ctr"/>
          <a:lstStyle/>
          <a:p>
            <a:r>
              <a:rPr lang="pt-BR" altLang="pt-BR" sz="4500">
                <a:solidFill>
                  <a:srgbClr val="FFCCFF"/>
                </a:solidFill>
                <a:latin typeface="Garamond" panose="02020404030301010803" pitchFamily="18" charset="0"/>
              </a:rPr>
              <a:t>147</a:t>
            </a:r>
            <a:br>
              <a:rPr lang="pt-BR" altLang="pt-BR" sz="4500">
                <a:solidFill>
                  <a:srgbClr val="FFCCFF"/>
                </a:solidFill>
                <a:latin typeface="Garamond" panose="02020404030301010803" pitchFamily="18" charset="0"/>
              </a:rPr>
            </a:br>
            <a:r>
              <a:rPr lang="pt-BR" altLang="pt-BR" sz="4500">
                <a:solidFill>
                  <a:srgbClr val="FFCCFF"/>
                </a:solidFill>
                <a:latin typeface="Garamond" panose="02020404030301010803" pitchFamily="18" charset="0"/>
              </a:rPr>
              <a:t>Servir a Jesus</a:t>
            </a:r>
            <a:endParaRPr lang="en-US" altLang="pt-BR" sz="4500">
              <a:solidFill>
                <a:srgbClr val="FFCCFF"/>
              </a:solidFill>
              <a:latin typeface="Garamond" panose="02020404030301010803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7" name="Rectangle 5">
            <a:extLst>
              <a:ext uri="{FF2B5EF4-FFF2-40B4-BE49-F238E27FC236}">
                <a16:creationId xmlns:a16="http://schemas.microsoft.com/office/drawing/2014/main" id="{CE352E11-7C25-895C-D124-DBB596F82D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533400"/>
            <a:ext cx="9144000" cy="5029200"/>
          </a:xfrm>
          <a:noFill/>
          <a:ln/>
        </p:spPr>
        <p:txBody>
          <a:bodyPr/>
          <a:lstStyle/>
          <a:p>
            <a:pPr algn="l"/>
            <a:r>
              <a:rPr lang="pt-BR" altLang="pt-BR" sz="4500">
                <a:solidFill>
                  <a:srgbClr val="FFCCFF"/>
                </a:solidFill>
                <a:latin typeface="Garamond" panose="02020404030301010803" pitchFamily="18" charset="0"/>
              </a:rPr>
              <a:t>Quero eu servir-Te, ó meu Rei Jesus</a:t>
            </a:r>
            <a:br>
              <a:rPr lang="pt-BR" altLang="pt-BR" sz="4500">
                <a:solidFill>
                  <a:srgbClr val="FFCCFF"/>
                </a:solidFill>
                <a:latin typeface="Garamond" panose="02020404030301010803" pitchFamily="18" charset="0"/>
              </a:rPr>
            </a:br>
            <a:r>
              <a:rPr lang="pt-BR" altLang="pt-BR" sz="4500">
                <a:solidFill>
                  <a:srgbClr val="FFCCFF"/>
                </a:solidFill>
                <a:latin typeface="Garamond" panose="02020404030301010803" pitchFamily="18" charset="0"/>
              </a:rPr>
              <a:t>E contigo sempre caminhar na luz,</a:t>
            </a:r>
            <a:br>
              <a:rPr lang="pt-BR" altLang="pt-BR" sz="4500">
                <a:solidFill>
                  <a:srgbClr val="FFCCFF"/>
                </a:solidFill>
                <a:latin typeface="Garamond" panose="02020404030301010803" pitchFamily="18" charset="0"/>
              </a:rPr>
            </a:br>
            <a:r>
              <a:rPr lang="pt-BR" altLang="pt-BR" sz="4500">
                <a:solidFill>
                  <a:srgbClr val="FFCCFF"/>
                </a:solidFill>
                <a:latin typeface="Garamond" panose="02020404030301010803" pitchFamily="18" charset="0"/>
              </a:rPr>
              <a:t>Tendo com o povo de Deus comunhão</a:t>
            </a:r>
            <a:br>
              <a:rPr lang="pt-BR" altLang="pt-BR" sz="4500">
                <a:solidFill>
                  <a:srgbClr val="FFCCFF"/>
                </a:solidFill>
                <a:latin typeface="Garamond" panose="02020404030301010803" pitchFamily="18" charset="0"/>
              </a:rPr>
            </a:br>
            <a:r>
              <a:rPr lang="pt-BR" altLang="pt-BR" sz="4500">
                <a:solidFill>
                  <a:srgbClr val="FFCCFF"/>
                </a:solidFill>
                <a:latin typeface="Garamond" panose="02020404030301010803" pitchFamily="18" charset="0"/>
              </a:rPr>
              <a:t>E dos meus pecados purificação.</a:t>
            </a:r>
            <a:endParaRPr lang="en-US" altLang="pt-BR" sz="4500">
              <a:solidFill>
                <a:srgbClr val="FFCCFF"/>
              </a:solidFill>
              <a:latin typeface="Garamond" panose="020204040303010108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4">
            <a:extLst>
              <a:ext uri="{FF2B5EF4-FFF2-40B4-BE49-F238E27FC236}">
                <a16:creationId xmlns:a16="http://schemas.microsoft.com/office/drawing/2014/main" id="{E831542C-7E34-57C9-412E-AF0958CFD8C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609600"/>
            <a:ext cx="9144000" cy="4800600"/>
          </a:xfrm>
        </p:spPr>
        <p:txBody>
          <a:bodyPr/>
          <a:lstStyle/>
          <a:p>
            <a:r>
              <a:rPr lang="pt-BR" altLang="pt-BR" sz="4500">
                <a:solidFill>
                  <a:srgbClr val="FFCCFF"/>
                </a:solidFill>
                <a:latin typeface="Garamond" panose="02020404030301010803" pitchFamily="18" charset="0"/>
              </a:rPr>
              <a:t>Sim, ó meu Senhor,</a:t>
            </a:r>
            <a:br>
              <a:rPr lang="pt-BR" altLang="pt-BR" sz="4500">
                <a:solidFill>
                  <a:srgbClr val="FFCCFF"/>
                </a:solidFill>
                <a:latin typeface="Garamond" panose="02020404030301010803" pitchFamily="18" charset="0"/>
              </a:rPr>
            </a:br>
            <a:r>
              <a:rPr lang="pt-BR" altLang="pt-BR" sz="4500">
                <a:solidFill>
                  <a:srgbClr val="FFCCFF"/>
                </a:solidFill>
                <a:latin typeface="Garamond" panose="02020404030301010803" pitchFamily="18" charset="0"/>
              </a:rPr>
              <a:t>Quero seguir-Te, ó Deus de amor.</a:t>
            </a:r>
            <a:br>
              <a:rPr lang="pt-BR" altLang="pt-BR" sz="4500">
                <a:solidFill>
                  <a:srgbClr val="FFCCFF"/>
                </a:solidFill>
                <a:latin typeface="Garamond" panose="02020404030301010803" pitchFamily="18" charset="0"/>
              </a:rPr>
            </a:br>
            <a:r>
              <a:rPr lang="pt-BR" altLang="pt-BR" sz="4500">
                <a:solidFill>
                  <a:srgbClr val="FFCCFF"/>
                </a:solidFill>
                <a:latin typeface="Garamond" panose="02020404030301010803" pitchFamily="18" charset="0"/>
              </a:rPr>
              <a:t>Sempre Te servindo</a:t>
            </a:r>
            <a:br>
              <a:rPr lang="pt-BR" altLang="pt-BR" sz="4500">
                <a:solidFill>
                  <a:srgbClr val="FFCCFF"/>
                </a:solidFill>
                <a:latin typeface="Garamond" panose="02020404030301010803" pitchFamily="18" charset="0"/>
              </a:rPr>
            </a:br>
            <a:r>
              <a:rPr lang="pt-BR" altLang="pt-BR" sz="4500">
                <a:solidFill>
                  <a:srgbClr val="FFCCFF"/>
                </a:solidFill>
                <a:latin typeface="Garamond" panose="02020404030301010803" pitchFamily="18" charset="0"/>
              </a:rPr>
              <a:t>E também dando a Ti louvor.</a:t>
            </a:r>
            <a:endParaRPr lang="en-US" altLang="pt-BR" sz="4500">
              <a:solidFill>
                <a:srgbClr val="FFCCFF"/>
              </a:solidFill>
              <a:latin typeface="Garamond" panose="020204040303010108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Rectangle 4">
            <a:extLst>
              <a:ext uri="{FF2B5EF4-FFF2-40B4-BE49-F238E27FC236}">
                <a16:creationId xmlns:a16="http://schemas.microsoft.com/office/drawing/2014/main" id="{0A43CE3D-99B2-CB94-34A8-F36408B276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762000"/>
            <a:ext cx="9144000" cy="4724400"/>
          </a:xfrm>
        </p:spPr>
        <p:txBody>
          <a:bodyPr/>
          <a:lstStyle/>
          <a:p>
            <a:pPr algn="l"/>
            <a:r>
              <a:rPr lang="pt-BR" altLang="pt-BR" sz="4500">
                <a:solidFill>
                  <a:srgbClr val="FFCCFF"/>
                </a:solidFill>
                <a:latin typeface="Garamond" panose="02020404030301010803" pitchFamily="18" charset="0"/>
              </a:rPr>
              <a:t>No Teu bom serviço tenho eu prazer</a:t>
            </a:r>
            <a:br>
              <a:rPr lang="pt-BR" altLang="pt-BR" sz="4500">
                <a:solidFill>
                  <a:srgbClr val="FFCCFF"/>
                </a:solidFill>
                <a:latin typeface="Garamond" panose="02020404030301010803" pitchFamily="18" charset="0"/>
              </a:rPr>
            </a:br>
            <a:r>
              <a:rPr lang="pt-BR" altLang="pt-BR" sz="4500">
                <a:solidFill>
                  <a:srgbClr val="FFCCFF"/>
                </a:solidFill>
                <a:latin typeface="Garamond" panose="02020404030301010803" pitchFamily="18" charset="0"/>
              </a:rPr>
              <a:t>Nele muita graça eu vou receber;</a:t>
            </a:r>
            <a:br>
              <a:rPr lang="pt-BR" altLang="pt-BR" sz="4500">
                <a:solidFill>
                  <a:srgbClr val="FFCCFF"/>
                </a:solidFill>
                <a:latin typeface="Garamond" panose="02020404030301010803" pitchFamily="18" charset="0"/>
              </a:rPr>
            </a:br>
            <a:r>
              <a:rPr lang="pt-BR" altLang="pt-BR" sz="4500">
                <a:solidFill>
                  <a:srgbClr val="FFCCFF"/>
                </a:solidFill>
                <a:latin typeface="Garamond" panose="02020404030301010803" pitchFamily="18" charset="0"/>
              </a:rPr>
              <a:t>Sempre falarei assim do Teu amor</a:t>
            </a:r>
            <a:br>
              <a:rPr lang="pt-BR" altLang="pt-BR" sz="4500">
                <a:solidFill>
                  <a:srgbClr val="FFCCFF"/>
                </a:solidFill>
                <a:latin typeface="Garamond" panose="02020404030301010803" pitchFamily="18" charset="0"/>
              </a:rPr>
            </a:br>
            <a:r>
              <a:rPr lang="pt-BR" altLang="pt-BR" sz="4500">
                <a:solidFill>
                  <a:srgbClr val="FFCCFF"/>
                </a:solidFill>
                <a:latin typeface="Garamond" panose="02020404030301010803" pitchFamily="18" charset="0"/>
              </a:rPr>
              <a:t>E Te glorificarei, meu Salvador.</a:t>
            </a:r>
            <a:endParaRPr lang="en-US" altLang="pt-BR" sz="4500">
              <a:solidFill>
                <a:srgbClr val="FFCCFF"/>
              </a:solidFill>
              <a:latin typeface="Garamond" panose="020204040303010108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9" name="Rectangle 5">
            <a:extLst>
              <a:ext uri="{FF2B5EF4-FFF2-40B4-BE49-F238E27FC236}">
                <a16:creationId xmlns:a16="http://schemas.microsoft.com/office/drawing/2014/main" id="{436DF0EC-722E-76DC-2A52-BEB69417A6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533400"/>
            <a:ext cx="9144000" cy="5029200"/>
          </a:xfrm>
          <a:noFill/>
          <a:ln/>
        </p:spPr>
        <p:txBody>
          <a:bodyPr/>
          <a:lstStyle/>
          <a:p>
            <a:r>
              <a:rPr lang="pt-BR" altLang="pt-BR" sz="4500">
                <a:solidFill>
                  <a:srgbClr val="FFCCFF"/>
                </a:solidFill>
                <a:latin typeface="Garamond" panose="02020404030301010803" pitchFamily="18" charset="0"/>
              </a:rPr>
              <a:t>Sim, ó meu Senhor,</a:t>
            </a:r>
            <a:br>
              <a:rPr lang="pt-BR" altLang="pt-BR" sz="4500">
                <a:solidFill>
                  <a:srgbClr val="FFCCFF"/>
                </a:solidFill>
                <a:latin typeface="Garamond" panose="02020404030301010803" pitchFamily="18" charset="0"/>
              </a:rPr>
            </a:br>
            <a:r>
              <a:rPr lang="pt-BR" altLang="pt-BR" sz="4500">
                <a:solidFill>
                  <a:srgbClr val="FFCCFF"/>
                </a:solidFill>
                <a:latin typeface="Garamond" panose="02020404030301010803" pitchFamily="18" charset="0"/>
              </a:rPr>
              <a:t>Quero seguir-Te, ó Deus de amor.</a:t>
            </a:r>
            <a:br>
              <a:rPr lang="pt-BR" altLang="pt-BR" sz="4500">
                <a:solidFill>
                  <a:srgbClr val="FFCCFF"/>
                </a:solidFill>
                <a:latin typeface="Garamond" panose="02020404030301010803" pitchFamily="18" charset="0"/>
              </a:rPr>
            </a:br>
            <a:r>
              <a:rPr lang="pt-BR" altLang="pt-BR" sz="4500">
                <a:solidFill>
                  <a:srgbClr val="FFCCFF"/>
                </a:solidFill>
                <a:latin typeface="Garamond" panose="02020404030301010803" pitchFamily="18" charset="0"/>
              </a:rPr>
              <a:t>Sempre Te servindo</a:t>
            </a:r>
            <a:br>
              <a:rPr lang="pt-BR" altLang="pt-BR" sz="4500">
                <a:solidFill>
                  <a:srgbClr val="FFCCFF"/>
                </a:solidFill>
                <a:latin typeface="Garamond" panose="02020404030301010803" pitchFamily="18" charset="0"/>
              </a:rPr>
            </a:br>
            <a:r>
              <a:rPr lang="pt-BR" altLang="pt-BR" sz="4500">
                <a:solidFill>
                  <a:srgbClr val="FFCCFF"/>
                </a:solidFill>
                <a:latin typeface="Garamond" panose="02020404030301010803" pitchFamily="18" charset="0"/>
              </a:rPr>
              <a:t>E também dando a Ti louvor.</a:t>
            </a:r>
            <a:endParaRPr lang="en-US" altLang="pt-BR" sz="4500">
              <a:solidFill>
                <a:srgbClr val="FFCCFF"/>
              </a:solidFill>
              <a:latin typeface="Garamond" panose="02020404030301010803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Rectangle 4">
            <a:extLst>
              <a:ext uri="{FF2B5EF4-FFF2-40B4-BE49-F238E27FC236}">
                <a16:creationId xmlns:a16="http://schemas.microsoft.com/office/drawing/2014/main" id="{1446BB1F-728B-9C1A-5614-FD9CC3E6514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533400"/>
            <a:ext cx="9144000" cy="5334000"/>
          </a:xfrm>
        </p:spPr>
        <p:txBody>
          <a:bodyPr/>
          <a:lstStyle/>
          <a:p>
            <a:pPr algn="l"/>
            <a:r>
              <a:rPr lang="pt-BR" altLang="pt-BR" sz="4500">
                <a:solidFill>
                  <a:srgbClr val="FFCCFF"/>
                </a:solidFill>
                <a:latin typeface="Garamond" panose="02020404030301010803" pitchFamily="18" charset="0"/>
              </a:rPr>
              <a:t>Desça Tua graça sobre mim Senhor,</a:t>
            </a:r>
            <a:br>
              <a:rPr lang="pt-BR" altLang="pt-BR" sz="4500">
                <a:solidFill>
                  <a:srgbClr val="FFCCFF"/>
                </a:solidFill>
                <a:latin typeface="Garamond" panose="02020404030301010803" pitchFamily="18" charset="0"/>
              </a:rPr>
            </a:br>
            <a:r>
              <a:rPr lang="pt-BR" altLang="pt-BR" sz="4500">
                <a:solidFill>
                  <a:srgbClr val="FFCCFF"/>
                </a:solidFill>
                <a:latin typeface="Garamond" panose="02020404030301010803" pitchFamily="18" charset="0"/>
              </a:rPr>
              <a:t>Para trabalhar com mais e mais fervor</a:t>
            </a:r>
            <a:br>
              <a:rPr lang="pt-BR" altLang="pt-BR" sz="4500">
                <a:solidFill>
                  <a:srgbClr val="FFCCFF"/>
                </a:solidFill>
                <a:latin typeface="Garamond" panose="02020404030301010803" pitchFamily="18" charset="0"/>
              </a:rPr>
            </a:br>
            <a:r>
              <a:rPr lang="pt-BR" altLang="pt-BR" sz="4500">
                <a:solidFill>
                  <a:srgbClr val="FFCCFF"/>
                </a:solidFill>
                <a:latin typeface="Garamond" panose="02020404030301010803" pitchFamily="18" charset="0"/>
              </a:rPr>
              <a:t>Dá-me entendimento e veraz saber</a:t>
            </a:r>
            <a:br>
              <a:rPr lang="pt-BR" altLang="pt-BR" sz="4500">
                <a:solidFill>
                  <a:srgbClr val="FFCCFF"/>
                </a:solidFill>
                <a:latin typeface="Garamond" panose="02020404030301010803" pitchFamily="18" charset="0"/>
              </a:rPr>
            </a:br>
            <a:r>
              <a:rPr lang="pt-BR" altLang="pt-BR" sz="4500">
                <a:solidFill>
                  <a:srgbClr val="FFCCFF"/>
                </a:solidFill>
                <a:latin typeface="Garamond" panose="02020404030301010803" pitchFamily="18" charset="0"/>
              </a:rPr>
              <a:t>Para alegre, eu fazer o Teu querer.</a:t>
            </a:r>
            <a:br>
              <a:rPr lang="pt-BR" altLang="pt-BR" sz="4500">
                <a:solidFill>
                  <a:srgbClr val="FFCCFF"/>
                </a:solidFill>
                <a:latin typeface="Garamond" panose="02020404030301010803" pitchFamily="18" charset="0"/>
              </a:rPr>
            </a:br>
            <a:endParaRPr lang="en-US" altLang="pt-BR" sz="4500">
              <a:solidFill>
                <a:srgbClr val="FFCCFF"/>
              </a:solidFill>
              <a:latin typeface="Garamond" panose="02020404030301010803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7" name="Rectangle 5">
            <a:extLst>
              <a:ext uri="{FF2B5EF4-FFF2-40B4-BE49-F238E27FC236}">
                <a16:creationId xmlns:a16="http://schemas.microsoft.com/office/drawing/2014/main" id="{B5EF0E02-50E7-B3A1-380F-235607215E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762000"/>
            <a:ext cx="9144000" cy="4953000"/>
          </a:xfrm>
          <a:noFill/>
          <a:ln/>
        </p:spPr>
        <p:txBody>
          <a:bodyPr/>
          <a:lstStyle/>
          <a:p>
            <a:r>
              <a:rPr lang="pt-BR" altLang="pt-BR" sz="4500">
                <a:solidFill>
                  <a:srgbClr val="FFCCFF"/>
                </a:solidFill>
                <a:latin typeface="Garamond" panose="02020404030301010803" pitchFamily="18" charset="0"/>
              </a:rPr>
              <a:t>Sim, ó meu Senhor,</a:t>
            </a:r>
            <a:br>
              <a:rPr lang="pt-BR" altLang="pt-BR" sz="4500">
                <a:solidFill>
                  <a:srgbClr val="FFCCFF"/>
                </a:solidFill>
                <a:latin typeface="Garamond" panose="02020404030301010803" pitchFamily="18" charset="0"/>
              </a:rPr>
            </a:br>
            <a:r>
              <a:rPr lang="pt-BR" altLang="pt-BR" sz="4500">
                <a:solidFill>
                  <a:srgbClr val="FFCCFF"/>
                </a:solidFill>
                <a:latin typeface="Garamond" panose="02020404030301010803" pitchFamily="18" charset="0"/>
              </a:rPr>
              <a:t>Quero seguir-Te, ó Deus de amor.</a:t>
            </a:r>
            <a:br>
              <a:rPr lang="pt-BR" altLang="pt-BR" sz="4500">
                <a:solidFill>
                  <a:srgbClr val="FFCCFF"/>
                </a:solidFill>
                <a:latin typeface="Garamond" panose="02020404030301010803" pitchFamily="18" charset="0"/>
              </a:rPr>
            </a:br>
            <a:r>
              <a:rPr lang="pt-BR" altLang="pt-BR" sz="4500">
                <a:solidFill>
                  <a:srgbClr val="FFCCFF"/>
                </a:solidFill>
                <a:latin typeface="Garamond" panose="02020404030301010803" pitchFamily="18" charset="0"/>
              </a:rPr>
              <a:t>Sempre Te servindo</a:t>
            </a:r>
            <a:br>
              <a:rPr lang="pt-BR" altLang="pt-BR" sz="4500">
                <a:solidFill>
                  <a:srgbClr val="FFCCFF"/>
                </a:solidFill>
                <a:latin typeface="Garamond" panose="02020404030301010803" pitchFamily="18" charset="0"/>
              </a:rPr>
            </a:br>
            <a:r>
              <a:rPr lang="pt-BR" altLang="pt-BR" sz="4500">
                <a:solidFill>
                  <a:srgbClr val="FFCCFF"/>
                </a:solidFill>
                <a:latin typeface="Garamond" panose="02020404030301010803" pitchFamily="18" charset="0"/>
              </a:rPr>
              <a:t>E também dando a Ti louvor.</a:t>
            </a:r>
            <a:endParaRPr lang="en-US" altLang="pt-BR" sz="4500">
              <a:solidFill>
                <a:srgbClr val="FFCCFF"/>
              </a:solidFill>
              <a:latin typeface="Garamond" panose="02020404030301010803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4">
            <a:extLst>
              <a:ext uri="{FF2B5EF4-FFF2-40B4-BE49-F238E27FC236}">
                <a16:creationId xmlns:a16="http://schemas.microsoft.com/office/drawing/2014/main" id="{963E5028-0117-1D7D-2783-AD417324A0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81000"/>
            <a:ext cx="9144000" cy="5105400"/>
          </a:xfrm>
        </p:spPr>
        <p:txBody>
          <a:bodyPr/>
          <a:lstStyle/>
          <a:p>
            <a:pPr algn="l"/>
            <a:r>
              <a:rPr lang="pt-BR" altLang="pt-BR" sz="4500">
                <a:solidFill>
                  <a:srgbClr val="FFCCFF"/>
                </a:solidFill>
                <a:latin typeface="Garamond" panose="02020404030301010803" pitchFamily="18" charset="0"/>
              </a:rPr>
              <a:t>Só em Ti confio, meu Senhor e Rei</a:t>
            </a:r>
            <a:br>
              <a:rPr lang="pt-BR" altLang="pt-BR" sz="4500">
                <a:solidFill>
                  <a:srgbClr val="FFCCFF"/>
                </a:solidFill>
                <a:latin typeface="Garamond" panose="02020404030301010803" pitchFamily="18" charset="0"/>
              </a:rPr>
            </a:br>
            <a:r>
              <a:rPr lang="pt-BR" altLang="pt-BR" sz="4500">
                <a:solidFill>
                  <a:srgbClr val="FFCCFF"/>
                </a:solidFill>
                <a:latin typeface="Garamond" panose="02020404030301010803" pitchFamily="18" charset="0"/>
              </a:rPr>
              <a:t>Só em Ti vitória eu alcançarei</a:t>
            </a:r>
            <a:br>
              <a:rPr lang="pt-BR" altLang="pt-BR" sz="4500">
                <a:solidFill>
                  <a:srgbClr val="FFCCFF"/>
                </a:solidFill>
                <a:latin typeface="Garamond" panose="02020404030301010803" pitchFamily="18" charset="0"/>
              </a:rPr>
            </a:br>
            <a:r>
              <a:rPr lang="pt-BR" altLang="pt-BR" sz="4500">
                <a:solidFill>
                  <a:srgbClr val="FFCCFF"/>
                </a:solidFill>
                <a:latin typeface="Garamond" panose="02020404030301010803" pitchFamily="18" charset="0"/>
              </a:rPr>
              <a:t>E contigo quero sempre aqui viver,</a:t>
            </a:r>
            <a:br>
              <a:rPr lang="pt-BR" altLang="pt-BR" sz="4500">
                <a:solidFill>
                  <a:srgbClr val="FFCCFF"/>
                </a:solidFill>
                <a:latin typeface="Garamond" panose="02020404030301010803" pitchFamily="18" charset="0"/>
              </a:rPr>
            </a:br>
            <a:r>
              <a:rPr lang="pt-BR" altLang="pt-BR" sz="4500">
                <a:solidFill>
                  <a:srgbClr val="FFCCFF"/>
                </a:solidFill>
                <a:latin typeface="Garamond" panose="02020404030301010803" pitchFamily="18" charset="0"/>
              </a:rPr>
              <a:t>Té que pra Sião, me venhas receber</a:t>
            </a:r>
            <a:endParaRPr lang="en-US" altLang="pt-BR" sz="4500">
              <a:solidFill>
                <a:srgbClr val="FFCCFF"/>
              </a:solidFill>
              <a:latin typeface="Garamond" panose="02020404030301010803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6" name="Rectangle 6">
            <a:extLst>
              <a:ext uri="{FF2B5EF4-FFF2-40B4-BE49-F238E27FC236}">
                <a16:creationId xmlns:a16="http://schemas.microsoft.com/office/drawing/2014/main" id="{4B554349-1315-C684-04D9-9C8E9474F7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5334000"/>
          </a:xfrm>
          <a:noFill/>
          <a:ln/>
        </p:spPr>
        <p:txBody>
          <a:bodyPr/>
          <a:lstStyle/>
          <a:p>
            <a:r>
              <a:rPr lang="pt-BR" altLang="pt-BR" sz="4500">
                <a:solidFill>
                  <a:srgbClr val="FFCCFF"/>
                </a:solidFill>
                <a:latin typeface="Garamond" panose="02020404030301010803" pitchFamily="18" charset="0"/>
              </a:rPr>
              <a:t>Sim, ó meu Senhor,</a:t>
            </a:r>
            <a:br>
              <a:rPr lang="pt-BR" altLang="pt-BR" sz="4500">
                <a:solidFill>
                  <a:srgbClr val="FFCCFF"/>
                </a:solidFill>
                <a:latin typeface="Garamond" panose="02020404030301010803" pitchFamily="18" charset="0"/>
              </a:rPr>
            </a:br>
            <a:r>
              <a:rPr lang="pt-BR" altLang="pt-BR" sz="4500">
                <a:solidFill>
                  <a:srgbClr val="FFCCFF"/>
                </a:solidFill>
                <a:latin typeface="Garamond" panose="02020404030301010803" pitchFamily="18" charset="0"/>
              </a:rPr>
              <a:t>Quero seguir-Te, ó Deus de amor.</a:t>
            </a:r>
            <a:br>
              <a:rPr lang="pt-BR" altLang="pt-BR" sz="4500">
                <a:solidFill>
                  <a:srgbClr val="FFCCFF"/>
                </a:solidFill>
                <a:latin typeface="Garamond" panose="02020404030301010803" pitchFamily="18" charset="0"/>
              </a:rPr>
            </a:br>
            <a:r>
              <a:rPr lang="pt-BR" altLang="pt-BR" sz="4500">
                <a:solidFill>
                  <a:srgbClr val="FFCCFF"/>
                </a:solidFill>
                <a:latin typeface="Garamond" panose="02020404030301010803" pitchFamily="18" charset="0"/>
              </a:rPr>
              <a:t>Sempre Te servindo</a:t>
            </a:r>
            <a:br>
              <a:rPr lang="pt-BR" altLang="pt-BR" sz="4500">
                <a:solidFill>
                  <a:srgbClr val="FFCCFF"/>
                </a:solidFill>
                <a:latin typeface="Garamond" panose="02020404030301010803" pitchFamily="18" charset="0"/>
              </a:rPr>
            </a:br>
            <a:r>
              <a:rPr lang="pt-BR" altLang="pt-BR" sz="4500">
                <a:solidFill>
                  <a:srgbClr val="FFCCFF"/>
                </a:solidFill>
                <a:latin typeface="Garamond" panose="02020404030301010803" pitchFamily="18" charset="0"/>
              </a:rPr>
              <a:t>E também dando a Ti louvor.</a:t>
            </a:r>
            <a:endParaRPr lang="en-US" altLang="pt-BR" sz="4500">
              <a:solidFill>
                <a:srgbClr val="FFCCFF"/>
              </a:solidFill>
              <a:latin typeface="Garamond" panose="020204040303010108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239</Words>
  <Application>Microsoft Office PowerPoint</Application>
  <PresentationFormat>Apresentação na tela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2" baseType="lpstr">
      <vt:lpstr>Arial</vt:lpstr>
      <vt:lpstr>Garamond</vt:lpstr>
      <vt:lpstr>Design padrão</vt:lpstr>
      <vt:lpstr>147 Servir a Jesus</vt:lpstr>
      <vt:lpstr>Quero eu servir-Te, ó meu Rei Jesus E contigo sempre caminhar na luz, Tendo com o povo de Deus comunhão E dos meus pecados purificação.</vt:lpstr>
      <vt:lpstr>Sim, ó meu Senhor, Quero seguir-Te, ó Deus de amor. Sempre Te servindo E também dando a Ti louvor.</vt:lpstr>
      <vt:lpstr>No Teu bom serviço tenho eu prazer Nele muita graça eu vou receber; Sempre falarei assim do Teu amor E Te glorificarei, meu Salvador.</vt:lpstr>
      <vt:lpstr>Sim, ó meu Senhor, Quero seguir-Te, ó Deus de amor. Sempre Te servindo E também dando a Ti louvor.</vt:lpstr>
      <vt:lpstr>Desça Tua graça sobre mim Senhor, Para trabalhar com mais e mais fervor Dá-me entendimento e veraz saber Para alegre, eu fazer o Teu querer. </vt:lpstr>
      <vt:lpstr>Sim, ó meu Senhor, Quero seguir-Te, ó Deus de amor. Sempre Te servindo E também dando a Ti louvor.</vt:lpstr>
      <vt:lpstr>Só em Ti confio, meu Senhor e Rei Só em Ti vitória eu alcançarei E contigo quero sempre aqui viver, Té que pra Sião, me venhas receber</vt:lpstr>
      <vt:lpstr>Sim, ó meu Senhor, Quero seguir-Te, ó Deus de amor. Sempre Te servindo E também dando a Ti louvor.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147 Servir a Jesus</dc:title>
  <dc:creator>Junior</dc:creator>
  <cp:lastModifiedBy>Emerson Souza</cp:lastModifiedBy>
  <cp:revision>2</cp:revision>
  <dcterms:created xsi:type="dcterms:W3CDTF">2005-09-27T01:14:31Z</dcterms:created>
  <dcterms:modified xsi:type="dcterms:W3CDTF">2026-05-02T21:49:04Z</dcterms:modified>
</cp:coreProperties>
</file>