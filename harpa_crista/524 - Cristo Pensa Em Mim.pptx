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E0D95A-C72A-26B6-44DC-18DFAEDE93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FF3EEE-3A33-1285-011C-EC633B3A28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4859AB-DC3A-232B-A6CC-85A8197EC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6164A44-7849-6618-AC8B-0BF24CF8A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4AF-14BF-0E06-184E-200B29A2D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EB10AC-6819-40D5-9540-3F6750A35B3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98572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919A71-D085-CA23-9531-2B079F9FB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DCDC6C7-4187-E5A8-2AD2-9A8BA60ED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89125D3-7805-B24B-8A65-5DA9E9FD4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4A68221-6F22-43ED-9695-2122D6A5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DE726AC-EE89-16F3-2EEE-DB417B8AD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B0842D-EE52-48FB-850B-AE54AE22FC1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28079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CADC65-8C1A-9653-B7A3-4AEB068E3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93C6B7-001A-3977-C81D-122E54F37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4DC6423-D9F4-E300-740B-0A13B4D9E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FD26A0-943C-8E51-2344-D2367BE72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8B3E23-B1E2-F47A-816E-088C6984B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AE3ECA-CEA6-40EE-8127-0FD80781241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29394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8C4731-263D-820E-579E-005AB0022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CAD0AC-87E2-AD6F-6219-70DCE9382D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764D7DD-BC03-A94F-3A20-DAC7C86C1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AEBF8AA-BD7A-5C3A-C254-4B51980E5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CF11C3A-28EE-395A-2907-A5C589632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93AB37D-ACCC-4E10-6537-CD83D04D9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D56E18-4D06-4EB6-AA4E-AA8A01ED914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10380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F76C4B-DF8A-D1E0-50E6-3717E775D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7BC6B53-06E4-E1BF-250D-34274998A5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DA59566-D368-F0E7-0DC7-CA5AF59DF3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34311B3-1A93-2A60-1DE0-DF3D546BBD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5480C03-4310-250C-B51C-F2CD26267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2379CEE-3C94-8711-7C5F-91C5BA1E3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92DA267-FC74-7710-6EA6-26A2E8C09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AD8C407-3CF2-D9A2-38B0-DF8FE2B8E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1EEFA5-AC07-4AE6-BE26-EA192494F53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2478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BE9045-B76B-C854-B539-0CB32AFE1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51AE938-A746-F7F3-48E1-2CD021AB2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7956617-3E3D-FD08-B6FE-202F49DBB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79C6478-D7F0-92CB-BD0B-E74D3521B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93AA3B-691A-4F13-BE85-EDAC47227CF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11851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AABFE22-F94A-B21F-DC93-A631328E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123E871-91FA-BD60-9180-2F471E808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7E7476E-4BDA-E50F-B6CC-094410D14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2C83A8-2B85-4A19-800C-00787FF1A0B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97503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728044-7167-6503-2AB8-1D0BC484D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6FF9CC-E632-56DB-4E25-A4936D5CB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C982662-B615-0EEB-A8B6-6B6B2D385F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27C5029-FE39-797E-2BE1-96B120A37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B9CFA3A-E282-19D2-D1AC-D7DC9ECE5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C706D5B-9A7F-87D4-EFC2-B1BCAC398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36F991-C798-4E13-A9CD-63D526658B9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79956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554BB8-1FB7-1EE0-76F3-36319A339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03789D4-B61F-05A2-816B-F60C97916F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41DBFCF-906E-2780-FE3E-8CC41F5309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3222194-BABA-E20E-A0DE-E27C06F1A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14EF721-E14C-3E92-194F-F9B0BBC81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685B93F-A0FD-C9B5-41BE-741A5BAFC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E943D1-DE3B-47EE-851B-8850FDC9CA4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57752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926774-E16B-B6BD-942F-673B6CAB8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5117F7B-9EF2-874F-FEDF-3A2B8EC4C8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004B592-3F87-3322-2091-D5C44E921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9A60043-6394-10D9-0D43-355DB6960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00F3CB2-059C-25D0-7F1A-E6E503F13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2E7439-D342-4175-A367-6CEBC69FA3B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8064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21CB31A-651D-D522-1443-B250DB86A0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383BDFF-F06A-E3B5-77F5-61ADABC719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8CB35E5-94A4-3277-48C5-6102A0C30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0D10D32-E974-3A50-43E9-C8AD67A2D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67A688-003D-5649-071E-59D7C00CD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CB1503-16E3-429F-833D-08C57024E1A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01500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9A309FE-94C5-30B8-0098-A018A2CE12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8C8FD18-6602-B875-0F75-E4E9AEB507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D8067DE-3A05-672C-3084-C499CC31AB4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9227551-CCB7-0993-B1C2-C41563BC0D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6354D6C-E5BB-4F7A-DE22-479C663C92D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56EE04F-3BAD-48DE-B9F6-811CE972FAD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1F1FEDA-A317-D4D7-9BEB-3250A03B594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524 - Cristo Pensa Em Mim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8BF6D42C-170C-5C27-633B-3B154414D90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CDAEEF7A-0C9A-376A-557D-761B2F551A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Através da tempestade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Em qualquer calamidade,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Me consola esta verdade: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Cristo pensa em mim.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89D2816-9A9D-E882-153A-76C0AF12D6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Pensa em mim, </a:t>
            </a:r>
            <a:br>
              <a:rPr lang="en-US" altLang="pt-BR" sz="4000" b="1" i="1"/>
            </a:br>
            <a:r>
              <a:rPr lang="en-US" altLang="pt-BR" sz="4000" b="1" i="1"/>
              <a:t>Jesus</a:t>
            </a:r>
            <a:r>
              <a:rPr lang="en-US" altLang="pt-BR" sz="4000"/>
              <a:t> </a:t>
            </a:r>
            <a:r>
              <a:rPr lang="en-US" altLang="pt-BR" sz="4000" b="1" i="1"/>
              <a:t>Lá na excelsa luz;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Já provaste a cruz,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Com amor sem fim;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Satisfeito estou,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Sem medo vou;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Cristo pensa em mim.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Cristo pensa em mim. </a:t>
            </a:r>
            <a:endParaRPr lang="en-US" altLang="pt-BR" sz="4000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130BF69-CAA8-C7EC-0742-5731793EEE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Quando conforto eu desejo,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Força, ousadia almejo,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Nisto, pois, eu tudo vejo: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Cristo pensa em mim.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349277F-DF55-F772-C1A6-BD2523BACC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Pensa em mim, </a:t>
            </a:r>
            <a:br>
              <a:rPr lang="en-US" altLang="pt-BR" sz="4000" b="1" i="1"/>
            </a:br>
            <a:r>
              <a:rPr lang="en-US" altLang="pt-BR" sz="4000" b="1" i="1"/>
              <a:t>Jesus</a:t>
            </a:r>
            <a:r>
              <a:rPr lang="en-US" altLang="pt-BR" sz="4000"/>
              <a:t> </a:t>
            </a:r>
            <a:r>
              <a:rPr lang="en-US" altLang="pt-BR" sz="4000" b="1" i="1"/>
              <a:t>Lá na excelsa luz;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Já provaste a cruz,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Com amor sem fim;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Satisfeito estou,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Sem medo vou;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Cristo pensa em mim.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Cristo pensa em mim. </a:t>
            </a:r>
            <a:endParaRPr lang="en-US" altLang="pt-BR" sz="4000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5B30FD2-1B5F-3AA1-BD3A-B4F40467A5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Se eu receio o inimigo,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Tendo temor do perigo,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Em Jesus encontro abrigo: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Cristo pensa em mim.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F3D17D09-D992-5A9A-A608-AEB0F8AA03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Pensa em mim, </a:t>
            </a:r>
            <a:br>
              <a:rPr lang="en-US" altLang="pt-BR" sz="4000" b="1" i="1"/>
            </a:br>
            <a:r>
              <a:rPr lang="en-US" altLang="pt-BR" sz="4000" b="1" i="1"/>
              <a:t>Jesus</a:t>
            </a:r>
            <a:r>
              <a:rPr lang="en-US" altLang="pt-BR" sz="4000"/>
              <a:t> </a:t>
            </a:r>
            <a:r>
              <a:rPr lang="en-US" altLang="pt-BR" sz="4000" b="1" i="1"/>
              <a:t>Lá na excelsa luz;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Já provaste a cruz,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Com amor sem fim;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Satisfeito estou,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Sem medo vou;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Cristo pensa em mim.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Cristo pensa em mim. </a:t>
            </a:r>
            <a:endParaRPr lang="en-US" altLang="pt-BR" sz="4000"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158E7E7D-7296-0456-58A6-65DC9BD002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Caso eu vá ausentar-me,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Dos meus irmãos separar-me,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Nisto hei de consolar-me: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Cristo pensa em mim.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0A901EE7-D687-8E05-3B9C-43ED75775A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Pensa em mim, </a:t>
            </a:r>
            <a:br>
              <a:rPr lang="en-US" altLang="pt-BR" sz="4000" b="1" i="1"/>
            </a:br>
            <a:r>
              <a:rPr lang="en-US" altLang="pt-BR" sz="4000" b="1" i="1"/>
              <a:t>Jesus</a:t>
            </a:r>
            <a:r>
              <a:rPr lang="en-US" altLang="pt-BR" sz="4000"/>
              <a:t> </a:t>
            </a:r>
            <a:r>
              <a:rPr lang="en-US" altLang="pt-BR" sz="4000" b="1" i="1"/>
              <a:t>Lá na excelsa luz;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Já provaste a cruz,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Com amor sem fim;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Satisfeito estou,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Sem medo vou;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Cristo pensa em mim.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Cristo pensa em mim. </a:t>
            </a:r>
            <a:endParaRPr lang="en-US" altLang="pt-BR" sz="4000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275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524 - Cristo Pensa Em Mim </vt:lpstr>
      <vt:lpstr>Através da tempestade  Em qualquer calamidade,  Me consola esta verdade:  Cristo pensa em mim.  </vt:lpstr>
      <vt:lpstr>Pensa em mim,  Jesus Lá na excelsa luz;  Já provaste a cruz,  Com amor sem fim;  Satisfeito estou,  Sem medo vou;  Cristo pensa em mim.  Cristo pensa em mim. </vt:lpstr>
      <vt:lpstr>Quando conforto eu desejo,  Força, ousadia almejo,  Nisto, pois, eu tudo vejo:  Cristo pensa em mim.  </vt:lpstr>
      <vt:lpstr>Pensa em mim,  Jesus Lá na excelsa luz;  Já provaste a cruz,  Com amor sem fim;  Satisfeito estou,  Sem medo vou;  Cristo pensa em mim.  Cristo pensa em mim. </vt:lpstr>
      <vt:lpstr>Se eu receio o inimigo,  Tendo temor do perigo,  Em Jesus encontro abrigo:  Cristo pensa em mim.  </vt:lpstr>
      <vt:lpstr>Pensa em mim,  Jesus Lá na excelsa luz;  Já provaste a cruz,  Com amor sem fim;  Satisfeito estou,  Sem medo vou;  Cristo pensa em mim.  Cristo pensa em mim. </vt:lpstr>
      <vt:lpstr>Caso eu vá ausentar-me,  Dos meus irmãos separar-me,  Nisto hei de consolar-me:  Cristo pensa em mim.</vt:lpstr>
      <vt:lpstr>Pensa em mim,  Jesus Lá na excelsa luz;  Já provaste a cruz,  Com amor sem fim;  Satisfeito estou,  Sem medo vou;  Cristo pensa em mim.  Cristo pensa em mim.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524 - Cristo Pensa Em Mim </dc:title>
  <dc:creator>Junior</dc:creator>
  <cp:lastModifiedBy>Emerson Souza</cp:lastModifiedBy>
  <cp:revision>1</cp:revision>
  <dcterms:created xsi:type="dcterms:W3CDTF">2005-12-26T22:56:50Z</dcterms:created>
  <dcterms:modified xsi:type="dcterms:W3CDTF">2026-05-02T22:20:59Z</dcterms:modified>
</cp:coreProperties>
</file>