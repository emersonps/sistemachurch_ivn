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B2A53-E290-1FAB-23F0-43B47BD81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2C04E4-7A7B-C1FB-1DD2-A87A0C4C1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7EB95F-93B1-E96F-7B36-D447F35B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6F5D3-8A35-524E-7B22-8131162A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C030EE-92C9-E36D-A9DE-920E51A7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A9556-86C1-4E86-9087-CE03C5DC5F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537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7E176-0EFA-6C9F-3F94-3206119E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DFC552-F4D5-1E6B-81F7-7D7737E1B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828AE-5946-992A-A390-9B24AD6A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524E85-643E-DD71-E18A-BE09CE69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9ABB19-93FB-EFD0-A455-D47F6F84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4808-1C85-49DE-8F30-75FF7A0F2C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635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F42D7-D4CB-FFBF-A9FB-582BF750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A5D0F6-EF38-A82E-7541-BF14CFA93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AE0CCB-D58A-B402-CF1C-690BF98A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23DA03-2E99-A70F-2C0F-552BD49A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EB651E-31FE-44CC-A62C-406ADEAF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84D16-31F6-4D15-9BF7-67DCE9E5F3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702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9A36-4D2F-DC3F-ED6A-3A57F25D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D27530-2BF7-7413-B9E5-00F422DA8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45BE5D-7C34-5844-204A-328A4FB4A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9237E-6432-EC52-CE59-A0B7343B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133BD9-ADB9-F0B2-4066-51DFC75F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21AD90-E3CB-29D3-34D5-5967FEA4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AD5BA-E318-4A0B-B070-DAE24457DF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449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2C6DC-262A-7E1B-4B42-48A3683A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8F1E9E-CD78-E1B8-C4CB-11D19D767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6861AD-8F1E-B3A7-1574-5F9B56C76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096A68-4597-B2B4-2C92-E4F8B9290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D822BF-FFD8-B160-D0BD-80AD620ED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BFB209-F7B9-980A-FBD7-E638C3B1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3141C2-4757-A412-BDA5-E0586EFE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230EDA-4AE0-F750-6CA5-4AB933D4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DA0012-4A8C-4C6A-9C58-664CE3BBB6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885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A525E-9309-72EA-83F5-8D2D958E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A28194-AA36-9143-87B9-E7842BAC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8C63B5-5121-4A13-6271-BAD6C886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8C7E6B-7834-FDD6-283A-72805FBA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CD7A3-898C-4216-A904-154D3FD919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243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70145C-DB39-1533-C048-4341AF65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AD0D7F-8E66-5006-D8BE-13D63D04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0FB0B4-F8CF-3DE1-AFBA-0CF73DBF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1AD11-0EEE-4CDF-B152-2E120D51DE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291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C9E14-7D04-BF1C-D1F3-03EF2F7A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BB80C-99DA-56AC-D925-470B88F1C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BDE126-3D07-47C7-018B-26E67564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B5DEFA-7E30-48F1-E90E-EA1D1FBA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1AF7CE-DAC6-B17E-BA9F-58AC1BAA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C4213-49C4-88EC-921D-54B23EC6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9DF12E-39F1-442B-8715-2C889613C9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030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C3602-658E-0691-8104-EE934063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FE7903-9C8F-A73C-836B-6949403EF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3A512B-3C89-59A6-8FF4-5D5C159AE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83777-3A81-9FA0-2967-DAA6D36D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2EE086-4789-5947-5D96-18494DF8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08D847-5F63-5507-9CE4-395FE222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F7826-D9A4-4D1F-B920-4ADE89F8E9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394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20ACB-5436-CE16-5E23-384A781B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1C15C8-85B0-89AF-2436-2A0240A31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712AD-C01A-96FB-7F64-D21A564C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D6D0B-4CFC-0745-BBC4-F347FE0F5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E1B780-8986-5E0F-A2F4-60244ADB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15B25D-A7BF-4F20-8D89-1340449492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285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004000-A9B8-86E7-91D8-8A325D958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859E19-AD4A-259B-C423-08F953250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4D08-B776-9C4E-22D4-16044606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4BC937-5B6C-053B-889D-8C66EFAC6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189E09-F417-E751-2B6E-C5F90C1E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E4428-535B-4D87-A963-F654E605DD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987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3F08E1-4ED8-6787-AE88-740453AE0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9F4485-2AEF-09E6-BD95-DD4A829FF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F067319-499F-F174-6B7F-27B7405B81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6052241-81E2-F0DE-D10E-F46882F785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4E25CD-314F-7020-1B02-08D6DE4F73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87277A7-7869-408C-A3E8-A6FA0D2B9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E7FE0FD-F22D-9E13-23B5-9ACD09FB9D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70</a:t>
            </a:r>
            <a:br>
              <a:rPr lang="en-US" altLang="pt-BR" sz="4000" b="1" i="1"/>
            </a:br>
            <a:r>
              <a:rPr lang="en-US" altLang="pt-BR" sz="4000" b="1" i="1"/>
              <a:t>CRISTO JESUS VAI VOLTAR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C3A48AD-164E-7AA0-7068-5960C99D9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Nós Aleluia daremos a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Quando O virmos nas nuvens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esplendor e de glória vestido,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Seus escolhidos vai arrebatar.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A302AE0-670C-B6EB-D4C2-76CAD13FE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Cristo Jesus logo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Vai voltar,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Seu povo vem, sim, arrebatar;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breve regressará!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6482D9-D78F-2AF6-D5E4-C609ACE7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Eis que estou no Senhor confiando,</a:t>
            </a:r>
            <a:r>
              <a:rPr lang="en-US" altLang="pt-BR" sz="4000"/>
              <a:t> </a:t>
            </a:r>
            <a:r>
              <a:rPr lang="en-US" altLang="pt-BR" sz="4000" i="1"/>
              <a:t>Todo o meu ser a Jesus entreguei.</a:t>
            </a:r>
            <a:r>
              <a:rPr lang="en-US" altLang="pt-BR" sz="4000"/>
              <a:t> </a:t>
            </a:r>
            <a:r>
              <a:rPr lang="en-US" altLang="pt-BR" sz="4000" i="1"/>
              <a:t>Todos prazeres eu tenho deixado,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Jesus Cristo meu gozo achei.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0799FD7-9CF9-0D9C-FCF1-E950F23C8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Cristo Jesus logo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Vai voltar,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Seu povo vem, sim, arrebatar;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breve regressará!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970A6EC-2B22-4964-16F2-383B45F28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Como há de ser para ti Sua vinda?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Ela trará gozo ao teu coração?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 te fará padecer mais ainda?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Temes que só te trará maldição?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5B2ADB-A9B5-D3FF-A071-5DE37704C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Cristo Jesus logo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Vai voltar,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Seu povo vem, sim, arrebatar;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breve regressará!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526C641-7ED8-9E73-95B3-0593621E9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Cristo a mim a promessa tem dado</a:t>
            </a:r>
            <a:r>
              <a:rPr lang="en-US" altLang="pt-BR" sz="4000"/>
              <a:t> </a:t>
            </a:r>
            <a:r>
              <a:rPr lang="en-US" altLang="pt-BR" sz="4000" i="1"/>
              <a:t>Que junto dEle, também reinarei;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Breve será meu Jesus proclamado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a terra, por todos: "O Rei".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437D2B0-09EC-EA28-BDAA-E69F43F21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Cristo Jesus logo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Vai voltar, vai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Seu povo vem, sim, arrebatar;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breve regressará!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70 CRISTO JESUS VAI VOLTAR   </vt:lpstr>
      <vt:lpstr>Nós Aleluia daremos a Cristo,  Quando O virmos nas nuvens voltar,  De esplendor e de glória vestido,  Seus escolhidos vai arrebatar. </vt:lpstr>
      <vt:lpstr>Cristo Jesus logo vai voltar,  Vai voltar, vai voltar,  Seu povo vem, sim, arrebatar;  Jesus breve regressará! </vt:lpstr>
      <vt:lpstr>Eis que estou no Senhor confiando, Todo o meu ser a Jesus entreguei. Todos prazeres eu tenho deixado,  Em Jesus Cristo meu gozo achei. </vt:lpstr>
      <vt:lpstr>Cristo Jesus logo vai voltar,  Vai voltar, vai voltar,  Seu povo vem, sim, arrebatar;  Jesus breve regressará! </vt:lpstr>
      <vt:lpstr>Como há de ser para ti Sua vinda?  Ela trará gozo ao teu coração?  Ou te fará padecer mais ainda?  Temes que só te trará maldição? </vt:lpstr>
      <vt:lpstr>Cristo Jesus logo vai voltar,  Vai voltar, vai voltar,  Seu povo vem, sim, arrebatar;  Jesus breve regressará! </vt:lpstr>
      <vt:lpstr>Cristo a mim a promessa tem dado Que junto dEle, também reinarei;  Breve será meu Jesus proclamado  Sobre a terra, por todos: "O Rei". </vt:lpstr>
      <vt:lpstr>Cristo Jesus logo vai voltar,  Vai voltar, vai voltar,  Seu povo vem, sim, arrebatar;  Jesus breve regressará!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 CRISTO JESUS VAI VOLTAR   </dc:title>
  <dc:creator>Junior</dc:creator>
  <cp:lastModifiedBy>Emerson Souza</cp:lastModifiedBy>
  <cp:revision>1</cp:revision>
  <dcterms:created xsi:type="dcterms:W3CDTF">2005-12-23T12:45:10Z</dcterms:created>
  <dcterms:modified xsi:type="dcterms:W3CDTF">2026-05-02T21:42:37Z</dcterms:modified>
</cp:coreProperties>
</file>