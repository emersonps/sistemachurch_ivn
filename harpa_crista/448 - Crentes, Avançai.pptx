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7529D-58DC-FBC6-F316-45375ED88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CF43063-3824-1D3C-007A-16A4482775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0F9D7B-1C24-741F-9EEA-17A7745E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AE9425-A81C-1106-65DE-67C45283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E1A41B-3FD4-225C-2312-E1BA26068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5FD49C-327E-451D-8F74-43242A5BC3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137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36E6A-F736-BDDA-3FAB-D42676DCE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CD9501-E57F-9C49-C976-2112ABE7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44EF9C-199A-B5E8-C28F-5E8C44B8C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664D88-8F6A-0108-0099-9F793123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6BAD1B-B0ED-839B-C48A-408E3BFFB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0E92AD-BD88-4473-B462-A4B15E757A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35060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37107-DA4E-0C05-5EED-C8A0A78B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0F4100-590B-7B9C-11BF-5E58C6F88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4BA304-92A3-F7DC-F9AF-06BC70E8E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B1431C-0269-29A7-44AE-23DA9EECF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1CC065-44CC-2BEB-F00C-62A3CCE32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DC7D3-F3D7-4DED-BA5B-9CB5A05870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170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2CB722-CC77-F884-9D9D-3B1EB8DC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0D1CE7-1F59-A74A-D254-37A14303A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C12C6C-FE59-B41F-E663-93AE480C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F5332F-E029-0874-85B8-A99935720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209D68-BD5B-8CF8-8EFB-F22D34500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E54887-6504-CF3F-9518-4489E958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550F0-5C89-481F-A872-9E534C607A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7555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485B6-6F9E-DCB1-8B38-528FA4AB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414800-C9AF-69AA-6EE7-B46240D84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818E4D-EBC4-8491-BB8C-997C63519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862B75-BFB4-67F5-6DE9-3B330DFE7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39008A-31C0-512A-AB73-0B30A9F06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410B552-95DE-7134-2B74-5F4FF1B6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A9545B-6D5D-A3A2-00B5-43AC6986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633CC7-ED40-CAE7-B447-66695260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CE84C-64E7-4AB2-8DD8-76C27EFF6C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12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F6B24-CE35-F749-2BA5-46BF1945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D9232B-7516-962A-60D3-2B5F0ABC3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62BA2B1-679C-B364-04AA-56BD9626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D02F0EF-117A-9DE1-5389-0E2A15F54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DF96A-24EE-4C8F-9A15-4E20CD022D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5796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4B140B-F652-36B8-876D-38C7259D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F01F50-8CA5-E18E-75F9-3469BB36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7C7542C-44A0-3A61-C117-BA0D8BE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FB0399-2C8F-4817-A822-D031BD91D3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837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F1419-542B-8815-DD52-80F99A382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46620C-6FF8-CB4B-C416-B8515BFD3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F84BE4-60D0-B9A7-A300-02457D54A8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681185-0BFF-2AAD-7B92-E4FDBD67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090F65-64B4-113B-2229-7E8F4A3F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4B3E9E-D1DD-79CD-9632-49B9635B6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B46B00-1A1D-498E-A002-B7D2E42027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6502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748E28-599B-C249-E2E1-C439E7138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9DA1ED2-5C66-41F0-EFDC-25ABB8C61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B9B92D-979B-5BC9-9785-322A0BBD9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728CC2-B4F9-3606-AB1A-244E884F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6C8DBC-4782-AB0B-2572-053F338E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0BD130-92A6-432F-A49B-FA875705C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C986B-5E53-4E9C-B2A6-BF9A05669D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5875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57620-7251-6CFD-D624-729E0470E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26D7B7-C761-0777-DC2B-52699A249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FDFBCF-26A6-BAB3-9208-459A3AEC4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E64C0B-E77D-FF0A-7E44-0F9A0239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E0EE4A-D33F-C650-0EC2-D65E13FB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C2D797-A6BD-430B-9D60-FF3146311B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809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FAAF7B-1B98-21CB-E8F7-6D49387A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35D9F9-F8A1-2E83-3A85-FD0B34505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36019-2612-07E8-034E-0C392D31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707C3D-73A2-4547-7B50-8F632C9F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CC2C45-9D8E-00FA-2E6D-A04B2E4A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5823F6-64E1-457B-867E-E449131E3B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9408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C8CB38-883B-1DB2-2F50-D7FAF24744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8825A6-8FFD-13E4-54CF-A4A39DB30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C40DD22-A46C-4C9A-55BC-7EB86DB9A2A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C64EC8C-B47B-27F7-6B87-0A1331754C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73954AD-751B-00E4-6DAB-87F13C2AAE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25CA7E-6F96-46CC-9ECB-F98240FAE5A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37E6439-D045-A937-E8BB-6DDC3D0589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448 – Crentes, Avançai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8CCBF15-3894-6377-A39C-77A90FDD46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69C5926-B3F5-EEF9-AF43-0E5EC1F426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4000" i="1"/>
              <a:t>Crentes, avançai,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Firmes pelejai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Contra o vício, contra o mal!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quer triunfar,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agradar,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Vem à luta divinal,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Nosso guia é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Ele sempre nos conduz;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vitória nos dará,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sempre vencerá.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773B3B8-258C-5EFC-1F40-4CDFFD15E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O celeste lar</a:t>
            </a:r>
            <a:r>
              <a:rPr lang="en-US" altLang="pt-BR" sz="4000"/>
              <a:t> </a:t>
            </a:r>
            <a:r>
              <a:rPr lang="en-US" altLang="pt-BR" sz="4000" i="1"/>
              <a:t>Vamos alcançar,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 lutarmos com valor;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céu marchai,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Sempre avante andai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Dando glória ao Redentor.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sangue que verteu.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Salvação a todos deu;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Quem crê nEle gozará,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Vida eterna fruirá!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448 – Crentes, Avançai </vt:lpstr>
      <vt:lpstr>Crentes, avançai,  Firmes pelejai  Contra o vício, contra o mal!  Quem quer triunfar,  Cristo agradar,  Vem à luta divinal,  Nosso guia é Jesus,  Ele sempre nos conduz;  A vitória nos dará,  Cristo sempre vencerá.  </vt:lpstr>
      <vt:lpstr>O celeste lar Vamos alcançar,  Se lutarmos com valor;  Para o céu marchai,  Sempre avante andai  Dando glória ao Redentor.  O Seu sangue que verteu.  Salvação a todos deu;  Quem crê nEle gozará,  Vida eterna fruirá!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448 – Crentes, Avançai </dc:title>
  <dc:creator>Junior</dc:creator>
  <cp:lastModifiedBy>Emerson Souza</cp:lastModifiedBy>
  <cp:revision>1</cp:revision>
  <dcterms:created xsi:type="dcterms:W3CDTF">2005-12-26T18:34:16Z</dcterms:created>
  <dcterms:modified xsi:type="dcterms:W3CDTF">2026-05-02T22:14:33Z</dcterms:modified>
</cp:coreProperties>
</file>