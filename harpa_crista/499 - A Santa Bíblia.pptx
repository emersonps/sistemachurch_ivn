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34836-8221-74B5-4A16-7EF021C85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278CA1-BC3C-1698-A80A-3790EE309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7BCF4A-39E4-938F-06C6-AEBC5BEB0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193FDC-EFDD-177A-8E6B-220D650C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F34776-FD52-3469-3FA5-005F9CAC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B24A8C-F27C-4B36-9691-79CAF2ACB3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910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8952B-55DF-6691-6A13-4DF2236E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8AF57C-F8CF-E036-E445-285C3D1C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EA8FD-E557-4587-4293-879FF86A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C8094A-3B79-8031-FCE2-C1AB2759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5D9190-EE5A-C2B6-CF53-FA50FD5F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72AAF4-C120-4BF9-BCEE-D794361315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762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EFD58-DE69-DDAF-2BE7-1E93CC0C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4CA7F7-6E66-F67E-DC58-9BFC0A183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A0BA56-7F2C-4385-325D-E22D96ECF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CE8FB2-1BA5-13B8-003A-A7E96E91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0E7A33-7B66-1539-2C25-79F4326C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B85BF-5D6E-43AF-89A6-048589B602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733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46E6C-907B-BB79-E101-573A763E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1456E8-7904-08B9-9C4D-25647B3DC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8DE344-1211-4606-A61D-16F8A715F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8DEEF2-A203-4467-8416-FA770FCA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79F388-2EB2-AACA-93BF-B4544111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59E612-7BE6-B0DA-AECE-4FE50FF4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83E2E-F0D0-4270-A6DD-F8284C688C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31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E5E9E-7880-7A83-48A0-5B82AFAD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8FDDB3-5D73-EA91-7BED-9982E077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22EECA-22A8-E6D2-B903-3C635D4E6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EB5D92-3144-CC37-B988-C80535BC3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7D4C633-BA88-046D-AF39-0C4F184BE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898ABF-91FF-0C74-B535-A3E21983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4F2F8F-47A9-8EB4-76BF-00695A76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05B5AA-C094-2CFC-08B3-C00BF911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25699-26F2-4706-BB41-C09DEFEB9A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393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5D591-877A-F809-389B-5AC62CF4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F43566-BF2C-7512-80A9-AF97AE0D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62B3BF-D6A2-BCD8-1CC4-F5A3D5CF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A8D18-6C1D-5061-2052-2E026980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4A6C3-D5B6-4464-B4E6-1F18E8539E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581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4E14AE-9C87-8166-E821-E5AE056E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A5FD8F-5FC9-11A3-EE34-BB0ACE0F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F5EB10-D4CA-6C4F-05B2-6A495907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76019-1B9B-4279-86A1-3E2AB246DF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366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D290A-16F7-DDB8-7D4F-37315442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C4F21E-48A7-76FD-B528-ADC5BD00E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5FC757-F318-0F01-601C-E25D63783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01D055-7629-547D-2E5B-80743634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0991AF-ABA3-68EC-5B4F-9717E1BC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75EB11-9BEF-398C-83E3-FCE794E0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3E757-8BE7-40AD-AF40-BA369EBA31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603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15479-806A-B30C-1C8F-CB8D60C1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05D65CC-93E0-C615-1CF3-C53AF25AF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7FD916-4185-57E3-E92C-64E988D30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13921A-2FF4-1B5C-EE8C-47608DEC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737FDE-A773-9D04-9E04-9E7CBAAE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093373-855C-C986-A399-D66741CB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240754-353C-4C46-A89C-80BB5BE7FA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731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487C8-10C9-F196-BCD5-23E59B8B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F488B5-41EA-5575-C613-560969F44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3D0A55-6AC7-8F68-0898-8284601E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A52760-830F-3CDD-2C3A-45BCE5D9F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4D3E1E-11FA-7985-424F-2119256A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CC501-BC5C-413C-9D32-D6B2580F8B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36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2A01F9-999D-8D79-41CE-9888472E8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A68C38-71A1-E29A-5E0D-7172E9E2C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68ED0-9AD8-1DB0-7583-2D1B0DF7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FE00F5-FA30-C3F3-E198-9AEABCB8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44222B-04EE-789B-54A2-7467298D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1243B9-1742-45B0-AFA2-F856F18DA6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809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631A7FA-7E87-9626-E3F0-BFBDF1293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2C95A9-4743-A1AE-6D43-87D8680A9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D078AD2-DBC9-608C-485E-866C904FB22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7C0B89B-4762-6A4F-7599-D7C75E008C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1251FB-9F83-309D-A2E0-B04A97BF3C6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67791EC-C1C6-45C1-BF04-CD8CDEF4E0A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70F1C2F-30EE-2D89-CDBA-30A8321000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499</a:t>
            </a:r>
            <a:br>
              <a:rPr lang="pt-BR" altLang="pt-BR" sz="4400" b="1"/>
            </a:br>
            <a:r>
              <a:rPr lang="pt-BR" altLang="pt-BR" sz="4400" b="1"/>
              <a:t>A SANTA BÍBLIA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1217526-9109-405F-AD3C-44ABE21BF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Santa Bíblia, para mim, </a:t>
            </a:r>
            <a:br>
              <a:rPr lang="pt-BR" altLang="pt-BR"/>
            </a:br>
            <a:r>
              <a:rPr lang="pt-BR" altLang="pt-BR"/>
              <a:t>Es o meu tesouro, sim; </a:t>
            </a:r>
            <a:br>
              <a:rPr lang="pt-BR" altLang="pt-BR"/>
            </a:br>
            <a:r>
              <a:rPr lang="pt-BR" altLang="pt-BR"/>
              <a:t>Tu conténs a lei de Deus </a:t>
            </a:r>
            <a:br>
              <a:rPr lang="pt-BR" altLang="pt-BR"/>
            </a:br>
            <a:r>
              <a:rPr lang="pt-BR" altLang="pt-BR"/>
              <a:t>E me mostras lindos céus; </a:t>
            </a:r>
            <a:br>
              <a:rPr lang="pt-BR" altLang="pt-BR"/>
            </a:br>
            <a:r>
              <a:rPr lang="pt-BR" altLang="pt-BR"/>
              <a:t>Tu me dizes quem eu sou, </a:t>
            </a:r>
            <a:br>
              <a:rPr lang="pt-BR" altLang="pt-BR"/>
            </a:br>
            <a:r>
              <a:rPr lang="pt-BR" altLang="pt-BR"/>
              <a:t>Donde vim, p'ra onde vou!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3F37440-E8CE-F368-E9E6-E441CE9E2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Tu repreendes meu falar, </a:t>
            </a:r>
            <a:br>
              <a:rPr lang="pt-BR" altLang="pt-BR"/>
            </a:br>
            <a:r>
              <a:rPr lang="pt-BR" altLang="pt-BR"/>
              <a:t>Me exortas sem cessar. </a:t>
            </a:r>
            <a:br>
              <a:rPr lang="pt-BR" altLang="pt-BR"/>
            </a:br>
            <a:r>
              <a:rPr lang="pt-BR" altLang="pt-BR"/>
              <a:t>Alumias os meus pés, </a:t>
            </a:r>
            <a:br>
              <a:rPr lang="pt-BR" altLang="pt-BR"/>
            </a:br>
            <a:r>
              <a:rPr lang="pt-BR" altLang="pt-BR"/>
              <a:t>E me guias, pela fé,</a:t>
            </a:r>
            <a:br>
              <a:rPr lang="pt-BR" altLang="pt-BR"/>
            </a:br>
            <a:r>
              <a:rPr lang="pt-BR" altLang="pt-BR"/>
              <a:t>Para as fontes de amor, </a:t>
            </a:r>
            <a:br>
              <a:rPr lang="pt-BR" altLang="pt-BR"/>
            </a:br>
            <a:r>
              <a:rPr lang="pt-BR" altLang="pt-BR"/>
              <a:t>Do bendito Salvador!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30DC175-D562-C47F-70A8-3C73CFD21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És a voz dos altos céus, </a:t>
            </a:r>
            <a:br>
              <a:rPr lang="pt-BR" altLang="pt-BR"/>
            </a:br>
            <a:r>
              <a:rPr lang="pt-BR" altLang="pt-BR"/>
              <a:t>Do Espírito de Deus.</a:t>
            </a:r>
            <a:br>
              <a:rPr lang="pt-BR" altLang="pt-BR"/>
            </a:br>
            <a:r>
              <a:rPr lang="pt-BR" altLang="pt-BR"/>
              <a:t>Que vigor p'ra alma dá, </a:t>
            </a:r>
            <a:br>
              <a:rPr lang="pt-BR" altLang="pt-BR"/>
            </a:br>
            <a:r>
              <a:rPr lang="pt-BR" altLang="pt-BR"/>
              <a:t>Quando em aflição está; </a:t>
            </a:r>
            <a:br>
              <a:rPr lang="pt-BR" altLang="pt-BR"/>
            </a:br>
            <a:r>
              <a:rPr lang="pt-BR" altLang="pt-BR"/>
              <a:t>Me ensinas triunfar</a:t>
            </a:r>
            <a:br>
              <a:rPr lang="pt-BR" altLang="pt-BR"/>
            </a:br>
            <a:r>
              <a:rPr lang="pt-BR" altLang="pt-BR"/>
              <a:t>Dentre os mortos, do pecar!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868AD28-BC20-B8A1-0577-64878DA91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Por Tua santa letra sei, </a:t>
            </a:r>
            <a:br>
              <a:rPr lang="pt-BR" altLang="pt-BR"/>
            </a:br>
            <a:r>
              <a:rPr lang="pt-BR" altLang="pt-BR"/>
              <a:t>Que com Cristo reinarei;</a:t>
            </a:r>
            <a:br>
              <a:rPr lang="pt-BR" altLang="pt-BR"/>
            </a:br>
            <a:r>
              <a:rPr lang="pt-BR" altLang="pt-BR"/>
              <a:t>Eu que tão indigno sou,</a:t>
            </a:r>
            <a:br>
              <a:rPr lang="pt-BR" altLang="pt-BR"/>
            </a:br>
            <a:r>
              <a:rPr lang="pt-BR" altLang="pt-BR"/>
              <a:t>Por Tua luz, ao céu eu vou;</a:t>
            </a:r>
            <a:br>
              <a:rPr lang="pt-BR" altLang="pt-BR"/>
            </a:br>
            <a:r>
              <a:rPr lang="pt-BR" altLang="pt-BR"/>
              <a:t>Santa Bíblia para mim,</a:t>
            </a:r>
            <a:br>
              <a:rPr lang="pt-BR" altLang="pt-BR"/>
            </a:br>
            <a:r>
              <a:rPr lang="pt-BR" altLang="pt-BR"/>
              <a:t>Es o meu tesouro, sim!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499 A SANTA BÍBLIA</vt:lpstr>
      <vt:lpstr>Santa Bíblia, para mim,  Es o meu tesouro, sim;  Tu conténs a lei de Deus  E me mostras lindos céus;  Tu me dizes quem eu sou,  Donde vim, p'ra onde vou! </vt:lpstr>
      <vt:lpstr>Tu repreendes meu falar,  Me exortas sem cessar.  Alumias os meus pés,  E me guias, pela fé, Para as fontes de amor,  Do bendito Salvador! </vt:lpstr>
      <vt:lpstr>És a voz dos altos céus,  Do Espírito de Deus. Que vigor p'ra alma dá,  Quando em aflição está;  Me ensinas triunfar Dentre os mortos, do pecar! </vt:lpstr>
      <vt:lpstr>Por Tua santa letra sei,  Que com Cristo reinarei; Eu que tão indigno sou, Por Tua luz, ao céu eu vou; Santa Bíblia para mim, Es o meu tesouro, sim!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499 - A SANTA BÍBLIA</dc:title>
  <dc:creator>Montagna</dc:creator>
  <cp:lastModifiedBy>Emerson Souza</cp:lastModifiedBy>
  <cp:revision>2</cp:revision>
  <dcterms:created xsi:type="dcterms:W3CDTF">2005-10-21T10:06:05Z</dcterms:created>
  <dcterms:modified xsi:type="dcterms:W3CDTF">2026-05-02T22:18:43Z</dcterms:modified>
</cp:coreProperties>
</file>