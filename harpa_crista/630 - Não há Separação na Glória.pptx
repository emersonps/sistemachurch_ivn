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08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45D557-FA28-0BD3-059C-707A7C9B3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3C5BC6-38CA-F462-4D15-8683D4013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8694B1-DBC6-9AC6-9AA2-3AD6F32AF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802206-7B9F-F2AF-C3AC-1B8382AAA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6E0C97-7642-1292-B09D-D2A35EFFD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C172D6-99D2-4345-84B4-11CC1D5088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00269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42017E-BAD4-7ED6-4574-353140C63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AC9A43-62B0-E265-163B-03E539C1E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A9B3A7-CC11-E73C-C886-DB549896E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2F79A2-2E46-6A95-7A91-76F8335B6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1091FA-49B5-3DB3-57F9-B794CDA98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C6AD21-765D-4EF2-99B6-F334A31000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004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897BA1-98A2-7BB7-C353-0F9BA0B10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60C6D8-4360-644D-B0EC-02ECDB294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FF3298-2C3C-947A-BD6C-B3FEFCAEC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C81733-DFA5-65B8-B0E9-0219FA2EB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5F8841-3254-761A-9270-4DDF724C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784FC2-D1F5-4D9A-BF96-5BC1A549374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2694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49E858-BDA5-51D4-4351-C9B359CA3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9B0448-08A8-5A2F-7F66-71223CACB8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2594B3-FBD8-9DD0-BB62-2F954C50E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E845F5E-476D-A995-9299-EFCF032E1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68E57F-436A-B8E6-FCFB-77D9745E4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239FD5-3FBA-475F-C9F7-AA161BF1B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B95195-F7D6-4A1A-AD7D-C76526E9B9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13719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9880CB-3602-3F64-5916-05D089AC8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5D6138-ECA1-550C-845F-24D73C33F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185235D-C914-B17E-1E5F-5BD1C9EDF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F98FBF-3BAF-F7E8-A2E6-6F7FAA01F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CB58D7D-AE27-88B8-DF91-CAA066D9AD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1B9B84D-0B1A-AB23-412A-7DFA155A4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CEC5027-8F84-ADFB-5E57-33D8E0645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112100A-6856-A956-E9AD-7370794D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10329C-B513-437C-B1CC-2102C08A0E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669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6FC98-45A1-1EBD-8021-C87467557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34FF249-205A-F71C-F452-22700E60A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7328560-F413-D6D9-C2E2-EB787319F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F1268D8-F41C-3C1E-0077-57AC953F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327320-EA57-4DBF-A53D-8442E73295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72210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7FE0D2-8FF6-FAC6-4E9F-EF1FC6C0C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76B5FF8-53AF-31D3-1021-12E3E086D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AA0535-60BA-D0A9-08E4-6AA59F686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62C71D-1FCC-4E1D-A6DA-0C42F09F26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2733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83946-5830-1E19-DCF5-DFD778145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EDC244-39C9-FFAC-C423-201ACA725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E8CD4C-0AE2-A87F-0B15-347D3BBDA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F52FEBD-2026-7B68-DBBA-88A0AA1FE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530994-452C-085C-412C-EA9F175E1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EFCECC-F31D-2BEE-65ED-E39972F4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30AE45-578A-41C4-A413-76EBA37BD34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53241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FBF0AF-80E9-B606-6781-E3F7EFE54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B947888-0166-3E50-D633-2560BE1C9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D7E1259-0134-FE8F-6E9A-0967109EBF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68FCFC-10B8-84E3-2A48-93060693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D9BA42-2481-9FE1-E1C3-4197C3ACE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9237EC-E58F-0C9E-D999-5A1F26393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3CEFF-1284-43A3-A698-AD59E4A409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00423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BB248-036D-2008-FD07-A171972F4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1D354E-90A2-5B69-1EB8-6EB62494F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0FA640-B096-B2E7-FAE5-C865F246F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2BF463-108C-3E45-F22B-993A3B954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14C9AA-B915-D594-5305-38F1AC3D8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537715-2369-4D9B-B114-8C5E02CB51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980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58F557C-2CA8-DDC0-843D-AF2544BDC9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8508DD7-85BF-6661-DB56-FD06AD0C3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DCCCCD-6521-0B93-4E70-BE295C9F9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94339A-4961-A51D-21DD-1C30418E6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3767B7-FBB8-D620-4118-2C9B566C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064115-B132-4DCF-8E15-E918482831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58804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9EF0713-7270-B44D-CF8C-17E0CF219E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5718FAE-180E-3ACC-23BE-5C2CA88AFF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29F34C2-CA64-36EF-C3D8-21B444DE99A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83B36C4-1F8D-D8A2-EA28-B883D343666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9904308-87E9-BE2D-1A0F-D15E590FA32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67C6415-D64B-40FC-B8A7-5E4BC01E13B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8311EB05-A008-E45F-07A4-C4D61AB92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630 – Não há Separação na Glória</a:t>
            </a:r>
            <a:r>
              <a:rPr lang="en-US" altLang="pt-BR" sz="4000"/>
              <a:t> </a:t>
            </a:r>
            <a:br>
              <a:rPr lang="en-US" altLang="pt-BR" sz="4000"/>
            </a:br>
            <a:br>
              <a:rPr lang="en-US" altLang="pt-BR" sz="4000"/>
            </a:br>
            <a:r>
              <a:rPr lang="en-US" altLang="pt-BR" sz="4000" i="1"/>
              <a:t>Não há separação na glória; </a:t>
            </a:r>
            <a:br>
              <a:rPr lang="en-US" altLang="pt-BR" sz="4000" i="1"/>
            </a:br>
            <a:r>
              <a:rPr lang="en-US" altLang="pt-BR" sz="4000" i="1"/>
              <a:t>Na alvorada, nas alturas.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Não há separação na glória, </a:t>
            </a:r>
            <a:br>
              <a:rPr lang="en-US" altLang="pt-BR" sz="4000" i="1"/>
            </a:br>
            <a:r>
              <a:rPr lang="en-US" altLang="pt-BR" sz="4000" i="1"/>
              <a:t>Quando estivermos lá no Céu!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Apresentação na tela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3" baseType="lpstr">
      <vt:lpstr>Arial</vt:lpstr>
      <vt:lpstr>Design padrão</vt:lpstr>
      <vt:lpstr>630 – Não há Separação na Glória   Não há separação na glória;  Na alvorada, nas alturas.  Não há separação na glória,  Quando estivermos lá no Céu!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630 – Não há Separação na Glória   Não há separação na glória;  Na alvorada, nas alturas.  Não há separação na glória,  Quando estivermos lá no Céu! </dc:title>
  <dc:creator>Junior</dc:creator>
  <cp:lastModifiedBy>Emerson Souza</cp:lastModifiedBy>
  <cp:revision>1</cp:revision>
  <dcterms:created xsi:type="dcterms:W3CDTF">2005-12-27T18:03:09Z</dcterms:created>
  <dcterms:modified xsi:type="dcterms:W3CDTF">2026-05-02T22:30:08Z</dcterms:modified>
</cp:coreProperties>
</file>