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60912B-000E-38D8-6BF8-8D579FF32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DEEEF2-F5EA-3B1B-33C4-D06EF95141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27815D-901E-2A7D-D038-62DEEA59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4AB53F-DFC6-857B-6AA3-C90C79504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5D8EDF-9975-06A4-C31B-CEF25154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F1A22A-A7F8-4C2D-8051-AAA6F798687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01300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9DC285-3E7F-E589-FDC6-D5E205507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794D82-1CFD-FA3E-ADF3-EEC3784E0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8B3665-CB05-3387-65B4-1944A305A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A6663C-7807-B51D-23AD-584B374F7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5FE5F9-9E79-233A-327D-6D49628FF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1A1366-72B2-40C5-8DB5-0323C02D163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48236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CA75C1-1224-FB34-601D-0D15DB891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69F6CB-9E52-4BED-A1B4-AACDCE566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CF51F8-D03E-19FB-3C6D-BBEDFC494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E34C7F-DCFF-E374-700C-6D16B36AB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549A2A-9A5D-DDD2-818F-CC9380FC6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92905-300F-4DE2-95ED-984BFAA821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79988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B6C61-234A-F250-E9F1-97F9F57AB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CFD98E-35D1-6D34-EE17-6FCB71A460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5AC276-A709-6585-C69E-8261C7151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662E61-1531-55CC-3F70-9A8F46430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71EE618-1BE8-AD09-BED0-AD07021CE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E825912-CF9F-77EA-05B2-EC20288AB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C6D480-768D-498D-A7BA-9C60DE2284A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631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D9515B-1253-8C47-45C4-0B1068C5E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02A8E0-CBAB-3829-7D6F-57F71AA1C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DB31B1F-D2CD-D5CB-E9DD-71D900B1F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842EB71-CEBB-D6A2-615C-CAD2DF8FD8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3338C28-99F3-1C99-95EB-6C443DF7DE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1A4E0AF-632E-A19B-6B69-8FBB69E22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8C9791D-7C36-5ECE-C6C1-419953B6C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2094014-5237-6F00-B120-6246664B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38F02D-244C-47FF-A55B-B0B71CB7E78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53828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3E5ACB-0E38-CD12-3E97-9B646C331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1064A05-3ABC-341E-F1D4-B5FAE7B00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28D225B-4B48-FF16-F8BC-A49205732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342C4D6-CC21-CA06-EC9C-A4C89A533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917AF7-B79A-49D4-B0D7-8CDCEAE5F1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70786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FF319F2-E2C1-1022-5E4D-177F07F7D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9A53227-982C-C51F-C021-819B5F2DB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A3EA430-381F-D524-707C-669501721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6A3F4D-B772-4A6E-B88C-C16738B6E6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18827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A843EA-BF38-10E2-2D70-1D779C9B8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EF4140-2764-885F-3BD9-FCB224755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7D2CAA-E335-5980-D2BB-9448B355A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84CEB4-07FB-0C6F-82E3-4D6C87F8B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2137EA-0E97-A50B-2AA1-920F93356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AB8306-8639-346C-A54A-89339FF65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435A6E-EFA9-49C2-A4F5-45184615637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88982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42A287-A1DB-1D74-799B-0DBD78B79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F5A6447-0E67-6EFF-20D8-E0DDC9BD6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85B511-1622-F3DF-C83B-5B0585367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D5EC76-32F7-16C5-175E-E8ABF7E9F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678426-FAA5-D24D-FBFE-0301195A6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0D67069-A473-46E5-BF45-01D5CA6DB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A14474-C366-454F-A70E-50099538121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70048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004441-A270-5CA8-D7A1-6ADE5066B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465E283-2A2A-88AD-6DB7-8F9D38F9A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F067DB-4EC0-EAA0-C90A-48522BFEC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0A93F1-EAFC-538D-DB21-2EA01BC04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CBD9D1-0E34-21E7-B119-CF1BF6EF1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1740F3-F58F-4AC5-A52D-4A11404BF08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65176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9E3DD0F-BD99-BF49-D90A-989CEBBCD2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6C3C001-FE2C-DF29-885F-E75C921EB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7EE388-3649-0511-450B-6E924BD20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CBBB0F-79BA-2366-4472-D588D5402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D64E22-D003-5B9C-F754-5A49F7A52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572198-FC58-4646-8D7D-4F2315B99F7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41487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BDC0943-C2A9-307B-2C5A-3AC44C4D6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742BA9B-B88B-11C8-DBDF-B7F9CEC9A1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7F6BA7A-B518-6A6C-571C-E7AEE4C02A9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ACA14BD-E4A8-80BC-7D2E-8D9BBE5880C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B813333-F7A4-B8F0-5568-82A6DB2913A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A2DF3CE-B60B-4E9A-AC9E-DA35A553F9A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739E25D-6A48-8338-E699-DF2D13A46E8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287</a:t>
            </a:r>
            <a:br>
              <a:rPr lang="en-US" altLang="pt-BR" sz="4000" b="1"/>
            </a:br>
            <a:r>
              <a:rPr lang="en-US" altLang="pt-BR" sz="4000" b="1"/>
              <a:t>OH, FOI O SANGUE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1D4F31B-5952-EB66-4021-19E95D5B83D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209F4F9E-BB9A-F954-3D88-9368983A40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Oh, foi o sangue do Senhor </a:t>
            </a:r>
            <a:br>
              <a:rPr lang="en-US" altLang="pt-BR" sz="4000" i="1"/>
            </a:br>
            <a:r>
              <a:rPr lang="en-US" altLang="pt-BR" sz="4000" i="1"/>
              <a:t>Que me salvou, sim, me salvou; </a:t>
            </a:r>
            <a:br>
              <a:rPr lang="en-US" altLang="pt-BR" sz="4000" i="1"/>
            </a:br>
            <a:r>
              <a:rPr lang="en-US" altLang="pt-BR" sz="4000" i="1"/>
              <a:t>Sim, este sangue tem poder, </a:t>
            </a:r>
            <a:br>
              <a:rPr lang="en-US" altLang="pt-BR" sz="4000" i="1"/>
            </a:br>
            <a:r>
              <a:rPr lang="en-US" altLang="pt-BR" sz="4000" i="1"/>
              <a:t>De toda a mancha me lavou.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28DE3D9-AF43-AF12-F91C-A0D19545E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3800" b="1" i="1"/>
              <a:t>Jesus pra todos tem poder e salvação,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Meu amigo, a Ele vem, </a:t>
            </a:r>
            <a:br>
              <a:rPr lang="en-US" altLang="pt-BR" sz="3800" b="1" i="1"/>
            </a:br>
            <a:r>
              <a:rPr lang="en-US" altLang="pt-BR" sz="3800" b="1" i="1"/>
              <a:t>Aceitando a remissão;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Glória ao Salvador! </a:t>
            </a:r>
            <a:br>
              <a:rPr lang="en-US" altLang="pt-BR" sz="3800" b="1" i="1"/>
            </a:br>
            <a:r>
              <a:rPr lang="en-US" altLang="pt-BR" sz="3800" b="1" i="1"/>
              <a:t>Glória ao meu Jesus!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O Seu sangue me salvou!</a:t>
            </a:r>
            <a:r>
              <a:rPr lang="en-US" altLang="pt-BR" sz="38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3B5DDD2-F813-5E13-C3AF-CDA9A3253F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Oh! maravilha de amor </a:t>
            </a:r>
            <a:br>
              <a:rPr lang="en-US" altLang="pt-BR" sz="4000" i="1"/>
            </a:br>
            <a:r>
              <a:rPr lang="en-US" altLang="pt-BR" sz="4000" i="1"/>
              <a:t>A mim mostrou, sim, me mostrou; Jesus sofreu tão grande dor. </a:t>
            </a:r>
            <a:br>
              <a:rPr lang="en-US" altLang="pt-BR" sz="4000" i="1"/>
            </a:br>
            <a:r>
              <a:rPr lang="en-US" altLang="pt-BR" sz="4000" i="1"/>
              <a:t>E tua vida resgatou.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97D038F-882D-2A36-7FBD-2CC1A7EE0D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3800" b="1" i="1"/>
              <a:t>Jesus pra todos tem poder e salvação,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Meu amigo, a Ele vem, </a:t>
            </a:r>
            <a:br>
              <a:rPr lang="en-US" altLang="pt-BR" sz="3800" b="1" i="1"/>
            </a:br>
            <a:r>
              <a:rPr lang="en-US" altLang="pt-BR" sz="3800" b="1" i="1"/>
              <a:t>Aceitando a remissão;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Glória ao Salvador! </a:t>
            </a:r>
            <a:br>
              <a:rPr lang="en-US" altLang="pt-BR" sz="3800" b="1" i="1"/>
            </a:br>
            <a:r>
              <a:rPr lang="en-US" altLang="pt-BR" sz="3800" b="1" i="1"/>
              <a:t>Glória ao meu Jesus!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O Seu sangue me salvou!</a:t>
            </a:r>
            <a:r>
              <a:rPr lang="en-US" altLang="pt-BR" sz="38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FD4C646-E37D-9CFF-5556-ECD3422785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Em mim não há poder algum </a:t>
            </a:r>
            <a:br>
              <a:rPr lang="en-US" altLang="pt-BR" sz="4000" i="1"/>
            </a:br>
            <a:r>
              <a:rPr lang="en-US" altLang="pt-BR" sz="4000" i="1"/>
              <a:t>Mui débil 'stou, mereço dó. </a:t>
            </a:r>
            <a:br>
              <a:rPr lang="en-US" altLang="pt-BR" sz="4000" i="1"/>
            </a:br>
            <a:r>
              <a:rPr lang="en-US" altLang="pt-BR" sz="4000" i="1"/>
              <a:t>Mas por Jesus eu vencerei, </a:t>
            </a:r>
            <a:br>
              <a:rPr lang="en-US" altLang="pt-BR" sz="4000" i="1"/>
            </a:br>
            <a:r>
              <a:rPr lang="en-US" altLang="pt-BR" sz="4000" i="1"/>
              <a:t>Ainda que eu seja pó.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5283068-B06C-4D83-DB4A-D5A4213DD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3800" b="1" i="1"/>
              <a:t>Jesus pra todos tem poder e salvação,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Meu amigo, a Ele vem, </a:t>
            </a:r>
            <a:br>
              <a:rPr lang="en-US" altLang="pt-BR" sz="3800" b="1" i="1"/>
            </a:br>
            <a:r>
              <a:rPr lang="en-US" altLang="pt-BR" sz="3800" b="1" i="1"/>
              <a:t>Aceitando a remissão;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Glória ao Salvador! </a:t>
            </a:r>
            <a:br>
              <a:rPr lang="en-US" altLang="pt-BR" sz="3800" b="1" i="1"/>
            </a:br>
            <a:r>
              <a:rPr lang="en-US" altLang="pt-BR" sz="3800" b="1" i="1"/>
              <a:t>Glória ao meu Jesus!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O Seu sangue me salvou!</a:t>
            </a:r>
            <a:r>
              <a:rPr lang="en-US" altLang="pt-BR" sz="3800" i="1"/>
              <a:t> 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CFCC39C-47B6-C9FB-3426-C1AFC5606E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Meu Pai me deu o Consolador, </a:t>
            </a:r>
            <a:br>
              <a:rPr lang="en-US" altLang="pt-BR" sz="4000" i="1"/>
            </a:br>
            <a:r>
              <a:rPr lang="en-US" altLang="pt-BR" sz="4000" i="1"/>
              <a:t>Pra me guiar, me iluminar, </a:t>
            </a:r>
            <a:br>
              <a:rPr lang="en-US" altLang="pt-BR" sz="4000" i="1"/>
            </a:br>
            <a:r>
              <a:rPr lang="en-US" altLang="pt-BR" sz="4000" i="1"/>
              <a:t>Jamais temerei o tentador, </a:t>
            </a:r>
            <a:br>
              <a:rPr lang="en-US" altLang="pt-BR" sz="4000" i="1"/>
            </a:br>
            <a:r>
              <a:rPr lang="en-US" altLang="pt-BR" sz="4000" i="1"/>
              <a:t>Jesus sempre há de me guardar.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C156B1F-C0D5-7936-42E5-0FF0E8ADFB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3800" b="1" i="1"/>
              <a:t>Jesus pra todos tem poder e salvação,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Meu amigo, a Ele vem, </a:t>
            </a:r>
            <a:br>
              <a:rPr lang="en-US" altLang="pt-BR" sz="3800" b="1" i="1"/>
            </a:br>
            <a:r>
              <a:rPr lang="en-US" altLang="pt-BR" sz="3800" b="1" i="1"/>
              <a:t>Aceitando a remissão;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Glória ao Salvador! </a:t>
            </a:r>
            <a:br>
              <a:rPr lang="en-US" altLang="pt-BR" sz="3800" b="1" i="1"/>
            </a:br>
            <a:r>
              <a:rPr lang="en-US" altLang="pt-BR" sz="3800" b="1" i="1"/>
              <a:t>Glória ao meu Jesus!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O Seu sangue me salvou!</a:t>
            </a:r>
            <a:r>
              <a:rPr lang="en-US" altLang="pt-BR" sz="38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287 OH, FOI O SANGUE </vt:lpstr>
      <vt:lpstr>Oh, foi o sangue do Senhor  Que me salvou, sim, me salvou;  Sim, este sangue tem poder,  De toda a mancha me lavou.  </vt:lpstr>
      <vt:lpstr>Jesus pra todos tem poder e salvação,  Meu amigo, a Ele vem,  Aceitando a remissão;  Glória ao Salvador!  Glória ao meu Jesus!  O Seu sangue me salvou!  </vt:lpstr>
      <vt:lpstr>Oh! maravilha de amor  A mim mostrou, sim, me mostrou; Jesus sofreu tão grande dor.  E tua vida resgatou.</vt:lpstr>
      <vt:lpstr>Jesus pra todos tem poder e salvação,  Meu amigo, a Ele vem,  Aceitando a remissão;  Glória ao Salvador!  Glória ao meu Jesus!  O Seu sangue me salvou!  </vt:lpstr>
      <vt:lpstr>Em mim não há poder algum  Mui débil 'stou, mereço dó.  Mas por Jesus eu vencerei,  Ainda que eu seja pó.  </vt:lpstr>
      <vt:lpstr>Jesus pra todos tem poder e salvação,  Meu amigo, a Ele vem,  Aceitando a remissão;  Glória ao Salvador!  Glória ao meu Jesus!  O Seu sangue me salvou!  </vt:lpstr>
      <vt:lpstr>Meu Pai me deu o Consolador,  Pra me guiar, me iluminar,  Jamais temerei o tentador,  Jesus sempre há de me guardar.</vt:lpstr>
      <vt:lpstr>Jesus pra todos tem poder e salvação,  Meu amigo, a Ele vem,  Aceitando a remissão;  Glória ao Salvador!  Glória ao meu Jesus!  O Seu sangue me salvou!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287 OH, FOI O SANGUE </dc:title>
  <dc:creator>Junior</dc:creator>
  <cp:lastModifiedBy>Emerson Souza</cp:lastModifiedBy>
  <cp:revision>1</cp:revision>
  <dcterms:created xsi:type="dcterms:W3CDTF">2005-12-24T11:50:49Z</dcterms:created>
  <dcterms:modified xsi:type="dcterms:W3CDTF">2026-05-02T22:00:55Z</dcterms:modified>
</cp:coreProperties>
</file>