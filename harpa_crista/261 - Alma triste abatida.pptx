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31F05-9F85-AC42-B187-14FF27D42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A91FF4-57B5-EAC0-87FF-E31EB61ED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42FAE8-5047-556C-D903-ABFE137A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3F01EC-BF57-1648-65B9-7B22ED92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4D6DD8-0A57-F14F-6242-98E71FF7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D4FBBB-5417-4D89-AA9B-FA06CE3C50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9467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B49611-351B-1E24-4E19-FF2DAB8C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C343AF-62B3-D409-BDD6-01C9BAC93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15DCF2-A3C4-822C-2AB8-CE5CB9050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73C90E-D252-2B70-94F1-0A7E5934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B9A1A9-8A7D-7C89-CB37-4487CF21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6D1E2D-8FFF-45FA-BEF5-10A1E899B4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118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DD0FE-C825-09EC-CC6E-996829D09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AC73D5-394D-E0AA-DCC7-2299C5B6B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D08078-D637-6B88-A529-4D361AB1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AA3E57-2B4C-8BEC-5DD1-28BB9D05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EF9DC-C29A-39BE-DDCB-5FC8C889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2CFC87-57A1-4CFD-AD24-1455F990BD5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887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62F31-943D-AD26-68E0-FE9ABB5BD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6D5323-B7F8-521B-8ECD-718F80166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4AB7B1-4161-4D73-6B49-18E08C26C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BB8030-7ABE-2DED-F16F-4BBC8D7C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4D030A-3A17-E61C-AA35-259016B2D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6E5EA7-F328-EDF3-F788-179245290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9788C1-705F-4030-88A1-A2A5414F7C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275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CCC83-8400-D5A0-A802-D7341ADB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7DB691-E1C4-00B8-4736-B47C3F259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F8E689-9DAE-1677-1169-19C4F5677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EC0628-901A-00B3-C390-9AD67E5A1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C25D08B-9221-1E4D-1CDC-A98700FC1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0CD3E85-8B53-1E37-DF65-ED9D911F0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1B7E8E7-B0E3-36D4-5E43-86F4A861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DA18E-5490-ABD1-CD58-DC7268F9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7F66AF-11DE-4A1C-9CCB-031FF9E392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580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1845B8-DC08-F80D-046C-2754ACAC3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CBF2F3E-FF63-4D2D-422F-AFDA7F851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A71D0A-DB8D-5BC5-B374-7064528F6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4478C4-6E2E-06D5-257E-98C1E37A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84641F-4E42-4665-8B40-F2871F2153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956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6752D0-BBAA-A076-3D29-7081FD26A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A9DC22-F702-4852-7D5B-37BC1FEE5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581CA2-61AC-DCF2-03E3-CDB28C7E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2E45E4-C29B-4A6D-9FD3-B8015717C5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974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C8142-B2E9-503E-41DF-E63C0D81D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34FCAF-DF48-7FC1-B57A-AFEB96733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68ECAD-837C-E192-6A66-EF90EA83E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5C144D-8B1E-2F33-6CB5-B27822D5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F382EC-B655-C1E2-FBB6-B3E5E1D76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850FCF-0370-D068-CC69-E24FDEA03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6B6460-91D2-46E5-AFD0-07F5E2953A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398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369D2-EEA3-C3AC-A9BA-3B59ED1A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492A675-BC03-DBD2-9D83-421A113A0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78A008-D88B-4152-D25E-38B0C5124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1A3862-A75E-CE9C-011B-D53CA5D1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712897-26E8-E64D-284A-4EF652837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6F3F74-625D-1759-0F37-9F9C0089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845B05-D795-4F7C-8F18-1BFA24060B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8059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64A93-5EAF-D930-09FF-BC1C060EE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4FC8FD-B471-3DF1-5C91-F9A5552D8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FE2689-20E8-DF0A-E0A5-190C8894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2D4CC5-C724-A567-1633-4D679024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8D6570-AAB7-DABC-44F9-93831D8AA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64069-1F7D-4C1B-AFDA-606A057DA5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71211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8D3B009-FC23-76F2-2433-A6C89CDB2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A930BF-3DC1-50B9-469E-3E30EABDB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5144A3-E671-B6B3-8152-97BAB94D7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445329-3F51-2078-2595-D031728C0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2023B5-1A11-A50D-2564-B75E8399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62F11B-9091-4F24-8618-E4D398706E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8953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B77DA2-DC5F-4BE5-7C0B-CE8404132F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5BAA768-5BA2-8519-A31E-BE86CCAF0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312D742-B18F-F9F0-61EC-DE436C11ED7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34003E6-30AA-2BEA-9FC1-4FD5C9A037B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43680D7-CCEE-2DC0-8378-87EE91ED1A9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7B3CDB6-46CD-4D7E-A8F5-6DDAF047D28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CC69E5D-3674-F873-288B-68CB8D014C4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261</a:t>
            </a:r>
            <a:br>
              <a:rPr lang="en-US" altLang="pt-BR" sz="4000" b="1"/>
            </a:br>
            <a:r>
              <a:rPr lang="en-US" altLang="pt-BR" sz="4000" b="1"/>
              <a:t>ALMA TRISTE, ABATIDA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6CA0A90-495A-C610-102B-B6917253C3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279B3A4-D266-7AA3-D60E-E76CA7CD5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Alma triste, abatida, </a:t>
            </a:r>
            <a:br>
              <a:rPr lang="en-US" altLang="pt-BR" sz="4000" i="1"/>
            </a:br>
            <a:r>
              <a:rPr lang="en-US" altLang="pt-BR" sz="4000" i="1"/>
              <a:t>Que tens medo de morrer; </a:t>
            </a:r>
            <a:br>
              <a:rPr lang="en-US" altLang="pt-BR" sz="4000" i="1"/>
            </a:br>
            <a:r>
              <a:rPr lang="en-US" altLang="pt-BR" sz="4000" i="1"/>
              <a:t>Por um triz, atua vida, </a:t>
            </a:r>
            <a:br>
              <a:rPr lang="en-US" altLang="pt-BR" sz="4000" i="1"/>
            </a:br>
            <a:r>
              <a:rPr lang="en-US" altLang="pt-BR" sz="4000" i="1"/>
              <a:t>Pode hoje perecer; </a:t>
            </a:r>
            <a:br>
              <a:rPr lang="en-US" altLang="pt-BR" sz="4000" i="1"/>
            </a:br>
            <a:r>
              <a:rPr lang="en-US" altLang="pt-BR" sz="4000" i="1"/>
              <a:t>Vê nos mares e nas dores, </a:t>
            </a:r>
            <a:br>
              <a:rPr lang="en-US" altLang="pt-BR" sz="4000" i="1"/>
            </a:br>
            <a:r>
              <a:rPr lang="en-US" altLang="pt-BR" sz="4000" i="1"/>
              <a:t>Um farol jorrando luz, </a:t>
            </a:r>
            <a:br>
              <a:rPr lang="en-US" altLang="pt-BR" sz="4000" i="1"/>
            </a:br>
            <a:r>
              <a:rPr lang="en-US" altLang="pt-BR" sz="4000" i="1"/>
              <a:t>Que te enche de louvores: </a:t>
            </a:r>
            <a:br>
              <a:rPr lang="en-US" altLang="pt-BR" sz="4000" i="1"/>
            </a:br>
            <a:r>
              <a:rPr lang="en-US" altLang="pt-BR" sz="4000" i="1"/>
              <a:t>É Jesus, sim, é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9C361CA-EF0F-55CF-205B-01205A8451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Tu que andas vacilante </a:t>
            </a:r>
            <a:br>
              <a:rPr lang="en-US" altLang="pt-BR" sz="4000" i="1"/>
            </a:br>
            <a:r>
              <a:rPr lang="en-US" altLang="pt-BR" sz="4000" i="1"/>
              <a:t>E que o mundo seduziu, </a:t>
            </a:r>
            <a:br>
              <a:rPr lang="en-US" altLang="pt-BR" sz="4000" i="1"/>
            </a:br>
            <a:r>
              <a:rPr lang="en-US" altLang="pt-BR" sz="4000" i="1"/>
              <a:t>Vem e segue, confiante, </a:t>
            </a:r>
            <a:br>
              <a:rPr lang="en-US" altLang="pt-BR" sz="4000" i="1"/>
            </a:br>
            <a:r>
              <a:rPr lang="en-US" altLang="pt-BR" sz="4000" i="1"/>
              <a:t>Quem na cruz já te remiu, </a:t>
            </a:r>
            <a:br>
              <a:rPr lang="en-US" altLang="pt-BR" sz="4000" i="1"/>
            </a:br>
            <a:r>
              <a:rPr lang="en-US" altLang="pt-BR" sz="4000" i="1"/>
              <a:t>Pois a graça não é finda </a:t>
            </a:r>
            <a:br>
              <a:rPr lang="en-US" altLang="pt-BR" sz="4000" i="1"/>
            </a:br>
            <a:r>
              <a:rPr lang="en-US" altLang="pt-BR" sz="4000" i="1"/>
              <a:t>De quem expirou na cruz; </a:t>
            </a:r>
            <a:br>
              <a:rPr lang="en-US" altLang="pt-BR" sz="4000" i="1"/>
            </a:br>
            <a:r>
              <a:rPr lang="en-US" altLang="pt-BR" sz="4000" i="1"/>
              <a:t>Olha, com amor, ainda, </a:t>
            </a:r>
            <a:br>
              <a:rPr lang="en-US" altLang="pt-BR" sz="4000" i="1"/>
            </a:br>
            <a:r>
              <a:rPr lang="en-US" altLang="pt-BR" sz="4000" i="1"/>
              <a:t>Pra Jesus, sim, pra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7FE49B8-C2C8-DE76-B3B4-24062874C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Lá na cruz Jesus morrendo, </a:t>
            </a:r>
            <a:br>
              <a:rPr lang="en-US" altLang="pt-BR" sz="4000" i="1"/>
            </a:br>
            <a:r>
              <a:rPr lang="en-US" altLang="pt-BR" sz="4000" i="1"/>
              <a:t>Teus pecados expiou; </a:t>
            </a:r>
            <a:br>
              <a:rPr lang="en-US" altLang="pt-BR" sz="4000" i="1"/>
            </a:br>
            <a:r>
              <a:rPr lang="en-US" altLang="pt-BR" sz="4000" i="1"/>
              <a:t>Santo Espírito concedendo, </a:t>
            </a:r>
            <a:br>
              <a:rPr lang="en-US" altLang="pt-BR" sz="4000" i="1"/>
            </a:br>
            <a:r>
              <a:rPr lang="en-US" altLang="pt-BR" sz="4000" i="1"/>
              <a:t>A Sua Igreja adornou, </a:t>
            </a:r>
            <a:br>
              <a:rPr lang="en-US" altLang="pt-BR" sz="4000" i="1"/>
            </a:br>
            <a:r>
              <a:rPr lang="en-US" altLang="pt-BR" sz="4000" i="1"/>
              <a:t>Todo o mal e sofrimento, </a:t>
            </a:r>
            <a:br>
              <a:rPr lang="en-US" altLang="pt-BR" sz="4000" i="1"/>
            </a:br>
            <a:r>
              <a:rPr lang="en-US" altLang="pt-BR" sz="4000" i="1"/>
              <a:t>Já pregados estão na cruz, </a:t>
            </a:r>
            <a:br>
              <a:rPr lang="en-US" altLang="pt-BR" sz="4000" i="1"/>
            </a:br>
            <a:r>
              <a:rPr lang="en-US" altLang="pt-BR" sz="4000" i="1"/>
              <a:t>Oh, sublime livramento, </a:t>
            </a:r>
            <a:br>
              <a:rPr lang="en-US" altLang="pt-BR" sz="4000" i="1"/>
            </a:br>
            <a:r>
              <a:rPr lang="en-US" altLang="pt-BR" sz="4000" i="1"/>
              <a:t>De Jesus, sim, de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3B87D16-948B-152B-9581-08FD80A735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A Teus pés, Jesus bondoso, </a:t>
            </a:r>
            <a:br>
              <a:rPr lang="en-US" altLang="pt-BR" sz="4000" i="1"/>
            </a:br>
            <a:r>
              <a:rPr lang="en-US" altLang="pt-BR" sz="4000" i="1"/>
              <a:t>Acho paz, consolação! </a:t>
            </a:r>
            <a:br>
              <a:rPr lang="en-US" altLang="pt-BR" sz="4000" i="1"/>
            </a:br>
            <a:r>
              <a:rPr lang="en-US" altLang="pt-BR" sz="4000" i="1"/>
              <a:t>Enches-me de santo gozo </a:t>
            </a:r>
            <a:br>
              <a:rPr lang="en-US" altLang="pt-BR" sz="4000" i="1"/>
            </a:br>
            <a:r>
              <a:rPr lang="en-US" altLang="pt-BR" sz="4000" i="1"/>
              <a:t>E de imensa gratidão; </a:t>
            </a:r>
            <a:br>
              <a:rPr lang="en-US" altLang="pt-BR" sz="4000" i="1"/>
            </a:br>
            <a:r>
              <a:rPr lang="en-US" altLang="pt-BR" sz="4000" i="1"/>
              <a:t>Quero eu constantemente </a:t>
            </a:r>
            <a:br>
              <a:rPr lang="en-US" altLang="pt-BR" sz="4000" i="1"/>
            </a:br>
            <a:r>
              <a:rPr lang="en-US" altLang="pt-BR" sz="4000" i="1"/>
              <a:t>Receber a pura luz, </a:t>
            </a:r>
            <a:br>
              <a:rPr lang="en-US" altLang="pt-BR" sz="4000" i="1"/>
            </a:br>
            <a:r>
              <a:rPr lang="en-US" altLang="pt-BR" sz="4000" i="1"/>
              <a:t>Que dimana fortemente </a:t>
            </a:r>
            <a:br>
              <a:rPr lang="en-US" altLang="pt-BR" sz="4000" i="1"/>
            </a:br>
            <a:r>
              <a:rPr lang="en-US" altLang="pt-BR" sz="4000" i="1"/>
              <a:t>De Jesus, sim, de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261 ALMA TRISTE, ABATIDA </vt:lpstr>
      <vt:lpstr>Alma triste, abatida,  Que tens medo de morrer;  Por um triz, atua vida,  Pode hoje perecer;  Vê nos mares e nas dores,  Um farol jorrando luz,  Que te enche de louvores:  É Jesus, sim, é Jesus! </vt:lpstr>
      <vt:lpstr>Tu que andas vacilante  E que o mundo seduziu,  Vem e segue, confiante,  Quem na cruz já te remiu,  Pois a graça não é finda  De quem expirou na cruz;  Olha, com amor, ainda,  Pra Jesus, sim, pra Jesus! </vt:lpstr>
      <vt:lpstr>Lá na cruz Jesus morrendo,  Teus pecados expiou;  Santo Espírito concedendo,  A Sua Igreja adornou,  Todo o mal e sofrimento,  Já pregados estão na cruz,  Oh, sublime livramento,  De Jesus, sim, de Jesus! </vt:lpstr>
      <vt:lpstr>A Teus pés, Jesus bondoso,  Acho paz, consolação!  Enches-me de santo gozo  E de imensa gratidão;  Quero eu constantemente  Receber a pura luz,  Que dimana fortemente  De Jesus, sim, de Jesus!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261 ALMA TRISTE, ABATIDA </dc:title>
  <dc:creator>Junior</dc:creator>
  <cp:lastModifiedBy>Emerson Souza</cp:lastModifiedBy>
  <cp:revision>1</cp:revision>
  <dcterms:created xsi:type="dcterms:W3CDTF">2005-12-24T00:03:51Z</dcterms:created>
  <dcterms:modified xsi:type="dcterms:W3CDTF">2026-05-02T21:58:40Z</dcterms:modified>
</cp:coreProperties>
</file>