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5C"/>
    <a:srgbClr val="000042"/>
    <a:srgbClr val="0000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18" autoAdjust="0"/>
  </p:normalViewPr>
  <p:slideViewPr>
    <p:cSldViewPr>
      <p:cViewPr varScale="1">
        <p:scale>
          <a:sx n="66" d="100"/>
          <a:sy n="66" d="100"/>
        </p:scale>
        <p:origin x="-54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4F648-8BE8-2FBD-E097-6EC6482B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7F4F3E-716C-DFA1-1072-098E50BDC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BCBB5F-9137-07F3-B2C7-5E404A3AD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B2ABA5-C3DC-E1DF-E5AC-4CB075368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2CA521-FFDA-2810-EDEE-49814FF78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C59B8C-F3D6-4C02-89B8-71C5E0C5F7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88542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02448-B26C-2D05-F106-653AA4730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EA8CD4-BBD4-0E58-7255-C04E5BEE7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BC2B71-A236-F3B8-8ADF-92EAC0BBA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B9CD99-7A2A-EA9E-6E3B-74C5E84E0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73C746-FE95-C517-EA30-BDB97D8BC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17BB05-7B46-4831-A449-C1BDFA2FAD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284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1F90C7-57EF-AB62-33BA-9A1919454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A4860E-3E4A-CE6C-F1D5-A9EACA04F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052F02-665C-2263-8AD7-D4269BD23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7D7C51-3933-E657-BFC5-B2C919F7D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705E9B-5517-4DAA-D4BB-823EDB234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5402F4-6B6D-4194-B7AE-7DB731AB6B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67675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BA6CF-2A39-FC28-DD8F-00672914C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C7FC07-ED1C-8012-DF1F-62FFD0DE3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CB6B029-A93D-2484-EFA9-E52780C6C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8B052A-105D-5C47-E96C-604369DA0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0441B1-BA5D-E0B9-E0DF-D785A304E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618D3A-BC74-64F2-2F64-80307AE9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D73C3E-D4E4-45B1-B0DD-F63CC6CCEE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1925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1FBF4-14AD-7A4B-2EAC-B2A2FD307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4F79D1-2E94-AA75-C57E-9A5630C26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47DDE5-642E-05C0-9A76-13B4FDE74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D67C7D0-3EB7-C939-0B64-DF93494875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9ED47C3-5B34-1ADF-8867-31A80175A0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360EF6D-F420-AD3E-C136-596070577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F74E9C9-C8BA-690A-E76F-C23FF8DD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87C4E32-B0B3-4835-43DB-293BB6155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6663DB-3D3D-48A7-9C9D-C4F40F048E7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20716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4956C9-B0D1-54A2-DD93-E1B5ABC69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F34A578-05D2-AD59-8EC6-F8BAC69F6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B17C77F-266A-9534-120A-B4C437B43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4DBFD6B-DBC9-018A-1B4B-68FDBA2D6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35E57C-8321-4A9D-8CC7-89BCCD0926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0625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94A356-5FB7-E806-E958-5A65AA976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FFA750-6BFF-940A-D1A5-29DA434E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6BDFFC-C014-7F82-E00F-CEA72EFE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AEF874-A6FA-41E1-9631-8F56EE635E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14833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F41631-97ED-1BFF-E107-EB1D36197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0ACDC5-F870-40BA-4527-576BC8A80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F9B9B7-A610-4DA2-EB19-C16A96CE0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F19051-CF61-7B89-CB9E-39AAD206A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7C8DD1-EC78-BA0C-B083-55236A502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9A1BC0E-588D-B516-C180-8B97E5B09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3C0A96-4784-4C75-84E4-A19D1CE0B9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31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129AA-97ED-4ED5-A45E-72002491A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559E0DF-0043-38F8-BDE2-7E027376C0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DA488BC-E2EB-62FF-8909-771FEB5A7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48C4C5-9CF0-F670-87C9-07C6DD40B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CF94A3-3A69-3242-C9F8-0FF76F5A0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3D8A70-3AB2-818F-BFB2-866BF6996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7343E5-7CD9-4FA6-9C40-7E85942E2E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78842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8E39B-33C9-E9E5-6136-747950641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31920A8-C4B2-A5E3-FD2D-859073478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909686-4721-A3F4-C2D9-FAE277869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78203E-43C6-6A7C-4431-FAABE2995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CDC254-8A0B-F8F0-5853-21AD9495B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BF3930-F8EB-4C5E-9780-AA2303C5038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4515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2EE3209-F3AA-C8CB-159C-69E942E432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7C32606-C168-EE76-2128-E58819644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E05978-BC6E-5CAC-CF5E-963484E21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45DF68-98FD-1FE7-B03D-F05AFA820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C181E7-E0EC-9304-CBEA-22035CAD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BD2BEB-BB62-48D0-A5EF-9F6B7B6382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9669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2BB3EB3-2469-D4ED-4E33-4CD04F262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4E6221B-31C9-8398-BD49-FFAC518BEA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5728D1B-CA18-EAB0-B629-BF8DAE6A5D2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B46B941-4059-5666-AE35-86C9E89485C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85E7FE6-DF48-2684-50D0-265F0F809E1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FD59A02-E37A-4625-AF40-D1ED11EF4DC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7862E1C-6A0F-E4AE-CAB5-4AE10F71B89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>
                <a:solidFill>
                  <a:srgbClr val="00005C"/>
                </a:solidFill>
              </a:rPr>
              <a:t>6</a:t>
            </a:r>
            <a:br>
              <a:rPr lang="en-US" altLang="pt-BR" sz="4400">
                <a:solidFill>
                  <a:srgbClr val="00005C"/>
                </a:solidFill>
              </a:rPr>
            </a:br>
            <a:r>
              <a:rPr lang="en-US" altLang="pt-BR" sz="4400">
                <a:solidFill>
                  <a:srgbClr val="00005C"/>
                </a:solidFill>
              </a:rPr>
              <a:t>NA MALDIÇÃO DA CRUZ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BD4286B-8E9F-9019-5A2F-0367503B108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8A276A7E-B235-10A5-6725-019701EFF1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257800"/>
          </a:xfrm>
        </p:spPr>
        <p:txBody>
          <a:bodyPr/>
          <a:lstStyle/>
          <a:p>
            <a:r>
              <a:rPr lang="en-US" altLang="pt-BR" i="1">
                <a:solidFill>
                  <a:srgbClr val="00005C"/>
                </a:solidFill>
              </a:rPr>
              <a:t>Tu na maldição da cruz,</a:t>
            </a:r>
            <a:r>
              <a:rPr lang="en-US" altLang="pt-BR">
                <a:solidFill>
                  <a:srgbClr val="00005C"/>
                </a:solidFill>
              </a:rPr>
              <a:t> </a:t>
            </a:r>
            <a:r>
              <a:rPr lang="en-US" altLang="pt-BR" i="1">
                <a:solidFill>
                  <a:srgbClr val="00005C"/>
                </a:solidFill>
              </a:rPr>
              <a:t>  </a:t>
            </a:r>
            <a:br>
              <a:rPr lang="en-US" altLang="pt-BR" i="1">
                <a:solidFill>
                  <a:srgbClr val="00005C"/>
                </a:solidFill>
              </a:rPr>
            </a:br>
            <a:r>
              <a:rPr lang="en-US" altLang="pt-BR" i="1">
                <a:solidFill>
                  <a:srgbClr val="00005C"/>
                </a:solidFill>
              </a:rPr>
              <a:t>Elevaste o Teu amor, </a:t>
            </a:r>
            <a:r>
              <a:rPr lang="en-US" altLang="pt-BR">
                <a:solidFill>
                  <a:srgbClr val="00005C"/>
                </a:solidFill>
              </a:rPr>
              <a:t> </a:t>
            </a:r>
            <a:r>
              <a:rPr lang="en-US" altLang="pt-BR" i="1">
                <a:solidFill>
                  <a:srgbClr val="00005C"/>
                </a:solidFill>
              </a:rPr>
              <a:t>  </a:t>
            </a:r>
            <a:br>
              <a:rPr lang="en-US" altLang="pt-BR" i="1">
                <a:solidFill>
                  <a:srgbClr val="00005C"/>
                </a:solidFill>
              </a:rPr>
            </a:br>
            <a:r>
              <a:rPr lang="en-US" altLang="pt-BR" i="1">
                <a:solidFill>
                  <a:srgbClr val="00005C"/>
                </a:solidFill>
              </a:rPr>
              <a:t>Em rogar, Senhor Jesus:</a:t>
            </a:r>
            <a:r>
              <a:rPr lang="en-US" altLang="pt-BR">
                <a:solidFill>
                  <a:srgbClr val="00005C"/>
                </a:solidFill>
              </a:rPr>
              <a:t> </a:t>
            </a:r>
            <a:r>
              <a:rPr lang="en-US" altLang="pt-BR" i="1">
                <a:solidFill>
                  <a:srgbClr val="00005C"/>
                </a:solidFill>
              </a:rPr>
              <a:t> </a:t>
            </a:r>
            <a:br>
              <a:rPr lang="en-US" altLang="pt-BR" i="1">
                <a:solidFill>
                  <a:srgbClr val="00005C"/>
                </a:solidFill>
              </a:rPr>
            </a:br>
            <a:r>
              <a:rPr lang="en-US" altLang="pt-BR" i="1">
                <a:solidFill>
                  <a:srgbClr val="00005C"/>
                </a:solidFill>
              </a:rPr>
              <a:t>“Pai, perdoa ao transgressor".</a:t>
            </a:r>
            <a:r>
              <a:rPr lang="en-US" altLang="pt-BR">
                <a:solidFill>
                  <a:srgbClr val="00005C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5">
            <a:extLst>
              <a:ext uri="{FF2B5EF4-FFF2-40B4-BE49-F238E27FC236}">
                <a16:creationId xmlns:a16="http://schemas.microsoft.com/office/drawing/2014/main" id="{39076D4B-108E-3C19-21B6-BBB9398E1B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867400"/>
          </a:xfrm>
        </p:spPr>
        <p:txBody>
          <a:bodyPr/>
          <a:lstStyle/>
          <a:p>
            <a:r>
              <a:rPr lang="en-US" altLang="pt-BR" b="1" i="1">
                <a:solidFill>
                  <a:srgbClr val="00005C"/>
                </a:solidFill>
              </a:rPr>
              <a:t>Queres, queres, com vigor, Muitas almas despertar; </a:t>
            </a:r>
            <a:br>
              <a:rPr lang="en-US" altLang="pt-BR" b="1" i="1">
                <a:solidFill>
                  <a:srgbClr val="00005C"/>
                </a:solidFill>
              </a:rPr>
            </a:br>
            <a:r>
              <a:rPr lang="en-US" altLang="pt-BR" b="1" i="1">
                <a:solidFill>
                  <a:srgbClr val="00005C"/>
                </a:solidFill>
              </a:rPr>
              <a:t>Queres, queres, ó Senhor! Transformar, remir, curar; </a:t>
            </a:r>
            <a:br>
              <a:rPr lang="en-US" altLang="pt-BR" b="1" i="1">
                <a:solidFill>
                  <a:srgbClr val="00005C"/>
                </a:solidFill>
              </a:rPr>
            </a:br>
            <a:r>
              <a:rPr lang="en-US" altLang="pt-BR" b="1" i="1">
                <a:solidFill>
                  <a:srgbClr val="00005C"/>
                </a:solidFill>
              </a:rPr>
              <a:t>Oh! Sim! Oh! Sim! </a:t>
            </a:r>
            <a:br>
              <a:rPr lang="en-US" altLang="pt-BR" b="1" i="1">
                <a:solidFill>
                  <a:srgbClr val="00005C"/>
                </a:solidFill>
              </a:rPr>
            </a:br>
            <a:r>
              <a:rPr lang="en-US" altLang="pt-BR" b="1" i="1">
                <a:solidFill>
                  <a:srgbClr val="00005C"/>
                </a:solidFill>
              </a:rPr>
              <a:t>Queres todos renovar.</a:t>
            </a:r>
            <a:r>
              <a:rPr lang="en-US" altLang="pt-BR">
                <a:solidFill>
                  <a:srgbClr val="00005C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6311050E-B73C-9F38-2C94-400E65A11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334000"/>
          </a:xfrm>
        </p:spPr>
        <p:txBody>
          <a:bodyPr/>
          <a:lstStyle/>
          <a:p>
            <a:r>
              <a:rPr lang="en-US" altLang="pt-BR" i="1">
                <a:solidFill>
                  <a:srgbClr val="00005C"/>
                </a:solidFill>
              </a:rPr>
              <a:t>O Maligno tentador </a:t>
            </a:r>
            <a:br>
              <a:rPr lang="en-US" altLang="pt-BR" i="1">
                <a:solidFill>
                  <a:srgbClr val="00005C"/>
                </a:solidFill>
              </a:rPr>
            </a:br>
            <a:r>
              <a:rPr lang="en-US" altLang="pt-BR" i="1">
                <a:solidFill>
                  <a:srgbClr val="00005C"/>
                </a:solidFill>
              </a:rPr>
              <a:t>E o autor da perdição, </a:t>
            </a:r>
            <a:r>
              <a:rPr lang="en-US" altLang="pt-BR">
                <a:solidFill>
                  <a:srgbClr val="00005C"/>
                </a:solidFill>
              </a:rPr>
              <a:t> </a:t>
            </a:r>
            <a:br>
              <a:rPr lang="en-US" altLang="pt-BR">
                <a:solidFill>
                  <a:srgbClr val="00005C"/>
                </a:solidFill>
              </a:rPr>
            </a:br>
            <a:r>
              <a:rPr lang="en-US" altLang="pt-BR" i="1">
                <a:solidFill>
                  <a:srgbClr val="00005C"/>
                </a:solidFill>
              </a:rPr>
              <a:t>Do pecado, mal e dor, </a:t>
            </a:r>
            <a:br>
              <a:rPr lang="en-US" altLang="pt-BR" i="1">
                <a:solidFill>
                  <a:srgbClr val="00005C"/>
                </a:solidFill>
              </a:rPr>
            </a:br>
            <a:r>
              <a:rPr lang="en-US" altLang="pt-BR" i="1">
                <a:solidFill>
                  <a:srgbClr val="00005C"/>
                </a:solidFill>
              </a:rPr>
              <a:t>Da doença e da aflição.</a:t>
            </a:r>
            <a:r>
              <a:rPr lang="en-US" altLang="pt-BR">
                <a:solidFill>
                  <a:srgbClr val="00005C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B527100-299A-5DAA-5A51-F29CE5B27B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867400"/>
          </a:xfrm>
        </p:spPr>
        <p:txBody>
          <a:bodyPr/>
          <a:lstStyle/>
          <a:p>
            <a:r>
              <a:rPr lang="en-US" altLang="pt-BR" b="1" i="1">
                <a:solidFill>
                  <a:srgbClr val="00005C"/>
                </a:solidFill>
              </a:rPr>
              <a:t>Queres, queres, com vigor, Muitas almas despertar; </a:t>
            </a:r>
            <a:br>
              <a:rPr lang="en-US" altLang="pt-BR" b="1" i="1">
                <a:solidFill>
                  <a:srgbClr val="00005C"/>
                </a:solidFill>
              </a:rPr>
            </a:br>
            <a:r>
              <a:rPr lang="en-US" altLang="pt-BR" b="1" i="1">
                <a:solidFill>
                  <a:srgbClr val="00005C"/>
                </a:solidFill>
              </a:rPr>
              <a:t>Queres, queres, ó Senhor! Transformar, remir, curar; </a:t>
            </a:r>
            <a:br>
              <a:rPr lang="en-US" altLang="pt-BR" b="1" i="1">
                <a:solidFill>
                  <a:srgbClr val="00005C"/>
                </a:solidFill>
              </a:rPr>
            </a:br>
            <a:r>
              <a:rPr lang="en-US" altLang="pt-BR" b="1" i="1">
                <a:solidFill>
                  <a:srgbClr val="00005C"/>
                </a:solidFill>
              </a:rPr>
              <a:t>Oh! Sim! Oh! Sim! </a:t>
            </a:r>
            <a:br>
              <a:rPr lang="en-US" altLang="pt-BR" b="1" i="1">
                <a:solidFill>
                  <a:srgbClr val="00005C"/>
                </a:solidFill>
              </a:rPr>
            </a:br>
            <a:r>
              <a:rPr lang="en-US" altLang="pt-BR" b="1" i="1">
                <a:solidFill>
                  <a:srgbClr val="00005C"/>
                </a:solidFill>
              </a:rPr>
              <a:t>Queres todos renovar.</a:t>
            </a:r>
            <a:r>
              <a:rPr lang="en-US" altLang="pt-BR">
                <a:solidFill>
                  <a:srgbClr val="00005C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23A231D4-FA51-7877-7FD1-A845F45800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486400"/>
          </a:xfrm>
        </p:spPr>
        <p:txBody>
          <a:bodyPr/>
          <a:lstStyle/>
          <a:p>
            <a:r>
              <a:rPr lang="en-US" altLang="pt-BR" i="1">
                <a:solidFill>
                  <a:srgbClr val="00005C"/>
                </a:solidFill>
              </a:rPr>
              <a:t>Tu levaste, ó bom Jesus,</a:t>
            </a:r>
            <a:r>
              <a:rPr lang="en-US" altLang="pt-BR">
                <a:solidFill>
                  <a:srgbClr val="00005C"/>
                </a:solidFill>
              </a:rPr>
              <a:t> </a:t>
            </a:r>
            <a:br>
              <a:rPr lang="en-US" altLang="pt-BR">
                <a:solidFill>
                  <a:srgbClr val="00005C"/>
                </a:solidFill>
              </a:rPr>
            </a:br>
            <a:r>
              <a:rPr lang="en-US" altLang="pt-BR" i="1">
                <a:solidFill>
                  <a:srgbClr val="00005C"/>
                </a:solidFill>
              </a:rPr>
              <a:t>O pecado, o mal e a dor,</a:t>
            </a:r>
            <a:r>
              <a:rPr lang="en-US" altLang="pt-BR">
                <a:solidFill>
                  <a:srgbClr val="00005C"/>
                </a:solidFill>
              </a:rPr>
              <a:t> </a:t>
            </a:r>
            <a:br>
              <a:rPr lang="en-US" altLang="pt-BR">
                <a:solidFill>
                  <a:srgbClr val="00005C"/>
                </a:solidFill>
              </a:rPr>
            </a:br>
            <a:r>
              <a:rPr lang="en-US" altLang="pt-BR" i="1">
                <a:solidFill>
                  <a:srgbClr val="00005C"/>
                </a:solidFill>
              </a:rPr>
              <a:t>E a doença sobre a cruz;</a:t>
            </a:r>
            <a:r>
              <a:rPr lang="en-US" altLang="pt-BR">
                <a:solidFill>
                  <a:srgbClr val="00005C"/>
                </a:solidFill>
              </a:rPr>
              <a:t> </a:t>
            </a:r>
            <a:br>
              <a:rPr lang="en-US" altLang="pt-BR">
                <a:solidFill>
                  <a:srgbClr val="00005C"/>
                </a:solidFill>
              </a:rPr>
            </a:br>
            <a:r>
              <a:rPr lang="en-US" altLang="pt-BR" i="1">
                <a:solidFill>
                  <a:srgbClr val="00005C"/>
                </a:solidFill>
              </a:rPr>
              <a:t>És o grande Salvador!</a:t>
            </a:r>
            <a:r>
              <a:rPr lang="en-US" altLang="pt-BR">
                <a:solidFill>
                  <a:srgbClr val="00005C"/>
                </a:solidFill>
              </a:rPr>
              <a:t> </a:t>
            </a:r>
            <a:r>
              <a:rPr lang="en-US" altLang="pt-BR" i="1">
                <a:solidFill>
                  <a:srgbClr val="00005C"/>
                </a:solidFill>
              </a:rPr>
              <a:t> </a:t>
            </a:r>
            <a:r>
              <a:rPr lang="en-US" altLang="pt-BR">
                <a:solidFill>
                  <a:srgbClr val="00005C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4585262-1C17-C17F-3A50-67359009F8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867400"/>
          </a:xfrm>
        </p:spPr>
        <p:txBody>
          <a:bodyPr/>
          <a:lstStyle/>
          <a:p>
            <a:r>
              <a:rPr lang="en-US" altLang="pt-BR" b="1" i="1">
                <a:solidFill>
                  <a:srgbClr val="00005C"/>
                </a:solidFill>
              </a:rPr>
              <a:t>Queres, queres, com vigor, Muitas almas despertar; </a:t>
            </a:r>
            <a:br>
              <a:rPr lang="en-US" altLang="pt-BR" b="1" i="1">
                <a:solidFill>
                  <a:srgbClr val="00005C"/>
                </a:solidFill>
              </a:rPr>
            </a:br>
            <a:r>
              <a:rPr lang="en-US" altLang="pt-BR" b="1" i="1">
                <a:solidFill>
                  <a:srgbClr val="00005C"/>
                </a:solidFill>
              </a:rPr>
              <a:t>Queres, queres, ó Senhor! Transformar, remir, curar; </a:t>
            </a:r>
            <a:br>
              <a:rPr lang="en-US" altLang="pt-BR" b="1" i="1">
                <a:solidFill>
                  <a:srgbClr val="00005C"/>
                </a:solidFill>
              </a:rPr>
            </a:br>
            <a:r>
              <a:rPr lang="en-US" altLang="pt-BR" b="1" i="1">
                <a:solidFill>
                  <a:srgbClr val="00005C"/>
                </a:solidFill>
              </a:rPr>
              <a:t>Oh! Sim! Oh! Sim! </a:t>
            </a:r>
            <a:br>
              <a:rPr lang="en-US" altLang="pt-BR" b="1" i="1">
                <a:solidFill>
                  <a:srgbClr val="00005C"/>
                </a:solidFill>
              </a:rPr>
            </a:br>
            <a:r>
              <a:rPr lang="en-US" altLang="pt-BR" b="1" i="1">
                <a:solidFill>
                  <a:srgbClr val="00005C"/>
                </a:solidFill>
              </a:rPr>
              <a:t>Queres todos renovar.</a:t>
            </a:r>
            <a:r>
              <a:rPr lang="en-US" altLang="pt-BR">
                <a:solidFill>
                  <a:srgbClr val="00005C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>
            <a:extLst>
              <a:ext uri="{FF2B5EF4-FFF2-40B4-BE49-F238E27FC236}">
                <a16:creationId xmlns:a16="http://schemas.microsoft.com/office/drawing/2014/main" id="{AF905AC4-B2B7-DD5F-D5F7-ED70951094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486400"/>
          </a:xfrm>
        </p:spPr>
        <p:txBody>
          <a:bodyPr/>
          <a:lstStyle/>
          <a:p>
            <a:r>
              <a:rPr lang="en-US" altLang="pt-BR" i="1">
                <a:solidFill>
                  <a:srgbClr val="00005C"/>
                </a:solidFill>
              </a:rPr>
              <a:t>Deus é bom, quer sempre o bem Do oprimido pecador;</a:t>
            </a:r>
            <a:r>
              <a:rPr lang="en-US" altLang="pt-BR">
                <a:solidFill>
                  <a:srgbClr val="00005C"/>
                </a:solidFill>
              </a:rPr>
              <a:t> </a:t>
            </a:r>
            <a:r>
              <a:rPr lang="en-US" altLang="pt-BR" i="1">
                <a:solidFill>
                  <a:srgbClr val="00005C"/>
                </a:solidFill>
              </a:rPr>
              <a:t> </a:t>
            </a:r>
            <a:br>
              <a:rPr lang="en-US" altLang="pt-BR" i="1">
                <a:solidFill>
                  <a:srgbClr val="00005C"/>
                </a:solidFill>
              </a:rPr>
            </a:br>
            <a:r>
              <a:rPr lang="en-US" altLang="pt-BR" i="1">
                <a:solidFill>
                  <a:srgbClr val="00005C"/>
                </a:solidFill>
              </a:rPr>
              <a:t>Mal nenhum, em Si, Deus tem;</a:t>
            </a:r>
            <a:r>
              <a:rPr lang="en-US" altLang="pt-BR">
                <a:solidFill>
                  <a:srgbClr val="00005C"/>
                </a:solidFill>
              </a:rPr>
              <a:t> </a:t>
            </a:r>
            <a:br>
              <a:rPr lang="en-US" altLang="pt-BR">
                <a:solidFill>
                  <a:srgbClr val="00005C"/>
                </a:solidFill>
              </a:rPr>
            </a:br>
            <a:r>
              <a:rPr lang="en-US" altLang="pt-BR" i="1">
                <a:solidFill>
                  <a:srgbClr val="00005C"/>
                </a:solidFill>
              </a:rPr>
              <a:t>“Deus é luz, Deus é amor!”</a:t>
            </a:r>
            <a:r>
              <a:rPr lang="en-US" altLang="pt-BR">
                <a:solidFill>
                  <a:srgbClr val="00005C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434F229-49A8-AF27-2E3D-1720441D74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867400"/>
          </a:xfrm>
        </p:spPr>
        <p:txBody>
          <a:bodyPr/>
          <a:lstStyle/>
          <a:p>
            <a:r>
              <a:rPr lang="en-US" altLang="pt-BR" b="1" i="1">
                <a:solidFill>
                  <a:srgbClr val="00005C"/>
                </a:solidFill>
              </a:rPr>
              <a:t>Queres, queres, com vigor, Muitas almas despertar; </a:t>
            </a:r>
            <a:br>
              <a:rPr lang="en-US" altLang="pt-BR" b="1" i="1">
                <a:solidFill>
                  <a:srgbClr val="00005C"/>
                </a:solidFill>
              </a:rPr>
            </a:br>
            <a:r>
              <a:rPr lang="en-US" altLang="pt-BR" b="1" i="1">
                <a:solidFill>
                  <a:srgbClr val="00005C"/>
                </a:solidFill>
              </a:rPr>
              <a:t>Queres, queres, ó Senhor! Transformar, remir, curar; </a:t>
            </a:r>
            <a:br>
              <a:rPr lang="en-US" altLang="pt-BR" b="1" i="1">
                <a:solidFill>
                  <a:srgbClr val="00005C"/>
                </a:solidFill>
              </a:rPr>
            </a:br>
            <a:r>
              <a:rPr lang="en-US" altLang="pt-BR" b="1" i="1">
                <a:solidFill>
                  <a:srgbClr val="00005C"/>
                </a:solidFill>
              </a:rPr>
              <a:t>Oh! Sim! Oh! Sim! </a:t>
            </a:r>
            <a:br>
              <a:rPr lang="en-US" altLang="pt-BR" b="1" i="1">
                <a:solidFill>
                  <a:srgbClr val="00005C"/>
                </a:solidFill>
              </a:rPr>
            </a:br>
            <a:r>
              <a:rPr lang="en-US" altLang="pt-BR" b="1" i="1">
                <a:solidFill>
                  <a:srgbClr val="00005C"/>
                </a:solidFill>
              </a:rPr>
              <a:t>Queres todos renovar.</a:t>
            </a:r>
            <a:r>
              <a:rPr lang="en-US" altLang="pt-BR">
                <a:solidFill>
                  <a:srgbClr val="00005C"/>
                </a:solidFill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277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6 NA MALDIÇÃO DA CRUZ</vt:lpstr>
      <vt:lpstr>Tu na maldição da cruz,    Elevaste o Teu amor,     Em rogar, Senhor Jesus:   “Pai, perdoa ao transgressor". </vt:lpstr>
      <vt:lpstr>Queres, queres, com vigor, Muitas almas despertar;  Queres, queres, ó Senhor! Transformar, remir, curar;  Oh! Sim! Oh! Sim!  Queres todos renovar. </vt:lpstr>
      <vt:lpstr>O Maligno tentador  E o autor da perdição,   Do pecado, mal e dor,  Da doença e da aflição. </vt:lpstr>
      <vt:lpstr>Queres, queres, com vigor, Muitas almas despertar;  Queres, queres, ó Senhor! Transformar, remir, curar;  Oh! Sim! Oh! Sim!  Queres todos renovar. </vt:lpstr>
      <vt:lpstr>Tu levaste, ó bom Jesus,  O pecado, o mal e a dor,  E a doença sobre a cruz;  És o grande Salvador!   </vt:lpstr>
      <vt:lpstr>Queres, queres, com vigor, Muitas almas despertar;  Queres, queres, ó Senhor! Transformar, remir, curar;  Oh! Sim! Oh! Sim!  Queres todos renovar. </vt:lpstr>
      <vt:lpstr>Deus é bom, quer sempre o bem Do oprimido pecador;   Mal nenhum, em Si, Deus tem;  “Deus é luz, Deus é amor!” </vt:lpstr>
      <vt:lpstr>Queres, queres, com vigor, Muitas almas despertar;  Queres, queres, ó Senhor! Transformar, remir, curar;  Oh! Sim! Oh! Sim!  Queres todos renovar.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 NA MALDIÇÃO DA CRUZ</dc:title>
  <dc:creator>Junior</dc:creator>
  <cp:lastModifiedBy>Emerson Souza</cp:lastModifiedBy>
  <cp:revision>2</cp:revision>
  <dcterms:created xsi:type="dcterms:W3CDTF">2005-12-22T20:04:51Z</dcterms:created>
  <dcterms:modified xsi:type="dcterms:W3CDTF">2026-05-02T21:37:31Z</dcterms:modified>
</cp:coreProperties>
</file>