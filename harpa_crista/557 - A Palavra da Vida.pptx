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D9A40-D57E-4D00-E95D-5CC3D0179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17F59A-ECD2-25C5-1F60-6716DF083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94B7AB-E3AB-3B90-D846-8808DCA3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35D01E-9C2A-AC7D-06D6-D7A53F5F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3FC037-D3A2-A951-021C-294CB2C2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C60294-9D2F-49C9-96AF-0A6A7569AC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374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2CFA5-B166-939D-42B2-44DE33E30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B5E27-02E9-36AE-D22F-F396B456E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787C0D-53F2-5891-E378-FD2C684F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873CEA-C0B5-2403-9615-09C751B9F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03F18C-74FD-2693-BBA9-FEF4583A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86CB8D-122E-4B07-9931-8BE395F724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435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08724-D7E4-A890-544F-8182EF868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1D3BCD-857A-DA0D-40E4-9050E7822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8D1867-F466-B79B-841A-71B8957D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E3877-5ACB-2893-6EF7-8F325DC3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5EFE79-5E3C-4E88-8384-92C6E04A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FDF60-3535-4435-B102-6BBD60DC28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956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7C843-1E99-4B1A-EDCE-1DF6E8EE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454B76-A017-9580-9C46-6F9A9336A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A51F01-A0A1-0C93-73D8-CEDC2B425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D82EE9-BED3-54DD-1F70-FDCA4DA7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E9DB27-47F3-099B-1A42-40489AA8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AF1F8A-48FC-BD57-E314-FB7FE18F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828F60-8BF3-499D-B566-237E1F52D5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98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611E2-B56B-D9FA-B499-A89C043B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6FF3E4-34CA-0D5A-79EB-C844C89DD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025109-D36E-5858-3F40-5DEE8DEF1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5E24BC-28AE-C824-B226-B22D64027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B93FD9-B8CE-BED2-0358-8AF1D2BBC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93938E-DB5B-5FA3-08EE-9CEBA7F25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11C4B39-8837-ECEE-B0CE-CA134A10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E468148-E8E0-339E-D7E9-558BF50E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CA8186-A223-4A04-857E-42D5E6AAEA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965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B82F4B-906E-13F5-5F13-A4721DC8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7CF7BD-C8E3-98B3-4CAE-FDE2E6D6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EA6BD9-6450-2837-F670-6B178D9E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033EA2-741D-EF7F-7CFD-AC27E46E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F68C3-377F-4E84-871D-E884B2DC97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40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21D66F3-AFBE-F8A3-180B-A107D8C18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ED15BF1-E1BA-06E1-CE2C-FEB58996B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1C5649-67B7-E8E0-FAC6-23F2D7D29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A52FC6-5172-4776-B20D-629A02ED12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0369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1E8FC-8131-D382-C84B-17FC1BF73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119DBD-B987-14EF-8FA6-A65DB8B8D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DFF3A1-6614-CB72-CDC4-EEB7BF24E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107516-4645-929D-5C71-DA4A1C203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48CC17-4F5B-F0C7-895F-7787C3680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867C7E-3F66-9F1B-C345-A4BE31B4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4DD511-03D9-41E1-A8BD-222A80C4E6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504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F4934-CAD7-AEDC-11DF-56FAF1286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C90B89A-51DF-360D-164B-C42175451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5853311-3FC4-CB6A-9DF7-C7C3AA2E5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50EF18-8BE6-FD86-74D9-12BE5351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EDEE1F-8640-08CB-ABC0-EA062D61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0E3711-51E2-76BD-E8B7-238A9B80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C813AB-0F44-4F1D-AC86-41959385D1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6851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D6DF8-A42B-2D73-CE81-DA98C86F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B901A4-2DBA-F199-F1FC-C1A82C455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F54236-9CE5-FB7F-B6BD-8296331A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7440F1-0B18-03D2-1887-13F40D48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8079BF-E9D8-AF05-6907-C19B6900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81BF37-523A-41B4-811A-2FF7EA0AB0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4093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A53851-BEEE-8E3A-E5E5-2EE9CB9C6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C0D20C-416B-5211-95FE-965AE2F60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C76E42-31DF-25C2-CE00-B37655B0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714BA7-348D-A047-1C3A-02388A23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B72CA0-F5CC-A9C9-7DC4-8B9C0F27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071EED-1028-433E-8A0F-F1191F3806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9635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35DCFD-E8F6-33D3-5EA2-0B4B854A4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E36D9C1-B605-9E0E-5709-735A2FF262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69D9AA0-78A8-241D-9808-ED920DBC85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AB7E17D-3DA1-D240-AE5F-E2CCE7C2498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458A1F4-F40F-A2E2-2B4F-8BF9920878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6F92A68-0784-4080-BE9A-F4FA254082C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EE69BCB-06C9-6835-4C3F-76AF091116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557 - A Palavra da Vida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A12518A-6E8F-C5C3-409F-AA1ABC7958C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75AF0CC-379B-A01A-C36B-F490CF0E1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Cristo, oh! celeste vida,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Manifesta o teu poder!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Vivifica os sem-alento,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Faze os mortos reviver!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Vida eterna - vida eterna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 a todos conceder!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 a todos conceder!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95A7F44-5187-C8DB-9CA3-9AD4DF11A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Abre-nos teu santo Livro!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Brilhe em nós a luz dos céus!. Esclarece todo o engano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dos erros livra os teus!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Ilumina! - ilumina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Nossas almas, Rei dos céus! </a:t>
            </a:r>
            <a:br>
              <a:rPr lang="en-US" altLang="pt-BR" sz="4000" i="1"/>
            </a:br>
            <a:r>
              <a:rPr lang="en-US" altLang="pt-BR" sz="4000" i="1"/>
              <a:t>Nossas almas, Rei dos céus!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15A98F-7FAA-4EAA-94EA-44D6520FA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Na leitura desta Bíblia </a:t>
            </a:r>
            <a:br>
              <a:rPr lang="en-US" altLang="pt-BR" sz="4000" i="1"/>
            </a:br>
            <a:r>
              <a:rPr lang="en-US" altLang="pt-BR" sz="4000" i="1"/>
              <a:t>Dá-nos gozo, oh! Senhor! </a:t>
            </a:r>
            <a:br>
              <a:rPr lang="en-US" altLang="pt-BR" sz="4000" i="1"/>
            </a:br>
            <a:r>
              <a:rPr lang="en-US" altLang="pt-BR" sz="4000" i="1"/>
              <a:t>Tendo, pelo teu ensino,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Comunhão em santo amor, </a:t>
            </a:r>
            <a:br>
              <a:rPr lang="en-US" altLang="pt-BR" sz="4000" i="1"/>
            </a:br>
            <a:r>
              <a:rPr lang="en-US" altLang="pt-BR" sz="4000" i="1"/>
              <a:t>Exultemos - exultemos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Entoando o teu louvor!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Entoando o teu louvor!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565A336-0D59-9485-B732-9A8D29B246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Pelo estudo da Palavra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Aprendemos oh! Jesus!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 Deus concede os belos frutos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tua instrução produz. </a:t>
            </a:r>
            <a:br>
              <a:rPr lang="en-US" altLang="pt-BR" sz="4000" i="1"/>
            </a:br>
            <a:r>
              <a:rPr lang="en-US" altLang="pt-BR" sz="4000" i="1"/>
              <a:t>Desfrutamos - desfrutamos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Alegria, vida e luz!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Alegria, vida e luz! </a:t>
            </a:r>
            <a:br>
              <a:rPr lang="en-US" altLang="pt-BR" sz="4000" i="1"/>
            </a:br>
            <a:r>
              <a:rPr lang="en-US" altLang="pt-BR" sz="4000" i="1"/>
              <a:t>Amém</a:t>
            </a:r>
            <a:r>
              <a:rPr lang="en-US" altLang="pt-BR" i="1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557 - A Palavra da Vida </vt:lpstr>
      <vt:lpstr>Cristo, oh! celeste vida,  Manifesta o teu poder!  Vivifica os sem-alento,  Faze os mortos reviver!  Vida eterna - vida eterna  Vem a todos conceder!  Vem a todos conceder!  </vt:lpstr>
      <vt:lpstr>Abre-nos teu santo Livro!  Brilhe em nós a luz dos céus!. Esclarece todo o engano  E dos erros livra os teus!  Ilumina! - ilumina  Nossas almas, Rei dos céus!  Nossas almas, Rei dos céus!  </vt:lpstr>
      <vt:lpstr>Na leitura desta Bíblia  Dá-nos gozo, oh! Senhor!  Tendo, pelo teu ensino,  Comunhão em santo amor,  Exultemos - exultemos  Entoando o teu louvor!  Entoando o teu louvor!  </vt:lpstr>
      <vt:lpstr>Pelo estudo da Palavra  Aprendemos oh! Jesus!   Deus concede os belos frutos  Que tua instrução produz.  Desfrutamos - desfrutamos  Alegria, vida e luz!  Alegria, vida e luz!  Amém.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557 - A Palavra da Vida </dc:title>
  <dc:creator>Junior</dc:creator>
  <cp:lastModifiedBy>Emerson Souza</cp:lastModifiedBy>
  <cp:revision>1</cp:revision>
  <dcterms:created xsi:type="dcterms:W3CDTF">2005-12-27T00:35:37Z</dcterms:created>
  <dcterms:modified xsi:type="dcterms:W3CDTF">2026-05-02T22:23:45Z</dcterms:modified>
</cp:coreProperties>
</file>