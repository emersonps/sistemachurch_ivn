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5" r:id="rId10"/>
    <p:sldId id="262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18" autoAdjust="0"/>
  </p:normalViewPr>
  <p:slideViewPr>
    <p:cSldViewPr>
      <p:cViewPr varScale="1">
        <p:scale>
          <a:sx n="66" d="100"/>
          <a:sy n="66" d="100"/>
        </p:scale>
        <p:origin x="-5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13913-C2AE-65FB-47F7-5618C1A77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5B697A-FCBF-1BCF-247B-DA5455196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85C34E-2972-3CFE-AB9D-06655EFF3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98C210-55FA-BC20-9B4E-25A2D392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F19323-DAA9-D20A-ECE1-6E8411D1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0CDCDA-67AC-4B90-BD27-5FAE5C3A33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615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43442-0DEB-F13F-D07C-D7A85B32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E62D57-31DE-089A-2ED1-01E0F7715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5CC70B-01EA-8FED-2F43-106C93FE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04BFB8-6517-2726-31A6-154A0654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2D91EE-97C4-5654-ECDE-16CCBDE9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6327B-5C42-44C2-AD4E-8A80FAB217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664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28A9B-D0E7-1DE4-28FC-E080DD05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36EBC-A956-3D14-C859-B2B231CC0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1EBD8C-2801-54F0-7213-FFB2D96DF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A970D0-F71E-EB9A-BF8D-ACCFBDD9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8ED27D-9686-7A82-0171-7830BF3D0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4B6B62-622C-48A7-822F-6739389DFF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264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1E0CF-AF9A-E3C3-1885-E1DFAD9DF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157274-79CC-2E71-2EEA-EC4CCD8D27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4CA418-EF99-5D37-10BD-4A0F3F11B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52BD15-2947-76D0-7646-127BFB3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57840E-4E7B-173D-6B3A-7B0DACFC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5EC207-99E3-F011-F7CD-0669A85F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DDD2BD-A9BA-419E-8248-D4F8E7E2479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442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7A065-8817-2C21-CECE-FFF45C970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DFB7DF-EF14-07C2-395F-90BD66FCB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D19DED-8E38-E6E1-2F16-AC817888B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94BCC9A-89D3-66C9-768A-7C5960247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91172A-2766-8529-9F5C-B73FBC6A35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FEA7F0-DFD4-3B35-A684-D249E93F4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EC4476-9AE6-1C56-595B-0C71C2729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E4E8CD3-4DF4-4380-30DB-02DBF6EB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205CF5-6669-4035-9935-0B09AD583C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939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246EE-778D-EE02-AB9E-555B67D0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D7194B6-DCCA-152A-A431-4A057A8B3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EC2662-2A70-3CBF-303D-D0233176D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088439-03DD-D972-C1CE-12631384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49DE93-4D02-4873-AED2-90EB626F36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993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92D5284-6D67-521B-7319-ACC6E90E2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CC9B1B-138B-2A59-5566-A56AD98C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02382E-FB29-D568-6555-ABC331CB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3DCC69-40AE-4885-B2E7-91CAC6956D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487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BFEF47-D9AB-DD46-6A36-D722E53A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9FB046-A2CC-23CB-7801-DC0E6ACD8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9F8B19-9D70-A750-F8B5-AE6F9DF83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CA49D6-CB8E-2F7E-4206-F1F4D665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B07F6C-776F-C399-6C97-6B8177BA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C3C675-88DD-1F46-0B15-B115B2C51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E6EC2B-6116-458D-A26A-CF5E72C687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6129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1F170-EA46-CEA3-0E36-49277191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49CD5E-70FA-6B01-1C64-8D288B7CD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3AA730-CDDD-0BE8-11B8-A56A7150D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DFC05F-F3AF-1649-33BD-01864F3F3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19F5F6-CC61-56B1-1223-2812A238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ACB1AA-7041-042A-6D22-C4A7C437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54B5FD-946C-4FB6-8512-5E47DAA822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511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ECCD1-39AF-86F5-E1BC-F6CFB9A7E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A1B80D-0B7E-C091-A45C-8697ACAD3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D2A77A-2524-A3B3-D751-E9903FDA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102B8B-2108-67A3-FCB1-C917235C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93FCDF-4BCA-D049-A088-B60C3E01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91D70E-09A3-49BB-BFFE-949F485A67C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6205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56CD3A-5C96-DF1E-5666-18E09DB677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CFEC20-7035-B1A1-22B5-D07FD3195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4A8A5-AFCF-E816-EAC3-07AC57DF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5885FF-88AF-6020-C865-A49E7FEA7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167B28-AEF8-24BD-1D1D-6EBF8BD5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4854DD-30C6-4FBD-8EFC-E9F3731B03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9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ADCD57-3EC0-7471-A288-BEC96F171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79D2BF6-4669-B271-6A75-F3CEEEDE5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F32948B-E72D-CE27-77F8-15BDBA2AAA3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3A7128E-5493-39CD-35E9-BB22D762C44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84C3450-0E81-5D19-04B9-FA80AE713B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F4B69A8-8A36-468A-8D12-90062692133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D796869-0DCE-DD24-C547-92035F6C449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>
                <a:solidFill>
                  <a:srgbClr val="FFFFCC"/>
                </a:solidFill>
              </a:rPr>
              <a:t>11</a:t>
            </a:r>
            <a:br>
              <a:rPr lang="en-US" altLang="pt-BR" sz="4400">
                <a:solidFill>
                  <a:srgbClr val="FFFFCC"/>
                </a:solidFill>
              </a:rPr>
            </a:br>
            <a:r>
              <a:rPr lang="en-US" altLang="pt-BR" sz="4400">
                <a:solidFill>
                  <a:srgbClr val="FFFFCC"/>
                </a:solidFill>
              </a:rPr>
              <a:t>Ó CRISTÃO, EIA AVANTE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F792F33-EB59-FC07-F46B-10EB82EF8D9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1F9543B-218F-C5B3-2FA4-A74D741BE1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867400"/>
          </a:xfrm>
        </p:spPr>
        <p:txBody>
          <a:bodyPr/>
          <a:lstStyle/>
          <a:p>
            <a:r>
              <a:rPr lang="en-US" altLang="pt-BR" i="1">
                <a:solidFill>
                  <a:srgbClr val="FFFFCC"/>
                </a:solidFill>
              </a:rPr>
              <a:t>Ó Cristãos, eia avante, eia avante!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 </a:t>
            </a:r>
            <a:br>
              <a:rPr lang="en-US" altLang="pt-BR" i="1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Por Jesus e Sua Igreja a lutar;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 </a:t>
            </a:r>
            <a:br>
              <a:rPr lang="en-US" altLang="pt-BR" i="1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Co'a Palavra, essa espada flamante,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 </a:t>
            </a:r>
            <a:br>
              <a:rPr lang="en-US" altLang="pt-BR" i="1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Vamos, vamos, irmãos, pelejar.</a:t>
            </a:r>
            <a:r>
              <a:rPr lang="en-US" altLang="pt-BR">
                <a:solidFill>
                  <a:srgbClr val="FFFFC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4C0ADC51-0117-421A-3587-9D36F74933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15000"/>
          </a:xfrm>
        </p:spPr>
        <p:txBody>
          <a:bodyPr/>
          <a:lstStyle/>
          <a:p>
            <a:r>
              <a:rPr lang="en-US" altLang="pt-BR" b="1" i="1">
                <a:solidFill>
                  <a:srgbClr val="FFFFCC"/>
                </a:solidFill>
              </a:rPr>
              <a:t>Ó Cristão, sempre avante na lida! O Evangelho com fé a pregar; </a:t>
            </a:r>
            <a:br>
              <a:rPr lang="en-US" altLang="pt-BR" b="1" i="1">
                <a:solidFill>
                  <a:srgbClr val="FFFFCC"/>
                </a:solidFill>
              </a:rPr>
            </a:br>
            <a:r>
              <a:rPr lang="en-US" altLang="pt-BR" b="1" i="1">
                <a:solidFill>
                  <a:srgbClr val="FFFFCC"/>
                </a:solidFill>
              </a:rPr>
              <a:t>Ao trabalho o Senhor nos convida, </a:t>
            </a:r>
            <a:br>
              <a:rPr lang="en-US" altLang="pt-BR" b="1" i="1">
                <a:solidFill>
                  <a:srgbClr val="FFFFCC"/>
                </a:solidFill>
              </a:rPr>
            </a:br>
            <a:r>
              <a:rPr lang="en-US" altLang="pt-BR" b="1" i="1">
                <a:solidFill>
                  <a:srgbClr val="FFFFCC"/>
                </a:solidFill>
              </a:rPr>
              <a:t>Vamos, pois, com Jesus pelejar.</a:t>
            </a:r>
            <a:r>
              <a:rPr lang="en-US" altLang="pt-BR">
                <a:solidFill>
                  <a:srgbClr val="FFFFC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BE7FD451-78BA-A574-A5DA-729D14569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638800"/>
          </a:xfrm>
        </p:spPr>
        <p:txBody>
          <a:bodyPr/>
          <a:lstStyle/>
          <a:p>
            <a:r>
              <a:rPr lang="en-US" altLang="pt-BR" i="1">
                <a:solidFill>
                  <a:srgbClr val="FFFFCC"/>
                </a:solidFill>
              </a:rPr>
              <a:t>Ó cristãos, eia avante, eia avante!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 </a:t>
            </a:r>
            <a:br>
              <a:rPr lang="en-US" altLang="pt-BR" i="1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Boa nova aos perdidos levar;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 </a:t>
            </a:r>
            <a:br>
              <a:rPr lang="en-US" altLang="pt-BR" i="1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Por cidades e vilas adiante, 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br>
              <a:rPr lang="en-US" altLang="pt-BR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Salvação vamos nós proclamar.</a:t>
            </a:r>
            <a:r>
              <a:rPr lang="en-US" altLang="pt-BR">
                <a:solidFill>
                  <a:srgbClr val="FFFFC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09A0ED0-8CAE-EC22-50A1-8AAA9F5BA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15000"/>
          </a:xfrm>
        </p:spPr>
        <p:txBody>
          <a:bodyPr/>
          <a:lstStyle/>
          <a:p>
            <a:r>
              <a:rPr lang="en-US" altLang="pt-BR" b="1" i="1">
                <a:solidFill>
                  <a:srgbClr val="FFFFCC"/>
                </a:solidFill>
              </a:rPr>
              <a:t>Ó Cristão, sempre avante na lida! O Evangelho com fé a pregar; </a:t>
            </a:r>
            <a:br>
              <a:rPr lang="en-US" altLang="pt-BR" b="1" i="1">
                <a:solidFill>
                  <a:srgbClr val="FFFFCC"/>
                </a:solidFill>
              </a:rPr>
            </a:br>
            <a:r>
              <a:rPr lang="en-US" altLang="pt-BR" b="1" i="1">
                <a:solidFill>
                  <a:srgbClr val="FFFFCC"/>
                </a:solidFill>
              </a:rPr>
              <a:t>Ao trabalho o Senhor nos convida, </a:t>
            </a:r>
            <a:br>
              <a:rPr lang="en-US" altLang="pt-BR" b="1" i="1">
                <a:solidFill>
                  <a:srgbClr val="FFFFCC"/>
                </a:solidFill>
              </a:rPr>
            </a:br>
            <a:r>
              <a:rPr lang="en-US" altLang="pt-BR" b="1" i="1">
                <a:solidFill>
                  <a:srgbClr val="FFFFCC"/>
                </a:solidFill>
              </a:rPr>
              <a:t>Vamos, pois, com Jesus pelejar.</a:t>
            </a:r>
            <a:r>
              <a:rPr lang="en-US" altLang="pt-BR">
                <a:solidFill>
                  <a:srgbClr val="FFFFC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0365937D-368E-E7A1-8BFE-27948E114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562600"/>
          </a:xfrm>
        </p:spPr>
        <p:txBody>
          <a:bodyPr/>
          <a:lstStyle/>
          <a:p>
            <a:r>
              <a:rPr lang="en-US" altLang="pt-BR" i="1">
                <a:solidFill>
                  <a:srgbClr val="FFFFCC"/>
                </a:solidFill>
              </a:rPr>
              <a:t>Ó Cristãos, eia avante, eia avante!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Pois a aurora já vemos raiar,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 </a:t>
            </a:r>
            <a:br>
              <a:rPr lang="en-US" altLang="pt-BR" i="1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Desse dia em que Cristo, triunfante. 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br>
              <a:rPr lang="en-US" altLang="pt-BR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Neste mundo há de sempre reinar.</a:t>
            </a:r>
            <a:r>
              <a:rPr lang="en-US" altLang="pt-BR">
                <a:solidFill>
                  <a:srgbClr val="FFFFC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6430899-F9E2-4A88-8BF9-BBB9CA2D0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15000"/>
          </a:xfrm>
        </p:spPr>
        <p:txBody>
          <a:bodyPr/>
          <a:lstStyle/>
          <a:p>
            <a:r>
              <a:rPr lang="en-US" altLang="pt-BR" b="1" i="1">
                <a:solidFill>
                  <a:srgbClr val="FFFFCC"/>
                </a:solidFill>
              </a:rPr>
              <a:t>Ó Cristão, sempre avante na lida! O Evangelho com fé a pregar; </a:t>
            </a:r>
            <a:br>
              <a:rPr lang="en-US" altLang="pt-BR" b="1" i="1">
                <a:solidFill>
                  <a:srgbClr val="FFFFCC"/>
                </a:solidFill>
              </a:rPr>
            </a:br>
            <a:r>
              <a:rPr lang="en-US" altLang="pt-BR" b="1" i="1">
                <a:solidFill>
                  <a:srgbClr val="FFFFCC"/>
                </a:solidFill>
              </a:rPr>
              <a:t>Ao trabalho o Senhor nos convida, </a:t>
            </a:r>
            <a:br>
              <a:rPr lang="en-US" altLang="pt-BR" b="1" i="1">
                <a:solidFill>
                  <a:srgbClr val="FFFFCC"/>
                </a:solidFill>
              </a:rPr>
            </a:br>
            <a:r>
              <a:rPr lang="en-US" altLang="pt-BR" b="1" i="1">
                <a:solidFill>
                  <a:srgbClr val="FFFFCC"/>
                </a:solidFill>
              </a:rPr>
              <a:t>Vamos, pois, com Jesus pelejar.</a:t>
            </a:r>
            <a:r>
              <a:rPr lang="en-US" altLang="pt-BR">
                <a:solidFill>
                  <a:srgbClr val="FFFFC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60E49FA0-4EF5-821E-410B-90499C2AA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486400"/>
          </a:xfrm>
        </p:spPr>
        <p:txBody>
          <a:bodyPr/>
          <a:lstStyle/>
          <a:p>
            <a:r>
              <a:rPr lang="en-US" altLang="pt-BR" i="1">
                <a:solidFill>
                  <a:srgbClr val="FFFFCC"/>
                </a:solidFill>
              </a:rPr>
              <a:t>Ó cristãos, eia avante, eia avante!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Vexilários da fé vamos ser;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br>
              <a:rPr lang="en-US" altLang="pt-BR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E a vanguarda do exército brilhante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Que gloriosa vitória há de ter!</a:t>
            </a:r>
            <a:r>
              <a:rPr lang="en-US" altLang="pt-BR">
                <a:solidFill>
                  <a:srgbClr val="FFFFC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23E7690-DA5A-867A-67DD-526837E80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15000"/>
          </a:xfrm>
        </p:spPr>
        <p:txBody>
          <a:bodyPr/>
          <a:lstStyle/>
          <a:p>
            <a:r>
              <a:rPr lang="en-US" altLang="pt-BR" b="1" i="1">
                <a:solidFill>
                  <a:srgbClr val="FFFFCC"/>
                </a:solidFill>
              </a:rPr>
              <a:t>Ó Cristão, sempre avante na lida! O Evangelho com fé a pregar; </a:t>
            </a:r>
            <a:br>
              <a:rPr lang="en-US" altLang="pt-BR" b="1" i="1">
                <a:solidFill>
                  <a:srgbClr val="FFFFCC"/>
                </a:solidFill>
              </a:rPr>
            </a:br>
            <a:r>
              <a:rPr lang="en-US" altLang="pt-BR" b="1" i="1">
                <a:solidFill>
                  <a:srgbClr val="FFFFCC"/>
                </a:solidFill>
              </a:rPr>
              <a:t>Ao trabalho o Senhor nos convida, </a:t>
            </a:r>
            <a:br>
              <a:rPr lang="en-US" altLang="pt-BR" b="1" i="1">
                <a:solidFill>
                  <a:srgbClr val="FFFFCC"/>
                </a:solidFill>
              </a:rPr>
            </a:br>
            <a:r>
              <a:rPr lang="en-US" altLang="pt-BR" b="1" i="1">
                <a:solidFill>
                  <a:srgbClr val="FFFFCC"/>
                </a:solidFill>
              </a:rPr>
              <a:t>Vamos, pois, com Jesus pelejar.</a:t>
            </a:r>
            <a:r>
              <a:rPr lang="en-US" altLang="pt-BR">
                <a:solidFill>
                  <a:srgbClr val="FFFFC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D0185988-A1F3-048A-2118-882A3A027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i="1">
                <a:solidFill>
                  <a:srgbClr val="FFFFCC"/>
                </a:solidFill>
              </a:rPr>
              <a:t>Ó</a:t>
            </a:r>
            <a:r>
              <a:rPr lang="en-US" altLang="pt-BR" b="1" i="1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cristãos, eia avante, eia avante! 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br>
              <a:rPr lang="en-US" altLang="pt-BR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Com coragem, sem nada temer;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 </a:t>
            </a:r>
            <a:br>
              <a:rPr lang="en-US" altLang="pt-BR" i="1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Com Jesus, divinal comandante,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 </a:t>
            </a:r>
            <a:br>
              <a:rPr lang="en-US" altLang="pt-BR" i="1">
                <a:solidFill>
                  <a:srgbClr val="FFFFCC"/>
                </a:solidFill>
              </a:rPr>
            </a:br>
            <a:r>
              <a:rPr lang="en-US" altLang="pt-BR" i="1">
                <a:solidFill>
                  <a:srgbClr val="FFFFCC"/>
                </a:solidFill>
              </a:rPr>
              <a:t>Nós havemos, irmãos, de vencer.</a:t>
            </a:r>
            <a:r>
              <a:rPr lang="en-US" altLang="pt-BR">
                <a:solidFill>
                  <a:srgbClr val="FFFFCC"/>
                </a:solidFill>
              </a:rPr>
              <a:t> </a:t>
            </a:r>
            <a:r>
              <a:rPr lang="en-US" altLang="pt-BR" i="1">
                <a:solidFill>
                  <a:srgbClr val="FFFFCC"/>
                </a:solidFill>
              </a:rPr>
              <a:t> </a:t>
            </a:r>
            <a:r>
              <a:rPr lang="en-US" altLang="pt-BR">
                <a:solidFill>
                  <a:srgbClr val="FFFFCC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29A71BD-0A9E-2627-B55E-D36CC56A1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715000"/>
          </a:xfrm>
        </p:spPr>
        <p:txBody>
          <a:bodyPr/>
          <a:lstStyle/>
          <a:p>
            <a:r>
              <a:rPr lang="en-US" altLang="pt-BR" b="1" i="1">
                <a:solidFill>
                  <a:srgbClr val="FFFFCC"/>
                </a:solidFill>
              </a:rPr>
              <a:t>Ó Cristão, sempre avante na lida! O Evangelho com fé a pregar; </a:t>
            </a:r>
            <a:br>
              <a:rPr lang="en-US" altLang="pt-BR" b="1" i="1">
                <a:solidFill>
                  <a:srgbClr val="FFFFCC"/>
                </a:solidFill>
              </a:rPr>
            </a:br>
            <a:r>
              <a:rPr lang="en-US" altLang="pt-BR" b="1" i="1">
                <a:solidFill>
                  <a:srgbClr val="FFFFCC"/>
                </a:solidFill>
              </a:rPr>
              <a:t>Ao trabalho o Senhor nos convida, </a:t>
            </a:r>
            <a:br>
              <a:rPr lang="en-US" altLang="pt-BR" b="1" i="1">
                <a:solidFill>
                  <a:srgbClr val="FFFFCC"/>
                </a:solidFill>
              </a:rPr>
            </a:br>
            <a:r>
              <a:rPr lang="en-US" altLang="pt-BR" b="1" i="1">
                <a:solidFill>
                  <a:srgbClr val="FFFFCC"/>
                </a:solidFill>
              </a:rPr>
              <a:t>Vamos, pois, com Jesus pelejar.</a:t>
            </a:r>
            <a:r>
              <a:rPr lang="en-US" altLang="pt-BR">
                <a:solidFill>
                  <a:srgbClr val="FFFFCC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326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11 Ó CRISTÃO, EIA AVANTE</vt:lpstr>
      <vt:lpstr>Ó Cristãos, eia avante, eia avante!   Por Jesus e Sua Igreja a lutar;   Co'a Palavra, essa espada flamante,   Vamos, vamos, irmãos, pelejar. </vt:lpstr>
      <vt:lpstr>Ó Cristão, sempre avante na lida! O Evangelho com fé a pregar;  Ao trabalho o Senhor nos convida,  Vamos, pois, com Jesus pelejar. </vt:lpstr>
      <vt:lpstr>Ó cristãos, eia avante, eia avante!   Boa nova aos perdidos levar;   Por cidades e vilas adiante,   Salvação vamos nós proclamar. </vt:lpstr>
      <vt:lpstr>Ó Cristão, sempre avante na lida! O Evangelho com fé a pregar;  Ao trabalho o Senhor nos convida,  Vamos, pois, com Jesus pelejar. </vt:lpstr>
      <vt:lpstr>Ó Cristãos, eia avante, eia avante! Pois a aurora já vemos raiar,   Desse dia em que Cristo, triunfante.   Neste mundo há de sempre reinar. </vt:lpstr>
      <vt:lpstr>Ó Cristão, sempre avante na lida! O Evangelho com fé a pregar;  Ao trabalho o Senhor nos convida,  Vamos, pois, com Jesus pelejar. </vt:lpstr>
      <vt:lpstr>Ó cristãos, eia avante, eia avante! Vexilários da fé vamos ser;  E a vanguarda do exército brilhante Que gloriosa vitória há de ter! </vt:lpstr>
      <vt:lpstr>Ó Cristão, sempre avante na lida! O Evangelho com fé a pregar;  Ao trabalho o Senhor nos convida,  Vamos, pois, com Jesus pelejar. </vt:lpstr>
      <vt:lpstr>Ó cristãos, eia avante, eia avante!   Com coragem, sem nada temer;   Com Jesus, divinal comandante,   Nós havemos, irmãos, de vencer.   </vt:lpstr>
      <vt:lpstr>Ó Cristão, sempre avante na lida! O Evangelho com fé a pregar;  Ao trabalho o Senhor nos convida,  Vamos, pois, com Jesus pelejar.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 Ó CRISTÃO, EIA AVANTE</dc:title>
  <dc:creator>Junior</dc:creator>
  <cp:lastModifiedBy>Emerson Souza</cp:lastModifiedBy>
  <cp:revision>2</cp:revision>
  <dcterms:created xsi:type="dcterms:W3CDTF">2005-12-22T20:09:24Z</dcterms:created>
  <dcterms:modified xsi:type="dcterms:W3CDTF">2026-05-02T21:37:55Z</dcterms:modified>
</cp:coreProperties>
</file>