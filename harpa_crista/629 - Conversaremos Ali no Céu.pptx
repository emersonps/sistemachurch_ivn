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08" y="-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BA130F-3800-842D-6818-399C358429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B1B5DBC-58D1-B278-0E9F-B550176606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D971866-86CF-071A-E251-A1DDB7CDC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3FB03C7-D05F-8217-9FE4-EBA3D7588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917516-10B6-C0FE-63AD-44F3E8495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A35C0D-488F-4547-88F5-78659E832E3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70125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6860C9-D334-8026-E9E2-11343C43B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1C0EC0A-3BFA-AF47-D12E-C30A6CFE6A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930947-9A94-7A42-1B9D-C3BB72404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F5F0A6B-36BD-2A88-5ABB-401EA7DBD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0F3FEF5-65EB-EC44-5FA6-59CCAC4C5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91313B-F7F9-4DBF-8432-5A51AAFEF75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20071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ABE462-C384-B4C5-559E-1C6881013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859DAFA-CEE4-CACC-110E-7904337E2B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7778D0F-F46B-ABCB-45B6-87406EF14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D8C6059-C0AC-B553-F1CE-E49464E81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183A6FA-39C3-25F1-13AE-80271F998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802029-A5D2-4F1B-844A-8D0363D916F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01314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084EFE-2DE4-E725-9C50-8D262FE61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F475015-E187-86FD-EDE2-5AFD2E18C2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013BE57-2917-8C9A-1462-28309E7AE1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3996261-1D98-0D73-AB24-9A258444E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DFC19AE-B36E-A65D-08EE-0AC513469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426228C-A7B4-9482-6E2F-E6507832A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05A995D-0B70-4104-B49C-CC25A771DA4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02468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51477B-22A2-A5B2-2107-54242F5F8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1E108BD-9956-568B-59D9-3C2F84BFCB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0071C7A-3A32-FD48-9CD0-40C14CED22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5163236-6F14-7E5A-EB5F-ADB522476A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360CC36-D5A5-F5FD-C604-E52F903FED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DE5E39D-D714-7D1B-0B1C-BB99FEB89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C7E78A1-422C-5986-316E-57B4738EB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B8E3DC6-CB38-16A1-DDBC-EE6BD2F44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77503D-F8F0-4DBA-8422-621EA04A4B2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38572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053265-1671-4617-0527-7093A4D18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AA55EF9-E883-A7C3-E31B-4B32939C8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73C2345-C8E2-D472-3FEE-EB2BF967A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7E98EAE-8EAE-5F27-7FD1-B39ABA58E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2CE26D-8E8C-458A-94FD-414EBF19123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26596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0EA8E5B-5508-7FA5-A692-89CD57A22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6915B7D-C18E-950B-59DF-90A206E6B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1CA2BDE-5C8D-DA07-EF78-1381F3278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BF3F3F-CADC-4298-841A-F8DD3C68218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58647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0731DB-12CC-883E-DE54-633F52D0C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F06D59D-8B5A-EF11-6F00-9D737D42F2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98BEEC9-A419-492C-27AB-E02472AB2A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F0A52F1-96C1-03CC-8507-74B4E4FE8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DE78197-243F-7E3F-BF21-CB93F22B7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8D5AA12-4838-E099-EF37-6B4505055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0B96E7-496F-4846-B855-FA11A10B50E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59144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4CAD31-3111-77D7-C5D7-BDB5B800E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D40D04C-8BAE-3388-D403-E439D6E415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C99C802-F4FB-60EC-E702-58A9429280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D0BB2D6-3189-130F-B4E2-CA6C1CE64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016BF22-F6F1-86FB-AE7D-421EC3419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75CEDF7-2047-A2FF-72F5-1AFD49B7F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687CCC9-9EC7-46A6-BA63-A35D316BDE6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26347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0C632B-8154-0494-261D-264ADD2B9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5EF26A7-6F81-611D-C703-3E6D5AAAFD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249D8D2-9092-B652-A0B6-8B260778F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6B616C2-D257-C376-BAFE-C02CE13F1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47AFB9F-CF21-0CE3-0222-F862D4246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4406AF-0DB2-46F3-BB69-9156B708D70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06874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1572CD4-7B81-9D20-33E7-E82298A321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A06EE20-F8FB-489E-F1D9-7748AD2B38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100F445-E6EC-4488-B48B-44D3A7A00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4102012-B278-003B-432D-2C642A94A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848DED2-682E-C087-027F-CD6445D2F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1F37B1-2540-4B10-A0E0-3A920BDBD3D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81190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84C4246-4E34-7429-D519-A2AA1B365F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BE28578-6F5D-3B18-CEB1-25AFA0D778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60B9306-144E-E062-7454-856F772EE89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6D2DDCC-FD2E-0759-4DF6-7A95EC54275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F9B35C57-FE7F-3001-AB48-A0AEC0DF7CE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3208B613-4155-480D-96FF-DF54472AAA8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4">
            <a:extLst>
              <a:ext uri="{FF2B5EF4-FFF2-40B4-BE49-F238E27FC236}">
                <a16:creationId xmlns:a16="http://schemas.microsoft.com/office/drawing/2014/main" id="{CA44D4CE-72D6-29A6-6ED2-5D1C7CF2BB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629 - Conversaremos Ali no Céu</a:t>
            </a:r>
            <a:r>
              <a:rPr lang="en-US" altLang="pt-BR" sz="4000" i="1"/>
              <a:t> 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r>
              <a:rPr lang="en-US" altLang="pt-BR" sz="4000"/>
              <a:t> </a:t>
            </a:r>
            <a:br>
              <a:rPr lang="en-US" altLang="pt-BR" sz="4000"/>
            </a:br>
            <a:br>
              <a:rPr lang="en-US" altLang="pt-BR" sz="4000"/>
            </a:br>
            <a:r>
              <a:rPr lang="en-US" altLang="pt-BR" sz="4000" i="1"/>
              <a:t>Conversaremos ali no Céu, Conversaremos: Jesus e eu.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Dirá o porquê do meu sofrer. </a:t>
            </a:r>
            <a:br>
              <a:rPr lang="en-US" altLang="pt-BR" sz="4000" i="1"/>
            </a:br>
            <a:r>
              <a:rPr lang="en-US" altLang="pt-BR" sz="4000" i="1"/>
              <a:t>Naquele dia eu entenderei.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</Words>
  <Application>Microsoft Office PowerPoint</Application>
  <PresentationFormat>Apresentação na tela (4:3)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3" baseType="lpstr">
      <vt:lpstr>Arial</vt:lpstr>
      <vt:lpstr>Design padrão</vt:lpstr>
      <vt:lpstr>629 - Conversaremos Ali no Céu      Conversaremos ali no Céu, Conversaremos: Jesus e eu.  Dirá o porquê do meu sofrer.  Naquele dia eu entenderei.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629 - Conversaremos Ali no Céu      Conversaremos ali no Céu, Conversaremos: Jesus e eu.  Dirá o porquê do meu sofrer.  Naquele dia eu entenderei. </dc:title>
  <dc:creator>Junior</dc:creator>
  <cp:lastModifiedBy>Emerson Souza</cp:lastModifiedBy>
  <cp:revision>1</cp:revision>
  <dcterms:created xsi:type="dcterms:W3CDTF">2005-12-27T18:02:04Z</dcterms:created>
  <dcterms:modified xsi:type="dcterms:W3CDTF">2026-05-02T22:30:04Z</dcterms:modified>
</cp:coreProperties>
</file>