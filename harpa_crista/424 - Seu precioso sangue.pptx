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38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4564C3-B9CB-FF1E-10AA-B81F4AE8D6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7C64EBE-5C80-07AE-F35E-66B31AE14F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D2E6E7-FC8B-E5CD-CD89-F13BEAF14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72E10-36E4-602D-F0B6-BFC4105F6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DDF731C-7587-1BF7-07E3-5F9D8A7DC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DF9681-7116-4FF4-A17A-964251FB76C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61983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FCE930-9CF7-3690-CA56-017C00CA3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EFCCA3-2A95-809B-CA0E-ED951E755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9EF043C-34F8-29DB-D9CA-0CD244463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2E4A0C-0844-076D-8844-5956910B7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17CAAE-E0E0-48DF-3F20-8E8170F25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343EA8-F12D-481A-BFBF-AD6B0B88899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34493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EEC4F4-448B-28F0-4E95-9B3E207AA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1ACCCE2-B5C4-0AC3-7D41-3FECD9C94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10671DA-E974-84DD-17BC-2BC18774F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317F674-422C-CB82-50ED-D1DFA02B7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10BAB7-33F7-0588-B5EE-422EE13F3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827876-D4BC-4225-B357-62170377EC1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70603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C9DDB9-DFBD-7A80-CA81-A009CE9DB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327F60D-002E-6197-635B-EC8F45AFF6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8472DBE-7115-CF79-2546-4DFDCC500D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BC9D2CF-8F8D-7D93-F25B-5B2D8AE11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686C5C8-EB68-0FAD-FEC1-9124417B8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CABA9A2-FE8B-B435-6529-00E129D5A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456452-2486-43F6-AEF8-B4A15021F47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26076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AB7D9B-870D-9DA7-B33C-302A2A892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E4B667D-0CF5-D17B-A9CF-931DE91B6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FAF28DF-90EB-01BB-2DDE-C1D4FD32AC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F683652-805D-4A61-C65E-983F6CE794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8BD4FA0-123C-7C4E-88AD-8855F388ED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3229BCE-8565-3FA6-5A2B-142F35EC3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FEB4A21-47E9-A671-8007-BC78C4F95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FAABE19-EBFB-5023-6172-E2FBCBAA7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18E3E0-470E-4D14-B4B5-C640A84BCA0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78059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C881D5-A43A-1BAD-C2AC-EF6E63ECF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6CE79E6-E6EF-B454-4A93-C53E08E4E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499AD65-6F36-87FC-7C08-66BB94335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FBF7DA0-9513-5902-715F-0AB4D6F31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DAF3E8-A8CA-4443-9E17-7E34DE4BBF5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35728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A655C5B-802A-C66B-7364-9D605E7CA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8274929-F077-329A-1727-D783345DA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A73B4CD-BC5D-3793-196D-C11E2F8F0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44EC7A-F913-4FE6-97D8-04EA45C8132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11767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6D84FA-9E25-05D7-F42F-A3925CCC2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816EC0-6C96-5832-BC8D-8B41CC2F4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F3928D1-FEFA-F348-E528-262EBE8849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D78F621-1C2D-882E-13D9-DD93AF7E2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9614B0E-86CA-648F-6DEB-DCAEB6795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A605DA9-F7DD-A46D-7671-4754EFB75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A851E4-D8DC-43AE-A4D1-8515E4A6A89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66812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953C1A-5551-B2EC-E618-E6AFAA07F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80419C2-0B79-825B-15E3-4621F6E6D3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6E769BA-F1CC-ABB4-33B6-A39861AC7D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56D588-96EF-46B2-DC52-7B48EECDC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CFEEB78-5948-94EE-9557-E5999B6F6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DE1CAAD-97FB-6D70-7201-DE0703BB9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D4A920-A3EF-4694-B155-D2BC79EC303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56205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6C83A8-D418-3E8E-C060-0E855B750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E3DCD3A-8226-9BFC-A25D-B984EA59F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CCE50CE-56E0-E1D0-25AA-AFCDE5581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E2A44A7-8AA6-BA0C-3F57-3F25D3B52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E80B779-4ED9-A75D-F23A-835AEFFF2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3C4811-8163-4A66-B776-55917E04478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85693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B5695C5-8D55-392B-1ACE-B5AD4088EA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A8A025C-9603-A108-E2CC-DFA2F6C262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3716D2-CB71-8DF5-A2B7-FC73E6C29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9FBD3B3-717B-1FA1-C08E-F525B2E75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66E1828-2E2C-00B2-8C1D-7F4FCB179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16D09F-934E-4F73-B8A4-5E2938DAA51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07558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B0E34B6-89F9-C3A3-65A5-75F65847F5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AB130BE-1AC5-8636-D530-EFA135AC4C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54EACFD-E86E-E6A3-0C34-30FFC7BACBD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484D58E-A926-DC8D-FAA7-5760E32A821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0721559-C3BC-0FB8-7DF4-CB13995DDE3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3B75415-5FD8-4E1E-99D4-E564C0EF849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8E5A96A-1F9D-EC3C-B638-B81CFA038EC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424</a:t>
            </a:r>
            <a:br>
              <a:rPr lang="pt-BR" altLang="pt-BR" sz="4400" b="1"/>
            </a:br>
            <a:r>
              <a:rPr lang="pt-BR" altLang="pt-BR" sz="4400" b="1"/>
              <a:t>SEU PRECIOSO SANGUE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3D3C4824-729A-A57D-B1D2-DE3E75C1F6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4000"/>
              <a:t>Jesus me salvou com Seu precioso sangue; </a:t>
            </a:r>
            <a:br>
              <a:rPr lang="pt-BR" altLang="pt-BR" sz="4000"/>
            </a:br>
            <a:r>
              <a:rPr lang="pt-BR" altLang="pt-BR" sz="4000"/>
              <a:t>Jesus me comprou com Seu precioso sangue, </a:t>
            </a:r>
            <a:br>
              <a:rPr lang="pt-BR" altLang="pt-BR" sz="4000"/>
            </a:br>
            <a:r>
              <a:rPr lang="pt-BR" altLang="pt-BR" sz="4000"/>
              <a:t>Com Seu poder já me curou;</a:t>
            </a:r>
            <a:br>
              <a:rPr lang="pt-BR" altLang="pt-BR" sz="4000"/>
            </a:br>
            <a:r>
              <a:rPr lang="pt-BR" altLang="pt-BR" sz="4000"/>
              <a:t>O meu pecado já cravou na cruz!</a:t>
            </a:r>
            <a:br>
              <a:rPr lang="pt-BR" altLang="pt-BR" sz="4000"/>
            </a:br>
            <a:r>
              <a:rPr lang="pt-BR" altLang="pt-BR" sz="4000"/>
              <a:t>	Jesus p'ra sempre me salvou!</a:t>
            </a:r>
            <a:endParaRPr lang="en-US" altLang="pt-BR"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</Words>
  <Application>Microsoft Office PowerPoint</Application>
  <PresentationFormat>Apresentação na tela (4:3)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4" baseType="lpstr">
      <vt:lpstr>Arial</vt:lpstr>
      <vt:lpstr>Design padrão</vt:lpstr>
      <vt:lpstr>424 SEU PRECIOSO SANGUE</vt:lpstr>
      <vt:lpstr>Jesus me salvou com Seu precioso sangue;  Jesus me comprou com Seu precioso sangue,  Com Seu poder já me curou; O meu pecado já cravou na cruz!  Jesus p'ra sempre me salvou!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424 - SEU PRECIOSO SANGUE</dc:title>
  <dc:creator>Montagna</dc:creator>
  <cp:lastModifiedBy>Emerson Souza</cp:lastModifiedBy>
  <cp:revision>2</cp:revision>
  <dcterms:created xsi:type="dcterms:W3CDTF">2005-10-21T06:51:19Z</dcterms:created>
  <dcterms:modified xsi:type="dcterms:W3CDTF">2026-05-02T22:12:20Z</dcterms:modified>
</cp:coreProperties>
</file>