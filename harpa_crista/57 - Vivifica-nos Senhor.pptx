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43C1D-EC3D-24E7-89DD-5FBBA9CBE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2EEBEF-E027-A19F-5C6D-F7C9E07F3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B3E7B9-84D6-25BC-7F3C-8951FB6D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E76AF9-CEE4-571B-17C7-B90C204F0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C6DD4-CE8B-6A7A-3F8E-86B50F0A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649F14-3D58-4430-AB6A-5DE3513D8B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555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EBB23-5B83-9C7B-8D1E-23A019E5F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17E0AB-2250-D89A-8DA2-7EC2A3D59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F562C6-49CD-AA79-C961-A3C938BC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606DD4-FD72-0C47-52A4-C8C0B9A1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5A7FD7-AE85-0BB0-4EC2-5BA519BA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98029B-F3DC-4278-8E94-DEF69D85A0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142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FF4E1-4980-8DF5-5035-C91F0820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8F08D3-6AFE-528E-18A2-24104D156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6330B2-6C76-52B3-0B33-4E1D64EB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1C5982-A4C9-3489-4AC0-F39C760D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E7EBD8-7E9F-B060-C6E7-6B98C3FC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33B491-FBB4-4F5B-8B35-571C35D615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208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5DFDB-D64A-1196-6BA7-91032D67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39607F-0839-01ED-1372-9D1D1CFE4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4D4E67-DB70-8336-C34F-FBEB8C4DF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D48930-93B3-FECD-D4FE-A26DBD2F2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7280AE-00B4-AE1F-71D0-F84F8C46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764EF9-504F-43CD-B1EA-A4F4397C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DE86F7-68F0-4153-83E8-7F37A7820C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568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B88F3-875B-0DDA-E2D5-91B4C51A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86457B-8185-ACE1-F72D-0FF382E25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DDB239-7506-E41B-F6DE-FC907E211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C39D64-A3EC-93FE-41DF-44B369936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64040DE-7635-A295-2089-EAB72EB4C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92DDB7-A7D9-A14B-500E-769FCC375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79AC46-C8AD-6960-2997-A21F8B0D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7919063-5432-6692-0A7A-8C993F4A1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F0A91E-C624-48EF-88B5-1E10225D79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798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9D456-86DE-7522-12E1-CD75F9F9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50426A-5523-094E-3051-847DB73E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774F3AA-01F3-9414-B333-4EF3FA1E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C9873AF-BC8A-D83B-0972-CE4695EC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8E6F2F-69B5-41E9-9576-B8FEA6805A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866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5C6FDA-676B-B22D-3022-FAECB927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3B59612-7491-5886-9D98-CFD0A436A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92289D-C0D2-BECE-299D-401D87062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705C2-3E97-4DCB-B63F-38E57A421B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876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62F04-EFCD-AAA9-CB41-147F8169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19EC8B-8610-A3FF-9E8E-0D522F3CF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0B79C7-BFBA-FAF0-2197-A38EF2FC9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F3F702-9BDC-1A01-700D-31275F7CC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CF775C-DEDE-023E-7C89-D7F8C35F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2DC47E-1A31-DAA6-9BA8-229ABC9E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660EED-7ECE-43DD-A603-658193B10A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766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0AAFD-C8CB-891E-2566-637957E2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331B7C9-6F85-F624-51E2-CD30CA422C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B6070-46C7-CAF9-CBFA-91C9673FF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AAA0C0-37D4-4D61-FFF2-370DCB5B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D64971-F3F2-D6A2-4105-A74E47C44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022A49-F19A-25AB-F075-46A2726A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C3F17-8C1E-40CE-A10B-44AF7E8AAA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843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65C672-C1C9-16D8-3BD8-6DF0A0C6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00107B-3462-7A1E-9213-7CCAFDF9B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A7F5B8-D4AF-9BEB-86FF-FD9D05718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050D98-60F9-173F-D0B8-473DC8B6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4D7D9D-E437-7BEC-0FE4-6286D3CB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8EA3C-6E02-4F64-99CC-FC500EF52E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775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5FDC69-9BAC-EEFE-9BF5-247B444F7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0FAFA7-AB83-D404-4A69-42DD866BC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E1BB6C-F7B9-DF42-93C8-08122DFA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BF6028-F512-F36C-719F-69282FFF6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04914C-8E1A-4747-741B-BC26BA6D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B79D44-343B-4192-8545-8A12CFD6DD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341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89587F-23C9-2AE1-9C8F-63860F61C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F5C3B41-CD34-5CA6-88AA-8264840E98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1C3A6A3-B81B-F489-2846-61551C8B1F5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AD8A10F-2C4C-669D-8A4A-B26A6052F16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6986A53-E6EF-96C6-1F00-69BB93CB621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46A9FF-5C37-4957-8036-64557A64A6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E37C5E9-69B7-CBC3-848E-5F960E16A37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57</a:t>
            </a:r>
            <a:br>
              <a:rPr lang="en-US" altLang="pt-BR" sz="4000" b="1" i="1"/>
            </a:br>
            <a:r>
              <a:rPr lang="en-US" altLang="pt-BR" sz="4000" b="1" i="1"/>
              <a:t>VIVIFICA-NOS, SENHOR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F0BA089-C3E5-0200-F016-1C192B4E76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C21A30D-F6E6-4F31-9777-0594CF0FA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334000"/>
          </a:xfrm>
        </p:spPr>
        <p:txBody>
          <a:bodyPr/>
          <a:lstStyle/>
          <a:p>
            <a:r>
              <a:rPr lang="en-US" altLang="pt-BR" sz="4000" i="1"/>
              <a:t>Deus presente está conosco.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Pronto todos a salvar;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Sobre as almas sequiosas,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Quer Sua bênção derramar.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5ACB240-2A46-11EF-21F1-B3F27F9FD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334000"/>
          </a:xfrm>
        </p:spPr>
        <p:txBody>
          <a:bodyPr/>
          <a:lstStyle/>
          <a:p>
            <a:r>
              <a:rPr lang="en-US" altLang="pt-BR" sz="4000" b="1" i="1"/>
              <a:t>Manda, ó manda as ricas chuvas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Tua bênção, Salvador!</a:t>
            </a:r>
            <a:r>
              <a:rPr lang="en-US" altLang="pt-BR" sz="4000"/>
              <a:t> </a:t>
            </a:r>
            <a:r>
              <a:rPr lang="en-US" altLang="pt-BR" sz="4000" b="1" i="1"/>
              <a:t>Imploramos! Esperamos!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Vivifica-nos, Senhor!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8AD2693-AA4C-3ABA-ED3C-C17F6F6CE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334000"/>
          </a:xfrm>
        </p:spPr>
        <p:txBody>
          <a:bodyPr/>
          <a:lstStyle/>
          <a:p>
            <a:r>
              <a:rPr lang="en-US" altLang="pt-BR" sz="4000" i="1"/>
              <a:t>Eis a Ti, Senhor, erguemos </a:t>
            </a:r>
            <a:br>
              <a:rPr lang="en-US" altLang="pt-BR" sz="4000" i="1"/>
            </a:br>
            <a:r>
              <a:rPr lang="en-US" altLang="pt-BR" sz="4000" i="1"/>
              <a:t>Nossos pobres corações;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 Tua grande e rica graça,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Ouve as nossas petições!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837EBA8-BCEC-E204-94FE-466D0852D1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334000"/>
          </a:xfrm>
        </p:spPr>
        <p:txBody>
          <a:bodyPr/>
          <a:lstStyle/>
          <a:p>
            <a:r>
              <a:rPr lang="en-US" altLang="pt-BR" sz="4000" b="1" i="1"/>
              <a:t>Manda, ó manda as ricas chuvas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Tua bênção, Salvador!</a:t>
            </a:r>
            <a:r>
              <a:rPr lang="en-US" altLang="pt-BR" sz="4000"/>
              <a:t> </a:t>
            </a:r>
            <a:r>
              <a:rPr lang="en-US" altLang="pt-BR" sz="4000" b="1" i="1"/>
              <a:t>Imploramos! Esperamos!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Vivifica-nos, Senhor!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D5C1B5D-2258-D774-2E9B-58F2CE726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334000"/>
          </a:xfrm>
        </p:spPr>
        <p:txBody>
          <a:bodyPr/>
          <a:lstStyle/>
          <a:p>
            <a:r>
              <a:rPr lang="en-US" altLang="pt-BR" sz="4000" i="1"/>
              <a:t>Torna a nossa fé mais viva,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Mais ardente o nosso amor;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Enche-nos de santo zelo,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coragem e fervor.</a:t>
            </a:r>
            <a:r>
              <a:rPr lang="en-US" altLang="pt-BR" sz="4000"/>
              <a:t> </a:t>
            </a:r>
            <a:r>
              <a:rPr lang="en-US" altLang="pt-BR"/>
              <a:t>  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BB9596D-59E7-7FFE-B7D9-1D51CA1E6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334000"/>
          </a:xfrm>
        </p:spPr>
        <p:txBody>
          <a:bodyPr/>
          <a:lstStyle/>
          <a:p>
            <a:r>
              <a:rPr lang="en-US" altLang="pt-BR" sz="4000" b="1" i="1"/>
              <a:t>Manda, ó manda as ricas chuvas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Tua bênção, Salvador!</a:t>
            </a:r>
            <a:r>
              <a:rPr lang="en-US" altLang="pt-BR" sz="4000"/>
              <a:t> </a:t>
            </a:r>
            <a:r>
              <a:rPr lang="en-US" altLang="pt-BR" sz="4000" b="1" i="1"/>
              <a:t>Imploramos! Esperamos!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Vivifica-nos, Senhor!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57 VIVIFICA-NOS, SENHOR </vt:lpstr>
      <vt:lpstr>Deus presente está conosco.  Pronto todos a salvar;  Sobre as almas sequiosas,  Quer Sua bênção derramar. </vt:lpstr>
      <vt:lpstr>Manda, ó manda as ricas chuvas  Da Tua bênção, Salvador! Imploramos! Esperamos!  Vivifica-nos, Senhor! </vt:lpstr>
      <vt:lpstr>Eis a Ti, Senhor, erguemos  Nossos pobres corações;  Na Tua grande e rica graça,  Ouve as nossas petições! </vt:lpstr>
      <vt:lpstr>Manda, ó manda as ricas chuvas  Da Tua bênção, Salvador! Imploramos! Esperamos!  Vivifica-nos, Senhor! </vt:lpstr>
      <vt:lpstr>Torna a nossa fé mais viva,  Mais ardente o nosso amor;  Enche-nos de santo zelo,  De coragem e fervor.    </vt:lpstr>
      <vt:lpstr>Manda, ó manda as ricas chuvas  Da Tua bênção, Salvador! Imploramos! Esperamos!  Vivifica-nos, Senhor!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 VIVIFICA-NOS, SENHOR </dc:title>
  <dc:creator>Junior</dc:creator>
  <cp:lastModifiedBy>Emerson Souza</cp:lastModifiedBy>
  <cp:revision>1</cp:revision>
  <dcterms:created xsi:type="dcterms:W3CDTF">2005-12-23T02:35:25Z</dcterms:created>
  <dcterms:modified xsi:type="dcterms:W3CDTF">2026-05-02T21:41:36Z</dcterms:modified>
</cp:coreProperties>
</file>