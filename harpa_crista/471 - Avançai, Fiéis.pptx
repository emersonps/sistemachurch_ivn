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B3F1A-82FE-888A-2532-7EC28CEC3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5C6668-6000-6DEB-B3A7-A3042C6C6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9E8D62-88DB-E9AA-2C0D-BFB78178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4439CC-96D5-E67C-280C-081DA431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3AE9C7-3EA5-664D-CE91-36081F96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45B7FF-4B17-41AF-9A15-7AA6962ACE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667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E9789-D3F2-DC1B-E8D5-6C1ADDBE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6553C4-7776-922A-BEAC-54F9335C1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FBB448-8AD2-E954-4CDC-03F9D0B0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62AC-D280-8B3B-D4C9-59C2D2E5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BC6E29-0212-9044-DBDE-AB233E7B2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879711-3FD2-4BCC-8C56-A3CF46B615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611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C5C07-E38E-529A-3428-C515449B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4C9D19-7DC1-D084-06D7-931F5A450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FB216C-F19A-2FCA-4533-6AA71A7B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B2FA3E-27BF-94BD-9109-B97ECD81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19A7C0-13CC-46CB-996E-6814C348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967A1-2A1A-45EB-9C80-7326497149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269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355C3-024C-5323-9590-3C68D069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D42BBB-16A8-EF92-BEAD-94F0F7308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1940E-1F8B-6128-4E9D-AC37F059E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02A9A2-172A-1F47-07C4-590F4283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9C43ED-32E6-72C4-4C92-684C71FAA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97D6C5-6704-16F3-22B2-3E97B8EC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5283-E5BB-4AE4-B23D-8A0E57411C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737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AC4C8-A083-DDE2-A418-F91ADFCB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A8195E-1DA5-2689-C1A6-B410780BE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4B87DC-1AD2-350C-3076-B4589590C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0E36A8-704A-D4A9-BC66-6D6ABE140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F735D1-4130-9FF5-1B6B-266F089C6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1BEAC4-DA65-605C-D5FE-4D7E9701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3B61BC2-2787-AAB5-D339-FE1E5ED3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61C856A-F0CB-C0AB-A54E-8FE7C72D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32C3B-B112-495E-93E4-6B5079E705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3007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C3E44-6B5B-23FA-F796-A6E1913C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CD9397-97C9-479B-3782-78228B95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397F66-5011-4338-DA52-195B3C34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A6A2B6-A7A5-AEC6-29C0-26338A3B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1D2D7-049A-4F8C-A444-5A10C3E646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624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8EA23-A0B5-0B0A-F794-A5DE3E50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A8352E-6178-D11B-13B5-6F23DDC6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7D62F5-D972-7A01-6ADA-0DFEA83D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8172F1-9C62-4BC8-B78B-2CBCD094F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324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496C6-4646-AA4C-787F-84919911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C76AF7-0291-D0BD-CDA1-FAA3F8238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3A0976-4E0B-4BD5-C7D5-1E576BF1D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2E808C-49AA-358A-A132-EF2269A1B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D7C0A4-6241-52E6-A6B4-B60F8A5D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91923E-D130-800F-A92E-FBC7673A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5AFC9-F8CC-41FD-9FE8-4AAD70539A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533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A5C54-AE3D-4FB4-7C50-33DA8E36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50BA3D6-4FF6-6466-9C56-B1FB8BFA6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BC2634-9937-76D5-5B1C-EB8FD17FB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302897-C918-1BCB-FB9C-78FB82B53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D22FDA-19A5-9563-A829-C07205D4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B6E06B-7635-608F-FEAA-8A58E227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9F9F8-307A-4F32-9B95-42911BF65D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235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08E90-C3E3-E5DE-3723-36377545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2E0D2F-3AC3-29CF-1035-0125511ED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5C42E1-D4A4-1591-185C-D96E6806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8CA5B5-711E-5363-5F40-435229D6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D183CE-E877-38C8-CFE3-81A294D2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C7CD6A-48F1-4E72-8980-F379054984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3247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163C58-63DC-0D3F-A36C-79E79B589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73AFE3-E26E-A63E-7FAA-0AA5F2270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299AB-6ABD-0E05-42D6-CCEAD214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9C7D6F-CB22-E7D4-5E42-FCFCFF71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5612A-C562-F1E1-EB1A-DE9AF2D4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0A193A-1DF6-43E8-B7E8-7C3CCB616E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888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2759724-8A79-FB21-744C-9546326A0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80A2C6-6A4B-02FC-B9CA-5F5D4B4768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22EAA0-8FB1-D13E-F5EA-DDD4F2E1DE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85ABA0-1D00-AB21-AE6B-9AD6F97D1A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3B60D85-697A-4744-A8D3-F06B163E6D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7CE5BD2-0B49-492D-A684-7A05250615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CB9C78-E573-1EA5-79ED-2B0DCB58BC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471 – Avançai, Fiéis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C547B5-4C0F-72CD-5F63-3827BD6BD28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E434E78-9522-0D34-F002-1EFA952E0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Avançai, fiéis soldados,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Contra as hostes infernais;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Ouve-se de guerra, brados,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Homens de Gideão sejais; </a:t>
            </a:r>
            <a:br>
              <a:rPr lang="en-US" altLang="pt-BR" sz="4000" i="1"/>
            </a:br>
            <a:r>
              <a:rPr lang="en-US" altLang="pt-BR" sz="4000" i="1"/>
              <a:t>Deste mundo, a ilusão, </a:t>
            </a:r>
            <a:br>
              <a:rPr lang="en-US" altLang="pt-BR" sz="4000" i="1"/>
            </a:br>
            <a:r>
              <a:rPr lang="en-US" altLang="pt-BR" sz="4000" i="1"/>
              <a:t>O terror da própria morte </a:t>
            </a:r>
            <a:br>
              <a:rPr lang="en-US" altLang="pt-BR" sz="4000" i="1"/>
            </a:br>
            <a:r>
              <a:rPr lang="en-US" altLang="pt-BR" sz="4000" i="1"/>
              <a:t>Não nos turba o coração; </a:t>
            </a:r>
            <a:br>
              <a:rPr lang="en-US" altLang="pt-BR" sz="4000" i="1"/>
            </a:br>
            <a:r>
              <a:rPr lang="en-US" altLang="pt-BR" sz="4000" i="1"/>
              <a:t>Torna Deus, o fraco - forte.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A31D0A5-A9E6-A0F9-15AC-8F99CD3CB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Pelo sangue do Cordeiro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Nós vamos, sim, triunfar,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Senhor, ao vencedor vai coroar;</a:t>
            </a:r>
            <a:r>
              <a:rPr lang="en-US" altLang="pt-BR" sz="4000"/>
              <a:t> </a:t>
            </a:r>
            <a:r>
              <a:rPr lang="en-US" altLang="pt-BR" sz="4000" b="1" i="1"/>
              <a:t>Hei de vencer</a:t>
            </a:r>
            <a:r>
              <a:rPr lang="en-US" altLang="pt-BR" sz="4000"/>
              <a:t> </a:t>
            </a:r>
            <a:r>
              <a:rPr lang="en-US" altLang="pt-BR" sz="4000" b="1" i="1"/>
              <a:t>Com Jesus, </a:t>
            </a:r>
            <a:br>
              <a:rPr lang="en-US" altLang="pt-BR" sz="4000" b="1" i="1"/>
            </a:br>
            <a:r>
              <a:rPr lang="en-US" altLang="pt-BR" sz="4000" b="1" i="1"/>
              <a:t>O verdadeiro,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Hei de vencer,</a:t>
            </a:r>
            <a:r>
              <a:rPr lang="en-US" altLang="pt-BR" sz="4000"/>
              <a:t> </a:t>
            </a:r>
            <a:r>
              <a:rPr lang="en-US" altLang="pt-BR" sz="4000" b="1" i="1"/>
              <a:t>Pelo Seu poder.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A8F9BB7-3F37-B892-F917-A5EEE3C13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Avançai, fiéis soldados,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seguir o pavilhão; </a:t>
            </a:r>
            <a:br>
              <a:rPr lang="en-US" altLang="pt-BR" sz="4000" i="1"/>
            </a:br>
            <a:r>
              <a:rPr lang="en-US" altLang="pt-BR" sz="4000" i="1"/>
              <a:t>Ei-lo na frente arvorado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Jesus, nosso Capitão; </a:t>
            </a:r>
            <a:br>
              <a:rPr lang="en-US" altLang="pt-BR" sz="4000" i="1"/>
            </a:br>
            <a:r>
              <a:rPr lang="en-US" altLang="pt-BR" sz="4000" i="1"/>
              <a:t>Escutemos o clamor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Dos que foram abatidos;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Vamos, logo sem temor,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socorro dos feridos.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71BBFC7-8EA6-4768-F49C-A4799F3F0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Pelo sangue do Cordeiro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Nós vamos, sim, triunfar,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Senhor, ao vencedor vai coroar;</a:t>
            </a:r>
            <a:r>
              <a:rPr lang="en-US" altLang="pt-BR" sz="4000"/>
              <a:t> </a:t>
            </a:r>
            <a:r>
              <a:rPr lang="en-US" altLang="pt-BR" sz="4000" b="1" i="1"/>
              <a:t>Hei de vencer</a:t>
            </a:r>
            <a:r>
              <a:rPr lang="en-US" altLang="pt-BR" sz="4000"/>
              <a:t> </a:t>
            </a:r>
            <a:r>
              <a:rPr lang="en-US" altLang="pt-BR" sz="4000" b="1" i="1"/>
              <a:t>Com Jesus, </a:t>
            </a:r>
            <a:br>
              <a:rPr lang="en-US" altLang="pt-BR" sz="4000" b="1" i="1"/>
            </a:br>
            <a:r>
              <a:rPr lang="en-US" altLang="pt-BR" sz="4000" b="1" i="1"/>
              <a:t>O verdadeiro,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Hei de vencer,</a:t>
            </a:r>
            <a:r>
              <a:rPr lang="en-US" altLang="pt-BR" sz="4000"/>
              <a:t> </a:t>
            </a:r>
            <a:r>
              <a:rPr lang="en-US" altLang="pt-BR" sz="4000" b="1" i="1"/>
              <a:t>Pelo Seu poder.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AF6C299-281A-A1C5-19A5-561D27158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Avançai, fiéis soldados,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Sempre fortes, a lutar,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os povos escravizados,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Ide avante, a libertar,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Manda Cristo avançar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vanguarda dos remidos; </a:t>
            </a:r>
            <a:br>
              <a:rPr lang="en-US" altLang="pt-BR" sz="4000" i="1"/>
            </a:br>
            <a:r>
              <a:rPr lang="en-US" altLang="pt-BR" sz="4000" i="1"/>
              <a:t>Galardão hão de alcançar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Os que forem destemidos!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9E3C942-94A1-DB51-1781-2474E1945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Pelo sangue do Cordeiro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Nós vamos, sim, triunfar,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Senhor, ao vencedor vai coroar;</a:t>
            </a:r>
            <a:r>
              <a:rPr lang="en-US" altLang="pt-BR" sz="4000"/>
              <a:t> </a:t>
            </a:r>
            <a:r>
              <a:rPr lang="en-US" altLang="pt-BR" sz="4000" b="1" i="1"/>
              <a:t>Hei de vencer</a:t>
            </a:r>
            <a:r>
              <a:rPr lang="en-US" altLang="pt-BR" sz="4000"/>
              <a:t> </a:t>
            </a:r>
            <a:r>
              <a:rPr lang="en-US" altLang="pt-BR" sz="4000" b="1" i="1"/>
              <a:t>Com Jesus, </a:t>
            </a:r>
            <a:br>
              <a:rPr lang="en-US" altLang="pt-BR" sz="4000" b="1" i="1"/>
            </a:br>
            <a:r>
              <a:rPr lang="en-US" altLang="pt-BR" sz="4000" b="1" i="1"/>
              <a:t>O verdadeiro,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Hei de vencer,</a:t>
            </a:r>
            <a:r>
              <a:rPr lang="en-US" altLang="pt-BR" sz="4000"/>
              <a:t> </a:t>
            </a:r>
            <a:r>
              <a:rPr lang="en-US" altLang="pt-BR" sz="4000" b="1" i="1"/>
              <a:t>Pelo Seu poder. 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471 – Avançai, Fiéis </vt:lpstr>
      <vt:lpstr>Avançai, fiéis soldados,  Contra as hostes infernais;  Ouve-se de guerra, brados,  Homens de Gideão sejais;  Deste mundo, a ilusão,  O terror da própria morte  Não nos turba o coração;  Torna Deus, o fraco - forte.  </vt:lpstr>
      <vt:lpstr>Pelo sangue do Cordeiro  Nós vamos, sim, triunfar,  O Senhor, ao vencedor vai coroar; Hei de vencer Com Jesus,  O verdadeiro,  Hei de vencer, Pelo Seu poder. </vt:lpstr>
      <vt:lpstr>Avançai, fiéis soldados,  A seguir o pavilhão;  Ei-lo na frente arvorado  Por Jesus, nosso Capitão;  Escutemos o clamor  Dos que foram abatidos;  Vamos, logo sem temor,  Em socorro dos feridos.  </vt:lpstr>
      <vt:lpstr>Pelo sangue do Cordeiro  Nós vamos, sim, triunfar,  O Senhor, ao vencedor vai coroar; Hei de vencer Com Jesus,  O verdadeiro,  Hei de vencer, Pelo Seu poder. </vt:lpstr>
      <vt:lpstr>Avançai, fiéis soldados,  Sempre fortes, a lutar,  E os povos escravizados,  Ide avante, a libertar,  Manda Cristo avançar  A vanguarda dos remidos;  Galardão hão de alcançar  Os que forem destemidos!</vt:lpstr>
      <vt:lpstr>Pelo sangue do Cordeiro  Nós vamos, sim, triunfar,  O Senhor, ao vencedor vai coroar; Hei de vencer Com Jesus,  O verdadeiro,  Hei de vencer, Pelo Seu poder.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471 – Avançai, Fiéis </dc:title>
  <dc:creator>Junior</dc:creator>
  <cp:lastModifiedBy>Emerson Souza</cp:lastModifiedBy>
  <cp:revision>1</cp:revision>
  <dcterms:created xsi:type="dcterms:W3CDTF">2005-12-25T23:08:19Z</dcterms:created>
  <dcterms:modified xsi:type="dcterms:W3CDTF">2026-05-02T22:16:31Z</dcterms:modified>
</cp:coreProperties>
</file>