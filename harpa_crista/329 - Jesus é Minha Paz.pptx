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95E6A-F20B-F269-937E-3AA349D0A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DD222C-9828-80AA-ABC6-1DE0FEBF5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86B6B-457F-DAA2-03DF-9E2503DE1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0B0E8-0602-8B5C-C9F6-FE6C26C5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6E3BE0-561A-3A61-3ADB-3E2E7F5F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F4206E-C99E-4193-93C6-99D800034C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787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4DB0C-D51F-995A-DC97-3ACCED44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AB267-E05C-4200-5D2E-03F6F09BE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8B4955-52A1-20BE-5D0B-156A09D0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8211F7-D960-1CCB-BA0C-BD20A6CB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08344E-AF2D-4E6B-7034-1239D8C2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2B912-DFDE-4557-9DD4-84C610F404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500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99206-A3BC-4740-FF23-E15796AC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3E9B6-E6A9-7D60-0F4C-380617AA7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31B5F2-D1AF-0942-DA04-06744834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9DD333-65F3-2A19-D787-FE6C58D3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0698BD-87F3-10DB-EDEA-8CC217F9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B73ED-E46F-4B6B-B444-B8E57A879D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456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76C3A-6448-CD97-AB0A-75E09E76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F103C3-3D5D-30C8-3EA1-5F8502226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71AD21-1F57-7DDA-F48C-443951D1B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4924E6-6C41-B252-C386-355E268C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051391-CF54-131B-49C9-086813AC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14A1E6-98EA-686C-9D71-E5E3CA4C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E8A96-4EFB-44DD-B6AC-09B2577295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890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3668C-BC55-1BC1-3698-EE65F2F2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3CE590-7E37-D663-AC6D-8EB76EB3A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A60204-0C15-24AD-874C-B464F69D0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083B8F-1FC0-91B9-7320-F70117BA0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CB6CF6-6933-BDE7-EFD0-FD63C6EA5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66238A-FA91-E3CC-8FEB-C00E3D07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C3037A-A10E-1BAE-035E-4C589100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B3CA66-4FDC-C25B-69A2-883B7233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CF2A13-097F-460E-ACCD-DA0AC9814F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812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AE5B2-3A10-95E2-6C5B-D4AE83B2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7E4171-538C-7E1E-E9B8-D712EF1D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E9839C-0B79-F86B-869A-E79A2402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CD8588-465E-AE1E-8BF7-99BF6950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36668-4D4F-43A1-A4B7-C0A8060C27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78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C74C7A-8D76-B371-3F6E-4729E114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E573C5-02C6-20E0-7955-58D31CF0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5E5C58-40CE-A6FA-16E6-0A176EE2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37E72-5625-4E44-BAAA-80F3274BA7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225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660D6-1E75-1A91-CAE6-6995D8AA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9EE65E-2C45-4545-4BEB-8283904D3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BFD6E5-5E79-3B05-C63E-ADDBB2194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65FDBD-7EC9-EAD8-1C7B-249CD420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6CB0E5-6743-2D75-A80C-C03EB767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542EE6-C484-979F-D1FC-689C1E7B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550AA-9995-4A94-BE68-96CD1F5C65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035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610F2-00F3-7C4E-1770-D37A6C1E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32A50D6-E06B-DCE0-BB08-07E839C20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016151-C3DF-5E39-9BAC-74892998B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3E5877-08CC-D292-68EF-7BC66612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D11D6-D3F0-F9F7-397F-2F6DF24E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7E0403-13C2-7152-AAD7-279CAA7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8087-1C2B-4A8F-B409-77ACF22AE5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75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338BB-9056-6765-70B0-5391851E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142EDC-5524-CA85-8DE2-A66F1DE3A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CAD520-F7DC-51B3-0B75-E15211A5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72820D-2435-519A-1B93-112CE638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F12FA3-29B0-DAE1-9157-0F108DA4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22C3B-5FE2-4084-BC05-93D448AE2B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581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EC9771-D266-6F9B-3B2C-1AFDB0A6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D248A9-31F2-729B-1FBE-1F98D6A74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134C2F-C248-6108-5CB3-1616651C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227983-4308-D38B-2639-32A8DE6C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1D0AAA-267A-398D-F73E-5412E9A3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B9D72-E816-452B-8856-62E2F29A66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704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783819-1BD5-8AE3-8F2B-F121776EE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3472A7-DC8C-EC00-3A36-71DB9852D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A3E220-1035-532C-DCA7-B83AB77129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DE83AE-9DCC-5387-F2D8-197A9E51B0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5E6069-8CE6-ACCC-ED04-2B53359F09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309B8DF-2D77-4C82-8889-77B316019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2790032-2F8B-2BAB-E9D0-7B5C8EA261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329 – Jesus é Minha Paz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D4F1276-E0E2-EA7C-C33D-7C9FBC36AF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3BDBB9F-94C4-D47C-A19C-4C26267317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Jesus nos braços me tomou, </a:t>
            </a:r>
            <a:br>
              <a:rPr lang="en-US" altLang="pt-BR" sz="4000" i="1"/>
            </a:br>
            <a:r>
              <a:rPr lang="en-US" altLang="pt-BR" sz="4000" i="1"/>
              <a:t>Jesus me deu a paz; </a:t>
            </a:r>
            <a:br>
              <a:rPr lang="en-US" altLang="pt-BR" sz="4000" i="1"/>
            </a:br>
            <a:r>
              <a:rPr lang="en-US" altLang="pt-BR" sz="4000" i="1"/>
              <a:t>Agora canto a quem me amou, </a:t>
            </a:r>
            <a:br>
              <a:rPr lang="en-US" altLang="pt-BR" sz="4000" i="1"/>
            </a:br>
            <a:r>
              <a:rPr lang="en-US" altLang="pt-BR" sz="4000" i="1"/>
              <a:t>Jesus é minha paz!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AEC4378-AB6F-274E-09ED-FC1B529C0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Faminto e sedento andei, </a:t>
            </a:r>
            <a:br>
              <a:rPr lang="en-US" altLang="pt-BR" sz="4000" i="1"/>
            </a:br>
            <a:r>
              <a:rPr lang="en-US" altLang="pt-BR" sz="4000" i="1"/>
              <a:t>Sem ter descanso, aqui; </a:t>
            </a:r>
            <a:br>
              <a:rPr lang="en-US" altLang="pt-BR" sz="4000" i="1"/>
            </a:br>
            <a:r>
              <a:rPr lang="en-US" altLang="pt-BR" sz="4000" i="1"/>
              <a:t>Mas água viva eu aceitei; </a:t>
            </a:r>
            <a:br>
              <a:rPr lang="en-US" altLang="pt-BR" sz="4000" i="1"/>
            </a:br>
            <a:r>
              <a:rPr lang="en-US" altLang="pt-BR" sz="4000" i="1"/>
              <a:t>Achei descanso aqui!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CA947FC-7D33-3D5B-071E-B20017DF8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Onipotente pra me amar, </a:t>
            </a:r>
            <a:br>
              <a:rPr lang="en-US" altLang="pt-BR" sz="4000" i="1"/>
            </a:br>
            <a:r>
              <a:rPr lang="en-US" altLang="pt-BR" sz="4000" i="1"/>
              <a:t>É Cristo, o Rei dos céus; </a:t>
            </a:r>
            <a:br>
              <a:rPr lang="en-US" altLang="pt-BR" sz="4000" i="1"/>
            </a:br>
            <a:r>
              <a:rPr lang="en-US" altLang="pt-BR" sz="4000" i="1"/>
              <a:t>Alegremente vou cantar; </a:t>
            </a:r>
            <a:br>
              <a:rPr lang="en-US" altLang="pt-BR" sz="4000" i="1"/>
            </a:br>
            <a:r>
              <a:rPr lang="en-US" altLang="pt-BR" sz="4000" i="1"/>
              <a:t>Achei descanso em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329 – Jesus é Minha Paz </vt:lpstr>
      <vt:lpstr>Jesus nos braços me tomou,  Jesus me deu a paz;  Agora canto a quem me amou,  Jesus é minha paz!  </vt:lpstr>
      <vt:lpstr>Faminto e sedento andei,  Sem ter descanso, aqui;  Mas água viva eu aceitei;  Achei descanso aqui!  </vt:lpstr>
      <vt:lpstr>Onipotente pra me amar,  É Cristo, o Rei dos céus;  Alegremente vou cantar;  Achei descanso em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329 – Jesus é Minha Paz </dc:title>
  <dc:creator>Junior</dc:creator>
  <cp:lastModifiedBy>Emerson Souza</cp:lastModifiedBy>
  <cp:revision>1</cp:revision>
  <dcterms:created xsi:type="dcterms:W3CDTF">2005-12-26T22:01:34Z</dcterms:created>
  <dcterms:modified xsi:type="dcterms:W3CDTF">2026-05-02T22:04:22Z</dcterms:modified>
</cp:coreProperties>
</file>