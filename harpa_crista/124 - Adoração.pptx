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5" r:id="rId8"/>
    <p:sldId id="261" r:id="rId9"/>
    <p:sldId id="266" r:id="rId10"/>
    <p:sldId id="262" r:id="rId11"/>
    <p:sldId id="267" r:id="rId12"/>
    <p:sldId id="263" r:id="rId13"/>
    <p:sldId id="268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FF"/>
    <a:srgbClr val="0066FF"/>
    <a:srgbClr val="0000CC"/>
    <a:srgbClr val="6600CC"/>
    <a:srgbClr val="0033CC"/>
    <a:srgbClr val="6666FF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6" d="100"/>
          <a:sy n="66" d="100"/>
        </p:scale>
        <p:origin x="-108" y="-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63645C-2640-6036-7A45-AE995F94C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EA8487-8375-7F45-5DD8-6CC865560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C4FED2-C1AC-B22C-559A-80EC08EDC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E77910-92CB-7A6A-EF98-505FAED43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80869E-E851-0DE0-326F-4EC702DE7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2CA7E5-6B69-4211-A4F2-5D910122EF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00878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AE643E-7235-D73F-47D8-ECA471A96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BD626A-E867-903D-C536-680B7C192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C735D8-C373-F072-D8AA-A6A2F5063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918A7F-16DF-C078-A02E-76C1E22BF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CAECA3-12A7-C7EF-6C7E-72DBEF71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BFD645-87E2-4EF4-BEBD-27B76CC5F77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28163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21C1E-0EFC-DFC0-9C31-70AAFAB4E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B2C3F8-4D07-AB4A-A73B-D86FCBFCE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491F55-9B1F-12EC-1679-8917D457B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F51C0D-91DA-F570-D05E-ADDE01EDA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7CD228-B7B9-CB52-E751-E6DA5A2CD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B9BF64-DB02-4FA8-8BA9-54BCAA8D35B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91979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295D37-5D93-D156-A0BA-C6B5B61A1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40D92D-04BD-DEB1-929D-EBA36C3802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2CE7A46-4DBD-2E83-F85C-DF8C81F7D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437E43D-1BF7-EB2B-1174-C86ABF02F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9D820A-1FEA-34C6-FC11-6193A1A96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9C8C981-F25C-4D31-E758-D1C82B9CF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25C13B-DD5E-4C73-9D4C-D7E2F479080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48081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171A2-765C-7AB4-DA73-399A9BBA6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191AAC0-386B-E95E-4A3F-619B961CF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3AD5FC1-4889-3FA1-465E-7859FFFF4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AC2A274-B907-C4C8-260E-B0A761E962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0843E4E-664D-8603-929C-E288759C6D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AC14813-6C3B-C353-90B6-F7795E326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0D3E6DD-0043-E9C5-10CD-5C21B604D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4FBE40C-6CDD-B9FC-EB66-07A73C1E5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4F4BEA-AE60-48DA-965A-DCF7C3E63BD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24093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9BEDF5-5D67-9B1C-7809-6AF2C605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14C23E4-9758-E550-FA1E-0A96BC93A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21158C8-74F6-86C7-D7A5-9554F2F6D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FAA7C71-6C75-1D77-45ED-C512E33FC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3488F4-B8D1-4EF8-8160-36F3CB3CCB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970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88786E5-5DD5-975F-6A06-4EC43EB62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52B301C-9E5A-3044-3375-BA93B3B54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178D1A3-625E-D410-1F4C-9A59C7EA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C84B93-CA59-455F-8972-82E36F6FB6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27989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74E19D-6131-64AC-B115-EB7F23723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D0E5F5-03DD-11F9-D146-7CA0DEB91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04E87DC-0EAB-FBEE-4812-68BB5C964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99211D-CA9F-0373-49F3-6039431B7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244012-F0ED-830C-3A90-C1CE8AB79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53CBDE-E99F-F8BE-D91A-F77FE072F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CA3D7E-5C83-481C-977E-565BA0D9371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39019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1F6C56-40AB-71E5-1D4B-C9ADF3AF6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361D408-C99D-A781-E0F4-98E0557440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76830B-8FA7-076E-114C-703909892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C4407AD-EE8E-D1B0-69D3-4DB20EFC9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354197-1046-E1C6-93D0-5D89CC431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E1B698E-FFE9-77BE-0286-8B10B228A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B4BA50-8805-486C-882A-89E29A6B99D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0185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B11FD0-0113-C7B4-04E7-F1A676B9E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48FE2C-124F-968B-5B36-F6D2B5B6B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EC7375-BF9B-4B09-E88C-45D4B6611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596E0D-6C3C-2DD5-F97B-541C1EA92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DC9AE7-5F9F-9088-C6FC-B787D13EA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09EEB8-5E69-435E-AFB6-FEDDCC875C1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71563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4D63E7-EBCC-63D6-64E1-AB9974BB39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AB775CA-EB1A-5F7F-BF17-6E6E9D58D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3243B3-BDB3-E3E0-3D9A-5071A7B33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213AD3-D954-FDE9-0ECD-E7EE4311E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F1AE1D-67FE-A857-8924-C6A8AFE32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022530-4FBD-4827-8D87-6A3ACE81C6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26813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7F4893E-FE48-E3CD-3DAB-4819B2E596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7F5338C-B59C-7279-CC0C-4AA12E2F17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225CDD5-50E2-6BED-F2D9-0182F7A5C3B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7748C9F-0EFC-922D-EF9B-C856246C5FD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E129269-4A4F-5D32-751B-D2EB6580304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07DD8AF-514C-44A2-9C4A-F4EDDF67FC8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7CBE4DF-BFA1-A4EA-DBA0-77D98F377A3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27088" y="1844675"/>
            <a:ext cx="7631112" cy="1755775"/>
          </a:xfrm>
        </p:spPr>
        <p:txBody>
          <a:bodyPr anchor="ctr"/>
          <a:lstStyle/>
          <a:p>
            <a:r>
              <a:rPr lang="en-US" altLang="pt-BR" sz="4000" b="1">
                <a:solidFill>
                  <a:srgbClr val="EBEBFF"/>
                </a:solidFill>
              </a:rPr>
              <a:t>124 </a:t>
            </a:r>
            <a:br>
              <a:rPr lang="en-US" altLang="pt-BR" sz="4000" b="1">
                <a:solidFill>
                  <a:srgbClr val="EBEBFF"/>
                </a:solidFill>
              </a:rPr>
            </a:br>
            <a:r>
              <a:rPr lang="en-US" altLang="pt-BR" sz="4000" b="1">
                <a:solidFill>
                  <a:srgbClr val="EBEBFF"/>
                </a:solidFill>
              </a:rPr>
              <a:t> ADORAÇÃO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8AB4AC9-0ED6-70AB-6049-C8D83D0B9D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052513"/>
            <a:ext cx="9144000" cy="3590925"/>
          </a:xfrm>
        </p:spPr>
        <p:txBody>
          <a:bodyPr/>
          <a:lstStyle/>
          <a:p>
            <a:r>
              <a:rPr lang="en-US" altLang="pt-BR" sz="4000">
                <a:solidFill>
                  <a:srgbClr val="EBEBFF"/>
                </a:solidFill>
              </a:rPr>
              <a:t>Adorai o Rei do Universo!</a:t>
            </a:r>
            <a:br>
              <a:rPr lang="en-US" altLang="pt-BR" sz="4000">
                <a:solidFill>
                  <a:srgbClr val="EBEBFF"/>
                </a:solidFill>
              </a:rPr>
            </a:br>
            <a:r>
              <a:rPr lang="en-US" altLang="pt-BR" sz="4000">
                <a:solidFill>
                  <a:srgbClr val="EBEBFF"/>
                </a:solidFill>
              </a:rPr>
              <a:t>Terra e céus, cantai o Seu louvor! </a:t>
            </a:r>
            <a:br>
              <a:rPr lang="en-US" altLang="pt-BR" sz="4000">
                <a:solidFill>
                  <a:srgbClr val="EBEBFF"/>
                </a:solidFill>
              </a:rPr>
            </a:br>
            <a:r>
              <a:rPr lang="en-US" altLang="pt-BR" sz="4000">
                <a:solidFill>
                  <a:srgbClr val="EBEBFF"/>
                </a:solidFill>
              </a:rPr>
              <a:t>Todo o ser no grande mar submerso, </a:t>
            </a:r>
            <a:br>
              <a:rPr lang="en-US" altLang="pt-BR" sz="4000">
                <a:solidFill>
                  <a:srgbClr val="EBEBFF"/>
                </a:solidFill>
              </a:rPr>
            </a:br>
            <a:r>
              <a:rPr lang="en-US" altLang="pt-BR" sz="4000">
                <a:solidFill>
                  <a:srgbClr val="EBEBFF"/>
                </a:solidFill>
              </a:rPr>
              <a:t>Louve ao Dominador!</a:t>
            </a:r>
            <a:br>
              <a:rPr lang="en-US" altLang="pt-BR" sz="4000">
                <a:solidFill>
                  <a:srgbClr val="EBEBFF"/>
                </a:solidFill>
              </a:rPr>
            </a:br>
            <a:endParaRPr lang="en-US" altLang="pt-BR" sz="4000">
              <a:solidFill>
                <a:srgbClr val="EBEB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2C1D625-9675-F46B-EBA1-2624482968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76250"/>
            <a:ext cx="9144000" cy="4017963"/>
          </a:xfrm>
        </p:spPr>
        <p:txBody>
          <a:bodyPr/>
          <a:lstStyle/>
          <a:p>
            <a:r>
              <a:rPr lang="en-US" altLang="pt-BR" sz="4000" b="1" i="1">
                <a:solidFill>
                  <a:srgbClr val="EBEBFF"/>
                </a:solidFill>
              </a:rPr>
              <a:t>Todos juntos O louvemos! </a:t>
            </a:r>
            <a:br>
              <a:rPr lang="en-US" altLang="pt-BR" sz="4000" b="1" i="1">
                <a:solidFill>
                  <a:srgbClr val="EBEBFF"/>
                </a:solidFill>
              </a:rPr>
            </a:br>
            <a:r>
              <a:rPr lang="en-US" altLang="pt-BR" sz="4000" b="1" i="1">
                <a:solidFill>
                  <a:srgbClr val="EBEBFF"/>
                </a:solidFill>
              </a:rPr>
              <a:t>Grande Salvador e Redentor! </a:t>
            </a:r>
            <a:br>
              <a:rPr lang="en-US" altLang="pt-BR" sz="4000" b="1" i="1">
                <a:solidFill>
                  <a:srgbClr val="EBEBFF"/>
                </a:solidFill>
              </a:rPr>
            </a:br>
            <a:r>
              <a:rPr lang="en-US" altLang="pt-BR" sz="4000" b="1" i="1">
                <a:solidFill>
                  <a:srgbClr val="EBEBFF"/>
                </a:solidFill>
              </a:rPr>
              <a:t>Todos O louvemos!</a:t>
            </a:r>
            <a:br>
              <a:rPr lang="en-US" altLang="pt-BR" sz="4000" b="1" i="1">
                <a:solidFill>
                  <a:srgbClr val="EBEBFF"/>
                </a:solidFill>
              </a:rPr>
            </a:br>
            <a:r>
              <a:rPr lang="en-US" altLang="pt-BR" sz="4000" b="1" i="1">
                <a:solidFill>
                  <a:srgbClr val="EBEBFF"/>
                </a:solidFill>
              </a:rPr>
              <a:t>Régio Dominador!</a:t>
            </a:r>
            <a:br>
              <a:rPr lang="en-US" altLang="pt-BR" sz="4000" b="1" i="1">
                <a:solidFill>
                  <a:srgbClr val="EBEBFF"/>
                </a:solidFill>
              </a:rPr>
            </a:br>
            <a:endParaRPr lang="en-US" altLang="pt-BR" sz="4000" b="1" i="1">
              <a:solidFill>
                <a:srgbClr val="EBEB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A86FF57-B5D1-7973-3A89-4A1CC2D435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4667250"/>
          </a:xfrm>
        </p:spPr>
        <p:txBody>
          <a:bodyPr/>
          <a:lstStyle/>
          <a:p>
            <a:r>
              <a:rPr lang="en-US" altLang="pt-BR" sz="4000">
                <a:solidFill>
                  <a:srgbClr val="EBEBFF"/>
                </a:solidFill>
              </a:rPr>
              <a:t>Adorai-O, anjos poderosos,</a:t>
            </a:r>
            <a:br>
              <a:rPr lang="en-US" altLang="pt-BR" sz="4000">
                <a:solidFill>
                  <a:srgbClr val="EBEBFF"/>
                </a:solidFill>
              </a:rPr>
            </a:br>
            <a:r>
              <a:rPr lang="en-US" altLang="pt-BR" sz="4000">
                <a:solidFill>
                  <a:srgbClr val="EBEBFF"/>
                </a:solidFill>
              </a:rPr>
              <a:t>Vós que Sua glória contemplais!</a:t>
            </a:r>
            <a:br>
              <a:rPr lang="en-US" altLang="pt-BR" sz="4000">
                <a:solidFill>
                  <a:srgbClr val="EBEBFF"/>
                </a:solidFill>
              </a:rPr>
            </a:br>
            <a:r>
              <a:rPr lang="en-US" altLang="pt-BR" sz="4000">
                <a:solidFill>
                  <a:srgbClr val="EBEBFF"/>
                </a:solidFill>
              </a:rPr>
              <a:t>Vós, remidos, já vitoriosos; </a:t>
            </a:r>
            <a:br>
              <a:rPr lang="en-US" altLang="pt-BR" sz="4000">
                <a:solidFill>
                  <a:srgbClr val="EBEBFF"/>
                </a:solidFill>
              </a:rPr>
            </a:br>
            <a:r>
              <a:rPr lang="en-US" altLang="pt-BR" sz="4000">
                <a:solidFill>
                  <a:srgbClr val="EBEBFF"/>
                </a:solidFill>
              </a:rPr>
              <a:t>Graças, rendei-Lhe mais!</a:t>
            </a:r>
            <a:br>
              <a:rPr lang="en-US" altLang="pt-BR" sz="4000">
                <a:solidFill>
                  <a:srgbClr val="EBEBFF"/>
                </a:solidFill>
              </a:rPr>
            </a:br>
            <a:endParaRPr lang="en-US" altLang="pt-BR" sz="4000">
              <a:solidFill>
                <a:srgbClr val="EBEB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>
            <a:extLst>
              <a:ext uri="{FF2B5EF4-FFF2-40B4-BE49-F238E27FC236}">
                <a16:creationId xmlns:a16="http://schemas.microsoft.com/office/drawing/2014/main" id="{991B081F-F4AB-B44D-D851-768C69C043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20713"/>
            <a:ext cx="9144000" cy="4103687"/>
          </a:xfrm>
          <a:noFill/>
          <a:ln/>
        </p:spPr>
        <p:txBody>
          <a:bodyPr/>
          <a:lstStyle/>
          <a:p>
            <a:r>
              <a:rPr lang="en-US" altLang="pt-BR" sz="4000" b="1" i="1">
                <a:solidFill>
                  <a:srgbClr val="EBEBFF"/>
                </a:solidFill>
              </a:rPr>
              <a:t>Todos juntos O louvemos! </a:t>
            </a:r>
            <a:br>
              <a:rPr lang="en-US" altLang="pt-BR" sz="4000" b="1" i="1">
                <a:solidFill>
                  <a:srgbClr val="EBEBFF"/>
                </a:solidFill>
              </a:rPr>
            </a:br>
            <a:r>
              <a:rPr lang="en-US" altLang="pt-BR" sz="4000" b="1" i="1">
                <a:solidFill>
                  <a:srgbClr val="EBEBFF"/>
                </a:solidFill>
              </a:rPr>
              <a:t>Grande Salvador e Redentor! </a:t>
            </a:r>
            <a:br>
              <a:rPr lang="en-US" altLang="pt-BR" sz="4000" b="1" i="1">
                <a:solidFill>
                  <a:srgbClr val="EBEBFF"/>
                </a:solidFill>
              </a:rPr>
            </a:br>
            <a:r>
              <a:rPr lang="en-US" altLang="pt-BR" sz="4000" b="1" i="1">
                <a:solidFill>
                  <a:srgbClr val="EBEBFF"/>
                </a:solidFill>
              </a:rPr>
              <a:t>Todos O louvemos!</a:t>
            </a:r>
            <a:br>
              <a:rPr lang="en-US" altLang="pt-BR" sz="4000" b="1" i="1">
                <a:solidFill>
                  <a:srgbClr val="EBEBFF"/>
                </a:solidFill>
              </a:rPr>
            </a:br>
            <a:r>
              <a:rPr lang="en-US" altLang="pt-BR" sz="4000" b="1" i="1">
                <a:solidFill>
                  <a:srgbClr val="EBEBFF"/>
                </a:solidFill>
              </a:rPr>
              <a:t>Régio Dominador!</a:t>
            </a:r>
            <a:br>
              <a:rPr lang="en-US" altLang="pt-BR" sz="4000" b="1" i="1">
                <a:solidFill>
                  <a:srgbClr val="EBEBFF"/>
                </a:solidFill>
              </a:rPr>
            </a:br>
            <a:endParaRPr lang="en-US" altLang="pt-BR" sz="4000" b="1" i="1">
              <a:solidFill>
                <a:srgbClr val="EBEB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2F65A54-B8B0-16BB-BDD0-BD6F1CD4DC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4522787"/>
          </a:xfrm>
        </p:spPr>
        <p:txBody>
          <a:bodyPr/>
          <a:lstStyle/>
          <a:p>
            <a:r>
              <a:rPr lang="en-US" altLang="pt-BR" sz="4000">
                <a:solidFill>
                  <a:srgbClr val="EBEBFF"/>
                </a:solidFill>
              </a:rPr>
              <a:t>Sol e lua, coros estelares,</a:t>
            </a:r>
            <a:br>
              <a:rPr lang="en-US" altLang="pt-BR" sz="4000">
                <a:solidFill>
                  <a:srgbClr val="EBEBFF"/>
                </a:solidFill>
              </a:rPr>
            </a:br>
            <a:r>
              <a:rPr lang="en-US" altLang="pt-BR" sz="4000">
                <a:solidFill>
                  <a:srgbClr val="EBEBFF"/>
                </a:solidFill>
              </a:rPr>
              <a:t>Sua majestade anunciai,</a:t>
            </a:r>
            <a:br>
              <a:rPr lang="en-US" altLang="pt-BR" sz="4000">
                <a:solidFill>
                  <a:srgbClr val="EBEBFF"/>
                </a:solidFill>
              </a:rPr>
            </a:br>
            <a:r>
              <a:rPr lang="en-US" altLang="pt-BR" sz="4000">
                <a:solidFill>
                  <a:srgbClr val="EBEBFF"/>
                </a:solidFill>
              </a:rPr>
              <a:t>Hostes grandes, centos de milhares, </a:t>
            </a:r>
            <a:br>
              <a:rPr lang="en-US" altLang="pt-BR" sz="4000">
                <a:solidFill>
                  <a:srgbClr val="EBEBFF"/>
                </a:solidFill>
              </a:rPr>
            </a:br>
            <a:r>
              <a:rPr lang="en-US" altLang="pt-BR" sz="4000">
                <a:solidFill>
                  <a:srgbClr val="EBEBFF"/>
                </a:solidFill>
              </a:rPr>
              <a:t>O Seu poder mostrai!</a:t>
            </a:r>
            <a:br>
              <a:rPr lang="en-US" altLang="pt-BR" sz="4000">
                <a:solidFill>
                  <a:srgbClr val="EBEBFF"/>
                </a:solidFill>
              </a:rPr>
            </a:br>
            <a:endParaRPr lang="en-US" altLang="pt-BR" sz="4000">
              <a:solidFill>
                <a:srgbClr val="EBEB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5">
            <a:extLst>
              <a:ext uri="{FF2B5EF4-FFF2-40B4-BE49-F238E27FC236}">
                <a16:creationId xmlns:a16="http://schemas.microsoft.com/office/drawing/2014/main" id="{05643CC5-A7AA-3D86-3A7A-C9A7670F44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76250"/>
            <a:ext cx="9144000" cy="4465638"/>
          </a:xfrm>
          <a:noFill/>
          <a:ln/>
        </p:spPr>
        <p:txBody>
          <a:bodyPr/>
          <a:lstStyle/>
          <a:p>
            <a:r>
              <a:rPr lang="en-US" altLang="pt-BR" sz="4000" b="1" i="1">
                <a:solidFill>
                  <a:srgbClr val="EBEBFF"/>
                </a:solidFill>
              </a:rPr>
              <a:t>Todos juntos O louvemos! </a:t>
            </a:r>
            <a:br>
              <a:rPr lang="en-US" altLang="pt-BR" sz="4000" b="1" i="1">
                <a:solidFill>
                  <a:srgbClr val="EBEBFF"/>
                </a:solidFill>
              </a:rPr>
            </a:br>
            <a:r>
              <a:rPr lang="en-US" altLang="pt-BR" sz="4000" b="1" i="1">
                <a:solidFill>
                  <a:srgbClr val="EBEBFF"/>
                </a:solidFill>
              </a:rPr>
              <a:t>Grande Salvador e Redentor! </a:t>
            </a:r>
            <a:br>
              <a:rPr lang="en-US" altLang="pt-BR" sz="4000" b="1" i="1">
                <a:solidFill>
                  <a:srgbClr val="EBEBFF"/>
                </a:solidFill>
              </a:rPr>
            </a:br>
            <a:r>
              <a:rPr lang="en-US" altLang="pt-BR" sz="4000" b="1" i="1">
                <a:solidFill>
                  <a:srgbClr val="EBEBFF"/>
                </a:solidFill>
              </a:rPr>
              <a:t>Todos O louvemos!</a:t>
            </a:r>
            <a:br>
              <a:rPr lang="en-US" altLang="pt-BR" sz="4000" b="1" i="1">
                <a:solidFill>
                  <a:srgbClr val="EBEBFF"/>
                </a:solidFill>
              </a:rPr>
            </a:br>
            <a:r>
              <a:rPr lang="en-US" altLang="pt-BR" sz="4000" b="1" i="1">
                <a:solidFill>
                  <a:srgbClr val="EBEBFF"/>
                </a:solidFill>
              </a:rPr>
              <a:t>Régio Dominador!</a:t>
            </a:r>
            <a:br>
              <a:rPr lang="en-US" altLang="pt-BR" sz="4000" b="1" i="1">
                <a:solidFill>
                  <a:srgbClr val="EBEBFF"/>
                </a:solidFill>
              </a:rPr>
            </a:br>
            <a:endParaRPr lang="en-US" altLang="pt-BR" sz="4000" b="1" i="1">
              <a:solidFill>
                <a:srgbClr val="EBEB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32EBE5E-9963-7C90-F268-79442FEEB5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4667250"/>
          </a:xfrm>
        </p:spPr>
        <p:txBody>
          <a:bodyPr/>
          <a:lstStyle/>
          <a:p>
            <a:r>
              <a:rPr lang="en-US" altLang="pt-BR" sz="4000">
                <a:solidFill>
                  <a:srgbClr val="EBEBFF"/>
                </a:solidFill>
              </a:rPr>
              <a:t>Ventos! Chuvas! Raios! Trovoadas! Revelai o forte Criador!</a:t>
            </a:r>
            <a:br>
              <a:rPr lang="en-US" altLang="pt-BR" sz="4000">
                <a:solidFill>
                  <a:srgbClr val="EBEBFF"/>
                </a:solidFill>
              </a:rPr>
            </a:br>
            <a:r>
              <a:rPr lang="en-US" altLang="pt-BR" sz="4000">
                <a:solidFill>
                  <a:srgbClr val="EBEBFF"/>
                </a:solidFill>
              </a:rPr>
              <a:t>Vós dizeis, ó serras elevadas,</a:t>
            </a:r>
            <a:br>
              <a:rPr lang="en-US" altLang="pt-BR" sz="4000">
                <a:solidFill>
                  <a:srgbClr val="EBEBFF"/>
                </a:solidFill>
              </a:rPr>
            </a:br>
            <a:r>
              <a:rPr lang="en-US" altLang="pt-BR" sz="4000">
                <a:solidFill>
                  <a:srgbClr val="EBEBFF"/>
                </a:solidFill>
              </a:rPr>
              <a:t>Quão grande é meu Senhor!</a:t>
            </a:r>
            <a:br>
              <a:rPr lang="en-US" altLang="pt-BR" sz="4000">
                <a:solidFill>
                  <a:srgbClr val="EBEBFF"/>
                </a:solidFill>
              </a:rPr>
            </a:br>
            <a:endParaRPr lang="en-US" altLang="pt-BR" sz="4000">
              <a:solidFill>
                <a:srgbClr val="EBEB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Rectangle 5">
            <a:extLst>
              <a:ext uri="{FF2B5EF4-FFF2-40B4-BE49-F238E27FC236}">
                <a16:creationId xmlns:a16="http://schemas.microsoft.com/office/drawing/2014/main" id="{6DE99907-CF53-2BEA-A98D-A1ADB50213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20713"/>
            <a:ext cx="9144000" cy="4321175"/>
          </a:xfrm>
          <a:noFill/>
          <a:ln/>
        </p:spPr>
        <p:txBody>
          <a:bodyPr/>
          <a:lstStyle/>
          <a:p>
            <a:r>
              <a:rPr lang="en-US" altLang="pt-BR" sz="4000" b="1" i="1">
                <a:solidFill>
                  <a:srgbClr val="EBEBFF"/>
                </a:solidFill>
              </a:rPr>
              <a:t>Todos juntos O louvemos! </a:t>
            </a:r>
            <a:br>
              <a:rPr lang="en-US" altLang="pt-BR" sz="4000" b="1" i="1">
                <a:solidFill>
                  <a:srgbClr val="EBEBFF"/>
                </a:solidFill>
              </a:rPr>
            </a:br>
            <a:r>
              <a:rPr lang="en-US" altLang="pt-BR" sz="4000" b="1" i="1">
                <a:solidFill>
                  <a:srgbClr val="EBEBFF"/>
                </a:solidFill>
              </a:rPr>
              <a:t>Grande Salvador e Redentor! </a:t>
            </a:r>
            <a:br>
              <a:rPr lang="en-US" altLang="pt-BR" sz="4000" b="1" i="1">
                <a:solidFill>
                  <a:srgbClr val="EBEBFF"/>
                </a:solidFill>
              </a:rPr>
            </a:br>
            <a:r>
              <a:rPr lang="en-US" altLang="pt-BR" sz="4000" b="1" i="1">
                <a:solidFill>
                  <a:srgbClr val="EBEBFF"/>
                </a:solidFill>
              </a:rPr>
              <a:t>Todos O louvemos!</a:t>
            </a:r>
            <a:br>
              <a:rPr lang="en-US" altLang="pt-BR" sz="4000" b="1" i="1">
                <a:solidFill>
                  <a:srgbClr val="EBEBFF"/>
                </a:solidFill>
              </a:rPr>
            </a:br>
            <a:r>
              <a:rPr lang="en-US" altLang="pt-BR" sz="4000" b="1" i="1">
                <a:solidFill>
                  <a:srgbClr val="EBEBFF"/>
                </a:solidFill>
              </a:rPr>
              <a:t>Régio Dominador!</a:t>
            </a:r>
            <a:br>
              <a:rPr lang="en-US" altLang="pt-BR" sz="4000" b="1" i="1">
                <a:solidFill>
                  <a:srgbClr val="EBEBFF"/>
                </a:solidFill>
              </a:rPr>
            </a:br>
            <a:endParaRPr lang="en-US" altLang="pt-BR" sz="4000" b="1" i="1">
              <a:solidFill>
                <a:srgbClr val="EBEB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8E63D1C-E7BA-2AF4-BC46-79994F1409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92150"/>
            <a:ext cx="9144000" cy="4392613"/>
          </a:xfrm>
        </p:spPr>
        <p:txBody>
          <a:bodyPr/>
          <a:lstStyle/>
          <a:p>
            <a:r>
              <a:rPr lang="en-US" altLang="pt-BR" sz="4000">
                <a:solidFill>
                  <a:srgbClr val="EBEBFF"/>
                </a:solidFill>
              </a:rPr>
              <a:t>Altos cedros! Grama verdejante! </a:t>
            </a:r>
            <a:br>
              <a:rPr lang="en-US" altLang="pt-BR" sz="4000">
                <a:solidFill>
                  <a:srgbClr val="EBEBFF"/>
                </a:solidFill>
              </a:rPr>
            </a:br>
            <a:r>
              <a:rPr lang="en-US" altLang="pt-BR" sz="4000">
                <a:solidFill>
                  <a:srgbClr val="EBEBFF"/>
                </a:solidFill>
              </a:rPr>
              <a:t>Esta sinfonia aumentai;</a:t>
            </a:r>
            <a:br>
              <a:rPr lang="en-US" altLang="pt-BR" sz="4000">
                <a:solidFill>
                  <a:srgbClr val="EBEBFF"/>
                </a:solidFill>
              </a:rPr>
            </a:br>
            <a:r>
              <a:rPr lang="en-US" altLang="pt-BR" sz="4000">
                <a:solidFill>
                  <a:srgbClr val="EBEBFF"/>
                </a:solidFill>
              </a:rPr>
              <a:t>Aves, vermes, todo o ser gigante; Gratos a Deus louvai!</a:t>
            </a:r>
            <a:br>
              <a:rPr lang="en-US" altLang="pt-BR" sz="4000">
                <a:solidFill>
                  <a:srgbClr val="EBEBFF"/>
                </a:solidFill>
              </a:rPr>
            </a:br>
            <a:endParaRPr lang="en-US" altLang="pt-BR" sz="4000">
              <a:solidFill>
                <a:srgbClr val="EBEB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5">
            <a:extLst>
              <a:ext uri="{FF2B5EF4-FFF2-40B4-BE49-F238E27FC236}">
                <a16:creationId xmlns:a16="http://schemas.microsoft.com/office/drawing/2014/main" id="{F354E868-F2E4-04B3-47CD-03A82724F4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5175"/>
            <a:ext cx="9144000" cy="4824413"/>
          </a:xfrm>
          <a:noFill/>
          <a:ln/>
        </p:spPr>
        <p:txBody>
          <a:bodyPr/>
          <a:lstStyle/>
          <a:p>
            <a:r>
              <a:rPr lang="en-US" altLang="pt-BR" sz="4000" b="1" i="1">
                <a:solidFill>
                  <a:srgbClr val="EBEBFF"/>
                </a:solidFill>
              </a:rPr>
              <a:t>Todos juntos O louvemos! </a:t>
            </a:r>
            <a:br>
              <a:rPr lang="en-US" altLang="pt-BR" sz="4000" b="1" i="1">
                <a:solidFill>
                  <a:srgbClr val="EBEBFF"/>
                </a:solidFill>
              </a:rPr>
            </a:br>
            <a:r>
              <a:rPr lang="en-US" altLang="pt-BR" sz="4000" b="1" i="1">
                <a:solidFill>
                  <a:srgbClr val="EBEBFF"/>
                </a:solidFill>
              </a:rPr>
              <a:t>Grande Salvador e Redentor! </a:t>
            </a:r>
            <a:br>
              <a:rPr lang="en-US" altLang="pt-BR" sz="4000" b="1" i="1">
                <a:solidFill>
                  <a:srgbClr val="EBEBFF"/>
                </a:solidFill>
              </a:rPr>
            </a:br>
            <a:r>
              <a:rPr lang="en-US" altLang="pt-BR" sz="4000" b="1" i="1">
                <a:solidFill>
                  <a:srgbClr val="EBEBFF"/>
                </a:solidFill>
              </a:rPr>
              <a:t>Todos O louvemos!</a:t>
            </a:r>
            <a:br>
              <a:rPr lang="en-US" altLang="pt-BR" sz="4000" b="1" i="1">
                <a:solidFill>
                  <a:srgbClr val="EBEBFF"/>
                </a:solidFill>
              </a:rPr>
            </a:br>
            <a:r>
              <a:rPr lang="en-US" altLang="pt-BR" sz="4000" b="1" i="1">
                <a:solidFill>
                  <a:srgbClr val="EBEBFF"/>
                </a:solidFill>
              </a:rPr>
              <a:t>Régio Dominador!</a:t>
            </a:r>
            <a:br>
              <a:rPr lang="en-US" altLang="pt-BR" sz="4000" b="1" i="1">
                <a:solidFill>
                  <a:srgbClr val="EBEBFF"/>
                </a:solidFill>
              </a:rPr>
            </a:br>
            <a:endParaRPr lang="en-US" altLang="pt-BR" sz="4000" b="1" i="1">
              <a:solidFill>
                <a:srgbClr val="EBEB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D436275-5808-9C17-3E22-3CC9D5CA08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5175"/>
            <a:ext cx="9144000" cy="4175125"/>
          </a:xfrm>
        </p:spPr>
        <p:txBody>
          <a:bodyPr/>
          <a:lstStyle/>
          <a:p>
            <a:r>
              <a:rPr lang="en-US" altLang="pt-BR" sz="4000">
                <a:solidFill>
                  <a:srgbClr val="EBEBFF"/>
                </a:solidFill>
              </a:rPr>
              <a:t>Homens! Jovens! Velhos e meninos! Adorai ao vosso Redentor!</a:t>
            </a:r>
            <a:br>
              <a:rPr lang="en-US" altLang="pt-BR" sz="4000">
                <a:solidFill>
                  <a:srgbClr val="EBEBFF"/>
                </a:solidFill>
              </a:rPr>
            </a:br>
            <a:r>
              <a:rPr lang="en-US" altLang="pt-BR" sz="4000">
                <a:solidFill>
                  <a:srgbClr val="EBEBFF"/>
                </a:solidFill>
              </a:rPr>
              <a:t>Reis e sábios, grandes, pequeninos, Dai-Lhe veraz louvor!	</a:t>
            </a:r>
            <a:br>
              <a:rPr lang="en-US" altLang="pt-BR" sz="4000">
                <a:solidFill>
                  <a:srgbClr val="EBEBFF"/>
                </a:solidFill>
              </a:rPr>
            </a:br>
            <a:r>
              <a:rPr lang="en-US" altLang="pt-BR" sz="4000">
                <a:solidFill>
                  <a:srgbClr val="EBEBFF"/>
                </a:solidFill>
              </a:rPr>
              <a:t>								</a:t>
            </a:r>
            <a:r>
              <a:rPr lang="en-US" altLang="pt-BR" sz="1600">
                <a:solidFill>
                  <a:srgbClr val="EBEBFF"/>
                </a:solidFill>
              </a:rPr>
              <a:t>E.W.</a:t>
            </a:r>
            <a:br>
              <a:rPr lang="en-US" altLang="pt-BR" sz="1600">
                <a:solidFill>
                  <a:srgbClr val="EBEBFF"/>
                </a:solidFill>
              </a:rPr>
            </a:br>
            <a:endParaRPr lang="en-US" altLang="pt-BR" sz="1600">
              <a:solidFill>
                <a:srgbClr val="EBEB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5">
            <a:extLst>
              <a:ext uri="{FF2B5EF4-FFF2-40B4-BE49-F238E27FC236}">
                <a16:creationId xmlns:a16="http://schemas.microsoft.com/office/drawing/2014/main" id="{7C999ADC-1744-A4D6-A18E-14A9587EB2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92150"/>
            <a:ext cx="9144000" cy="4321175"/>
          </a:xfrm>
          <a:noFill/>
          <a:ln/>
        </p:spPr>
        <p:txBody>
          <a:bodyPr/>
          <a:lstStyle/>
          <a:p>
            <a:r>
              <a:rPr lang="en-US" altLang="pt-BR" sz="4000" b="1" i="1">
                <a:solidFill>
                  <a:srgbClr val="EBEBFF"/>
                </a:solidFill>
              </a:rPr>
              <a:t>Todos juntos O louvemos! </a:t>
            </a:r>
            <a:br>
              <a:rPr lang="en-US" altLang="pt-BR" sz="4000" b="1" i="1">
                <a:solidFill>
                  <a:srgbClr val="EBEBFF"/>
                </a:solidFill>
              </a:rPr>
            </a:br>
            <a:r>
              <a:rPr lang="en-US" altLang="pt-BR" sz="4000" b="1" i="1">
                <a:solidFill>
                  <a:srgbClr val="EBEBFF"/>
                </a:solidFill>
              </a:rPr>
              <a:t>Grande Salvador e Redentor! </a:t>
            </a:r>
            <a:br>
              <a:rPr lang="en-US" altLang="pt-BR" sz="4000" b="1" i="1">
                <a:solidFill>
                  <a:srgbClr val="EBEBFF"/>
                </a:solidFill>
              </a:rPr>
            </a:br>
            <a:r>
              <a:rPr lang="en-US" altLang="pt-BR" sz="4000" b="1" i="1">
                <a:solidFill>
                  <a:srgbClr val="EBEBFF"/>
                </a:solidFill>
              </a:rPr>
              <a:t>Todos O louvemos!</a:t>
            </a:r>
            <a:br>
              <a:rPr lang="en-US" altLang="pt-BR" sz="4000" b="1" i="1">
                <a:solidFill>
                  <a:srgbClr val="EBEBFF"/>
                </a:solidFill>
              </a:rPr>
            </a:br>
            <a:r>
              <a:rPr lang="en-US" altLang="pt-BR" sz="4000" b="1" i="1">
                <a:solidFill>
                  <a:srgbClr val="EBEBFF"/>
                </a:solidFill>
              </a:rPr>
              <a:t>Régio Dominador!</a:t>
            </a:r>
            <a:br>
              <a:rPr lang="en-US" altLang="pt-BR" sz="4000" b="1" i="1">
                <a:solidFill>
                  <a:srgbClr val="EBEBFF"/>
                </a:solidFill>
              </a:rPr>
            </a:br>
            <a:endParaRPr lang="en-US" altLang="pt-BR" sz="4000" b="1" i="1">
              <a:solidFill>
                <a:srgbClr val="EBEB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312</Words>
  <Application>Microsoft Office PowerPoint</Application>
  <PresentationFormat>Apresentação na tela (4:3)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5" baseType="lpstr">
      <vt:lpstr>Arial</vt:lpstr>
      <vt:lpstr>Design padrão</vt:lpstr>
      <vt:lpstr>124   ADORAÇÃO</vt:lpstr>
      <vt:lpstr>Adorai o Rei do Universo! Terra e céus, cantai o Seu louvor!  Todo o ser no grande mar submerso,  Louve ao Dominador! </vt:lpstr>
      <vt:lpstr>Todos juntos O louvemos!  Grande Salvador e Redentor!  Todos O louvemos! Régio Dominador! </vt:lpstr>
      <vt:lpstr>Adorai-O, anjos poderosos, Vós que Sua glória contemplais! Vós, remidos, já vitoriosos;  Graças, rendei-Lhe mais! </vt:lpstr>
      <vt:lpstr>Todos juntos O louvemos!  Grande Salvador e Redentor!  Todos O louvemos! Régio Dominador! </vt:lpstr>
      <vt:lpstr>Sol e lua, coros estelares, Sua majestade anunciai, Hostes grandes, centos de milhares,  O Seu poder mostrai! </vt:lpstr>
      <vt:lpstr>Todos juntos O louvemos!  Grande Salvador e Redentor!  Todos O louvemos! Régio Dominador! </vt:lpstr>
      <vt:lpstr>Ventos! Chuvas! Raios! Trovoadas! Revelai o forte Criador! Vós dizeis, ó serras elevadas, Quão grande é meu Senhor! </vt:lpstr>
      <vt:lpstr>Todos juntos O louvemos!  Grande Salvador e Redentor!  Todos O louvemos! Régio Dominador! </vt:lpstr>
      <vt:lpstr>Altos cedros! Grama verdejante!  Esta sinfonia aumentai; Aves, vermes, todo o ser gigante; Gratos a Deus louvai! </vt:lpstr>
      <vt:lpstr>Todos juntos O louvemos!  Grande Salvador e Redentor!  Todos O louvemos! Régio Dominador! </vt:lpstr>
      <vt:lpstr>Homens! Jovens! Velhos e meninos! Adorai ao vosso Redentor! Reis e sábios, grandes, pequeninos, Dai-Lhe veraz louvor!          E.W. </vt:lpstr>
      <vt:lpstr>Todos juntos O louvemos!  Grande Salvador e Redentor!  Todos O louvemos! Régio Dominador!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124 - ADORAÇÃO </dc:title>
  <dc:creator>Montagna</dc:creator>
  <cp:lastModifiedBy>Emerson Souza</cp:lastModifiedBy>
  <cp:revision>3</cp:revision>
  <dcterms:created xsi:type="dcterms:W3CDTF">2005-10-16T02:21:45Z</dcterms:created>
  <dcterms:modified xsi:type="dcterms:W3CDTF">2026-05-02T21:47:01Z</dcterms:modified>
</cp:coreProperties>
</file>