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4E0C2-56E4-37F4-2207-EC44D45ED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9997A6-7E09-9900-3D46-991CD0158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3F0475-4E76-5121-A9FE-4933E8CA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CFD967-A480-8D7E-B3B8-A9EFA71C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B1EF7A-57DD-7C51-35AC-3709DF8F5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566F1-84C1-45C2-A56B-9FCD1D7A6B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543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20B63A-4C90-9C8D-2B99-B675C15C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36E78C-4DE5-9FF1-179B-6CA9ACD2B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99612B-A2C0-0712-C7E7-84314B5E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FB20BA-86E3-91BF-7784-144AB337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D28384-60D4-FC23-A8B2-3766E276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09E6E-1695-4ABF-A94C-A877FC06F3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877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28F12-3B80-A222-D659-148E5AF3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349E19-B5B6-2828-556C-272FA13B1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8463F0-EC04-8FE6-01DA-E1901261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15A52C-5675-CACE-D871-34FE52EC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FDC11B-E123-1C5B-0663-6A0A3FDA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277A5-D6CD-4797-86B9-4BEEEDD146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21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E08BA-BD5E-A6A7-F6CC-1919D76D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B25068-CDCC-7437-400F-14226CADB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9F6BF3-5672-FDB3-69DB-53139704A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89C3F5-D706-F565-1CE1-DCE17781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955488-8B96-2FA0-5972-3C3DD979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7543A2-30EF-CFFD-9FC4-8A503E4D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224E3-AD11-40AA-8167-9C65D629B2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882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54E1E-90DE-7409-83D4-6490D00DD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A991D4-12DB-D78A-A576-F9FAACB77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B5E179-1B74-C133-F074-2DC5FB9D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B81069-0290-5022-E1AC-0185C0A89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FA003A-9537-C26C-A1E1-B186D0CE5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C9E70AA-8207-9B8B-D8C8-F53DBA17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01CB59-D0F1-F5EE-6637-1B268AEE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47BA29A-D50A-061C-84F6-818EA445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EA616-187C-4C7A-AC85-892EC0541F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183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2E934-08A8-4651-ACE5-231DC3D6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2E7C170-052C-9679-3374-DBFFAF1A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C4FE1D-99EE-D8E7-8349-09C2A851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DBDCC9-B84F-C9E5-8FD1-1096176E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1E4A7-F225-44D0-AA37-E1F4DA5241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299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9FCA4B-4EEA-8D47-F19B-69B2CC4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0D1F8E-3659-B661-BE2B-07673E8E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15B3A1-F3CB-3D67-0F30-8AE89A00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A5901-FD3E-4390-8BA2-3EC547F1A9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586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C79D9-ABF2-DE9A-78AD-B589C1821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1CE11-EACC-1D5A-BBCD-A6D6CCE83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FE21CA-D338-29DF-B328-2AFF30E96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A0BEC9-171B-4C2E-3F24-8F5F2AFC6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152790-DF96-DF56-D802-153B9405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0EC88C-D723-28E3-E222-DA0EEAB8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1A9BB-175F-476A-AD6D-10A8A75AE3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3436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C50A5-74F2-0F25-0206-FE5A8F13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73D99D-2E03-551A-7678-465342D1D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45CD0B-F379-2693-828B-6D1E55558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F00EE1-AD48-9587-0838-7C63BA36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BA8C86-2896-74B2-FB1A-126C845E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BAA50C-4357-A92C-C8CE-A7C8387E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42BAA3-CF37-4E21-95C3-23C67A820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9383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37E57-2698-95C9-1AEB-C828DC8E3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791ADE-6405-486A-4DC2-1428512C7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16D7C9-71F0-B472-2881-87E8917E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5702D0-A6A5-CAED-D94F-702F3C27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D89A03-F2AF-B372-F0DC-8AD2A9B2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D3AFC-3655-4A95-880F-A949894EF3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347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D5FE09-5CB4-291B-AE86-8A8D4C26D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AE6C42-DC0C-F345-B216-62C529CBF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D0D802-75C9-19C9-2965-A4818C99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A6750-D60A-2776-D6FE-20521854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A75B82-DA6F-92F4-6244-30A0ACEA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99B30E-4670-4FB7-BC46-75104ACF97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934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A366C8-D8B8-B063-CCDD-CC3261AE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D9D330-B20B-11A3-891E-06B7838914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8983A25-0C69-578E-A9CD-9B7CFBAB7E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D9273EB-C1CF-E5C2-7A88-CCD2E52193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EC7851-D888-CC9F-5A7A-1518E9E9FD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9F8188-C770-49C9-A94E-E2DF8F0013F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94D7DA5-8B85-6013-9F0B-FCE6DBC5B4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148</a:t>
            </a:r>
            <a:br>
              <a:rPr lang="en-US" altLang="pt-BR" sz="4000" b="1" i="1"/>
            </a:br>
            <a:r>
              <a:rPr lang="en-US" altLang="pt-BR" sz="4000" b="1" i="1"/>
              <a:t>BENDIREI A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E4562FC-6464-7AF9-E09F-EB663B5D8F9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5FBB281-3C67-A250-DAE7-0092EC9F9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Louvarei meu Guie sábio, </a:t>
            </a:r>
            <a:br>
              <a:rPr lang="en-US" altLang="pt-BR" sz="4000" i="1"/>
            </a:br>
            <a:r>
              <a:rPr lang="en-US" altLang="pt-BR" sz="4000" i="1"/>
              <a:t>Louvarei, louvarei; </a:t>
            </a:r>
            <a:br>
              <a:rPr lang="en-US" altLang="pt-BR" sz="4000" i="1"/>
            </a:br>
            <a:r>
              <a:rPr lang="en-US" altLang="pt-BR" sz="4000" i="1"/>
              <a:t>Bendirei, com alma e lábios, </a:t>
            </a:r>
            <a:br>
              <a:rPr lang="en-US" altLang="pt-BR" sz="4000" i="1"/>
            </a:br>
            <a:r>
              <a:rPr lang="en-US" altLang="pt-BR" sz="4000" i="1"/>
              <a:t>Bendirei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F8CB195-DFAB-C48D-6C36-34ACD576A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Aleluia! Louvo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salvação na cruz!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 quem me conduz!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meu Jesus!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42E1683-9234-08C7-B45D-92BC933C1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Louvarei a quem me ampara, </a:t>
            </a:r>
            <a:br>
              <a:rPr lang="en-US" altLang="pt-BR" sz="4000" i="1"/>
            </a:br>
            <a:r>
              <a:rPr lang="en-US" altLang="pt-BR" sz="4000" i="1"/>
              <a:t>Louvarei, louvarei; </a:t>
            </a:r>
            <a:br>
              <a:rPr lang="en-US" altLang="pt-BR" sz="4000" i="1"/>
            </a:br>
            <a:r>
              <a:rPr lang="en-US" altLang="pt-BR" sz="4000" i="1"/>
              <a:t>Nada dEle me separa; </a:t>
            </a:r>
            <a:br>
              <a:rPr lang="en-US" altLang="pt-BR" sz="4000" i="1"/>
            </a:br>
            <a:r>
              <a:rPr lang="en-US" altLang="pt-BR" sz="4000" i="1"/>
              <a:t>Bendirei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A7F8814-1B15-DE8F-AD78-FFFE0896A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Aleluia! Louvo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salvação na cruz!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 quem me conduz!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meu Jesus!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9705566-BC1D-0867-357D-F62F8DE52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A quem leva os meus cuidados, Louvarei, louvarei; </a:t>
            </a:r>
            <a:br>
              <a:rPr lang="en-US" altLang="pt-BR" sz="4000" i="1"/>
            </a:br>
            <a:r>
              <a:rPr lang="en-US" altLang="pt-BR" sz="4000" i="1"/>
              <a:t>Me sustenta os pés cansados, </a:t>
            </a:r>
            <a:br>
              <a:rPr lang="en-US" altLang="pt-BR" sz="4000" i="1"/>
            </a:br>
            <a:r>
              <a:rPr lang="en-US" altLang="pt-BR" sz="4000" i="1"/>
              <a:t>Bendirei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3734A4-C102-E50F-510F-46AB485A0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Aleluia! Louvo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salvação na cruz!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 quem me conduz!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meu Jesus!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562F4CC-9558-AE9C-AB8F-BE3BCDC38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A quem dá-me aqui vitória, </a:t>
            </a:r>
            <a:br>
              <a:rPr lang="en-US" altLang="pt-BR" sz="4000" i="1"/>
            </a:br>
            <a:r>
              <a:rPr lang="en-US" altLang="pt-BR" sz="4000" i="1"/>
              <a:t>Louvarei, louvarei; </a:t>
            </a:r>
            <a:br>
              <a:rPr lang="en-US" altLang="pt-BR" sz="4000" i="1"/>
            </a:br>
            <a:r>
              <a:rPr lang="en-US" altLang="pt-BR" sz="4000" i="1"/>
              <a:t>Dar-me-à coroa e glória; </a:t>
            </a:r>
            <a:br>
              <a:rPr lang="en-US" altLang="pt-BR" sz="4000" i="1"/>
            </a:br>
            <a:r>
              <a:rPr lang="en-US" altLang="pt-BR" sz="4000" i="1"/>
              <a:t>Bendirei Jesus.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D62219-58E0-CF1B-A141-18F2F8139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Aleluia! Louvo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salvação na cruz!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 quem me conduz!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meu Jesus!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C312B28-6A7A-F6C0-013F-37D6AB75B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Meu sublime Rei glorioso, </a:t>
            </a:r>
            <a:br>
              <a:rPr lang="en-US" altLang="pt-BR" sz="4000" i="1"/>
            </a:br>
            <a:r>
              <a:rPr lang="en-US" altLang="pt-BR" sz="4000" i="1"/>
              <a:t>Louvarei, louvarei; </a:t>
            </a:r>
            <a:br>
              <a:rPr lang="en-US" altLang="pt-BR" sz="4000" i="1"/>
            </a:br>
            <a:r>
              <a:rPr lang="en-US" altLang="pt-BR" sz="4000" i="1"/>
              <a:t>Em celeste coro e gozo. </a:t>
            </a:r>
            <a:br>
              <a:rPr lang="en-US" altLang="pt-BR" sz="4000" i="1"/>
            </a:br>
            <a:r>
              <a:rPr lang="en-US" altLang="pt-BR" sz="4000" i="1"/>
              <a:t>Bendirei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1C0FBE1-C33F-2A66-FDCC-4C6FD45C9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Aleluia! Louvo a Jesus!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Deu-me salvação na cruz!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Aleluia a quem me conduz!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Glória a meu Jesus!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 148 BENDIREI A JESUS </vt:lpstr>
      <vt:lpstr>Louvarei meu Guie sábio,  Louvarei, louvarei;  Bendirei, com alma e lábios,  Bendirei Jesus. </vt:lpstr>
      <vt:lpstr>Aleluia! Louvo a Jesus!  Deu-me salvação na cruz!  Aleluia a quem me conduz!  Glória a meu Jesus!   </vt:lpstr>
      <vt:lpstr>Louvarei a quem me ampara,  Louvarei, louvarei;  Nada dEle me separa;  Bendirei Jesus. </vt:lpstr>
      <vt:lpstr>Aleluia! Louvo a Jesus!  Deu-me salvação na cruz!  Aleluia a quem me conduz!  Glória a meu Jesus!   </vt:lpstr>
      <vt:lpstr>A quem leva os meus cuidados, Louvarei, louvarei;  Me sustenta os pés cansados,  Bendirei Jesus. </vt:lpstr>
      <vt:lpstr>Aleluia! Louvo a Jesus!  Deu-me salvação na cruz!  Aleluia a quem me conduz!  Glória a meu Jesus!   </vt:lpstr>
      <vt:lpstr>A quem dá-me aqui vitória,  Louvarei, louvarei;  Dar-me-à coroa e glória;  Bendirei Jesus.   </vt:lpstr>
      <vt:lpstr>Aleluia! Louvo a Jesus!  Deu-me salvação na cruz!  Aleluia a quem me conduz!  Glória a meu Jesus!   </vt:lpstr>
      <vt:lpstr>Meu sublime Rei glorioso,  Louvarei, louvarei;  Em celeste coro e gozo.  Bendirei Jesus. </vt:lpstr>
      <vt:lpstr>Aleluia! Louvo a Jesus!  Deu-me salvação na cruz!  Aleluia a quem me conduz!  Glória a meu Jesus!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148 BENDIREI A JESUS </dc:title>
  <dc:creator>Junior</dc:creator>
  <cp:lastModifiedBy>Emerson Souza</cp:lastModifiedBy>
  <cp:revision>1</cp:revision>
  <dcterms:created xsi:type="dcterms:W3CDTF">2005-12-23T15:29:23Z</dcterms:created>
  <dcterms:modified xsi:type="dcterms:W3CDTF">2026-05-02T21:49:09Z</dcterms:modified>
</cp:coreProperties>
</file>