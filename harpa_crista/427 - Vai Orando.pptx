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56E9C-080B-1D51-E5A0-CB0B84E9E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6E4B43-E653-B9CC-3861-2FD6C3A22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DB6BC-8450-63B8-918D-0BD5A2356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C3DC02-75C8-6B07-3127-601705D5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A8023-A9C6-5854-441D-C4148283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823E8-FD46-4CF7-95D0-D4A6ED7836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012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0C32D-E427-A8D1-D6CE-AC68B2CD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51149E-4FE2-5949-3FA1-371D828B6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026691-5964-5657-463C-4F456CE2C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9245AF-2001-DAF8-7FED-FD101452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F57F7-1EAA-C4ED-8167-BD9E65C66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994D0-9A13-457D-8452-282CC2B894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896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25C6E-0D1F-B5C4-5242-465A6A16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04ACDD-0350-AD13-205A-97DB301E7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BCC9B-3D25-C9EA-20BE-442EEF4B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E514EF-EA6E-43DE-E1A0-E41E7E28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E34905-D6B4-F74F-A707-2B8B7FF6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2E5C7-AFB3-468A-9FD7-9F5590150D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352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3FD97-2D2E-6343-7BA3-0B60ACBC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C8A6CA-E21A-D947-2DBD-19F80C9B2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8EFF95-8DCE-C573-46AF-87AE1BE26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C2E2D1-0D0B-54C7-DBF7-622FC5AA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41C198-97F2-3963-43AB-5D85B81AB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8D01B0-C613-E9F3-992C-838B16D4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2FDBC2-479F-4353-B797-398D82D64D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101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AA127-1028-46D9-F67D-1F6C7361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FFA94-3C4F-E4FD-CD36-5E093751F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2AB7D4-95F1-F38A-A7E1-9160A3B7A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87D5B2-4EF9-CBE6-8528-29B51E9BD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A6A007-5ED7-AE9D-75EE-492BCC33F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FAF403-4DB0-90E5-1BB8-2D7FF4C1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10FA50-F316-7347-C315-581837AB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1C175A-9020-E45F-8625-2864C37B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E5CB4-CAA7-43F8-B71F-DD373F53EF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990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C92F4-8ED7-00D4-6F4F-704A40C7D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A13F303-682A-3B0C-5709-53BF6F67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4F72F6-897D-196E-85A1-E1BC8C6F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FF8938-1349-101C-841B-6C2D2EE3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C06D6-146C-46CA-923F-77D27275EC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791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CDBA6D-A770-4FF8-07F9-23119E1E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2DC845-AD95-B546-9708-95FF27B73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3454CC-CD07-30BE-5585-260EE790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13258-8371-469D-B93E-84D4C25EAE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8691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0A243-6F1D-20DA-8844-E942FB7C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BFBEF4-CA3C-5DD1-A92E-7702A8543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B70DB9-ED32-9FF2-B7ED-EC3A66A5B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BBC5C5-FF40-D3D1-E47A-EABB9558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02E8B5-F417-8695-4199-18C436C7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65D2B6-DC8C-AF97-E983-43A5FC09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0E781-5DD8-498E-BDCE-A133FB8CBF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384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8E636-8E3F-C748-0593-CA2249DD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EFB09F-E469-C1D2-ED1C-23F3F6A1E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73507F-F80B-FCF2-BB3A-216792A77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7FB2E3-5C49-6257-D03A-003818CB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CF6CAD-543D-4B49-DB17-2E02E326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374F79-5DFA-A0F5-A129-10B29462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6DF1E-8297-4212-98F9-5C4A9568B3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661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D7208-68A2-6470-7DB3-16EF9187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D55035-76DA-8574-78D7-6CC6905E5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A0E07C-F691-B07A-4B22-79A114A6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796A26-57E3-E9D3-B020-20EFC934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47EA04-365F-4F9B-9C0F-2349D0D6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D5F1F-3460-4AFE-A986-9CF711A27F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701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E2974B-CF1E-5346-85C4-5457C62BA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F35DD7-30C4-2435-1532-5868EA8CA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62588-70B7-516B-2BBE-1E919841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88B01E-A006-DD2B-7D77-F67FA42F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9989B2-4E76-EA52-D3F8-9CFF6491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46DCE8-1372-4888-A41F-5399293B1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2031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6F3A22-6327-1E86-E803-BCCC9B3CA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0F535D-3715-387B-1C9A-235428BF9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0D74E2-2484-5E9F-659D-710BA90ADE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3A950C-2A36-B522-CFD4-0D3602A869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610BA-79CF-0F7E-8960-11114F514E3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2F5407D-6D71-41BF-A2FD-9F5151F452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BDEC5C3-F42E-420B-E61B-30D80290C8E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427 - Vai Orando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C82A7AA-A542-0493-3B08-5FCF1BC60F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CF1306F-FAEB-3AEA-3698-44734CED6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De pesar estás cercado,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 provado pela dor?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sofrer estás cansado,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também do teu labor?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157EB7-9360-73AC-A073-ACF381AC2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Vai orando, vai orando,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soprar do furacão.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 está velando,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Dar-te-á consolação.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D816DF0-7E14-6833-8394-2E80BC31A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Nas doenças, incertezas,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tu'alma passará,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Só Jesus dará firmeza,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também te curará.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6C46D7A-44C7-F449-A2BE-00FEC5E2D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Vai orando, vai orando,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soprar do furacão.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 está velando,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Dar-te-á consolação.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319517D-0CC5-523A-292F-E467A836C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Ao Senhor a voz eleva,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Ora a Deus com mui fervor,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as faltas te releva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mitiga a tua 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5BFD20B-D592-18D9-3735-291000A42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Vai orando, vai orando,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soprar do furacão.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 está velando,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Dar-te-á consolação.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981749E-1D94-565E-F5DC-919DDE90A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Tarda Deus em consolar-te?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Vai orando com poder;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Presto, ajuda pode dar-te,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Teu pedido responder.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320AA0A-C49C-9219-9F29-783BA69D0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Vai orando, vai orando,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Ao soprar do furacão.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 Senhor está velando,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Dar-te-á consolação.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427 - Vai Orando </vt:lpstr>
      <vt:lpstr>De pesar estás cercado,  Es provado pela dor?  De sofrer estás cansado,  E também do teu labor?  </vt:lpstr>
      <vt:lpstr>Vai orando, vai orando,  Ao soprar do furacão.  O Senhor está velando,  Dar-te-á consolação.  </vt:lpstr>
      <vt:lpstr>Nas doenças, incertezas,  Que tu'alma passará,  Só Jesus dará firmeza,  E também te curará.  </vt:lpstr>
      <vt:lpstr>Vai orando, vai orando,  Ao soprar do furacão.  O Senhor está velando,  Dar-te-á consolação.  </vt:lpstr>
      <vt:lpstr>Ao Senhor a voz eleva,  Ora a Deus com mui fervor,  Pois as faltas te releva  E mitiga a tua dor.  </vt:lpstr>
      <vt:lpstr>Vai orando, vai orando,  Ao soprar do furacão.  O Senhor está velando,  Dar-te-á consolação.  </vt:lpstr>
      <vt:lpstr>Tarda Deus em consolar-te?  Vai orando com poder;  Presto, ajuda pode dar-te,  Teu pedido responder.</vt:lpstr>
      <vt:lpstr>Vai orando, vai orando,  Ao soprar do furacão.  O Senhor está velando,  Dar-te-á consolação.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427 - Vai Orando </dc:title>
  <dc:creator>Junior</dc:creator>
  <cp:lastModifiedBy>Emerson Souza</cp:lastModifiedBy>
  <cp:revision>1</cp:revision>
  <dcterms:created xsi:type="dcterms:W3CDTF">2005-12-26T19:51:21Z</dcterms:created>
  <dcterms:modified xsi:type="dcterms:W3CDTF">2026-05-02T22:12:40Z</dcterms:modified>
</cp:coreProperties>
</file>