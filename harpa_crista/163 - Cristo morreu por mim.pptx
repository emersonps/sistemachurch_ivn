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3F2F9E-EC4C-6505-1307-1AEBAAB9FB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367A264-C614-11D6-AE9D-EDB40FD52E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838899-7F7E-2C9C-574E-1C78341E7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D2BAA7-19E0-D7C9-2F34-EE96B8A9A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D73105-27E0-216F-AA1A-99C25ED7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0C5600-CB8F-47CA-ADD4-6F37BAA007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8956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8CFE05-9527-BA76-412A-29776A6A4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001B4D-06E4-116C-E2FF-D2B1D833A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107937-AD4B-EF17-F559-3677750C4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0FC133-FBD6-06FE-0636-F61EED8FB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1B71EE-DEA8-F9B3-B8D4-20665AB2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71A9D0-3994-4353-9C1B-B5E96FF029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37690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1E412-C864-B2F2-461E-7145CEDF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7ABBE1-64C2-ACB5-71A4-E5408FB102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0B73B0-BF12-42DD-08C8-7D31A33C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3BC595-9A32-0747-1FDE-1EF8C206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D782B24-4B72-6FFF-9C96-08BB75C8D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C1CBC5-3ED6-49DA-9EF9-BC9C7F5CAE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1022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25402F-BC55-8BC1-1CAF-96E360255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88561-6955-B767-3E48-670D593416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6862634-6C87-EDD2-39CB-BE6DECA591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6AB975-8553-AC82-49D1-C7350687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CD2E00-8E02-EAD3-6070-0EAE6C592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4097AD9-5F74-303D-787E-C27C5997F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09B126-FF67-452A-B572-2BC4B3A7CB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6567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9D98ED-C5A4-5512-75C5-28A5FD855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219FD5-1972-F982-09C0-E23765C83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963754-0E85-DAC8-363C-529223F75C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DFFD04-F7E4-97F2-5D6F-050C7A8A91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FFC848-1DFB-9097-41EC-D2BB175E6E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7AB487-E8B7-5D62-4205-E26C2F976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063DA9F-33A5-CEE7-B8B1-E9070D7AA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FC78AFB-C856-6686-966E-09ABFA506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8F8066-318A-4166-A2D9-65827D30BF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88317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E32181-6B68-D62A-CE7B-2AEE09A91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18E1152-0C27-BBEC-F2FA-171B7DF8E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544E951-AF50-63C8-981F-8015190EA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B2F30AC-B5CA-4F8C-D703-A786955B0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56FFE0-F231-4860-BBB9-9534BD53D48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5410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BB4B290-11FD-1C2D-EDC5-B54D6E2C1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D21DECA-FB5F-DC04-9F25-361303964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9297354-0E4B-3C01-A5CB-6176804AE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56B1A-FDF6-4CD6-82FA-BB3C1080B31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41017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BFC02A-E504-F182-3974-57CEA7E2E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88C0D8-C15C-72C7-B0F2-0B7B69F5E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2CB1251-EB0A-E7D9-DE3B-FDA278F5A9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2469F2-E49F-4994-97D1-62124E07A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F17091-DFDF-834A-5C63-F2D17E67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E44BA9-6124-87C3-396F-601DF6F3B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A99BE-AE53-4FF1-A6B6-E38EBA48AB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07993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10F688-5D3A-12CC-D96A-8F8AC499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056639-0B10-69FB-8918-54BE36F74F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759F3EC-B2C6-1A79-5605-7BA27BD3D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24CB83-2E55-1DBD-A810-08DFBA44A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685D4F5-9959-6EF0-44DC-7145FCD0D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E3970B-C8D5-C800-24CB-E8F7A9F4C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3A13F7-41A4-4CDD-B8C6-5D45006FFFA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79713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15BD8E-7D78-66F0-9CF3-ABFFF7A8F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A1C3C9F-23CD-DD6F-8F6C-456FE4C1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376528-BCE9-CDE9-741B-36F5D0DFD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5B95E64-52BD-5753-ABBB-F9D5BB29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F96C66-9A29-D209-E878-B8EF5ABB8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B4DB5-49E0-427A-9BF5-9278A5276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618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C16DEF9-E5FF-B473-ED26-C820D7DA35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5001F38-436E-F95D-7C96-E92E79DEEF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BB3DEC-6E3D-16D8-ECD5-CFE35BCE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867D6-6513-502C-6AE8-DBF07E68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B4853C-319F-9AA0-9A36-A7EB6A9A3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8F25C-7F30-4590-84DA-11781C64A8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69183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AF4905-767E-E6AA-1630-203C875388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CA4294B-2D72-95AF-3350-3466ACE0F4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E7401FE-40FA-42C7-FD8D-CF73CDD8CEA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5DC1216-9DE6-798A-2ED2-0DE0FC4D03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0870BED-4197-EF68-44A5-02C7C11846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253772E-6EE7-4FE5-B66D-5C768775681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A84B7BC-B27A-747E-112F-22690ABD477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163</a:t>
            </a:r>
            <a:br>
              <a:rPr lang="en-US" altLang="pt-BR" sz="4000" b="1" i="1"/>
            </a:br>
            <a:r>
              <a:rPr lang="en-US" altLang="pt-BR" sz="4000" b="1" i="1"/>
              <a:t>CRISTO MORREU POR MIM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948C50A-CC05-DEEB-EDD1-FAC53EAE16B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E918968-979E-376A-6102-A253A5C75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Do Calvário, pela senda, </a:t>
            </a:r>
            <a:br>
              <a:rPr lang="en-US" altLang="pt-BR" sz="4000" i="1"/>
            </a:br>
            <a:r>
              <a:rPr lang="en-US" altLang="pt-BR" sz="4000" i="1"/>
              <a:t>O Senhor Jesus subiu, </a:t>
            </a:r>
            <a:br>
              <a:rPr lang="en-US" altLang="pt-BR" sz="4000" i="1"/>
            </a:br>
            <a:r>
              <a:rPr lang="en-US" altLang="pt-BR" sz="4000" i="1"/>
              <a:t>E na cruz, em dor horrenda, </a:t>
            </a:r>
            <a:br>
              <a:rPr lang="en-US" altLang="pt-BR" sz="4000" i="1"/>
            </a:br>
            <a:r>
              <a:rPr lang="en-US" altLang="pt-BR" sz="4000" i="1"/>
              <a:t>Obra de amor cumpriu!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1EBD6F-6E16-4B5F-F60C-6B8384E5F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mim;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ti.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60055988-99D1-D2A0-7988-01D667271E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Oh! Que obra gloriosa </a:t>
            </a:r>
            <a:br>
              <a:rPr lang="en-US" altLang="pt-BR" sz="4000" i="1"/>
            </a:br>
            <a:r>
              <a:rPr lang="en-US" altLang="pt-BR" sz="4000" i="1"/>
              <a:t>Foi pra Deus a de Jesus! </a:t>
            </a:r>
            <a:br>
              <a:rPr lang="en-US" altLang="pt-BR" sz="4000" i="1"/>
            </a:br>
            <a:r>
              <a:rPr lang="en-US" altLang="pt-BR" sz="4000" i="1"/>
              <a:t>Sua morte tão penosa </a:t>
            </a:r>
            <a:br>
              <a:rPr lang="en-US" altLang="pt-BR" sz="4000" i="1"/>
            </a:br>
            <a:r>
              <a:rPr lang="en-US" altLang="pt-BR" sz="4000" i="1"/>
              <a:t>Fez raiar, do céu, a luz!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101D0C29-6550-A9B7-5C89-BAF7B72D3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mim;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ti.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1E431D4-D86A-8A92-4631-4FAD7E8743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Nesta obra hoje crendo, </a:t>
            </a:r>
            <a:br>
              <a:rPr lang="en-US" altLang="pt-BR" sz="4000" i="1"/>
            </a:br>
            <a:r>
              <a:rPr lang="en-US" altLang="pt-BR" sz="4000" i="1"/>
              <a:t>Tenho vida e prazer; </a:t>
            </a:r>
            <a:br>
              <a:rPr lang="en-US" altLang="pt-BR" sz="4000" i="1"/>
            </a:br>
            <a:r>
              <a:rPr lang="en-US" altLang="pt-BR" sz="4000" i="1"/>
              <a:t>Pela fé, estou revendo </a:t>
            </a:r>
            <a:br>
              <a:rPr lang="en-US" altLang="pt-BR" sz="4000" i="1"/>
            </a:br>
            <a:r>
              <a:rPr lang="en-US" altLang="pt-BR" sz="4000" i="1"/>
              <a:t>O Senhor, por mim sofrer.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4D2997B-3E67-FBAD-25E6-1D9F21932B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mim;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ti.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98680E2-DFAF-342F-F11B-0602B23C5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i="1"/>
              <a:t>Pecador na cruz remirá, </a:t>
            </a:r>
            <a:br>
              <a:rPr lang="en-US" altLang="pt-BR" sz="4000" i="1"/>
            </a:br>
            <a:r>
              <a:rPr lang="en-US" altLang="pt-BR" sz="4000" i="1"/>
              <a:t>De Jesus a morte atroz. </a:t>
            </a:r>
            <a:br>
              <a:rPr lang="en-US" altLang="pt-BR" sz="4000" i="1"/>
            </a:br>
            <a:r>
              <a:rPr lang="en-US" altLang="pt-BR" sz="4000" i="1"/>
              <a:t>Pois o teu pecado tira, </a:t>
            </a:r>
            <a:br>
              <a:rPr lang="en-US" altLang="pt-BR" sz="4000" i="1"/>
            </a:br>
            <a:r>
              <a:rPr lang="en-US" altLang="pt-BR" sz="4000" i="1"/>
              <a:t>Se ouvires Sua voz.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C45AAF8-19D2-874D-26E1-F7BA58045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00800"/>
          </a:xfrm>
        </p:spPr>
        <p:txBody>
          <a:bodyPr/>
          <a:lstStyle/>
          <a:p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mim;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Sobre a cruz, sobre 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Cristo Jesus morreu por ti.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 163 CRISTO MORREU POR MIM</vt:lpstr>
      <vt:lpstr>Do Calvário, pela senda,  O Senhor Jesus subiu,  E na cruz, em dor horrenda,  Obra de amor cumpriu! </vt:lpstr>
      <vt:lpstr>Sobre a cruz, sobre a cruz,  Cristo Jesus morreu por mim;  Sobre a cruz, sobre a cruz,  Cristo Jesus morreu por ti. </vt:lpstr>
      <vt:lpstr>Oh! Que obra gloriosa  Foi pra Deus a de Jesus!  Sua morte tão penosa  Fez raiar, do céu, a luz! </vt:lpstr>
      <vt:lpstr>Sobre a cruz, sobre a cruz,  Cristo Jesus morreu por mim;  Sobre a cruz, sobre a cruz,  Cristo Jesus morreu por ti. </vt:lpstr>
      <vt:lpstr>Nesta obra hoje crendo,  Tenho vida e prazer;  Pela fé, estou revendo  O Senhor, por mim sofrer.   </vt:lpstr>
      <vt:lpstr>Sobre a cruz, sobre a cruz,  Cristo Jesus morreu por mim;  Sobre a cruz, sobre a cruz,  Cristo Jesus morreu por ti. </vt:lpstr>
      <vt:lpstr>Pecador na cruz remirá,  De Jesus a morte atroz.  Pois o teu pecado tira,  Se ouvires Sua voz. </vt:lpstr>
      <vt:lpstr>Sobre a cruz, sobre a cruz,  Cristo Jesus morreu por mim;  Sobre a cruz, sobre a cruz,  Cristo Jesus morreu por ti.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163 CRISTO MORREU POR MIM</dc:title>
  <dc:creator>Junior</dc:creator>
  <cp:lastModifiedBy>Emerson Souza</cp:lastModifiedBy>
  <cp:revision>1</cp:revision>
  <dcterms:created xsi:type="dcterms:W3CDTF">2005-12-23T15:57:33Z</dcterms:created>
  <dcterms:modified xsi:type="dcterms:W3CDTF">2026-05-02T21:50:26Z</dcterms:modified>
</cp:coreProperties>
</file>