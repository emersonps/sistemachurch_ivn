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B2606-C996-4FEC-589F-506EE6A3A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D3B16B6-DC41-D8E2-12D2-333000B96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877AA8-E1BB-42E0-B0A0-751246DF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AFCEE2-DAA1-088B-6DED-7E61858DD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96F508-82AE-A274-2790-65D42797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5E0CA1-C0C5-44F3-B2F6-92E464FCFE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3369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E2948-26F5-E4D7-9D12-C6B1E690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E82A52-C7B8-15CC-D308-7F1D44241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BC37FD-83FC-D140-2C20-140898330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E726D3-469E-6628-D49E-2A911863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43FAF4-5B9D-C455-0445-DF208E1AA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9A9B1-B46E-4298-ACA7-02AD70A3AB8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316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152CB-D93C-6468-0AC5-B235C2BC1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C46886-69A3-457B-7B2C-D8D292D1B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D28BF8-6B0B-A0CF-2A25-1B81D392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A1D4E7-C6CE-7BB4-5BAC-D6F504A2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E0E45A-5CAD-2F0B-4FB2-921DA94E3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D0FEE6-9F80-440E-955F-C155A4AC28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756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888B8-F85D-C7AB-08B6-B764014F7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22CDE8-3C3C-C17D-6E0B-CE21E8B9A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F255EA-C2AF-6905-43D8-1BAA9CF71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0D98F7-D86A-AB04-5106-1A466DEB4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5FB3B4B-FB59-EF8C-9A60-231DB0C4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06E878-7322-1C93-896F-3953B925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B186C-4679-4D45-BE1B-46149FF974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515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38BD52-8BE0-71E0-E37C-A472F56B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B56E26-4FBC-5374-D151-90108B8DA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F604CFE-A388-B7C7-1DE3-23323D9C2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F020A8-7054-31D8-3E07-AC7597324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0EDE84-03C7-E159-92AB-FCBAAB28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89FE72-F572-017C-6321-D4D8C325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1038A28-74B2-1D0E-5AA7-EF60E92C7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DC5863B-CF62-8612-AE43-388E1F40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92F2D-C438-4D6C-9C3F-DD697408E4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4439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755FA-BADD-0F82-793A-25EB56DD2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09339E-9E4A-6428-5CE1-0CD38902B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D3E6993-B779-FC37-3776-DC1E700B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CADEFA-9ED6-B655-B3E8-AAE2A6C9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EBCF82-A7DC-47D7-9E51-1626ACB77F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391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1DC751B-96B3-5945-D572-3025EDE71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2E5CE71-E4F6-7099-EC0B-E09B78EE3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6BEA3F-230E-2792-ED41-89880D36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B23ED6-0215-45CE-817C-4E4948249D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611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45AA9-83CF-A485-21DA-F053AA740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631348-7091-3457-57EB-2E2880AFC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28B0EC2-3052-40DE-321A-D8A73735D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2B9F26-8D0A-D86F-2225-49172D12B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190A09-5E5A-56C2-5A8D-8FE91867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9EEC5D-848A-3BBF-E5C3-CDDB39BF1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0ECF4D-A5D5-48C9-A6FE-DADEBA1E158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296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5496A-EEEA-D781-77A7-0D1E1778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77B8AE3-A6AE-C5A5-482A-E63FA82E36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852444C-F56C-E3F4-E836-77FC5C816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45C7B8E-448B-E6F5-006D-9A619E0C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26FD44C-97C8-3AED-433D-3B6A7394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B13663-940D-3A90-D09D-0137FF6B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068EC-5EAD-4BC7-A58A-546E6A96F92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53685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FAC697-4196-823D-9CD8-7F3861285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3AD7F62-C589-1553-D238-9716FDFF6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8682FB-C911-A65C-0ECE-A51A19EB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A8B010-6BED-B060-2114-E8600854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3A31CD-7E0B-A63F-242D-CFCA669D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B566E2-E188-405D-AF64-B07FF9A5B45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980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253D33-1DB6-9E91-92FE-8C0911987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F84C91-ADD7-0573-7F5D-99BFF051B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64D7B6-B6D2-5378-8ED0-9D7E93402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88AE72-0463-2D66-7FA6-FEF4FBFDC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502DDE-C609-2983-E4DD-E4ED3893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04131-2C77-4A24-BE8D-60372C98D4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09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B69966-39B8-1F77-80BE-50FF0B45E5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1D91285-33BA-DCA0-DE3E-1901CE768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DCD4576-E1F1-F5F5-68BC-679AA59872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B3A4AF1-9BC9-3A09-6D99-48CE87B528F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FBB0DA-FE32-87E2-EF51-7325C15BE0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8EDDC38-25D6-4D14-8275-8B1B2601FBA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6271105-826A-440E-B7D7-93F7D1AD0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6EB3ACF7-EFE5-49F0-51FE-8D5EA0B5C47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2205038"/>
            <a:ext cx="7772400" cy="1470025"/>
          </a:xfrm>
        </p:spPr>
        <p:txBody>
          <a:bodyPr anchor="ctr"/>
          <a:lstStyle/>
          <a:p>
            <a:r>
              <a:rPr lang="pt-BR" altLang="pt-BR" sz="4000" b="1">
                <a:solidFill>
                  <a:schemeClr val="bg1"/>
                </a:solidFill>
              </a:rPr>
              <a:t>358</a:t>
            </a:r>
            <a:br>
              <a:rPr lang="pt-BR" altLang="pt-BR" sz="4000" b="1">
                <a:solidFill>
                  <a:schemeClr val="bg1"/>
                </a:solidFill>
              </a:rPr>
            </a:br>
            <a:r>
              <a:rPr lang="pt-BR" altLang="pt-BR" sz="4000" b="1">
                <a:solidFill>
                  <a:schemeClr val="bg1"/>
                </a:solidFill>
              </a:rPr>
              <a:t>SENHOR, MANDA TEU PODER</a:t>
            </a:r>
            <a:endParaRPr lang="en-US" altLang="pt-BR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D5566DE5-1533-2642-79B4-86D025234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C9213295-3F14-0688-C024-281D3BE2EA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8013700" cy="6107113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Os fiéis oravam unidos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Num cenác'lo ao Senhor,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Quando foi do céu descido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0 real Consolador!</a:t>
            </a:r>
            <a:r>
              <a:rPr lang="en-US" altLang="pt-BR" sz="400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en-US" altLang="pt-BR" sz="40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pt-BR" sz="4000"/>
            </a:br>
            <a:r>
              <a:rPr lang="en-US" altLang="pt-BR" sz="4000"/>
              <a:t> </a:t>
            </a: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poder,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E batiza cada um!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C263C148-37ED-D01B-029F-3078E6BF6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80AEE526-C1C2-E893-273A-67BFE9277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600" y="260350"/>
            <a:ext cx="8280400" cy="6107113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Qual um vento veemente,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 poder a casa encheu;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Línguas vieram sobre os crentes,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Mas de fogo, lá do céu</a:t>
            </a:r>
            <a:r>
              <a:rPr lang="pt-BR" altLang="pt-BR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!</a:t>
            </a:r>
            <a:r>
              <a:rPr lang="en-US" altLang="pt-BR"/>
              <a:t> </a:t>
            </a:r>
            <a:br>
              <a:rPr lang="en-US" altLang="pt-BR"/>
            </a:br>
            <a:br>
              <a:rPr lang="en-US" altLang="pt-BR"/>
            </a:br>
            <a:r>
              <a:rPr lang="en-US" altLang="pt-BR"/>
              <a:t> </a:t>
            </a: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poder,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E batiza cada um!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83D75A4B-8C26-AB09-9BD2-FFC227EA9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C6842587-EB41-2174-B9E4-73DC9490DA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9138" y="333375"/>
            <a:ext cx="8424862" cy="6178550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Noutras línguas, sim, falaram,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Como Cristo concedeu;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 Espírito transbordaram,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Exaltando o Rei do céu!</a:t>
            </a:r>
            <a:r>
              <a:rPr lang="en-US" altLang="pt-BR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en-US" altLang="pt-BR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pt-BR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pt-BR"/>
              <a:t> </a:t>
            </a: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poder,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E batiza cada um!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C91CD622-394F-EF73-E751-B99DBB2F3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BC06AF11-F1AE-EDC6-1D4B-B8025BFB8D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1988" y="333375"/>
            <a:ext cx="8482012" cy="6048375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O poder foi prometido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Para os servos do Senhor: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E p'ra todos concedido, 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Se o pedirem com fervor!</a:t>
            </a:r>
            <a:br>
              <a:rPr lang="pt-BR" altLang="pt-BR" sz="40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 </a:t>
            </a: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poder,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E batiza cada um!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001F737-7C19-9817-4392-3D734FB10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FEA7C75-4E73-B22C-7F69-A7802373B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218D077A-6049-17DE-FCDA-1DD589CE6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1" name="Rectangle 5">
            <a:extLst>
              <a:ext uri="{FF2B5EF4-FFF2-40B4-BE49-F238E27FC236}">
                <a16:creationId xmlns:a16="http://schemas.microsoft.com/office/drawing/2014/main" id="{EF334496-6268-9B41-B497-D1399AB76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1700213"/>
            <a:ext cx="7812088" cy="2530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poder.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Senhor, manda já o Teu poder,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E batiza cada um!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276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358 SENHOR, MANDA TEU PODER</vt:lpstr>
      <vt:lpstr>Os fiéis oravam unidos  Num cenác'lo ao Senhor,  Quando foi do céu descido  0 real Consolador!    Senhor, manda já o Teu poder.  Senhor, manda já o Teu poder.  Senhor, manda já o Teu poder,  E batiza cada um!</vt:lpstr>
      <vt:lpstr>Qual um vento veemente, O poder a casa encheu; Línguas vieram sobre os crentes,  Mas de fogo, lá do céu!    Senhor, manda já o Teu poder.  Senhor, manda já o Teu poder.  Senhor, manda já o Teu poder,  E batiza cada um!</vt:lpstr>
      <vt:lpstr>Noutras línguas, sim, falaram,  Como Cristo concedeu; Do Espírito transbordaram,  Exaltando o Rei do céu!    Senhor, manda já o Teu poder.  Senhor, manda já o Teu poder.  Senhor, manda já o Teu poder,  E batiza cada um!</vt:lpstr>
      <vt:lpstr>O poder foi prometido Para os servos do Senhor:  E p'ra todos concedido,  Se o pedirem com fervor!   Senhor, manda já o Teu poder.  Senhor, manda já o Teu poder.  Senhor, manda já o Teu poder,  E batiza cada um! </vt:lpstr>
      <vt:lpstr>Apresentação do PowerPoint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358 - SENHOR, MANDA TEU PODER</dc:title>
  <dc:creator>Montagna</dc:creator>
  <cp:lastModifiedBy>Emerson Souza</cp:lastModifiedBy>
  <cp:revision>4</cp:revision>
  <dcterms:created xsi:type="dcterms:W3CDTF">2005-10-20T04:54:32Z</dcterms:created>
  <dcterms:modified xsi:type="dcterms:W3CDTF">2026-05-02T22:06:45Z</dcterms:modified>
</cp:coreProperties>
</file>