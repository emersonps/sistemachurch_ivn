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DE53C-C330-A6DC-E111-1F6AED73E8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D86353-371F-4250-CB5B-E05F07D53F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3458A1-B1CA-FF5A-C879-B76662B2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15B465-141E-2135-BD61-BC190885E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26D29C-DE2A-D90B-12ED-90CCC344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2220CD-2C14-439A-8957-57C0B47A1D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46247-4C0C-B1C1-F7C5-413815C8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8722B7-8FE7-E47B-262D-52DDA3A74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0C9E5C-5595-9D76-374C-AB74F0F00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BAF99D-40BC-5C04-1B42-92FDA505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3DE35F-FC84-5A0B-3A0E-E46BC6F07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02EE6-23A4-4007-89CA-89D77A678D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9337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06EC9-9AEB-DBBE-73D9-3AF8009ED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BA1351-E0AD-1599-D2A0-CE563D929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E5A759-C10D-0147-D778-CAD04FA1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3C7C72-FCE1-22D3-A4EC-CC13CEFAF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7107D4-6AC5-D1AE-E5B9-5970E6F5B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55C3E3-8F4D-4F08-9011-71403689802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6811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3CA14-0074-7F12-3120-E376846E7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582513-DF6C-4506-1B25-2E50F24A30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FE944AB-C4E4-3323-457B-EEC456692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9F595B-1D97-5BCB-AA1F-1C9900456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94FF7C-1DEA-83E5-F38F-4109D7B7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0DA5F6-D41D-882F-230F-C7ECCB13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9513A1-C0FB-4E6C-A88E-8F4F7FD7EF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8982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0DF62-6459-0AA4-A017-427EA9727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09EF3C-0C56-F13F-AB93-9CE56E8D2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13AF51-10F9-8183-A94C-E53EE511B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4B60318-9112-A64F-3119-F816345F7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B4A192F-2650-0429-14CB-615E7823F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EF192C-39DD-3573-41BB-986BD92C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9A6BA83-21E4-3C64-5B98-D3CB61DF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5E40FD-4C84-FE51-82E4-00FD31AC9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E4A114-0402-4C7D-8E08-6E5B94CB99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232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7ECE6-3B4B-253E-962E-D3401BD5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A4B8FF-60E4-347A-42B3-A498006A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695D090-FFF4-3E2E-845B-2930252C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A514F7-88BB-6836-2472-8F33D331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0C64C-362D-426A-A5FF-EE59681A31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6901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FDA9120-C098-86AD-CE96-DD8A099CA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F4DCF8-B895-D08E-A19A-F0B18F78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B83A3A-529D-3CA5-0DF6-CBD9909E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925E53-9FA4-4E23-A8F9-45F5A233C9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2456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2B559-601C-CD07-145C-3F40FB27F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0F6224-E010-7E3A-2B98-311C792EC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806018-E940-F43B-0783-94FD6977E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75BEED-AB04-8403-BD0B-10D388B8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F3D0F1-A4C5-BEB4-E79A-634CC9A1A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D2880C-008B-336F-7793-581C8A39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FCEED-93A2-4617-802B-6CEA41DC20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9374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C64EE-118A-A7A4-D029-CBAE9ECDC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65CDB4-B47B-563C-E123-302A7D608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EEA41C2-5CB8-9C83-AF91-850CE55E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476E6A-8E0E-39E4-CE32-EDEE60A4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C2928E-68E6-29AC-4568-F20C36F0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AE3063-4E44-20CB-5146-74DF930C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5F8C2-FCAF-431F-8A8F-473ECE24AA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53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36A739-C42F-6C8F-8748-2BFE4774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32F42D-1E42-B866-715E-55A71157B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F66E4E-E861-4592-0F5A-53992C6F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E156AC8-A2E9-2F08-8914-7795B7F7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4B4A73-702B-1D30-FDBE-847296FC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6BA85-A934-4855-B6E3-C16100546D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8507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679BDA-B83E-DB85-C50F-E95952E37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E05735E-B802-2ECC-7D41-22E909E0A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FEEE9A-8A2C-2FEC-C94A-F039AD17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F15278-0E5F-06FC-ACD4-140BCDF9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08A200-FD03-3ED3-CB92-44CA977B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2C8EE1-FC3B-457A-8766-AA04BF03EE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25225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80C7418-645E-7020-523A-650174255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AF58A34-BD5A-DCAC-D0EB-A82B9A69B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49E0B48-09EC-D521-551A-92206A152E5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B8AE52-D0CE-B779-BA12-A21C41DA3F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0ACCC3-B681-73E9-4643-CF07700F14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D2E11E6-6BE6-4360-AA93-E03CBB6B07D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6121D91-74EA-2C4A-CD69-D1B11549E15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529 - Em Sua Graça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8977F91-4CC7-7019-6A55-DB43A8566F1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3D41104-3DB3-1FF7-0DD2-E0CD5912C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/>
              <a:t>Em sua graça, seu rico amor.</a:t>
            </a:r>
            <a:br>
              <a:rPr lang="en-US" altLang="pt-BR"/>
            </a:br>
            <a:r>
              <a:rPr lang="en-US" altLang="pt-BR"/>
              <a:t>Veio do Céu a Belém meu Senhor.</a:t>
            </a:r>
            <a:br>
              <a:rPr lang="en-US" altLang="pt-BR"/>
            </a:br>
            <a:r>
              <a:rPr lang="en-US" altLang="pt-BR"/>
              <a:t>Que maravilha! Meu Salvador</a:t>
            </a:r>
            <a:br>
              <a:rPr lang="en-US" altLang="pt-BR"/>
            </a:br>
            <a:r>
              <a:rPr lang="en-US" altLang="pt-BR"/>
              <a:t>Por mim na cruz morreu!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529 - Em Sua Graça </vt:lpstr>
      <vt:lpstr>Em sua graça, seu rico amor. Veio do Céu a Belém meu Senhor. Que maravilha! Meu Salvador Por mim na cruz morreu!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529 - Em Sua Graça </dc:title>
  <dc:creator>Junior</dc:creator>
  <cp:lastModifiedBy>Emerson Souza</cp:lastModifiedBy>
  <cp:revision>1</cp:revision>
  <dcterms:created xsi:type="dcterms:W3CDTF">2005-12-26T23:06:01Z</dcterms:created>
  <dcterms:modified xsi:type="dcterms:W3CDTF">2026-05-02T22:21:25Z</dcterms:modified>
</cp:coreProperties>
</file>