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DE898-7AB1-18AD-BDF9-120B14F66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6127DB-3AE3-DB00-E7FB-2B58EFDA8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CE2314-F2E4-5484-3171-CD175B36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3E7CDA-7F55-4820-13C0-C8116E9F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E8135-E629-DE2D-8A06-F7769AEB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F21FAD-ECC4-4C88-8253-FAA0814E6D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052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D7168-4D06-D5C7-E1B3-D9C11958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59FA5E-51E3-03B7-F0E8-86B9D50F4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20A806-3775-8E2D-6AE0-F07228D1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3D0B93-F5D6-8598-7ACE-A67FB4AF1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E5B4B-1032-434D-2E96-B092F5F5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D0A5-D21F-4869-8A10-58F97709C9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684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BE6A6-CCF4-1FD9-61A4-3571B1DBF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9C0A92-8443-F446-B7B1-826C92FA2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DB5793-45FC-AA48-4EC6-FE7894EAB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AEAFC1-DFE9-FBA7-17C0-B01BB467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F46093-3B19-7D44-7467-0AA306C4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FEF5AD-2096-41E1-8D6F-B1F3DD4C75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648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FD522-C51D-9A76-0A5B-DB999C58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BF751D-D994-D047-26D3-3314B1DD8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822C71-0058-9AE6-2044-078D48D77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FC51BC-7B55-9980-D540-1C2293AC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8399B4-06E4-55AA-C509-08C70570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D92A36-090F-CC19-FB92-E847A5599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24B3E-2F15-47B0-BE5A-7A2BFD2E9A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600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3038B-FE04-57C6-CAB0-859F61556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CD982E-500E-35E5-D2D3-F138EA018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9A7369-72D4-7A63-0586-8C6A4BB0C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8BCF276-B5C1-7D2A-45F2-3036105F8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60E547-F132-BED7-6C70-4AB984D9E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C429EA-9DAA-2313-E47A-719DE805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07D76B2-97AB-D075-4BC9-51ABAC14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D82577-C9F4-195E-8113-B5E67392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EE2DE9-F88E-4954-B914-C315D95101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4043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0D63E-8F40-755A-5FE5-5BC691972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F2B531-A019-2E37-7ADA-052B3A00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3801AA9-9AE9-866A-BB82-F8D8804B4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307003-D9CA-009D-88AE-4D00B676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859F1-D25C-41B4-B926-EAD3F599C3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476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692C65-BBB6-0FA4-AD87-665686A7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2C0535E-3968-1C01-86C1-6E7E52A70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DA3F90-BB20-F44D-97B2-A97D48ED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EBEA17-60BF-47BD-80EE-DB744DC922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607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FA15D-24AE-7DE8-3C04-F9CBCB4F5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CB42F2-6AEF-B315-45D8-1BA9ABAD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8C8FF2-36EC-095C-CC18-7AE2F1C86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CA05C-5C5F-FC73-57A5-6CB4C38F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E2E938-9372-17DE-D2C4-3D8258EE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539142-02A4-27AD-E3E3-D1269E06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1F43CF-C755-4F6A-A304-9FBCBD24A3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7642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72E0B-4F7A-AEC4-D22A-F043346B0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A3D114-B0E7-5486-AC1A-00ACFE56D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68AC70-DFC8-0A2B-176D-B3651E5F5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04A056-5EA3-A9F1-72B7-E62E4A61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BD3AF5-7B61-9238-2419-E9A47AD2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D05E29-1FBC-8E78-D8DC-6452550F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7D3301-C387-42B6-A62B-3E764AA348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0559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14525-CD59-D54B-4049-BC95459F6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2D59BF-F76D-DB25-6632-1F99B35A5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CCB0E1-4790-3DB8-F64B-5053D4E74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88BF39-74C2-725F-592A-7EA22827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6BBCFC-6831-64C3-0F98-7BC54939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5FA356-C14D-4039-BC66-C0EF457400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2238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8070CD-043D-3A8F-93D7-57F4B2460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ADCF7C-4A78-11B4-DDB8-815596B6C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308D8A-2576-B427-8695-2B2E5342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B4C78B-64EF-E82A-8F75-640106FB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87C37D-699F-CE73-CC02-19DA027EF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B38E0F-2A62-4F2B-82AD-0464B3EC7A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6078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0D788CB-586D-6304-0730-CB85742FD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53ECD6-9DF7-2021-E50D-2A9A5D4D53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F3EE5FC-EA70-BE76-BECF-93F93C3AD5F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117C8CD-B3D3-9F60-AE72-A4A532532C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5D9F89C-0049-7D54-1DF6-2A8CE39C23C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698D898-AC28-4030-967F-4CB6FA4BFBD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12BCE87-3E83-E699-0BE8-2E8C7B6A42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348 – Longe de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BFA67A6-1E3D-E121-4628-382BF45FE6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888A4A1-1425-0DF5-8771-E6266F10A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Vagava longe de Jesus, </a:t>
            </a:r>
            <a:br>
              <a:rPr lang="en-US" altLang="pt-BR" sz="4000" i="1"/>
            </a:br>
            <a:r>
              <a:rPr lang="en-US" altLang="pt-BR" sz="4000" i="1"/>
              <a:t>Em plena solidão, </a:t>
            </a:r>
            <a:br>
              <a:rPr lang="en-US" altLang="pt-BR" sz="4000" i="1"/>
            </a:br>
            <a:r>
              <a:rPr lang="en-US" altLang="pt-BR" sz="4000" i="1"/>
              <a:t>Até que a preciosa luz </a:t>
            </a:r>
            <a:br>
              <a:rPr lang="en-US" altLang="pt-BR" sz="4000" i="1"/>
            </a:br>
            <a:r>
              <a:rPr lang="en-US" altLang="pt-BR" sz="4000" i="1"/>
              <a:t>Encheu meu coração, </a:t>
            </a:r>
            <a:br>
              <a:rPr lang="en-US" altLang="pt-BR" sz="4000" i="1"/>
            </a:br>
            <a:r>
              <a:rPr lang="en-US" altLang="pt-BR" sz="4000" i="1"/>
              <a:t>Assim, os meus pecados vi, </a:t>
            </a:r>
            <a:br>
              <a:rPr lang="en-US" altLang="pt-BR" sz="4000" i="1"/>
            </a:br>
            <a:r>
              <a:rPr lang="en-US" altLang="pt-BR" sz="4000" i="1"/>
              <a:t>Qual negra escuridão; </a:t>
            </a:r>
            <a:br>
              <a:rPr lang="en-US" altLang="pt-BR" sz="4000" i="1"/>
            </a:br>
            <a:r>
              <a:rPr lang="en-US" altLang="pt-BR" sz="4000" i="1"/>
              <a:t>Ao pé da cruz, então, </a:t>
            </a:r>
            <a:br>
              <a:rPr lang="en-US" altLang="pt-BR" sz="4000" i="1"/>
            </a:br>
            <a:r>
              <a:rPr lang="en-US" altLang="pt-BR" sz="4000" i="1"/>
              <a:t>Caí, e recebi perdão. 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14835E9-D0D5-86E3-1B20-5233322A0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Cristo por mim sofrendo, </a:t>
            </a:r>
            <a:br>
              <a:rPr lang="en-US" altLang="pt-BR" sz="4000" b="1" i="1"/>
            </a:br>
            <a:r>
              <a:rPr lang="en-US" altLang="pt-BR" sz="4000" b="1" i="1"/>
              <a:t>Lá na cruz morrendo,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Minh’alma salvou </a:t>
            </a:r>
            <a:br>
              <a:rPr lang="en-US" altLang="pt-BR" sz="4000" b="1" i="1"/>
            </a:br>
            <a:r>
              <a:rPr lang="en-US" altLang="pt-BR" sz="4000" b="1" i="1"/>
              <a:t>E meus grilhôes já quebrou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Aleluia!</a:t>
            </a:r>
            <a:r>
              <a:rPr lang="en-US" altLang="pt-BR" sz="4000" i="1"/>
              <a:t> </a:t>
            </a:r>
            <a:r>
              <a:rPr lang="en-US" altLang="pt-BR" sz="4000" b="1" i="1"/>
              <a:t>Cristo por mim sofrendo, </a:t>
            </a:r>
            <a:br>
              <a:rPr lang="en-US" altLang="pt-BR" sz="4000" b="1" i="1"/>
            </a:br>
            <a:r>
              <a:rPr lang="en-US" altLang="pt-BR" sz="4000" b="1" i="1"/>
              <a:t>Lá na cruz morrendo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paz, perdão, </a:t>
            </a:r>
            <a:br>
              <a:rPr lang="en-US" altLang="pt-BR" sz="4000" b="1" i="1"/>
            </a:br>
            <a:r>
              <a:rPr lang="en-US" altLang="pt-BR" sz="4000" b="1" i="1"/>
              <a:t>No meu coração.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85921DD-B640-3EDE-D0D1-C762D4DF3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 Jesus morreu em grande dor, </a:t>
            </a:r>
            <a:br>
              <a:rPr lang="en-US" altLang="pt-BR" sz="4000" i="1"/>
            </a:br>
            <a:r>
              <a:rPr lang="en-US" altLang="pt-BR" sz="4000" i="1"/>
              <a:t>A fim de me salvar, </a:t>
            </a:r>
            <a:br>
              <a:rPr lang="en-US" altLang="pt-BR" sz="4000" i="1"/>
            </a:br>
            <a:r>
              <a:rPr lang="en-US" altLang="pt-BR" sz="4000" i="1"/>
              <a:t>Verteu Seu sangue expiador, </a:t>
            </a:r>
            <a:br>
              <a:rPr lang="en-US" altLang="pt-BR" sz="4000" i="1"/>
            </a:br>
            <a:r>
              <a:rPr lang="en-US" altLang="pt-BR" sz="4000" i="1"/>
              <a:t>Que pôde me lavar: </a:t>
            </a:r>
            <a:br>
              <a:rPr lang="en-US" altLang="pt-BR" sz="4000" i="1"/>
            </a:br>
            <a:r>
              <a:rPr lang="en-US" altLang="pt-BR" sz="4000" i="1"/>
              <a:t>Sem murmurar, </a:t>
            </a:r>
            <a:br>
              <a:rPr lang="en-US" altLang="pt-BR" sz="4000" i="1"/>
            </a:br>
            <a:r>
              <a:rPr lang="en-US" altLang="pt-BR" sz="4000" i="1"/>
              <a:t>Sofreu Jesus por mim, vil pecador; </a:t>
            </a:r>
            <a:br>
              <a:rPr lang="en-US" altLang="pt-BR" sz="4000" i="1"/>
            </a:br>
            <a:r>
              <a:rPr lang="en-US" altLang="pt-BR" sz="4000" i="1"/>
              <a:t>Por isso vim ao pé da cruz, </a:t>
            </a:r>
            <a:br>
              <a:rPr lang="en-US" altLang="pt-BR" sz="4000" i="1"/>
            </a:br>
            <a:r>
              <a:rPr lang="en-US" altLang="pt-BR" sz="4000" i="1"/>
              <a:t>Vencido pelo amor.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EF885DC-0528-0488-9622-BC56E46056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Cristo por mim sofrendo, </a:t>
            </a:r>
            <a:br>
              <a:rPr lang="en-US" altLang="pt-BR" sz="4000" b="1" i="1"/>
            </a:br>
            <a:r>
              <a:rPr lang="en-US" altLang="pt-BR" sz="4000" b="1" i="1"/>
              <a:t>Lá na cruz morrendo,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Minh’alma salvou </a:t>
            </a:r>
            <a:br>
              <a:rPr lang="en-US" altLang="pt-BR" sz="4000" b="1" i="1"/>
            </a:br>
            <a:r>
              <a:rPr lang="en-US" altLang="pt-BR" sz="4000" b="1" i="1"/>
              <a:t>E meus grilhôes já quebrou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Aleluia!</a:t>
            </a:r>
            <a:r>
              <a:rPr lang="en-US" altLang="pt-BR" sz="4000" i="1"/>
              <a:t> </a:t>
            </a:r>
            <a:r>
              <a:rPr lang="en-US" altLang="pt-BR" sz="4000" b="1" i="1"/>
              <a:t>Cristo por mim sofrendo, </a:t>
            </a:r>
            <a:br>
              <a:rPr lang="en-US" altLang="pt-BR" sz="4000" b="1" i="1"/>
            </a:br>
            <a:r>
              <a:rPr lang="en-US" altLang="pt-BR" sz="4000" b="1" i="1"/>
              <a:t>Lá na cruz morrendo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paz, perdão, </a:t>
            </a:r>
            <a:br>
              <a:rPr lang="en-US" altLang="pt-BR" sz="4000" b="1" i="1"/>
            </a:br>
            <a:r>
              <a:rPr lang="en-US" altLang="pt-BR" sz="4000" b="1" i="1"/>
              <a:t>No meu coração.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0249BAF-1151-DD43-BAE6-2A8C3E35D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 Escuta a voz do Salvador </a:t>
            </a:r>
            <a:br>
              <a:rPr lang="en-US" altLang="pt-BR" sz="4000" i="1"/>
            </a:br>
            <a:r>
              <a:rPr lang="en-US" altLang="pt-BR" sz="4000" i="1"/>
              <a:t>Que chama-te pra luz; </a:t>
            </a:r>
            <a:br>
              <a:rPr lang="en-US" altLang="pt-BR" sz="4000" i="1"/>
            </a:br>
            <a:r>
              <a:rPr lang="en-US" altLang="pt-BR" sz="4000" i="1"/>
              <a:t>Confessa-te um pecador, </a:t>
            </a:r>
            <a:br>
              <a:rPr lang="en-US" altLang="pt-BR" sz="4000" i="1"/>
            </a:br>
            <a:r>
              <a:rPr lang="en-US" altLang="pt-BR" sz="4000" i="1"/>
              <a:t>E vem ao bom Jesus, </a:t>
            </a:r>
            <a:br>
              <a:rPr lang="en-US" altLang="pt-BR" sz="4000" i="1"/>
            </a:br>
            <a:r>
              <a:rPr lang="en-US" altLang="pt-BR" sz="4000" i="1"/>
              <a:t>Que te dará real poder,</a:t>
            </a:r>
            <a:br>
              <a:rPr lang="en-US" altLang="pt-BR" sz="4000" i="1"/>
            </a:br>
            <a:r>
              <a:rPr lang="en-US" altLang="pt-BR" sz="4000" i="1"/>
              <a:t>O gozo e paz de Deus; </a:t>
            </a:r>
            <a:br>
              <a:rPr lang="en-US" altLang="pt-BR" sz="4000" i="1"/>
            </a:br>
            <a:r>
              <a:rPr lang="en-US" altLang="pt-BR" sz="4000" i="1"/>
              <a:t>E quando tudo fenecer, </a:t>
            </a:r>
            <a:br>
              <a:rPr lang="en-US" altLang="pt-BR" sz="4000" i="1"/>
            </a:br>
            <a:r>
              <a:rPr lang="en-US" altLang="pt-BR" sz="4000" i="1"/>
              <a:t>Tu viverás no céu. Deus seja louva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F80A0BF-C862-BE82-E1F9-E59693E49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Cristo por mim sofrendo, </a:t>
            </a:r>
            <a:br>
              <a:rPr lang="en-US" altLang="pt-BR" sz="4000" b="1" i="1"/>
            </a:br>
            <a:r>
              <a:rPr lang="en-US" altLang="pt-BR" sz="4000" b="1" i="1"/>
              <a:t>Lá na cruz morrendo,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Minh’alma salvou </a:t>
            </a:r>
            <a:br>
              <a:rPr lang="en-US" altLang="pt-BR" sz="4000" b="1" i="1"/>
            </a:br>
            <a:r>
              <a:rPr lang="en-US" altLang="pt-BR" sz="4000" b="1" i="1"/>
              <a:t>E meus grilhôes já quebrou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Aleluia!</a:t>
            </a:r>
            <a:r>
              <a:rPr lang="en-US" altLang="pt-BR" sz="4000" i="1"/>
              <a:t> </a:t>
            </a:r>
            <a:r>
              <a:rPr lang="en-US" altLang="pt-BR" sz="4000" b="1" i="1"/>
              <a:t>Cristo por mim sofrendo, </a:t>
            </a:r>
            <a:br>
              <a:rPr lang="en-US" altLang="pt-BR" sz="4000" b="1" i="1"/>
            </a:br>
            <a:r>
              <a:rPr lang="en-US" altLang="pt-BR" sz="4000" b="1" i="1"/>
              <a:t>Lá na cruz morrendo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paz, perdão, </a:t>
            </a:r>
            <a:br>
              <a:rPr lang="en-US" altLang="pt-BR" sz="4000" b="1" i="1"/>
            </a:br>
            <a:r>
              <a:rPr lang="en-US" altLang="pt-BR" sz="4000" b="1" i="1"/>
              <a:t>No meu coração.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348 – Longe de Jesus </vt:lpstr>
      <vt:lpstr>Vagava longe de Jesus,  Em plena solidão,  Até que a preciosa luz  Encheu meu coração,  Assim, os meus pecados vi,  Qual negra escuridão;  Ao pé da cruz, então,  Caí, e recebi perdão.  </vt:lpstr>
      <vt:lpstr>Cristo por mim sofrendo,  Lá na cruz morrendo,  Minh’alma salvou  E meus grilhôes já quebrou  Aleluia! Cristo por mim sofrendo,  Lá na cruz morrendo  Deu-me paz, perdão,  No meu coração.  </vt:lpstr>
      <vt:lpstr> Jesus morreu em grande dor,  A fim de me salvar,  Verteu Seu sangue expiador,  Que pôde me lavar:  Sem murmurar,  Sofreu Jesus por mim, vil pecador;  Por isso vim ao pé da cruz,  Vencido pelo amor.  </vt:lpstr>
      <vt:lpstr>Cristo por mim sofrendo,  Lá na cruz morrendo,  Minh’alma salvou  E meus grilhôes já quebrou  Aleluia! Cristo por mim sofrendo,  Lá na cruz morrendo  Deu-me paz, perdão,  No meu coração.  </vt:lpstr>
      <vt:lpstr> Escuta a voz do Salvador  Que chama-te pra luz;  Confessa-te um pecador,  E vem ao bom Jesus,  Que te dará real poder, O gozo e paz de Deus;  E quando tudo fenecer,  Tu viverás no céu. Deus seja louva</vt:lpstr>
      <vt:lpstr>Cristo por mim sofrendo,  Lá na cruz morrendo,  Minh’alma salvou  E meus grilhôes já quebrou  Aleluia! Cristo por mim sofrendo,  Lá na cruz morrendo  Deu-me paz, perdão,  No meu coração.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348 – Longe de Jesus </dc:title>
  <dc:creator>Junior</dc:creator>
  <cp:lastModifiedBy>Emerson Souza</cp:lastModifiedBy>
  <cp:revision>1</cp:revision>
  <dcterms:created xsi:type="dcterms:W3CDTF">2005-12-26T21:25:13Z</dcterms:created>
  <dcterms:modified xsi:type="dcterms:W3CDTF">2026-05-02T22:05:54Z</dcterms:modified>
</cp:coreProperties>
</file>