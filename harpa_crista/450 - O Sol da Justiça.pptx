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86B06-7FAA-85BA-7CF0-2DB9A1560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2272AE-515D-2504-D674-F8833B66F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209D3D-BC6D-5D7A-14C8-7476BEDB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4958C2-3E34-F793-9D71-796E38C5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1215F-E685-B3C1-1ED0-6EEE300C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A7FC1-DD68-4CA4-AE27-4F668AA2C7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59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5E0A8-6EB1-F719-BA49-B3803E02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CCADA-2995-9611-36BA-56548C5C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4AB62C-F456-3132-3049-457E6775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19B087-BE6A-0AE3-94B6-B7E0AC3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AE3367-AA50-632E-F229-29D5FA05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FE3E9A-EDD0-4F5F-B57E-79722A90CD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29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10CD-D109-F94E-D8B0-86BC2A23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1C0B3B-B7E9-20F8-CF8D-BE8954D4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EEB68B-D538-63D2-BEDC-486E362D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5F8598-ED0C-1E7E-F567-129C2BA7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7A775E-FAAE-9471-F3AC-71CAC469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1B724-57EA-4F0C-93A9-5A7A78C8E8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139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5CA61-F83E-C5E7-E757-A1FB1034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962C3-1C66-500D-BD6D-CBC9BC276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9DDE2D-29C3-320C-74E9-BB74A27E5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DB6038-39E1-1ACE-C951-40B22A6C5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5C667C-03C9-D7E5-72D0-E8823620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3CF268-FE7D-EEC6-77A0-2DD3CBB2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BD8CCB-536E-485E-B64D-0FF9BE8FF7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888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F5594-199B-CAE1-8103-6B78ECB2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FD3A35-B9F9-FB99-2685-EE7D342A5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F94803-6696-80BC-F3AE-ADCEA1615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896F0E-31D2-65C5-CE5D-488C1CE6A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C4BBA3-9C84-8F83-999B-98BEFD62A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36FA70-8F86-AF58-99FA-010C1A5A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CA202A-1A36-46B7-A6C0-D35F1471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84820D-92ED-489C-32FD-58A5D208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C4D51A-043F-40EF-A45E-D98408C1C0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936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CDA99-5B14-898B-E851-39CF05D2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9FB01B-88C8-FA8E-97C5-6741D90D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F7780C-8CE1-B41D-F591-6EC04B54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6CDD4D-159B-E7C3-D97D-2430CAC5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DCC2F9-81C7-4D82-BCB3-938533ADC8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863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BA4DF-5ED8-98D4-9F5B-74F915B1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2C0688-6E49-5B49-C4AD-DEDC7520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946C35-03A7-C276-1ACC-DF7F6C7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BC858-AF59-42E6-9A86-661E01BF8A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760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F6501-B08F-18FF-7C8A-30A78DE1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ADF974-F83F-6DFE-D7CE-319EAAE42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5C85A4-81CC-4AE9-C85F-F63BA2C71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132797-FBC2-62F1-E923-59C51D93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3F297A-CF8C-FAC9-131F-C58BC794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A0B1EA-6982-7394-EAE0-3BC5C1B4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BAD99-FD3C-4406-BF26-F7582FC5FB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933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ED50D-1FF9-C578-6719-829EF6AC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16C3E-E11B-5115-28A9-6B8A6E7EA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7FABF2-BF84-2B4C-DF1C-FA6252C30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AC6F65-A1A5-CB61-1049-92319BE9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BA87E9-85FE-E689-75AD-0FAACCBE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FC28CC-83FE-197C-5F10-C404E652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F06BF-A47F-4CBD-AAF7-B1F651A986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544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17A89-6004-CB3E-0082-6E047E68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ABBA59-7B0C-742A-9B22-233BC5930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48575F-EA64-6A57-F313-E2911370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338F05-480C-8C77-836A-F3B540DC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FD9971-52B2-9922-6346-F7A26ECC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C06F7-D45C-429D-A532-6DBB29B5AB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405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C68F0C-CBBF-E939-2BD9-06259C938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42E85B-BA95-C545-E5E5-CCA907F14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880E93-1680-026F-2A03-31F42EB8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74C45A-324E-F11D-BEF8-BB0EF9F1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9233DA-542D-4FC7-1604-31B73BFF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502ACD-6971-47A4-828A-81D089C450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615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594912-F421-7B73-4E1C-76B7412CD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872285-5BFE-C359-53DA-1F4CD6006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3C414B-96DA-4CC9-DC49-B1BBF410EC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928E0C-8F89-7E0B-EF49-B8388CC12D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5FD959-227A-1C02-B410-4379A7DCA6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E63C02-5DE3-4CD2-B7CC-376F17D159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126955-ED48-23BD-EBD2-1960C64424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450 - O Sol da Justiça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AE2D06B-7AF6-4A65-78FE-88D2177E51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0B840CB-87C5-B091-3518-29BDFAB1E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O sol da justiça vamos proclamar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Sua luz resplandece em qualquer lugar,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Seu fulgor dourado de amor e paz,</a:t>
            </a:r>
            <a:r>
              <a:rPr lang="en-US" altLang="pt-BR" sz="3800"/>
              <a:t> </a:t>
            </a:r>
            <a:r>
              <a:rPr lang="en-US" altLang="pt-BR" sz="3800" i="1"/>
              <a:t>Salvação completa aos caídos traz.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3DD59E-78B5-39FF-8042-6BB56EEE7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Teus celestes raios vamos espalhar;</a:t>
            </a:r>
            <a:r>
              <a:rPr lang="en-US" altLang="pt-BR" sz="3600"/>
              <a:t> </a:t>
            </a:r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Tão formosos raios vamos proclamar!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8A9605-2B71-BBD2-6B91-F8CCF6234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i="1"/>
              <a:t>Resplendor celeste brilha desde os céus.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Fala-nos de Cristo, do amor de Deus;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Com Jesus nós vamos, todos, trabalhar,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Do céu aos perdidos o esplendor levar.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DB4DE1D-2CF8-0D0A-10D2-F5815CC1D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Teus celestes raios vamos espalhar;</a:t>
            </a:r>
            <a:r>
              <a:rPr lang="en-US" altLang="pt-BR" sz="3600"/>
              <a:t> </a:t>
            </a:r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Tão formosos raios vamos proclamar!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66C5E71-4AD4-85E7-5598-99A9CF464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Só uns raios fortes deste resplendor,</a:t>
            </a:r>
            <a:r>
              <a:rPr lang="en-US" altLang="pt-BR" sz="3800"/>
              <a:t> </a:t>
            </a:r>
            <a:r>
              <a:rPr lang="en-US" altLang="pt-BR" sz="3800" i="1"/>
              <a:t>Toda a terra podem inundar de amor;</a:t>
            </a:r>
            <a:r>
              <a:rPr lang="en-US" altLang="pt-BR" sz="3800"/>
              <a:t> </a:t>
            </a:r>
            <a:r>
              <a:rPr lang="en-US" altLang="pt-BR" sz="3800" i="1"/>
              <a:t>Podem dum deserto fazer um jardim;</a:t>
            </a:r>
            <a:r>
              <a:rPr lang="en-US" altLang="pt-BR" sz="3800"/>
              <a:t> </a:t>
            </a:r>
            <a:r>
              <a:rPr lang="en-US" altLang="pt-BR" sz="3800" i="1"/>
              <a:t>Resplendor do sol. ó brilha para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5C1C87C-8EB2-F7D9-5C32-4C41C322A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Teus celestes raios vamos espalhar;</a:t>
            </a:r>
            <a:r>
              <a:rPr lang="en-US" altLang="pt-BR" sz="3600"/>
              <a:t> </a:t>
            </a:r>
            <a:r>
              <a:rPr lang="en-US" altLang="pt-BR" sz="3600" b="1" i="1"/>
              <a:t>Resplandece, ó sol verdadeiro!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Tão formosos raios vamos proclamar!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450 - O Sol da Justiça </vt:lpstr>
      <vt:lpstr>O sol da justiça vamos proclamar  Sua luz resplandece em qualquer lugar,  Seu fulgor dourado de amor e paz, Salvação completa aos caídos traz.  </vt:lpstr>
      <vt:lpstr>Resplandece, ó sol verdadeiro!  Teus celestes raios vamos espalhar; Resplandece, ó sol verdadeiro!  Tão formosos raios vamos proclamar!  </vt:lpstr>
      <vt:lpstr>Resplendor celeste brilha desde os céus.  Fala-nos de Cristo, do amor de Deus;  Com Jesus nós vamos, todos, trabalhar,  Do céu aos perdidos o esplendor levar.  </vt:lpstr>
      <vt:lpstr>Resplandece, ó sol verdadeiro!  Teus celestes raios vamos espalhar; Resplandece, ó sol verdadeiro!  Tão formosos raios vamos proclamar!  </vt:lpstr>
      <vt:lpstr>Só uns raios fortes deste resplendor, Toda a terra podem inundar de amor; Podem dum deserto fazer um jardim; Resplendor do sol. ó brilha para mim.</vt:lpstr>
      <vt:lpstr>Resplandece, ó sol verdadeiro!  Teus celestes raios vamos espalhar; Resplandece, ó sol verdadeiro!  Tão formosos raios vamos proclamar!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450 - O Sol da Justiça </dc:title>
  <dc:creator>Junior</dc:creator>
  <cp:lastModifiedBy>Emerson Souza</cp:lastModifiedBy>
  <cp:revision>1</cp:revision>
  <dcterms:created xsi:type="dcterms:W3CDTF">2005-12-26T18:31:32Z</dcterms:created>
  <dcterms:modified xsi:type="dcterms:W3CDTF">2026-05-02T22:14:44Z</dcterms:modified>
</cp:coreProperties>
</file>