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7643C-9EF8-6954-668C-EF6405D8E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6B342B-23F4-BDE0-F3BA-8C921D3DF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959F44-FBC7-AA94-96CF-D23704D0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B8020D-7D0C-5A57-35B0-545B1D40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C7F92F-D0D9-3C8F-7D06-71B2B218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D13F55-1339-4183-8203-40B6624CE7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053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06B-9C1A-6035-31D5-657B58791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62BD23-25FA-A5C9-1A26-A0D750CD0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F5ECC2-4B53-414B-6602-E18651067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276C03-D50D-3C6F-3940-A01DD2CA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1AAD08-6C3D-097A-BED8-0F687DE9B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7E8E99-0A0B-44A7-B2D9-87807824A4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146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8538D-32BB-CE51-359E-1CC9439B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94D13E-DF28-F9E3-EBF5-9AAAE9C2A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D39FBA-400B-F422-8690-3EC24832C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F8DCE7-69EF-290E-388F-E73140F53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72C75C-1DA6-DB48-91F1-A9A24542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A8E03D-D35A-4A2F-A559-DE141FEEF3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1945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A4AFF-1ABD-687C-87F6-3AF3F7742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B90D6B-CD10-ADFE-F89D-B0B1EFB2A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A8A186-A674-A801-D333-EBF48A934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18AFFF-F963-4C9C-C2B1-FB33C4EC2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D69CDA-64E6-019F-096E-E9C0A64D3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4FAFE2-89A7-9D8A-AF34-EF3C21DA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7EBCE5-9E35-4919-B55F-25F59D678B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241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71C7F2-BEBF-8030-ED4B-07060379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28D7F-5676-0D92-EFB8-0695D0F38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B0F2F4-5DE7-CB80-8401-1E7088A63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AF98D2D-794D-A9F9-0ACF-8C36C1A5DF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6131F32-717E-7E52-70A7-660762905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C942EFF-493F-8498-3AE2-1613C168D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581AF5-8316-A2F6-86BF-F76E5FC42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6209CC3-0BB1-DF3D-B6F6-6CC0C1F6A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3650D3-279B-4EFD-89DC-E9EF1E4624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2794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48F4C-87FF-A471-B543-49D57AA3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217E52-FA66-DA46-4C6D-83F6CD24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2DB21B-F2D4-469D-05F1-2BB9BD8DB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121BAA-05B8-8C96-5206-CF07F872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C5A317-7064-47CC-9CBE-7839E46073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5778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21D5100-C5DC-4770-F17E-DFA894173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05A69EB-228E-9D9C-7A4D-8AFA52DCC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6FEADC-5F1C-7DDD-E483-02637745B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C0E845-BBE7-4F1E-A0E7-D90C85CA02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9130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D546F-9928-A162-E6BB-DC510DACA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8C9557-A4A9-45DD-CF23-EED3ECB69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0DAD6C-6129-5E62-C218-D54AABCB0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DA6E9F-475E-6450-1992-9463ECA6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61A1BB-A93B-EF2C-9952-1673664B9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CB35F4-FDAC-06A6-AE7E-ECC0ECC8C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33BA8-1020-4E96-B3EA-20CCE00E79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582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0A9D-B17F-2865-5483-D028B7AD0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8C43CD6-D046-39D0-BC7E-2DB96C97FA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695F04-91F5-6945-00BC-D117B148D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E9D21B-3AE4-B554-9E5D-6804E627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4C63CF-21E8-14A7-5586-BA4AE848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A1A71C-82A9-27AC-8890-E8C76A49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91DF21-8159-415D-807A-F0E2F793CC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963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8E246-0945-EF33-93D4-38F54033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2CF745-1CEF-643E-D93B-C73BEF884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7EE4C5-BD06-A518-32D5-9AEC60853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5A78FD-31D2-A8AD-8B54-3A7ADD28F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AD356A-E63C-0BE1-1C65-220C115D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E7A62C-D2FA-4806-8CB8-692776D968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374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7141C0-9A89-1B2A-66F5-7F6CCB42FA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9EE93C-6D27-4566-972F-DF876EFFB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F5F1F2-2167-7FF2-C44C-A768419F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82C1C8-BAF1-794F-F98C-BA7843AFF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8498F3-C9F1-B6B7-0EF6-A3F367D7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DE049D-7C68-414B-BE31-718F49D6CD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4886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08A7266-C6BD-9D25-C3A6-CCC55A0474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E1F991A-1A9B-8078-B201-95F0CA7B36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DF38D6D-78F6-223F-7F5D-97DFD7E5D8A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28C4ABF-76CE-7635-8A0F-7C3801A678F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C3221E3-CE93-4713-E04B-078B8EDF53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D401B79-0FE0-4895-9440-53683FFD30D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4034C35-7CFD-A662-4BC2-8F933A1019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189</a:t>
            </a:r>
            <a:br>
              <a:rPr lang="en-US" altLang="pt-BR" sz="4000" b="1"/>
            </a:br>
            <a:r>
              <a:rPr lang="en-US" altLang="pt-BR" sz="4000" b="1"/>
              <a:t>GLÓRIA AO SALVADOR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23C3D58-24A4-01FB-59EA-3A6453D0177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D37E036-FC74-2602-A394-B5F2563B3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Chegado à cruz do meu bom Senhor, Prostrado aos pés do Redentor, </a:t>
            </a:r>
            <a:br>
              <a:rPr lang="en-US" altLang="pt-BR" sz="4000" i="1"/>
            </a:br>
            <a:r>
              <a:rPr lang="en-US" altLang="pt-BR" sz="4000" i="1"/>
              <a:t>Ele ouviu todo meu clamor </a:t>
            </a:r>
            <a:br>
              <a:rPr lang="en-US" altLang="pt-BR" sz="4000" i="1"/>
            </a:br>
            <a:r>
              <a:rPr lang="en-US" altLang="pt-BR" sz="4000" i="1"/>
              <a:t>Glória ao Salvador.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46B16C0-D014-4FAE-D3BE-E2319703F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Glória ao Salvador!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ao Salvador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Agora sei que Ele me salvou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ao Salvador!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F2EA0E8-9033-1934-A4E6-D1016F74D7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Que maravilha! Jesus me amou, </a:t>
            </a:r>
            <a:br>
              <a:rPr lang="en-US" altLang="pt-BR" sz="4000" i="1"/>
            </a:br>
            <a:r>
              <a:rPr lang="en-US" altLang="pt-BR" sz="4000" i="1"/>
              <a:t>Tudo de graça me perdoou; </a:t>
            </a:r>
            <a:br>
              <a:rPr lang="en-US" altLang="pt-BR" sz="4000" i="1"/>
            </a:br>
            <a:r>
              <a:rPr lang="en-US" altLang="pt-BR" sz="4000" i="1"/>
              <a:t>Quebrou meus laços e me livrou; </a:t>
            </a:r>
            <a:br>
              <a:rPr lang="en-US" altLang="pt-BR" sz="4000" i="1"/>
            </a:br>
            <a:r>
              <a:rPr lang="en-US" altLang="pt-BR" sz="4000" i="1"/>
              <a:t>Glória ao Salvador!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BA6047D-5244-4364-89A2-9E69574A3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Glória ao Salvador!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ao Salvador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Agora sei que Ele me salvou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ao Salvador!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528ACF2-5864-8288-98D9-2388E96110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Junto à cruz, inda há lugar, </a:t>
            </a:r>
            <a:br>
              <a:rPr lang="en-US" altLang="pt-BR" sz="4000" i="1"/>
            </a:br>
            <a:r>
              <a:rPr lang="en-US" altLang="pt-BR" sz="4000" i="1"/>
              <a:t>Vem, ó aflito, sem demorar, </a:t>
            </a:r>
            <a:br>
              <a:rPr lang="en-US" altLang="pt-BR" sz="4000" i="1"/>
            </a:br>
            <a:r>
              <a:rPr lang="en-US" altLang="pt-BR" sz="4000" i="1"/>
              <a:t>Cristo está pronto pra te salvar, </a:t>
            </a:r>
            <a:br>
              <a:rPr lang="en-US" altLang="pt-BR" sz="4000" i="1"/>
            </a:br>
            <a:r>
              <a:rPr lang="en-US" altLang="pt-BR" sz="4000" i="1"/>
              <a:t>Vinde ao Salvador!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A67AE78-C23F-4B65-66FE-339C63FB2E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Glória ao Salvador!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ao Salvador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Agora sei que Ele me salvou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ao Salvador!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189 GLÓRIA AO SALVADOR </vt:lpstr>
      <vt:lpstr>Chegado à cruz do meu bom Senhor, Prostrado aos pés do Redentor,  Ele ouviu todo meu clamor  Glória ao Salvador. </vt:lpstr>
      <vt:lpstr>Glória ao Salvador!  Glória ao Salvador  Agora sei que Ele me salvou  Glória ao Salvador! </vt:lpstr>
      <vt:lpstr>Que maravilha! Jesus me amou,  Tudo de graça me perdoou;  Quebrou meus laços e me livrou;  Glória ao Salvador! </vt:lpstr>
      <vt:lpstr>Glória ao Salvador!  Glória ao Salvador  Agora sei que Ele me salvou  Glória ao Salvador! </vt:lpstr>
      <vt:lpstr>Junto à cruz, inda há lugar,  Vem, ó aflito, sem demorar,  Cristo está pronto pra te salvar,  Vinde ao Salvador! </vt:lpstr>
      <vt:lpstr>Glória ao Salvador!  Glória ao Salvador  Agora sei que Ele me salvou  Glória ao Salvador!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189 GLÓRIA AO SALVADOR </dc:title>
  <dc:creator>Junior</dc:creator>
  <cp:lastModifiedBy>Emerson Souza</cp:lastModifiedBy>
  <cp:revision>1</cp:revision>
  <dcterms:created xsi:type="dcterms:W3CDTF">2005-12-23T17:27:24Z</dcterms:created>
  <dcterms:modified xsi:type="dcterms:W3CDTF">2026-05-02T21:52:36Z</dcterms:modified>
</cp:coreProperties>
</file>