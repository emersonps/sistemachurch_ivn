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6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350DCCD-36EE-C818-F410-B9BDCDDEEF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C3636BC-26AC-CDE3-FEDF-FA9E947CFA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438D2B94-BEC8-863C-E91B-2684ECE20C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4FB4E7F4-1FBE-51AD-E910-B61EF1D157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F7FE517-8E6D-48DB-A015-D51AB203B6A1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19462" name="Group 6">
            <a:extLst>
              <a:ext uri="{FF2B5EF4-FFF2-40B4-BE49-F238E27FC236}">
                <a16:creationId xmlns:a16="http://schemas.microsoft.com/office/drawing/2014/main" id="{3DA5C76B-24CF-7E53-CD0B-D7A47E856B1C}"/>
              </a:ext>
            </a:extLst>
          </p:cNvPr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19463" name="Oval 7">
              <a:extLst>
                <a:ext uri="{FF2B5EF4-FFF2-40B4-BE49-F238E27FC236}">
                  <a16:creationId xmlns:a16="http://schemas.microsoft.com/office/drawing/2014/main" id="{D0E592C1-DA4F-13CC-0AA6-7A308C637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/>
            </a:p>
          </p:txBody>
        </p:sp>
        <p:sp>
          <p:nvSpPr>
            <p:cNvPr id="19464" name="Rectangle 8">
              <a:extLst>
                <a:ext uri="{FF2B5EF4-FFF2-40B4-BE49-F238E27FC236}">
                  <a16:creationId xmlns:a16="http://schemas.microsoft.com/office/drawing/2014/main" id="{8C1E9B8A-D7CD-A757-17D4-6CE873B440B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9465" name="Rectangle 9">
              <a:extLst>
                <a:ext uri="{FF2B5EF4-FFF2-40B4-BE49-F238E27FC236}">
                  <a16:creationId xmlns:a16="http://schemas.microsoft.com/office/drawing/2014/main" id="{A0CD2DF2-7234-54B9-58C0-1EF4CD1E07D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9466" name="Freeform 10">
              <a:extLst>
                <a:ext uri="{FF2B5EF4-FFF2-40B4-BE49-F238E27FC236}">
                  <a16:creationId xmlns:a16="http://schemas.microsoft.com/office/drawing/2014/main" id="{9C6F6D73-6D08-4B77-B2F2-318C0669E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>
                <a:gd name="T0" fmla="*/ 1000 w 1000"/>
                <a:gd name="T1" fmla="*/ 1000 h 1000"/>
                <a:gd name="T2" fmla="*/ 0 w 1000"/>
                <a:gd name="T3" fmla="*/ 1000 h 1000"/>
                <a:gd name="T4" fmla="*/ 0 w 1000"/>
                <a:gd name="T5" fmla="*/ 0 h 1000"/>
                <a:gd name="T6" fmla="*/ 1000 w 1000"/>
                <a:gd name="T7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7" name="Freeform 11">
              <a:extLst>
                <a:ext uri="{FF2B5EF4-FFF2-40B4-BE49-F238E27FC236}">
                  <a16:creationId xmlns:a16="http://schemas.microsoft.com/office/drawing/2014/main" id="{3DBBE286-636C-3323-C460-F9447294B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>
                <a:gd name="T0" fmla="*/ 0 w 1000"/>
                <a:gd name="T1" fmla="*/ 0 h 1000"/>
                <a:gd name="T2" fmla="*/ 1000 w 1000"/>
                <a:gd name="T3" fmla="*/ 0 h 1000"/>
                <a:gd name="T4" fmla="*/ 1000 w 1000"/>
                <a:gd name="T5" fmla="*/ 1000 h 1000"/>
                <a:gd name="T6" fmla="*/ 0 w 1000"/>
                <a:gd name="T7" fmla="*/ 100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68" name="Rectangle 12">
            <a:extLst>
              <a:ext uri="{FF2B5EF4-FFF2-40B4-BE49-F238E27FC236}">
                <a16:creationId xmlns:a16="http://schemas.microsoft.com/office/drawing/2014/main" id="{7E3CD9EE-4724-EBB9-560F-FC9BD6C87D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548D4-91F2-544A-CD9E-E74D228A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95F2D-BAE7-5982-7E2A-AE07DD6C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3DBB5C-9E0E-9B77-05CF-A133945E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3DC57E-81A1-D9C1-DC00-842A5B3B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B723AB-8868-D88C-F8F6-798C0D81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C8BDC-9BF3-44C4-BEB0-537F91D06C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799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FC80E-91A9-DFEE-0747-BC54E558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BB27E-68E4-F44E-5141-BD214A57D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F7B7E-4F2F-1471-96F5-AE466F2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F10073-6BCE-AFB4-D921-91CF1E14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169F41-4843-E6F3-AA80-6D47CE0F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6B4399-C808-4761-879B-BBCCF8F8D4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5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9CDA9-77A0-5D64-8AE0-DC6429E8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9A1693-BF49-BA59-C8AF-2A1C5699E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CDEE7E-FC28-AA4E-02C8-15540879A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ADC8BF-13E2-8669-6573-15A684093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8A9727-340F-FFED-4B28-DB58C916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E2296F-D886-0F33-3BDF-ED332EF3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14824-E760-4284-B10E-C58725DCAD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32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29923-D18A-FF95-38EB-FF3F2C61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804281-85D9-FD63-6A53-F19B86BA2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C71A53-D51B-B108-E6EC-858CDA846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A88250D-C00A-7DDB-74A2-C1556BB83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60B158-3E85-AEC2-3090-379E36681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B1EECC7-CA89-D6D7-3C35-A354B6DE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46FEB6-3EB3-45AB-A303-54F236B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98D70D-6C03-CB71-AEF0-233F0388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12B87E-1E45-4E63-97D6-80B87BAC70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180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200D1-B9A1-D0EE-803F-12FADBED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7F0C3D-C4B0-2EBF-2D0A-6DD3C65B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0D232C1-837D-319A-DF99-50163C08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C36DE8-82F5-ACC5-CC2F-7C406397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CC4371-C990-4A81-94E8-8231FC59F4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6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6A74A6-0CC7-F685-F742-AA2E498E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00ED2D-8A78-E448-A7C3-F60295ED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41D221-FEAB-688E-EA6A-10E003B4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13C3C-DCBA-4506-A250-C5E35A5AA6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820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27196-4DCC-B6CA-938C-AD670809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3E75B7-F335-581C-E7DF-5E220B100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57F37E-D82F-BE71-BD29-42BE05C22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948E71-A8D5-FF01-7649-AC8443607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8A38C5-2DFD-7559-A7EE-A2B8C5E0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7707DE-E01A-B948-85FF-6CEF3897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E5EEDF-5AB7-47A4-ACE8-D16472C567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340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F77B2-5207-82DE-57C4-2ADE2149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B637D4-8BDF-E2E0-A621-D3B2B9CA4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B5A518-8391-CB53-B247-0818F3981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CA6C83-72C4-D3E0-0FE0-D38564E1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898467-767B-F3A8-9D53-844802F0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2FC8F4-2C7C-E8B6-6D3C-33F4C567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CDC55-879E-4977-BEB9-124054505F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808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1BEEB-0063-2304-EC52-B3A1A33D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41A004-1038-9074-D822-71535A9DC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E05DC2-85DD-FB21-BE36-A20D1757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1EAB73-B304-AF0F-652E-50FA528D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F641DD-42F8-FC79-B57B-1EB49583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180A9-315E-4427-950C-9D173E6411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756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FD67D8-422A-93DB-6EFC-694A63510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52B13E-8165-2F1F-F683-D1BCF0C0E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7E9BF1-DC8B-7E5D-3605-A8A9AD8C7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E21C7-72AA-8B94-FE14-1BFC1061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CC868D-B897-65B3-72FA-9F99E0C9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FDBAB-1EB2-4972-988C-4386730187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242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1D0FA1-186A-8FBE-18ED-EA9FB0E06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51BDFAF-0A5E-221E-2678-D3136D924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2C80D779-ADD8-5573-8377-B1FFA093B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99E407AC-019A-FA10-B1D2-BDBFCA2BE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F7848606-70F9-B51B-9A93-B273900B6B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pt-BR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9B0C8AD2-44E0-7555-4213-F45812E8EE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pt-BR"/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0BC0D63E-AFB4-E5DB-EF64-70EEE816D9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99890F16-8C21-4A00-B2F4-4EAE6406644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8441" name="Freeform 9">
            <a:extLst>
              <a:ext uri="{FF2B5EF4-FFF2-40B4-BE49-F238E27FC236}">
                <a16:creationId xmlns:a16="http://schemas.microsoft.com/office/drawing/2014/main" id="{5097D594-733E-3F54-212E-18AB50101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1000 w 1000"/>
              <a:gd name="T1" fmla="*/ 1000 h 1000"/>
              <a:gd name="T2" fmla="*/ 0 w 1000"/>
              <a:gd name="T3" fmla="*/ 1000 h 1000"/>
              <a:gd name="T4" fmla="*/ 0 w 1000"/>
              <a:gd name="T5" fmla="*/ 0 h 1000"/>
              <a:gd name="T6" fmla="*/ 1000 w 1000"/>
              <a:gd name="T7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2" name="Freeform 10">
            <a:extLst>
              <a:ext uri="{FF2B5EF4-FFF2-40B4-BE49-F238E27FC236}">
                <a16:creationId xmlns:a16="http://schemas.microsoft.com/office/drawing/2014/main" id="{61CE43B0-1316-0D6E-BD15-43F764DFE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1000"/>
              <a:gd name="T1" fmla="*/ 0 h 1000"/>
              <a:gd name="T2" fmla="*/ 1000 w 1000"/>
              <a:gd name="T3" fmla="*/ 0 h 1000"/>
              <a:gd name="T4" fmla="*/ 1000 w 1000"/>
              <a:gd name="T5" fmla="*/ 1000 h 1000"/>
              <a:gd name="T6" fmla="*/ 0 w 1000"/>
              <a:gd name="T7" fmla="*/ 100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447675" indent="-44767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93813" indent="-4032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81163" indent="-385763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01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414A3AB-4D34-6960-5D87-494E9FF317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/>
              <a:t>31</a:t>
            </a:r>
            <a:br>
              <a:rPr lang="en-US" altLang="pt-BR"/>
            </a:br>
            <a:r>
              <a:rPr lang="en-US" altLang="pt-BR"/>
              <a:t>GLÓRIA AO MEU JESUS 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E789762-6272-3DD3-0000-01EA43C029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EA0417C-31F1-7D61-EB72-5A9DF7695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362200"/>
            <a:ext cx="9144000" cy="2590800"/>
          </a:xfrm>
        </p:spPr>
        <p:txBody>
          <a:bodyPr/>
          <a:lstStyle/>
          <a:p>
            <a:pPr algn="ctr"/>
            <a:r>
              <a:rPr lang="en-US" altLang="pt-BR" i="1"/>
              <a:t>Por mim sofreu o Salvador, </a:t>
            </a:r>
            <a:br>
              <a:rPr lang="en-US" altLang="pt-BR" i="1"/>
            </a:br>
            <a:r>
              <a:rPr lang="en-US" altLang="pt-BR" i="1"/>
              <a:t>Glória! Glória ao meu Jesus! </a:t>
            </a:r>
            <a:br>
              <a:rPr lang="en-US" altLang="pt-BR" i="1"/>
            </a:br>
            <a:r>
              <a:rPr lang="en-US" altLang="pt-BR" i="1"/>
              <a:t>Louvai, comigo, ao Redentor! </a:t>
            </a:r>
            <a:br>
              <a:rPr lang="en-US" altLang="pt-BR" i="1"/>
            </a:br>
            <a:r>
              <a:rPr lang="en-US" altLang="pt-BR" i="1"/>
              <a:t>Glória! Glória ao meu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5955A48-616F-7090-F272-AA109388F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09800"/>
            <a:ext cx="9144000" cy="2819400"/>
          </a:xfrm>
        </p:spPr>
        <p:txBody>
          <a:bodyPr/>
          <a:lstStyle/>
          <a:p>
            <a:pPr algn="ctr"/>
            <a:r>
              <a:rPr lang="en-US" altLang="pt-BR" b="1" i="1"/>
              <a:t>Jesus! Jesus! Ó Salvador;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doce o nome do Senhor;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Abrasa -me com santo amor;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Glória! Glória ao meu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49E8BD-57FD-C7F5-761F-E90426AE4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981200"/>
            <a:ext cx="9144000" cy="2667000"/>
          </a:xfrm>
        </p:spPr>
        <p:txBody>
          <a:bodyPr/>
          <a:lstStyle/>
          <a:p>
            <a:pPr algn="ctr"/>
            <a:r>
              <a:rPr lang="en-US" altLang="pt-BR" i="1"/>
              <a:t>C'oa meus pecados carregou, Glória! Glória ao meu Jesus! </a:t>
            </a:r>
            <a:br>
              <a:rPr lang="en-US" altLang="pt-BR" i="1"/>
            </a:br>
            <a:r>
              <a:rPr lang="en-US" altLang="pt-BR" i="1"/>
              <a:t>E sobre a cruz me resgatou. </a:t>
            </a:r>
            <a:br>
              <a:rPr lang="en-US" altLang="pt-BR" i="1"/>
            </a:br>
            <a:r>
              <a:rPr lang="en-US" altLang="pt-BR" i="1"/>
              <a:t>Glória! Glória ao meu Jesus!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D25FF90-7457-13EE-54C9-562F01C08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09800"/>
            <a:ext cx="9144000" cy="2819400"/>
          </a:xfrm>
        </p:spPr>
        <p:txBody>
          <a:bodyPr/>
          <a:lstStyle/>
          <a:p>
            <a:pPr algn="ctr"/>
            <a:r>
              <a:rPr lang="en-US" altLang="pt-BR" b="1" i="1"/>
              <a:t>Jesus! Jesus! Ó Salvador;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doce o nome do Senhor;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Abrasa -me com santo amor;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Glória! Glória ao meu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1D4A0A-F543-583D-4BDB-D82265945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28800"/>
            <a:ext cx="9144000" cy="2743200"/>
          </a:xfrm>
        </p:spPr>
        <p:txBody>
          <a:bodyPr/>
          <a:lstStyle/>
          <a:p>
            <a:pPr algn="ctr"/>
            <a:r>
              <a:rPr lang="en-US" altLang="pt-BR" i="1"/>
              <a:t>Eu sei que perdoado estou, </a:t>
            </a:r>
            <a:br>
              <a:rPr lang="en-US" altLang="pt-BR" i="1"/>
            </a:br>
            <a:r>
              <a:rPr lang="en-US" altLang="pt-BR" i="1"/>
              <a:t>Glória! Glória ao meu Jesus! </a:t>
            </a:r>
            <a:br>
              <a:rPr lang="en-US" altLang="pt-BR" i="1"/>
            </a:br>
            <a:r>
              <a:rPr lang="en-US" altLang="pt-BR" i="1"/>
              <a:t>E, com certeza, ao céu eu vou! </a:t>
            </a:r>
            <a:br>
              <a:rPr lang="en-US" altLang="pt-BR" i="1"/>
            </a:br>
            <a:r>
              <a:rPr lang="en-US" altLang="pt-BR" i="1"/>
              <a:t>Glória! Glória ao meu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FC7D61E-D024-BE06-7724-2719A6138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09800"/>
            <a:ext cx="9144000" cy="2819400"/>
          </a:xfrm>
        </p:spPr>
        <p:txBody>
          <a:bodyPr/>
          <a:lstStyle/>
          <a:p>
            <a:pPr algn="ctr"/>
            <a:r>
              <a:rPr lang="en-US" altLang="pt-BR" b="1" i="1"/>
              <a:t>Jesus! Jesus! Ó Salvador;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doce o nome do Senhor;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Abrasa -me com santo amor;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Glória! Glória ao meu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BA442A7-9208-0BB9-B420-EA6EB5FA0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28800"/>
            <a:ext cx="9144000" cy="2743200"/>
          </a:xfrm>
        </p:spPr>
        <p:txBody>
          <a:bodyPr/>
          <a:lstStyle/>
          <a:p>
            <a:pPr algn="ctr"/>
            <a:r>
              <a:rPr lang="en-US" altLang="pt-BR" i="1"/>
              <a:t>E, quando a guerra aqui findar, </a:t>
            </a:r>
            <a:br>
              <a:rPr lang="en-US" altLang="pt-BR" i="1"/>
            </a:br>
            <a:r>
              <a:rPr lang="en-US" altLang="pt-BR" i="1"/>
              <a:t>Glória! Glória ao meu Jesus! </a:t>
            </a:r>
            <a:br>
              <a:rPr lang="en-US" altLang="pt-BR" i="1"/>
            </a:br>
            <a:r>
              <a:rPr lang="en-US" altLang="pt-BR" i="1"/>
              <a:t>No céu, melhor, eu vou cantar, </a:t>
            </a:r>
            <a:br>
              <a:rPr lang="en-US" altLang="pt-BR" i="1"/>
            </a:br>
            <a:r>
              <a:rPr lang="en-US" altLang="pt-BR" i="1"/>
              <a:t>Glória! Glória ao meu Jesus!  </a:t>
            </a:r>
            <a:r>
              <a:rPr lang="en-US" altLang="pt-BR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870209C-81F6-3345-59EA-FD78D1235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09800"/>
            <a:ext cx="9144000" cy="2819400"/>
          </a:xfrm>
        </p:spPr>
        <p:txBody>
          <a:bodyPr/>
          <a:lstStyle/>
          <a:p>
            <a:pPr algn="ctr"/>
            <a:r>
              <a:rPr lang="en-US" altLang="pt-BR" b="1" i="1"/>
              <a:t>Jesus! Jesus! Ó Salvador;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doce o nome do Senhor;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Abrasa -me com santo amor;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Glória! Glória ao meu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xo">
  <a:themeElements>
    <a:clrScheme name="Eixo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Eix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ixo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ixo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ixo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</TotalTime>
  <Words>255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Eixo</vt:lpstr>
      <vt:lpstr>31 GLÓRIA AO MEU JESUS  </vt:lpstr>
      <vt:lpstr>Por mim sofreu o Salvador,  Glória! Glória ao meu Jesus!  Louvai, comigo, ao Redentor!  Glória! Glória ao meu Jesus! </vt:lpstr>
      <vt:lpstr>Jesus! Jesus! Ó Salvador;  É doce o nome do Senhor;  Abrasa -me com santo amor;  Glória! Glória ao meu Senhor. </vt:lpstr>
      <vt:lpstr>C'oa meus pecados carregou, Glória! Glória ao meu Jesus!  E sobre a cruz me resgatou.  Glória! Glória ao meu Jesus!   </vt:lpstr>
      <vt:lpstr>Jesus! Jesus! Ó Salvador;  É doce o nome do Senhor;  Abrasa -me com santo amor;  Glória! Glória ao meu Senhor. </vt:lpstr>
      <vt:lpstr>Eu sei que perdoado estou,  Glória! Glória ao meu Jesus!  E, com certeza, ao céu eu vou!  Glória! Glória ao meu Jesus! </vt:lpstr>
      <vt:lpstr>Jesus! Jesus! Ó Salvador;  É doce o nome do Senhor;  Abrasa -me com santo amor;  Glória! Glória ao meu Senhor. </vt:lpstr>
      <vt:lpstr>E, quando a guerra aqui findar,  Glória! Glória ao meu Jesus!  No céu, melhor, eu vou cantar,  Glória! Glória ao meu Jesus!   </vt:lpstr>
      <vt:lpstr>Jesus! Jesus! Ó Salvador;  É doce o nome do Senhor;  Abrasa -me com santo amor;  Glória! Glória ao meu Senhor.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 GLÓRIA AO MEU JESUS  </dc:title>
  <dc:creator>Junior</dc:creator>
  <cp:lastModifiedBy>Emerson Souza</cp:lastModifiedBy>
  <cp:revision>2</cp:revision>
  <dcterms:created xsi:type="dcterms:W3CDTF">2005-12-23T00:49:40Z</dcterms:created>
  <dcterms:modified xsi:type="dcterms:W3CDTF">2026-05-02T21:39:34Z</dcterms:modified>
</cp:coreProperties>
</file>