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CE810-2D35-19B6-CCE8-178BF367B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0DB12E-1A63-2354-B2F2-2489F839EA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6851BB-650F-2997-6327-586B02B9E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599859-D512-23EA-204B-B328B1EB5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41346A-32B7-CF46-9DA9-4C48CFB89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73D17F-1282-4CCE-ABF1-644FD22B36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1121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DD1F78-1FE2-A9E6-B213-B6F70E07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C170E87-82E7-AB14-0EED-3FD32DD2A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19C0C5E-DC50-E039-9D8F-D6CDF1040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7AC5A3-1B6D-C38F-5FF0-B5B73047A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10E00F-3C5F-ED7B-24DB-91A0132C9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659CCC-F2DF-4C0D-B354-85B96A41609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96337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3E6DD9-8F0D-B56D-6B80-57FB00BC7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E9A509-B4AF-2433-4B67-8108B8F2C6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3BF175-8FD8-B218-3DC1-DF815F2A8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241B9E-906A-58DE-848F-4A9A21ED9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6676E7-7433-EED7-6DAE-F9D0A282C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1BE1B1-3928-49C9-8D48-96358535E3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1542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61B82-0CE7-8214-8F4B-BC38EB542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6CF293-2F66-97F7-EECB-D75199D2D9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17E040C-FDB4-D5B4-64B4-D39566D4A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59B6668-AF41-4B23-522B-358B2661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482071-3727-5A2B-D9D4-6A7265795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01CA4F-1438-2613-0F3D-3A0CD5A4D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1FCDEB-05F0-4914-A21C-8A3FD51E50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934276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02E54B-DCED-E48B-ED41-1D0ABD7E2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3F835A-8693-D423-41EE-570E68051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17CB95-74F1-D738-E6BA-3E18516757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4D870C5-B2E3-9ACC-70EE-94DACDD86F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D8D4B95-6A5B-D551-74D2-9423ED8E6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B9DF0FA-09BB-8148-B971-F317F4115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D0BFBC2-EC09-E007-C46C-1F5800988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863EAAD-B11C-F634-28F6-80DCAD3D9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7AAB61-B58A-4715-868F-56003F403DD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276037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879FBA-22BC-3904-2B2E-96F4B619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287366A5-1293-C91F-C212-CFC893B78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5DCCE2C-D43A-388F-2948-9B35E3D93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47613BC-8066-57EA-E293-445F5248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2937CD-A0C0-46F3-B76A-97A4F865D5C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36773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58CD70F-1FCE-9913-D8D7-B882051E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00780B-0008-83CE-E96C-6CDDE3BC7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D89802-05CA-4C06-7398-3CC2E77DD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01CB55-96E3-4EF1-9FDD-C8ACE83EEFB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30337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1D822A-4486-087A-0BCA-043E08AC4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9638F1-C3DE-E388-9A44-94B8C6083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8E7DEA-832B-30CA-A2D4-AE916F582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BDA0B16-8C39-A37C-0E6B-53EA812B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DD2C6F-AB41-6C59-B469-4DF00D13F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CA1E3D-E79E-B9EE-CD73-07DF61C94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B4DE7A-18C3-413B-A633-792B0379EB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870307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0749C-1055-70A9-E4E3-AC3E06E1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6D502E9-24FE-6448-2C05-7787E5AE53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98860F1-7003-1E4A-1A6D-1DC75B981E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A77ED1B-2E35-DF72-A2CF-3AAE959582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6E8E639-DC09-56A3-5D61-1F6745C10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9BC8DB-A095-04A2-8EB0-11809787F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89E31D-EB56-4E41-87E0-71ED2B8F0A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813065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484251-7181-A72B-9F35-E13832588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21028DC-ECEA-EACA-29F1-767F331FD6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8E7BD6-D382-63C7-7095-F9DAE6D54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FF7E0A-905A-692D-383D-36A93E86D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FCEDA5-29D5-1918-DB69-61E850518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051498-19B5-4E7A-89E9-93545AF6CDB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9760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040BC7-3BF0-826E-6A87-433ACF1A8F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A1A3D5-3CB6-473B-B8FB-F8BFE9BA5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ADA55B-4AD1-39A5-AB3B-FB0E04B4D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A64500E-1FB2-1FEC-B10C-388490CCBF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F2D5D4-7F0D-FEC6-D184-4DAABD33B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54CA79-4793-4A99-9630-81FB9ADB980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68470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91EA489-9FA4-5FE0-EC8B-89BD12F91C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13CC71F-0453-CBDE-F4D0-4BBD96A5C2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839128D-02DD-9BE5-2A20-8D4F2A300BE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BE618CB-3BD1-35DC-9CC9-8E6C7A215D2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1AA7F0A-4787-902B-8BD6-EBDDACC0EC0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9E0557A-E0B7-4E60-BF91-870CB40D2D0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392CEAA-21B3-8DC7-A23B-F563AC1572F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316</a:t>
            </a:r>
            <a:br>
              <a:rPr lang="pt-BR" altLang="pt-BR" sz="4400" b="1"/>
            </a:br>
            <a:r>
              <a:rPr lang="pt-BR" altLang="pt-BR" sz="4400" b="1"/>
              <a:t>EM BUSCA DE SIÃO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57DC5CD-BEE1-E1E2-5F47-BE139F742E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/>
              <a:t>Saindo do Egito em busca de Sião,</a:t>
            </a:r>
            <a:br>
              <a:rPr lang="pt-BR" altLang="pt-BR" sz="3600"/>
            </a:br>
            <a:r>
              <a:rPr lang="pt-BR" altLang="pt-BR" sz="3600"/>
              <a:t>Meu Salvador guiou-me com Sua forte mão; </a:t>
            </a:r>
            <a:br>
              <a:rPr lang="pt-BR" altLang="pt-BR" sz="3600"/>
            </a:br>
            <a:r>
              <a:rPr lang="pt-BR" altLang="pt-BR" sz="3600"/>
              <a:t>Levou-me em vitórias pelo fogo e o mar; </a:t>
            </a:r>
            <a:br>
              <a:rPr lang="pt-BR" altLang="pt-BR" sz="3600"/>
            </a:br>
            <a:r>
              <a:rPr lang="pt-BR" altLang="pt-BR" sz="3600"/>
              <a:t>Agora, canto a Deus, pela salvação sem par.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71FCC19-F835-3CA9-6B2E-B6A4F7D7D5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 b="1" i="1"/>
              <a:t>Não busquem mais a Mim na escravidão, </a:t>
            </a:r>
            <a:br>
              <a:rPr lang="pt-BR" altLang="pt-BR" sz="3200" b="1" i="1"/>
            </a:br>
            <a:r>
              <a:rPr lang="pt-BR" altLang="pt-BR" sz="3200" b="1" i="1"/>
              <a:t>Ergui a tenda, enfim, na terra de Sião. </a:t>
            </a:r>
            <a:br>
              <a:rPr lang="pt-BR" altLang="pt-BR" sz="3200" b="1" i="1"/>
            </a:br>
            <a:r>
              <a:rPr lang="pt-BR" altLang="pt-BR" sz="3200" b="1" i="1"/>
              <a:t>Não busquem mais a Mim na escravidão, </a:t>
            </a:r>
            <a:br>
              <a:rPr lang="pt-BR" altLang="pt-BR" sz="3200" b="1" i="1"/>
            </a:br>
            <a:r>
              <a:rPr lang="pt-BR" altLang="pt-BR" sz="3200" b="1" i="1"/>
              <a:t>Ergui a tenda, enfim, na terra de Sião.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ABF2BC0-6E72-4E48-2F01-8376A3E4BE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200"/>
              <a:t>Mui perto de Jesus e vendo o galardão,</a:t>
            </a:r>
            <a:br>
              <a:rPr lang="pt-BR" altLang="pt-BR" sz="3200"/>
            </a:br>
            <a:r>
              <a:rPr lang="pt-BR" altLang="pt-BR" sz="3200"/>
              <a:t>P'ra Canaã eu sigo, lá está meu coração;</a:t>
            </a:r>
            <a:br>
              <a:rPr lang="pt-BR" altLang="pt-BR" sz="3200"/>
            </a:br>
            <a:r>
              <a:rPr lang="pt-BR" altLang="pt-BR" sz="3200"/>
              <a:t>Jesus p'ra grande herança, há de me levar,</a:t>
            </a:r>
            <a:br>
              <a:rPr lang="pt-BR" altLang="pt-BR" sz="3200"/>
            </a:br>
            <a:r>
              <a:rPr lang="pt-BR" altLang="pt-BR" sz="3200"/>
              <a:t>A quem deu-me esperança, eu hei de aqui louvar.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B6EBE96-B45A-829F-CE7A-78ED29A2DA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 b="1" i="1"/>
              <a:t>Não busquem mais a Mim na escravidão, </a:t>
            </a:r>
            <a:br>
              <a:rPr lang="pt-BR" altLang="pt-BR" sz="3200" b="1" i="1"/>
            </a:br>
            <a:r>
              <a:rPr lang="pt-BR" altLang="pt-BR" sz="3200" b="1" i="1"/>
              <a:t>Ergui a tenda, enfim, na terra de Sião. </a:t>
            </a:r>
            <a:br>
              <a:rPr lang="pt-BR" altLang="pt-BR" sz="3200" b="1" i="1"/>
            </a:br>
            <a:r>
              <a:rPr lang="pt-BR" altLang="pt-BR" sz="3200" b="1" i="1"/>
              <a:t>Não busquem mais a Mim na escravidão, </a:t>
            </a:r>
            <a:br>
              <a:rPr lang="pt-BR" altLang="pt-BR" sz="3200" b="1" i="1"/>
            </a:br>
            <a:r>
              <a:rPr lang="pt-BR" altLang="pt-BR" sz="3200" b="1" i="1"/>
              <a:t>Ergui a tenda, enfim, na terra de Sião.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67A7C22-BB3B-5FC9-4DEB-4AE5257379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/>
              <a:t>Andei eu pelos campos, onde fruto achei; </a:t>
            </a:r>
            <a:br>
              <a:rPr lang="pt-BR" altLang="pt-BR" sz="3200"/>
            </a:br>
            <a:r>
              <a:rPr lang="pt-BR" altLang="pt-BR" sz="3200"/>
              <a:t>Em Hebron, uvas vivas também eu apanhei, </a:t>
            </a:r>
            <a:br>
              <a:rPr lang="pt-BR" altLang="pt-BR" sz="3200"/>
            </a:br>
            <a:r>
              <a:rPr lang="pt-BR" altLang="pt-BR" sz="3200"/>
              <a:t>Aqui melhor mel, vinho e leite eu encontrei, </a:t>
            </a:r>
            <a:br>
              <a:rPr lang="pt-BR" altLang="pt-BR" sz="3200"/>
            </a:br>
            <a:r>
              <a:rPr lang="pt-BR" altLang="pt-BR" sz="3200"/>
              <a:t>P'ra escravidão do Egito jamais eu voltarei.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EC9D9DD-CAA9-8ABC-48EB-35CBE56544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 b="1" i="1"/>
              <a:t>Não busquem mais a Mim na escravidão, </a:t>
            </a:r>
            <a:br>
              <a:rPr lang="pt-BR" altLang="pt-BR" sz="3200" b="1" i="1"/>
            </a:br>
            <a:r>
              <a:rPr lang="pt-BR" altLang="pt-BR" sz="3200" b="1" i="1"/>
              <a:t>Ergui a tenda, enfim, na terra de Sião. </a:t>
            </a:r>
            <a:br>
              <a:rPr lang="pt-BR" altLang="pt-BR" sz="3200" b="1" i="1"/>
            </a:br>
            <a:r>
              <a:rPr lang="pt-BR" altLang="pt-BR" sz="3200" b="1" i="1"/>
              <a:t>Não busquem mais a Mim na escravidão, </a:t>
            </a:r>
            <a:br>
              <a:rPr lang="pt-BR" altLang="pt-BR" sz="3200" b="1" i="1"/>
            </a:br>
            <a:r>
              <a:rPr lang="pt-BR" altLang="pt-BR" sz="3200" b="1" i="1"/>
              <a:t>Ergui a tenda, enfim, na terra de Sião.</a:t>
            </a:r>
            <a:endParaRPr lang="en-US" altLang="pt-BR" sz="3200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BE43A695-165A-B32D-5D6C-5927599FCD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/>
              <a:t>As lutas desta vida eu não sinto mais,</a:t>
            </a:r>
            <a:br>
              <a:rPr lang="pt-BR" altLang="pt-BR" sz="3200"/>
            </a:br>
            <a:r>
              <a:rPr lang="pt-BR" altLang="pt-BR" sz="3200"/>
              <a:t>Pois sempre vou cantando Sua graça, amor e paz; </a:t>
            </a:r>
            <a:br>
              <a:rPr lang="pt-BR" altLang="pt-BR" sz="3200"/>
            </a:br>
            <a:r>
              <a:rPr lang="pt-BR" altLang="pt-BR" sz="3200"/>
              <a:t>Eu vou marchando para o eterno lar,</a:t>
            </a:r>
            <a:br>
              <a:rPr lang="pt-BR" altLang="pt-BR" sz="3200"/>
            </a:br>
            <a:r>
              <a:rPr lang="pt-BR" altLang="pt-BR" sz="3200"/>
              <a:t>E breve, lá no céu - minha pátria - hei de estar. F.V.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9E02C0D-1BC2-3257-D2CB-43F89957DA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200" b="1" i="1"/>
              <a:t>Não busquem mais a Mim na escravidão, </a:t>
            </a:r>
            <a:br>
              <a:rPr lang="pt-BR" altLang="pt-BR" sz="3200" b="1" i="1"/>
            </a:br>
            <a:r>
              <a:rPr lang="pt-BR" altLang="pt-BR" sz="3200" b="1" i="1"/>
              <a:t>Ergui a tenda, enfim, na terra de Sião. </a:t>
            </a:r>
            <a:br>
              <a:rPr lang="pt-BR" altLang="pt-BR" sz="3200" b="1" i="1"/>
            </a:br>
            <a:r>
              <a:rPr lang="pt-BR" altLang="pt-BR" sz="3200" b="1" i="1"/>
              <a:t>Não busquem mais a Mim na escravidão, </a:t>
            </a:r>
            <a:br>
              <a:rPr lang="pt-BR" altLang="pt-BR" sz="3200" b="1" i="1"/>
            </a:br>
            <a:r>
              <a:rPr lang="pt-BR" altLang="pt-BR" sz="3200" b="1" i="1"/>
              <a:t>Ergui a tenda, enfim, na terra de Sião.</a:t>
            </a:r>
            <a:endParaRPr lang="en-US" altLang="pt-BR" sz="32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340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316 EM BUSCA DE SIÃO</vt:lpstr>
      <vt:lpstr>Saindo do Egito em busca de Sião, Meu Salvador guiou-me com Sua forte mão;  Levou-me em vitórias pelo fogo e o mar;  Agora, canto a Deus, pela salvação sem par. </vt:lpstr>
      <vt:lpstr>Não busquem mais a Mim na escravidão,  Ergui a tenda, enfim, na terra de Sião.  Não busquem mais a Mim na escravidão,  Ergui a tenda, enfim, na terra de Sião.</vt:lpstr>
      <vt:lpstr>Mui perto de Jesus e vendo o galardão, P'ra Canaã eu sigo, lá está meu coração; Jesus p'ra grande herança, há de me levar, A quem deu-me esperança, eu hei de aqui louvar. </vt:lpstr>
      <vt:lpstr>Não busquem mais a Mim na escravidão,  Ergui a tenda, enfim, na terra de Sião.  Não busquem mais a Mim na escravidão,  Ergui a tenda, enfim, na terra de Sião.</vt:lpstr>
      <vt:lpstr>Andei eu pelos campos, onde fruto achei;  Em Hebron, uvas vivas também eu apanhei,  Aqui melhor mel, vinho e leite eu encontrei,  P'ra escravidão do Egito jamais eu voltarei. </vt:lpstr>
      <vt:lpstr>Não busquem mais a Mim na escravidão,  Ergui a tenda, enfim, na terra de Sião.  Não busquem mais a Mim na escravidão,  Ergui a tenda, enfim, na terra de Sião.</vt:lpstr>
      <vt:lpstr>As lutas desta vida eu não sinto mais, Pois sempre vou cantando Sua graça, amor e paz;  Eu vou marchando para o eterno lar, E breve, lá no céu - minha pátria - hei de estar. F.V. </vt:lpstr>
      <vt:lpstr>Não busquem mais a Mim na escravidão,  Ergui a tenda, enfim, na terra de Sião.  Não busquem mais a Mim na escravidão,  Ergui a tenda, enfim, na terra de Sião.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316 - EM BUSCA DE SIÃO</dc:title>
  <dc:creator>Montagna</dc:creator>
  <cp:lastModifiedBy>Emerson Souza</cp:lastModifiedBy>
  <cp:revision>3</cp:revision>
  <dcterms:created xsi:type="dcterms:W3CDTF">2005-10-19T10:02:32Z</dcterms:created>
  <dcterms:modified xsi:type="dcterms:W3CDTF">2026-05-02T22:03:14Z</dcterms:modified>
</cp:coreProperties>
</file>