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13585-CAF7-65DF-70CB-2E8BB9F4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05C493-1796-6741-DC11-0CEDB83FB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339AEF-C565-A929-855A-F0D97A47A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4E8AA3-9F98-9F7B-0C28-9483029F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155B69-6B08-C5F0-1F64-F70A5BAC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A7E67-FED6-4693-A570-42DB6E157E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126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0A29A-09EF-89CF-D6B6-96DFC0B0F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C18407-4BED-FC94-DC14-3ADF4BE7D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3161CC-99AF-8446-FC99-4CD0EBB5A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73FD92-C559-73D8-FE54-6699F1E4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FA8357-1673-3DC3-353B-3A949AAD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EF2CC4-3319-4A98-AC8F-AE575C8472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8124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81440-8463-DEF6-D176-8D06A3F9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825E69-2192-A7F8-FD6E-E63DBBA63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0DEAA1-9C6D-DE7D-C179-AE9EAA62E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9840AC-8D5C-AC2D-944D-F4FE51D7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038090-6DEF-C962-5090-5A8C1775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853AC-A52B-4157-943E-82AA8B6501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6016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66E2D-B55A-71C1-B7C2-53AF406BA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FB32A7-7E2A-B5E9-DF57-16A35C77E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46BF83-51FB-3498-286A-90D6355DC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747BFE-57FA-0677-4CC0-E66C7DD6E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5ADA70-8279-C1CB-F0CA-0326EEC2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35B775-A056-433A-3FE0-5424B231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80308F-5D97-42CB-8387-A29350416A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44649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0D79F-3D30-E6B7-9F9A-D8CA48425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D69CD6-7338-1BD0-67B4-001579FBF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0E91EE-ACA7-BB1C-7B35-B5C85EDBA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148F8CD-A675-C9C0-97B3-F4F6F2D25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32D4255-2B0F-1A58-863C-E7DDB1F512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D7F9FD-B42B-E32C-629B-56C9F360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2F4EB14-D214-3C70-0ABA-5E83BC31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D9BE0B-7650-ACB3-5592-04F651BB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30B58-CF4B-413F-98E5-26F5993880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4218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8B692-B50D-428E-9B34-20DA5D8B2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C799CE9-EEBA-84B2-D98F-287CE6B02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214CF3-ED1A-BBC7-B117-B55221B7E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6424EA-7537-6BA3-A476-67A5EA99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47E3D7-7663-4CBC-B51C-180622814A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842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B539A71-89A7-5A38-F89B-45D5ECDA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635FF01-B472-8194-EEAC-ACFD44D5C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7BF618-9685-9107-3C7C-12CE17273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947B73-129E-4241-8404-CB47F90740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7896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E9F97-6AF9-EBA5-E36A-0D0C2EB9B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2A9835-C5F2-B8E3-A1E7-01E77C5CB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9C9F56-A7E7-FD8D-EEFC-CAE9F9A0E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3D951FF-97FE-7A6C-F6D6-3C49177BA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CDA3EA-1DF2-2120-F9EE-E59264CDA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CBC5AF-C4AB-D50D-7170-9A9C30CF3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F0CDCA-32C4-4015-AD95-4C543E6147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070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D0B81-CBEE-8A3D-5D5C-ACEABED4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EE6078B-AA1F-9A89-9EF1-ED5C46627D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1710D8-2DE6-F975-F8DF-98816CD0B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C21AF5-A9D7-FC50-84DD-062B37D4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2C408C-4BA2-1437-52BD-B92C078F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EF6AB9-1B21-0107-ADC2-FFD57FBE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46CFE-3D2A-4155-B36B-1E4F79F6AC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076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ACDE3-8DF0-6DAA-C1EB-4DEA811D4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3116CF-8400-7C75-8B4E-4EBAF158F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35AA02-698A-3A40-1946-9FDD64EC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8B170F-6CC3-920E-03DE-5686A9410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717C6C-7651-C887-795C-9DB236AD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C584B-2C6F-4352-8F7B-9039D53ADF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11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F0B164-5F13-0821-3349-4710060699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EAEF6D-27EB-0E14-3F21-9B2C7A79B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ED8AE2-8B8A-653C-1436-9B12200CF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F2819-3AFF-8070-43ED-1E56852B3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029258-05F1-D13B-0EEE-4F5579236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332898-72B4-4A4C-8070-39B03C43DE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905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1BFCAC2-1294-C128-4829-E3291A88A0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0C5A207-E98E-C40A-F0A0-594881359D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42E0A4B-E8A1-40FC-8549-A20F9FCE36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1573829-131D-05D2-13B8-29C8F2D835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1F29C8C-EF6F-4791-7BFD-5056470F283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1F55D1F-A362-478B-9AEA-D4F3F9F88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4B9DC5F-62BC-9D23-50A8-8653698593C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203</a:t>
            </a:r>
            <a:br>
              <a:rPr lang="en-US" altLang="pt-BR" sz="4400" b="1"/>
            </a:br>
            <a:r>
              <a:rPr lang="en-US" altLang="pt-BR" sz="4400" b="1"/>
              <a:t>DEIXAI AS ILUSÕES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C4E198B-5ADA-E8E0-BAE2-76CE0CE1E33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4B26C6A-49EE-1F5E-F264-C0E3D1A5C9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i="1"/>
              <a:t>O mundo de ilusão deixei, </a:t>
            </a:r>
            <a:br>
              <a:rPr lang="en-US" altLang="pt-BR" i="1"/>
            </a:br>
            <a:r>
              <a:rPr lang="en-US" altLang="pt-BR" i="1"/>
              <a:t>A senda de pecado e dor, </a:t>
            </a:r>
            <a:br>
              <a:rPr lang="en-US" altLang="pt-BR" i="1"/>
            </a:br>
            <a:r>
              <a:rPr lang="en-US" altLang="pt-BR" i="1"/>
              <a:t>Pra ir ao meu glorioso lar; </a:t>
            </a:r>
            <a:br>
              <a:rPr lang="en-US" altLang="pt-BR" i="1"/>
            </a:br>
            <a:r>
              <a:rPr lang="en-US" altLang="pt-BR" i="1"/>
              <a:t>Ali há gozo, paz e amor.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6531317-74F2-F449-573D-374F5DF73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b="1" i="1"/>
              <a:t>No mundo não está meu lar,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Aqui não posso descansar;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Mas quero sempre avançar: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No céu em breve hei de entrar.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A7ED246-2BB2-442E-1C79-55E6C6B7ED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i="1"/>
              <a:t>Alguns procuram m'impedir, </a:t>
            </a:r>
            <a:br>
              <a:rPr lang="en-US" altLang="pt-BR" i="1"/>
            </a:br>
            <a:r>
              <a:rPr lang="en-US" altLang="pt-BR" i="1"/>
              <a:t>Na senda gloriosa andar, </a:t>
            </a:r>
            <a:br>
              <a:rPr lang="en-US" altLang="pt-BR" i="1"/>
            </a:br>
            <a:r>
              <a:rPr lang="en-US" altLang="pt-BR" i="1"/>
              <a:t>Mas quero sempre avançar, </a:t>
            </a:r>
            <a:br>
              <a:rPr lang="en-US" altLang="pt-BR" i="1"/>
            </a:br>
            <a:r>
              <a:rPr lang="en-US" altLang="pt-BR" i="1"/>
              <a:t>Até no lar poder entrar.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2A0D96B-DEA2-FA24-CD9E-4C335D8939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b="1" i="1"/>
              <a:t>No mundo não está meu lar,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Aqui não posso descansar;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Mas quero sempre avançar: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No céu em breve hei de entrar.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D8DB2F9-DE76-9913-DA98-FD92BA0582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i="1"/>
              <a:t>Amigo que no mundo estás, </a:t>
            </a:r>
            <a:br>
              <a:rPr lang="en-US" altLang="pt-BR" i="1"/>
            </a:br>
            <a:r>
              <a:rPr lang="en-US" altLang="pt-BR" i="1"/>
              <a:t>Não queres me acompanhar, </a:t>
            </a:r>
            <a:br>
              <a:rPr lang="en-US" altLang="pt-BR" i="1"/>
            </a:br>
            <a:r>
              <a:rPr lang="en-US" altLang="pt-BR" i="1"/>
              <a:t>À terra do eterno amor? </a:t>
            </a:r>
            <a:br>
              <a:rPr lang="en-US" altLang="pt-BR" i="1"/>
            </a:br>
            <a:r>
              <a:rPr lang="en-US" altLang="pt-BR" i="1"/>
              <a:t>Jesus deseja te livrar.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20191F1-2B18-DB33-88D6-16AE1263F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b="1" i="1"/>
              <a:t>No mundo não está meu lar,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Aqui não posso descansar;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Mas quero sempre avançar: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No céu em breve hei de entrar.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203 DEIXAI AS ILUSÕES </vt:lpstr>
      <vt:lpstr>O mundo de ilusão deixei,  A senda de pecado e dor,  Pra ir ao meu glorioso lar;  Ali há gozo, paz e amor. </vt:lpstr>
      <vt:lpstr>No mundo não está meu lar,  Aqui não posso descansar;  Mas quero sempre avançar:  No céu em breve hei de entrar. </vt:lpstr>
      <vt:lpstr>Alguns procuram m'impedir,  Na senda gloriosa andar,  Mas quero sempre avançar,  Até no lar poder entrar. </vt:lpstr>
      <vt:lpstr>No mundo não está meu lar,  Aqui não posso descansar;  Mas quero sempre avançar:  No céu em breve hei de entrar. </vt:lpstr>
      <vt:lpstr>Amigo que no mundo estás,  Não queres me acompanhar,  À terra do eterno amor?  Jesus deseja te livrar. </vt:lpstr>
      <vt:lpstr>No mundo não está meu lar,  Aqui não posso descansar;  Mas quero sempre avançar:  No céu em breve hei de entrar.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203 DEIXAI AS ILUSÕES </dc:title>
  <dc:creator>Junior</dc:creator>
  <cp:lastModifiedBy>Emerson Souza</cp:lastModifiedBy>
  <cp:revision>1</cp:revision>
  <dcterms:created xsi:type="dcterms:W3CDTF">2005-12-23T18:59:06Z</dcterms:created>
  <dcterms:modified xsi:type="dcterms:W3CDTF">2026-05-02T21:53:48Z</dcterms:modified>
</cp:coreProperties>
</file>