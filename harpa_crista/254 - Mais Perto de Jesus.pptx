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5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15" autoAdjust="0"/>
    <p:restoredTop sz="94676" autoAdjust="0"/>
  </p:normalViewPr>
  <p:slideViewPr>
    <p:cSldViewPr>
      <p:cViewPr varScale="1">
        <p:scale>
          <a:sx n="65" d="100"/>
          <a:sy n="65" d="100"/>
        </p:scale>
        <p:origin x="-114" y="-3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>
            <a:extLst>
              <a:ext uri="{FF2B5EF4-FFF2-40B4-BE49-F238E27FC236}">
                <a16:creationId xmlns:a16="http://schemas.microsoft.com/office/drawing/2014/main" id="{1EF04CCD-D7D6-E692-77C5-625F3831F85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8435" name="Group 3">
              <a:extLst>
                <a:ext uri="{FF2B5EF4-FFF2-40B4-BE49-F238E27FC236}">
                  <a16:creationId xmlns:a16="http://schemas.microsoft.com/office/drawing/2014/main" id="{658B3C2F-B12A-D000-6F9E-E06930E2A87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18436" name="Freeform 4">
                <a:extLst>
                  <a:ext uri="{FF2B5EF4-FFF2-40B4-BE49-F238E27FC236}">
                    <a16:creationId xmlns:a16="http://schemas.microsoft.com/office/drawing/2014/main" id="{94E6CB07-1814-33B0-9D29-87CAD22F4A13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437" name="Freeform 5">
                <a:extLst>
                  <a:ext uri="{FF2B5EF4-FFF2-40B4-BE49-F238E27FC236}">
                    <a16:creationId xmlns:a16="http://schemas.microsoft.com/office/drawing/2014/main" id="{52F88285-1511-7D41-A4CE-6491D5E1AB2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438" name="Freeform 6">
                <a:extLst>
                  <a:ext uri="{FF2B5EF4-FFF2-40B4-BE49-F238E27FC236}">
                    <a16:creationId xmlns:a16="http://schemas.microsoft.com/office/drawing/2014/main" id="{A01C8D19-63F8-480C-BF59-724E34C42D4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439" name="Freeform 7">
                <a:extLst>
                  <a:ext uri="{FF2B5EF4-FFF2-40B4-BE49-F238E27FC236}">
                    <a16:creationId xmlns:a16="http://schemas.microsoft.com/office/drawing/2014/main" id="{A24FEEFD-B4FA-F0BD-A4CE-551791156EE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440" name="Freeform 8">
                <a:extLst>
                  <a:ext uri="{FF2B5EF4-FFF2-40B4-BE49-F238E27FC236}">
                    <a16:creationId xmlns:a16="http://schemas.microsoft.com/office/drawing/2014/main" id="{FB6C89FB-64AB-726C-D919-4A1B192F373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8441" name="Freeform 9">
              <a:extLst>
                <a:ext uri="{FF2B5EF4-FFF2-40B4-BE49-F238E27FC236}">
                  <a16:creationId xmlns:a16="http://schemas.microsoft.com/office/drawing/2014/main" id="{30BC827A-0E40-9065-7BCD-150739B30B9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42" name="Freeform 10">
              <a:extLst>
                <a:ext uri="{FF2B5EF4-FFF2-40B4-BE49-F238E27FC236}">
                  <a16:creationId xmlns:a16="http://schemas.microsoft.com/office/drawing/2014/main" id="{24F91E24-E581-F233-956D-7D3AE60C184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8443" name="Rectangle 11">
            <a:extLst>
              <a:ext uri="{FF2B5EF4-FFF2-40B4-BE49-F238E27FC236}">
                <a16:creationId xmlns:a16="http://schemas.microsoft.com/office/drawing/2014/main" id="{2D72E201-F6F5-E379-D907-E7CA303126C4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 sz="60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8444" name="Rectangle 12">
            <a:extLst>
              <a:ext uri="{FF2B5EF4-FFF2-40B4-BE49-F238E27FC236}">
                <a16:creationId xmlns:a16="http://schemas.microsoft.com/office/drawing/2014/main" id="{A2C11D33-0FFC-905A-7C1C-6F78AD37C801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8445" name="Rectangle 13">
            <a:extLst>
              <a:ext uri="{FF2B5EF4-FFF2-40B4-BE49-F238E27FC236}">
                <a16:creationId xmlns:a16="http://schemas.microsoft.com/office/drawing/2014/main" id="{446310CA-CB67-3B3D-A90F-0A99E3817FDA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>
          <a:xfrm>
            <a:off x="457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8446" name="Rectangle 14">
            <a:extLst>
              <a:ext uri="{FF2B5EF4-FFF2-40B4-BE49-F238E27FC236}">
                <a16:creationId xmlns:a16="http://schemas.microsoft.com/office/drawing/2014/main" id="{D015CA37-B3DC-9D96-86B3-6FBFF87C03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515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8447" name="Rectangle 15">
            <a:extLst>
              <a:ext uri="{FF2B5EF4-FFF2-40B4-BE49-F238E27FC236}">
                <a16:creationId xmlns:a16="http://schemas.microsoft.com/office/drawing/2014/main" id="{7F9CAAB8-534D-CE50-1B54-F8AB5B6F945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54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704B8EC2-A358-4A9A-A488-74F6DABBAD5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DCE910-1AA1-4165-6594-DDF1DC83D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2DBB1B-F569-32C4-9028-FC1EA3F5E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902A85-A165-14B7-7F60-2493950B8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B6A7571-4D58-B5D4-21ED-2FD6066456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57CBE4F-4BE3-43A3-A474-6B418B80E4DC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ADF7F9E-11F7-AC7F-F91E-34674B4D8BA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40697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723C95-A173-99A7-FF83-6642B63D7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F3870AC-CE31-FF2B-059A-33BE48F7A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4A7068-8132-FF2F-E422-F2E3CF39D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64EC70B-A793-D48C-646B-A47E3D8D6E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88251F5-162B-40BF-A0A4-E3E5295CF354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92965E1-934D-1354-8A49-79EAEEF515F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09003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834DE-9F41-0D48-2138-59CEE05CC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4158C3-62F9-0982-B739-6F9EE3221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D54FFE8-A747-9877-D299-71B77F985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968C34-F383-5EDA-22FF-A6985F577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C8F2C4-4B04-5554-6B11-0214319212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010AFDC-F79B-4E21-844B-E057331C1CDE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67F71647-4980-B983-C789-03957CE0C58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39469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704C8B-6EF3-5CC0-1B91-4D6397F6E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E47C303-D381-CAF3-DF4F-A43391480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7A42BAB-A92B-88CF-B366-C40751384E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DA5F94A-9D92-5664-0258-F4FE279B71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8BAA9C3-BA03-ECC0-EBA9-E6D522E9D9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52FF84-87CE-E7E4-DB11-07EA313CB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83CFD814-57DC-5BD8-696F-00CB719941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CE1525E-B2DC-4462-ACDC-5564469D46E7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95CAA05C-0A18-CC22-A5B1-9386D65E918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64208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289CA-07F2-8F65-40C5-149B9E569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0C561D-BE4D-77B6-C001-360E1EFB7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94133AA-99DF-5E2A-5CB4-B47A4F9302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CFAF9E4-ADBB-4DDD-A321-CE1913A1EA97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CDB7ED-FA66-CB48-8529-B37A72010AD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21330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C66C31A-ED49-CD7F-7F0E-E60EDE76E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FDBACB7-8639-5D0D-7A3D-381C5EEB3D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78F9DEA-984C-47E0-B0D8-096EB127278E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6C08456-0860-C3D4-638A-14D285059D1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78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335E75-01C0-092E-7EE8-D7E4CBC2A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54BC58-D831-2370-98C9-045DBACEE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7C5CBCA-903B-88C5-3CA7-930B757E9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69428B9-52F7-6FA7-D175-DB36A0D98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11CD91-EEC5-3D74-6D43-1C4CEE6A2B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0A3946D-DDC1-4C30-A747-A888D9413D62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1D4A1AD9-58CE-AAE5-A72D-D38C60906D6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03057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6E9527-5491-BE9B-A19D-EDD53CBF9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3214120-C4E4-B447-A248-D40787BBBD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80B2D03-0372-C3CC-C4BA-5F393B0BB7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7AE1C0F-EAA4-FC1F-C283-FF4EFE38E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0C53E3-4A93-3909-A8EA-50C71F44B3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44F079A-24A8-442A-A50F-BDC6CE344D9E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1195D911-BCC3-989A-BC10-E83C313EAA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93486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5D55E-BE9E-F8F2-B5A6-EEE8BDFCB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E110F65-9A81-B705-1461-F37BBC842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5103A5-1AFD-9E09-29FA-CBD55E12D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39A442D-BED5-57DD-3E71-DB723562C6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85823B1-99C5-41A1-90D0-736DECBE8DB2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D3E2058-08AA-529F-859A-2096F0917C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47133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B936A6B-BCAF-4BF8-2CE2-EDB4B6DBD0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61BB09F-840E-217C-5642-86CF64D00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47161A-B95B-D33C-FB97-2CC98B423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DC0C29D-EBF1-105D-DCCE-9C8CDA3849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B5346AA-5687-47BA-8D12-8C6A34C6F879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9A4739A-4C4E-332B-609B-FB97888E846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37288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50E0F65-35A2-8DA6-5FD1-C688277611B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22A0261D-A7DD-1F8A-033A-63571A4BB16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323B78AD-2869-40BF-AED1-BDF3565CB86A}" type="slidenum">
              <a:rPr lang="en-US" altLang="pt-BR"/>
              <a:pPr/>
              <a:t>‹nº›</a:t>
            </a:fld>
            <a:endParaRPr lang="en-US" altLang="pt-BR"/>
          </a:p>
        </p:txBody>
      </p:sp>
      <p:grpSp>
        <p:nvGrpSpPr>
          <p:cNvPr id="17412" name="Group 4">
            <a:extLst>
              <a:ext uri="{FF2B5EF4-FFF2-40B4-BE49-F238E27FC236}">
                <a16:creationId xmlns:a16="http://schemas.microsoft.com/office/drawing/2014/main" id="{44F434F4-ABF9-5A80-6799-701ACCA73B0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7413" name="Group 5">
              <a:extLst>
                <a:ext uri="{FF2B5EF4-FFF2-40B4-BE49-F238E27FC236}">
                  <a16:creationId xmlns:a16="http://schemas.microsoft.com/office/drawing/2014/main" id="{29647F53-FD31-CD56-5149-40F5A76F0B2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17414" name="Freeform 6">
                <a:extLst>
                  <a:ext uri="{FF2B5EF4-FFF2-40B4-BE49-F238E27FC236}">
                    <a16:creationId xmlns:a16="http://schemas.microsoft.com/office/drawing/2014/main" id="{79E142AB-49F8-740B-E9B9-8D1F8568060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415" name="Freeform 7">
                <a:extLst>
                  <a:ext uri="{FF2B5EF4-FFF2-40B4-BE49-F238E27FC236}">
                    <a16:creationId xmlns:a16="http://schemas.microsoft.com/office/drawing/2014/main" id="{7C226E79-38E8-40AB-B66A-87194E78845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416" name="Freeform 8">
                <a:extLst>
                  <a:ext uri="{FF2B5EF4-FFF2-40B4-BE49-F238E27FC236}">
                    <a16:creationId xmlns:a16="http://schemas.microsoft.com/office/drawing/2014/main" id="{4E9C464E-6C12-9EC7-9427-01D664D5881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417" name="Freeform 9">
                <a:extLst>
                  <a:ext uri="{FF2B5EF4-FFF2-40B4-BE49-F238E27FC236}">
                    <a16:creationId xmlns:a16="http://schemas.microsoft.com/office/drawing/2014/main" id="{1AD401DC-7FC4-919D-1CD0-48FD0FCE3B8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418" name="Freeform 10">
                <a:extLst>
                  <a:ext uri="{FF2B5EF4-FFF2-40B4-BE49-F238E27FC236}">
                    <a16:creationId xmlns:a16="http://schemas.microsoft.com/office/drawing/2014/main" id="{E0DD11D9-4F40-BD31-706A-EF47174C90D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7419" name="Freeform 11">
              <a:extLst>
                <a:ext uri="{FF2B5EF4-FFF2-40B4-BE49-F238E27FC236}">
                  <a16:creationId xmlns:a16="http://schemas.microsoft.com/office/drawing/2014/main" id="{1893A212-0518-DA8C-487E-6A8361EECA8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20" name="Freeform 12">
              <a:extLst>
                <a:ext uri="{FF2B5EF4-FFF2-40B4-BE49-F238E27FC236}">
                  <a16:creationId xmlns:a16="http://schemas.microsoft.com/office/drawing/2014/main" id="{2C767A91-9FB9-62BF-AA2D-2F5CB488CB7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7421" name="Rectangle 13">
            <a:extLst>
              <a:ext uri="{FF2B5EF4-FFF2-40B4-BE49-F238E27FC236}">
                <a16:creationId xmlns:a16="http://schemas.microsoft.com/office/drawing/2014/main" id="{5C92A8D4-EF40-6F10-D598-E3E72D5B6CE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7422" name="Rectangle 14">
            <a:extLst>
              <a:ext uri="{FF2B5EF4-FFF2-40B4-BE49-F238E27FC236}">
                <a16:creationId xmlns:a16="http://schemas.microsoft.com/office/drawing/2014/main" id="{EE66B12E-3C26-2559-A305-AF0324C5CCD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17423" name="Rectangle 15">
            <a:extLst>
              <a:ext uri="{FF2B5EF4-FFF2-40B4-BE49-F238E27FC236}">
                <a16:creationId xmlns:a16="http://schemas.microsoft.com/office/drawing/2014/main" id="{299B4C72-5294-7091-91F7-F09D478781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anose="02020404030301010803" pitchFamily="18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>
            <a:extLst>
              <a:ext uri="{FF2B5EF4-FFF2-40B4-BE49-F238E27FC236}">
                <a16:creationId xmlns:a16="http://schemas.microsoft.com/office/drawing/2014/main" id="{FB699768-A9BC-6880-DB93-F540EEAA9EA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76375" y="2133600"/>
            <a:ext cx="6400800" cy="1727200"/>
          </a:xfrm>
        </p:spPr>
        <p:txBody>
          <a:bodyPr/>
          <a:lstStyle/>
          <a:p>
            <a:r>
              <a:rPr lang="pt-BR" altLang="pt-BR" sz="4000" b="1" i="1"/>
              <a:t>254 - MAIS PERTO DE JESUS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AA7A7AAC-BBC6-0C00-66C6-15237930572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179388" y="692150"/>
            <a:ext cx="8785225" cy="5184775"/>
          </a:xfrm>
        </p:spPr>
        <p:txBody>
          <a:bodyPr/>
          <a:lstStyle/>
          <a:p>
            <a:r>
              <a:rPr lang="pt-BR" altLang="pt-BR" sz="4800"/>
              <a:t>Mais profundo no amor de Cristo</a:t>
            </a:r>
            <a:br>
              <a:rPr lang="pt-BR" altLang="pt-BR" sz="4800"/>
            </a:br>
            <a:r>
              <a:rPr lang="pt-BR" altLang="pt-BR" sz="4800"/>
              <a:t>Eu desejo estar!</a:t>
            </a:r>
            <a:br>
              <a:rPr lang="pt-BR" altLang="pt-BR" sz="4800"/>
            </a:br>
            <a:r>
              <a:rPr lang="pt-BR" altLang="pt-BR" sz="4800"/>
              <a:t>Mais humilde no meu ser, eu quero</a:t>
            </a:r>
            <a:br>
              <a:rPr lang="pt-BR" altLang="pt-BR" sz="4800"/>
            </a:br>
            <a:r>
              <a:rPr lang="pt-BR" altLang="pt-BR" sz="4800"/>
              <a:t>Sempre aqui andar.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A9BBA661-DB6E-8692-DAED-89F30E15704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68313" y="1268413"/>
            <a:ext cx="8218487" cy="4248150"/>
          </a:xfrm>
        </p:spPr>
        <p:txBody>
          <a:bodyPr/>
          <a:lstStyle/>
          <a:p>
            <a:r>
              <a:rPr lang="pt-BR" altLang="pt-BR" sz="4800"/>
              <a:t>Mais perto de Jesus</a:t>
            </a:r>
            <a:br>
              <a:rPr lang="pt-BR" altLang="pt-BR" sz="4800"/>
            </a:br>
            <a:r>
              <a:rPr lang="pt-BR" altLang="pt-BR" sz="4800"/>
              <a:t>Eu quero aqui viver</a:t>
            </a:r>
            <a:br>
              <a:rPr lang="pt-BR" altLang="pt-BR" sz="4800"/>
            </a:br>
            <a:r>
              <a:rPr lang="pt-BR" altLang="pt-BR" sz="4800"/>
              <a:t>Mais santo, meu Jesus,</a:t>
            </a:r>
            <a:br>
              <a:rPr lang="pt-BR" altLang="pt-BR" sz="4800"/>
            </a:br>
            <a:r>
              <a:rPr lang="pt-BR" altLang="pt-BR" sz="4800"/>
              <a:t>Eu desejo sempre 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2E9DB25-BC05-B7B1-C815-86D6B27ED17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95288" y="274638"/>
            <a:ext cx="8497887" cy="6107112"/>
          </a:xfrm>
        </p:spPr>
        <p:txBody>
          <a:bodyPr/>
          <a:lstStyle/>
          <a:p>
            <a:r>
              <a:rPr lang="pt-BR" altLang="pt-BR" sz="4800"/>
              <a:t>Mais profunda a Tua vontade,</a:t>
            </a:r>
            <a:br>
              <a:rPr lang="pt-BR" altLang="pt-BR" sz="4800"/>
            </a:br>
            <a:r>
              <a:rPr lang="pt-BR" altLang="pt-BR" sz="4800"/>
              <a:t>Quero conhecer;</a:t>
            </a:r>
            <a:br>
              <a:rPr lang="pt-BR" altLang="pt-BR" sz="4800"/>
            </a:br>
            <a:r>
              <a:rPr lang="pt-BR" altLang="pt-BR" sz="4800"/>
              <a:t>Té que minha vida, por inteiro,</a:t>
            </a:r>
            <a:br>
              <a:rPr lang="pt-BR" altLang="pt-BR" sz="4800"/>
            </a:br>
            <a:r>
              <a:rPr lang="pt-BR" altLang="pt-BR" sz="4800"/>
              <a:t>Mostre o Teu 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AF7D54A-0C4D-04AF-2DA0-3D8A47BC116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95288" y="274638"/>
            <a:ext cx="8291512" cy="5746750"/>
          </a:xfrm>
        </p:spPr>
        <p:txBody>
          <a:bodyPr/>
          <a:lstStyle/>
          <a:p>
            <a:r>
              <a:rPr lang="pt-BR" altLang="pt-BR" sz="4800"/>
              <a:t>Mais perto de Jesus</a:t>
            </a:r>
            <a:br>
              <a:rPr lang="pt-BR" altLang="pt-BR" sz="4800"/>
            </a:br>
            <a:r>
              <a:rPr lang="pt-BR" altLang="pt-BR" sz="4800"/>
              <a:t>Eu quero aqui viver</a:t>
            </a:r>
            <a:br>
              <a:rPr lang="pt-BR" altLang="pt-BR" sz="4800"/>
            </a:br>
            <a:r>
              <a:rPr lang="pt-BR" altLang="pt-BR" sz="4800"/>
              <a:t>Mais santo, meu Jesus,</a:t>
            </a:r>
            <a:br>
              <a:rPr lang="pt-BR" altLang="pt-BR" sz="4800"/>
            </a:br>
            <a:r>
              <a:rPr lang="pt-BR" altLang="pt-BR" sz="4800"/>
              <a:t>Eu desejo sempre 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20FBDC7-2F68-ACC3-580B-1078714A6D8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0825" y="836613"/>
            <a:ext cx="8569325" cy="4321175"/>
          </a:xfrm>
        </p:spPr>
        <p:txBody>
          <a:bodyPr/>
          <a:lstStyle/>
          <a:p>
            <a:r>
              <a:rPr lang="pt-BR" altLang="pt-BR" sz="4800"/>
              <a:t>Mais profundo, com dor, não importa,</a:t>
            </a:r>
            <a:br>
              <a:rPr lang="pt-BR" altLang="pt-BR" sz="4800"/>
            </a:br>
            <a:r>
              <a:rPr lang="pt-BR" altLang="pt-BR" sz="4800"/>
              <a:t>Pois eu quero estar,</a:t>
            </a:r>
            <a:br>
              <a:rPr lang="pt-BR" altLang="pt-BR" sz="4800"/>
            </a:br>
            <a:r>
              <a:rPr lang="pt-BR" altLang="pt-BR" sz="4800"/>
              <a:t>No teu divinal amor firmado,</a:t>
            </a:r>
            <a:br>
              <a:rPr lang="pt-BR" altLang="pt-BR" sz="4800"/>
            </a:br>
            <a:r>
              <a:rPr lang="pt-BR" altLang="pt-BR" sz="4800"/>
              <a:t>Para fruto dar.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3E1483C-66CA-3097-0732-E1FA378F1EB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95288" y="274638"/>
            <a:ext cx="8291512" cy="6034087"/>
          </a:xfrm>
        </p:spPr>
        <p:txBody>
          <a:bodyPr/>
          <a:lstStyle/>
          <a:p>
            <a:r>
              <a:rPr lang="pt-BR" altLang="pt-BR" sz="4800"/>
              <a:t>Mais perto de Jesus</a:t>
            </a:r>
            <a:br>
              <a:rPr lang="pt-BR" altLang="pt-BR" sz="4800"/>
            </a:br>
            <a:r>
              <a:rPr lang="pt-BR" altLang="pt-BR" sz="4800"/>
              <a:t>Eu quero aqui viver</a:t>
            </a:r>
            <a:br>
              <a:rPr lang="pt-BR" altLang="pt-BR" sz="4800"/>
            </a:br>
            <a:r>
              <a:rPr lang="pt-BR" altLang="pt-BR" sz="4800"/>
              <a:t>Mais santo, meu Jesus,</a:t>
            </a:r>
            <a:br>
              <a:rPr lang="pt-BR" altLang="pt-BR" sz="4800"/>
            </a:br>
            <a:r>
              <a:rPr lang="pt-BR" altLang="pt-BR" sz="4800"/>
              <a:t>Eu desejo sempre ser.</a:t>
            </a:r>
            <a:br>
              <a:rPr lang="pt-BR" altLang="pt-BR" sz="4800"/>
            </a:br>
            <a:endParaRPr lang="pt-BR" altLang="pt-BR" sz="4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1EE5B1B-C83C-D37C-D1E0-5D2FD0466AD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68313" y="274638"/>
            <a:ext cx="8218487" cy="5746750"/>
          </a:xfrm>
        </p:spPr>
        <p:txBody>
          <a:bodyPr/>
          <a:lstStyle/>
          <a:p>
            <a:r>
              <a:rPr lang="pt-BR" altLang="pt-BR" sz="4800"/>
              <a:t>Mais profundo, dia após dia,</a:t>
            </a:r>
            <a:br>
              <a:rPr lang="pt-BR" altLang="pt-BR" sz="4800"/>
            </a:br>
            <a:r>
              <a:rPr lang="pt-BR" altLang="pt-BR" sz="4800"/>
              <a:t>Quero eu estar,</a:t>
            </a:r>
            <a:br>
              <a:rPr lang="pt-BR" altLang="pt-BR" sz="4800"/>
            </a:br>
            <a:r>
              <a:rPr lang="pt-BR" altLang="pt-BR" sz="4800"/>
              <a:t>Té que o alvo, o Mestre, aqui, me faça,</a:t>
            </a:r>
            <a:br>
              <a:rPr lang="pt-BR" altLang="pt-BR" sz="4800"/>
            </a:br>
            <a:r>
              <a:rPr lang="pt-BR" altLang="pt-BR" sz="4800"/>
              <a:t>Breve alcançar.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04554139-F839-0C8A-54AC-06747DDE9E0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68313" y="274638"/>
            <a:ext cx="8218487" cy="5891212"/>
          </a:xfrm>
        </p:spPr>
        <p:txBody>
          <a:bodyPr/>
          <a:lstStyle/>
          <a:p>
            <a:r>
              <a:rPr lang="pt-BR" altLang="pt-BR" sz="4800"/>
              <a:t>Mais perto de Jesus</a:t>
            </a:r>
            <a:br>
              <a:rPr lang="pt-BR" altLang="pt-BR" sz="4800"/>
            </a:br>
            <a:r>
              <a:rPr lang="pt-BR" altLang="pt-BR" sz="4800"/>
              <a:t>Eu quero aqui viver</a:t>
            </a:r>
            <a:br>
              <a:rPr lang="pt-BR" altLang="pt-BR" sz="4800"/>
            </a:br>
            <a:r>
              <a:rPr lang="pt-BR" altLang="pt-BR" sz="4800"/>
              <a:t>Mais santo, meu Jesus,</a:t>
            </a:r>
            <a:br>
              <a:rPr lang="pt-BR" altLang="pt-BR" sz="4800"/>
            </a:br>
            <a:r>
              <a:rPr lang="pt-BR" altLang="pt-BR" sz="4800"/>
              <a:t>Eu desejo sempre ser.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uxo">
  <a:themeElements>
    <a:clrScheme name="Fluxo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Fluxo">
      <a:majorFont>
        <a:latin typeface="Garamond"/>
        <a:ea typeface=""/>
        <a:cs typeface="Arial"/>
      </a:majorFont>
      <a:minorFont>
        <a:latin typeface="Garamond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luxo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luxo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luxo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Fluxo</Template>
  <TotalTime>160</TotalTime>
  <Words>202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Garamond</vt:lpstr>
      <vt:lpstr>Times New Roman</vt:lpstr>
      <vt:lpstr>Wingdings</vt:lpstr>
      <vt:lpstr>Fluxo</vt:lpstr>
      <vt:lpstr>Apresentação do PowerPoint</vt:lpstr>
      <vt:lpstr>Mais profundo no amor de Cristo Eu desejo estar! Mais humilde no meu ser, eu quero Sempre aqui andar.</vt:lpstr>
      <vt:lpstr>Mais perto de Jesus Eu quero aqui viver Mais santo, meu Jesus, Eu desejo sempre ser.</vt:lpstr>
      <vt:lpstr>Mais profunda a Tua vontade, Quero conhecer; Té que minha vida, por inteiro, Mostre o Teu ser.</vt:lpstr>
      <vt:lpstr>Mais perto de Jesus Eu quero aqui viver Mais santo, meu Jesus, Eu desejo sempre ser.</vt:lpstr>
      <vt:lpstr>Mais profundo, com dor, não importa, Pois eu quero estar, No teu divinal amor firmado, Para fruto dar.</vt:lpstr>
      <vt:lpstr>Mais perto de Jesus Eu quero aqui viver Mais santo, meu Jesus, Eu desejo sempre ser. </vt:lpstr>
      <vt:lpstr>Mais profundo, dia após dia, Quero eu estar, Té que o alvo, o Mestre, aqui, me faça, Breve alcançar.</vt:lpstr>
      <vt:lpstr>Mais perto de Jesus Eu quero aqui viver Mais santo, meu Jesus, Eu desejo sempre ser.</vt:lpstr>
    </vt:vector>
  </TitlesOfParts>
  <Company>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Harpa Cristã  254</dc:title>
  <dc:creator>Jose Antonio de Bem</dc:creator>
  <cp:lastModifiedBy>Emerson Souza</cp:lastModifiedBy>
  <cp:revision>4</cp:revision>
  <dcterms:created xsi:type="dcterms:W3CDTF">2004-07-18T18:06:06Z</dcterms:created>
  <dcterms:modified xsi:type="dcterms:W3CDTF">2026-05-02T21:58:04Z</dcterms:modified>
</cp:coreProperties>
</file>