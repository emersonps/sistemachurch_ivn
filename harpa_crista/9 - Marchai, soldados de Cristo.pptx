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1BEA3-2CC3-55C3-74E7-860B771F5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844FE5-2B74-AAF4-FDF9-DBD7D8A33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B477BE-808C-05FA-DF45-FC7437CBB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9A0A3D-20A8-57E9-ECB4-F2E114E3A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57909F-087D-25AC-3283-9D92C8A2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3627EF-DA25-4EA2-B49C-9CB1F08D1E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2378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637229-3EA3-3315-59D5-4C5FEDE32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C74AF2-0242-60AA-BBF4-62AF2413B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8DC18C-B735-4097-C66F-F054DF8B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28E976-9161-E96E-E37B-390D3973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A2BD48-0EDD-4807-66C0-60EF80CD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A7B39-25FC-4454-81A1-D940765F098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73272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818326-4FFF-035D-0A21-619E98D1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D709E9F-2998-B630-4AA9-EB75009DB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8F8DA2-22EE-EFAD-3660-8A79B7DBF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3592FC-AAE7-5D31-8D05-FA73FB4C8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5F3CA6-3502-4994-05D0-EE91A3923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EE2949-96A3-45C8-8B5D-01744CDE08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34621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8CA20B-2F3D-6E43-C752-B6E317FFA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E18C4D-CFD4-2476-76F5-5714904EBF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875B0A0-20A8-FC92-3AD1-1151041EA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E3F494-1325-1D44-3D8E-35629BEDD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107C42-5CE7-5B47-13BC-8031F05DD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BEA75EC-51F6-5034-D614-B23569EB4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06E1A9-E47A-4831-9E94-592188CE90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194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4F3E37-E1EB-946C-AD0E-CACE67CA9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A84613B-A39E-2D25-B42A-F6C60EBB6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966E100-9AAC-3C71-CD33-58CD03738B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A316448-752F-D1CF-2B4B-96286EBE0C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999A506-661A-18B9-ADD9-6DCA82F8B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674897C-967F-3AB0-A67D-41ABF8505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3640EA1-D108-5968-74A5-F43802018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C2FA377-1F05-97B8-F7FF-D1C47CEF6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CDA0BE-A5BF-4FD0-AD32-B65A75BF87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11225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E83BB2-BB25-C952-0B38-65680D52E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B66D0C-9C6A-D061-2DBF-FC1194941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192D436-8F6B-FB9A-0AAF-4B18603D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579DE72-7C44-9C05-F213-4F3439A11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B4B9FD-7C72-409C-AC90-35B6DA97A78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42613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3B4B8B6-D6BA-0DD4-9C84-149DAA9BC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58B170A-C191-40D9-885E-451D2725B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2F3177-75E4-D91C-17C2-51B063BBB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30ADAB-07C1-49A2-9973-23D80BA0EB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10201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A706AB-6CB6-98FF-D33A-B2153516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F17397-BF2D-19AE-2216-5539FFE15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6D5AE7-4AAF-AAFA-6C5A-611EE1C88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D592B6-6273-ADA9-6E9D-7CDF5FD9D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7CF516-07BB-9E7B-BD72-0CF611D02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646301-8E38-5968-4096-E097E40EA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C6B504-821F-449E-AE5D-4F4CB1292EB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69705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2C8EC-0118-7315-8ED4-A8FBE1D80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936FC21-48D8-F2A2-0F12-02922E9897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5A3C98D-22E9-C918-BB29-54235CDCC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FFCD541-D245-B276-E3B6-7F9AC5E4B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05B2E7-A280-16AA-C56E-D212E5BFA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A46C3F-07B9-5DB8-1CEE-07E17B6B9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3917EF-B580-4696-B8D0-0AE5A4CD0E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077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2739F-D993-E4A4-B16E-BBA020928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273ECD-4A37-4F4B-E4E2-E81424BB4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DC8F1F-CA08-AB0A-BD28-F7E53C156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7B2751-79A0-8431-8716-EEBA91E09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C95005-EB10-A5FF-2FE7-EE72A710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A470E8-7255-423A-85A4-0C4873AA98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33586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F2083F0-75FB-F9C8-7C0B-867BDF66DD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ECABBE-B30A-00A0-E9B7-FF36B9AA7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556626-EA37-F31C-4E1A-F6CDE6780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4AFFF0-4D13-B67D-DCB9-07E5945D7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65A20D-3586-3B4A-E803-C4D1FDA9F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50BA50-3062-4945-99C8-FA25070423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5684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8953521-C4D4-6C72-981A-A88DDDF04F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B2E9982-E2AB-9A5E-92B8-BD045F3C9A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1EEBFB6-CB79-299B-9CFF-877CD0AA71E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E92C9BF-027A-AB75-7656-D1BC0EAA57C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A3A6844-B993-BE74-342F-8F8D9E7D233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DA4E136-141B-48C7-A89F-C44C6F8F673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>
            <a:extLst>
              <a:ext uri="{FF2B5EF4-FFF2-40B4-BE49-F238E27FC236}">
                <a16:creationId xmlns:a16="http://schemas.microsoft.com/office/drawing/2014/main" id="{4078A5CE-71C4-5ADB-1195-C1DFB229E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7B39DD64-B8DE-4E84-24D1-DED8C64BA71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/>
              <a:t>9</a:t>
            </a:r>
            <a:br>
              <a:rPr lang="pt-BR" altLang="pt-BR" sz="4400"/>
            </a:br>
            <a:r>
              <a:rPr lang="pt-BR" altLang="pt-BR" sz="4400"/>
              <a:t>Marchai, Soldados de Cristo</a:t>
            </a:r>
            <a:endParaRPr lang="en-US" altLang="pt-BR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>
            <a:extLst>
              <a:ext uri="{FF2B5EF4-FFF2-40B4-BE49-F238E27FC236}">
                <a16:creationId xmlns:a16="http://schemas.microsoft.com/office/drawing/2014/main" id="{B8A3E8F9-BE21-0B81-A806-BB9ECBF97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6" name="Rectangle 4">
            <a:extLst>
              <a:ext uri="{FF2B5EF4-FFF2-40B4-BE49-F238E27FC236}">
                <a16:creationId xmlns:a16="http://schemas.microsoft.com/office/drawing/2014/main" id="{6922E7F1-2097-8D3C-3A35-1E4E834472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pt-BR" altLang="pt-BR"/>
              <a:t>Marchai soldados de Cristo Jesus,</a:t>
            </a:r>
            <a:br>
              <a:rPr lang="pt-BR" altLang="pt-BR"/>
            </a:br>
            <a:r>
              <a:rPr lang="pt-BR" altLang="pt-BR"/>
              <a:t>Marchai, marchai e enfrentai</a:t>
            </a:r>
            <a:br>
              <a:rPr lang="pt-BR" altLang="pt-BR"/>
            </a:br>
            <a:r>
              <a:rPr lang="pt-BR" altLang="pt-BR"/>
              <a:t>O inimigo do bem e da luz;</a:t>
            </a:r>
            <a:br>
              <a:rPr lang="pt-BR" altLang="pt-BR"/>
            </a:br>
            <a:r>
              <a:rPr lang="pt-BR" altLang="pt-BR"/>
              <a:t>Soldados avançai!</a:t>
            </a:r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>
            <a:extLst>
              <a:ext uri="{FF2B5EF4-FFF2-40B4-BE49-F238E27FC236}">
                <a16:creationId xmlns:a16="http://schemas.microsoft.com/office/drawing/2014/main" id="{80BA0321-FDDA-2B48-F28C-D2DE1BD9A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0" name="Rectangle 4">
            <a:extLst>
              <a:ext uri="{FF2B5EF4-FFF2-40B4-BE49-F238E27FC236}">
                <a16:creationId xmlns:a16="http://schemas.microsoft.com/office/drawing/2014/main" id="{8331F358-AD2B-2412-5BB6-B3E5136ADC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21362"/>
          </a:xfrm>
        </p:spPr>
        <p:txBody>
          <a:bodyPr/>
          <a:lstStyle/>
          <a:p>
            <a:r>
              <a:rPr lang="pt-BR" altLang="pt-BR"/>
              <a:t>Sim, avançar, não recuar;</a:t>
            </a:r>
            <a:br>
              <a:rPr lang="pt-BR" altLang="pt-BR"/>
            </a:br>
            <a:r>
              <a:rPr lang="pt-BR" altLang="pt-BR"/>
              <a:t>Sem temor, com valor,</a:t>
            </a:r>
            <a:br>
              <a:rPr lang="pt-BR" altLang="pt-BR"/>
            </a:br>
            <a:r>
              <a:rPr lang="pt-BR" altLang="pt-BR"/>
              <a:t>Marchai, lutai, pois Cristo vai</a:t>
            </a:r>
            <a:br>
              <a:rPr lang="pt-BR" altLang="pt-BR"/>
            </a:br>
            <a:r>
              <a:rPr lang="pt-BR" altLang="pt-BR"/>
              <a:t>Na vanguarda, avançai!</a:t>
            </a:r>
            <a:endParaRPr lang="en-US" alt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5" name="Picture 5">
            <a:extLst>
              <a:ext uri="{FF2B5EF4-FFF2-40B4-BE49-F238E27FC236}">
                <a16:creationId xmlns:a16="http://schemas.microsoft.com/office/drawing/2014/main" id="{52EB99F6-EEF5-A959-FB4A-F800AAAB5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4" name="Rectangle 4">
            <a:extLst>
              <a:ext uri="{FF2B5EF4-FFF2-40B4-BE49-F238E27FC236}">
                <a16:creationId xmlns:a16="http://schemas.microsoft.com/office/drawing/2014/main" id="{5901930C-4D79-2852-D64B-CE27E394ED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562600"/>
          </a:xfrm>
        </p:spPr>
        <p:txBody>
          <a:bodyPr/>
          <a:lstStyle/>
          <a:p>
            <a:r>
              <a:rPr lang="pt-BR" altLang="pt-BR"/>
              <a:t>Marchai, soldados, bem alto erguei</a:t>
            </a:r>
            <a:br>
              <a:rPr lang="pt-BR" altLang="pt-BR"/>
            </a:br>
            <a:r>
              <a:rPr lang="pt-BR" altLang="pt-BR"/>
              <a:t>O pavilhão da salvação;</a:t>
            </a:r>
            <a:br>
              <a:rPr lang="pt-BR" altLang="pt-BR"/>
            </a:br>
            <a:r>
              <a:rPr lang="pt-BR" altLang="pt-BR"/>
              <a:t>A Belial, firmes, ousados, vencei;</a:t>
            </a:r>
            <a:br>
              <a:rPr lang="pt-BR" altLang="pt-BR"/>
            </a:br>
            <a:r>
              <a:rPr lang="pt-BR" altLang="pt-BR"/>
              <a:t>Vencei a corrupção.</a:t>
            </a:r>
            <a:endParaRPr lang="en-US" alt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Picture 6">
            <a:extLst>
              <a:ext uri="{FF2B5EF4-FFF2-40B4-BE49-F238E27FC236}">
                <a16:creationId xmlns:a16="http://schemas.microsoft.com/office/drawing/2014/main" id="{1B0A2BC8-E8F0-D7DE-7FD3-CC9908B22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9" name="Rectangle 5">
            <a:extLst>
              <a:ext uri="{FF2B5EF4-FFF2-40B4-BE49-F238E27FC236}">
                <a16:creationId xmlns:a16="http://schemas.microsoft.com/office/drawing/2014/main" id="{01C19E96-034F-880A-8820-78EE6DB0DB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7562"/>
          </a:xfrm>
          <a:noFill/>
          <a:ln/>
        </p:spPr>
        <p:txBody>
          <a:bodyPr/>
          <a:lstStyle/>
          <a:p>
            <a:r>
              <a:rPr lang="pt-BR" altLang="pt-BR"/>
              <a:t>Sim, avançar, não recuar;</a:t>
            </a:r>
            <a:br>
              <a:rPr lang="pt-BR" altLang="pt-BR"/>
            </a:br>
            <a:r>
              <a:rPr lang="pt-BR" altLang="pt-BR"/>
              <a:t>Sem temor, com valor,</a:t>
            </a:r>
            <a:br>
              <a:rPr lang="pt-BR" altLang="pt-BR"/>
            </a:br>
            <a:r>
              <a:rPr lang="pt-BR" altLang="pt-BR"/>
              <a:t>Marchai, lutai, pois Cristo vai</a:t>
            </a:r>
            <a:br>
              <a:rPr lang="pt-BR" altLang="pt-BR"/>
            </a:br>
            <a:r>
              <a:rPr lang="pt-BR" altLang="pt-BR"/>
              <a:t>Na vanguarda, avançai!</a:t>
            </a:r>
            <a:endParaRPr lang="en-US" alt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3" name="Picture 5">
            <a:extLst>
              <a:ext uri="{FF2B5EF4-FFF2-40B4-BE49-F238E27FC236}">
                <a16:creationId xmlns:a16="http://schemas.microsoft.com/office/drawing/2014/main" id="{994E683B-492B-5167-BF80-500B1C918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2" name="Rectangle 4">
            <a:extLst>
              <a:ext uri="{FF2B5EF4-FFF2-40B4-BE49-F238E27FC236}">
                <a16:creationId xmlns:a16="http://schemas.microsoft.com/office/drawing/2014/main" id="{169755BC-E137-ABC4-B34B-A6334CA45F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334000"/>
          </a:xfrm>
        </p:spPr>
        <p:txBody>
          <a:bodyPr/>
          <a:lstStyle/>
          <a:p>
            <a:r>
              <a:rPr lang="pt-BR" altLang="pt-BR"/>
              <a:t>Vossa armadura de guerra tomai,</a:t>
            </a:r>
            <a:br>
              <a:rPr lang="pt-BR" altLang="pt-BR"/>
            </a:br>
            <a:r>
              <a:rPr lang="pt-BR" altLang="pt-BR"/>
              <a:t>O elmo, sim, da salvação:</a:t>
            </a:r>
            <a:br>
              <a:rPr lang="pt-BR" altLang="pt-BR"/>
            </a:br>
            <a:r>
              <a:rPr lang="pt-BR" altLang="pt-BR"/>
              <a:t>E a espada: a Bíblia levai</a:t>
            </a:r>
            <a:br>
              <a:rPr lang="pt-BR" altLang="pt-BR"/>
            </a:br>
            <a:r>
              <a:rPr lang="pt-BR" altLang="pt-BR"/>
              <a:t>E vencereis, então.</a:t>
            </a:r>
            <a:endParaRPr lang="en-US" alt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Picture 6">
            <a:extLst>
              <a:ext uri="{FF2B5EF4-FFF2-40B4-BE49-F238E27FC236}">
                <a16:creationId xmlns:a16="http://schemas.microsoft.com/office/drawing/2014/main" id="{D1331173-33F7-2550-5027-F7F09E633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7" name="Rectangle 5">
            <a:extLst>
              <a:ext uri="{FF2B5EF4-FFF2-40B4-BE49-F238E27FC236}">
                <a16:creationId xmlns:a16="http://schemas.microsoft.com/office/drawing/2014/main" id="{F1024019-23BC-8324-9D8A-3D67E97423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5668963"/>
          </a:xfrm>
          <a:noFill/>
          <a:ln/>
        </p:spPr>
        <p:txBody>
          <a:bodyPr/>
          <a:lstStyle/>
          <a:p>
            <a:r>
              <a:rPr lang="pt-BR" altLang="pt-BR"/>
              <a:t>Sim, avançar, não recuar;</a:t>
            </a:r>
            <a:br>
              <a:rPr lang="pt-BR" altLang="pt-BR"/>
            </a:br>
            <a:r>
              <a:rPr lang="pt-BR" altLang="pt-BR"/>
              <a:t>Sem temor, com valor,</a:t>
            </a:r>
            <a:br>
              <a:rPr lang="pt-BR" altLang="pt-BR"/>
            </a:br>
            <a:r>
              <a:rPr lang="pt-BR" altLang="pt-BR"/>
              <a:t>Marchai, lutai, pois Cristo vai</a:t>
            </a:r>
            <a:br>
              <a:rPr lang="pt-BR" altLang="pt-BR"/>
            </a:br>
            <a:r>
              <a:rPr lang="pt-BR" altLang="pt-BR"/>
              <a:t>Na vanguarda, avançai!</a:t>
            </a:r>
            <a:endParaRPr lang="en-US" alt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1" name="Picture 5">
            <a:extLst>
              <a:ext uri="{FF2B5EF4-FFF2-40B4-BE49-F238E27FC236}">
                <a16:creationId xmlns:a16="http://schemas.microsoft.com/office/drawing/2014/main" id="{4931C1DF-8373-6635-508F-92991E7E5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0" name="Rectangle 4">
            <a:extLst>
              <a:ext uri="{FF2B5EF4-FFF2-40B4-BE49-F238E27FC236}">
                <a16:creationId xmlns:a16="http://schemas.microsoft.com/office/drawing/2014/main" id="{A7F0323C-CA05-3BA9-25A1-E915AA4158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410200"/>
          </a:xfrm>
        </p:spPr>
        <p:txBody>
          <a:bodyPr/>
          <a:lstStyle/>
          <a:p>
            <a:r>
              <a:rPr lang="pt-BR" altLang="pt-BR"/>
              <a:t>Avante, avante, </a:t>
            </a:r>
            <a:br>
              <a:rPr lang="pt-BR" altLang="pt-BR"/>
            </a:br>
            <a:r>
              <a:rPr lang="pt-BR" altLang="pt-BR"/>
              <a:t>Confiando em Jesus</a:t>
            </a:r>
            <a:br>
              <a:rPr lang="pt-BR" altLang="pt-BR"/>
            </a:br>
            <a:r>
              <a:rPr lang="pt-BR" altLang="pt-BR"/>
              <a:t>Fortes sereis por Seu amor,</a:t>
            </a:r>
            <a:br>
              <a:rPr lang="pt-BR" altLang="pt-BR"/>
            </a:br>
            <a:r>
              <a:rPr lang="pt-BR" altLang="pt-BR"/>
              <a:t>Marchai invictos, soldados da luz,</a:t>
            </a:r>
            <a:br>
              <a:rPr lang="pt-BR" altLang="pt-BR"/>
            </a:br>
            <a:r>
              <a:rPr lang="pt-BR" altLang="pt-BR"/>
              <a:t>Jesus é o vencedor.</a:t>
            </a:r>
            <a:endParaRPr lang="en-US" alt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Picture 6">
            <a:extLst>
              <a:ext uri="{FF2B5EF4-FFF2-40B4-BE49-F238E27FC236}">
                <a16:creationId xmlns:a16="http://schemas.microsoft.com/office/drawing/2014/main" id="{2CBF0B9C-1099-D1E9-C1AB-4A164FBC2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5" name="Rectangle 5">
            <a:extLst>
              <a:ext uri="{FF2B5EF4-FFF2-40B4-BE49-F238E27FC236}">
                <a16:creationId xmlns:a16="http://schemas.microsoft.com/office/drawing/2014/main" id="{205C854E-2C89-55EE-5E93-F2426ACBE7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592762"/>
          </a:xfrm>
          <a:noFill/>
          <a:ln/>
        </p:spPr>
        <p:txBody>
          <a:bodyPr/>
          <a:lstStyle/>
          <a:p>
            <a:r>
              <a:rPr lang="pt-BR" altLang="pt-BR"/>
              <a:t>Sim, avançar, não recuar;</a:t>
            </a:r>
            <a:br>
              <a:rPr lang="pt-BR" altLang="pt-BR"/>
            </a:br>
            <a:r>
              <a:rPr lang="pt-BR" altLang="pt-BR"/>
              <a:t>Sem temor, com valor,</a:t>
            </a:r>
            <a:br>
              <a:rPr lang="pt-BR" altLang="pt-BR"/>
            </a:br>
            <a:r>
              <a:rPr lang="pt-BR" altLang="pt-BR"/>
              <a:t>Marchai, lutai, pois Cristo vai</a:t>
            </a:r>
            <a:br>
              <a:rPr lang="pt-BR" altLang="pt-BR"/>
            </a:br>
            <a:r>
              <a:rPr lang="pt-BR" altLang="pt-BR"/>
              <a:t>Na vanguarda, avançai!</a:t>
            </a:r>
            <a:endParaRPr lang="en-US" alt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9 Marchai, Soldados de Cristo</vt:lpstr>
      <vt:lpstr>Marchai soldados de Cristo Jesus, Marchai, marchai e enfrentai O inimigo do bem e da luz; Soldados avançai!</vt:lpstr>
      <vt:lpstr>Sim, avançar, não recuar; Sem temor, com valor, Marchai, lutai, pois Cristo vai Na vanguarda, avançai!</vt:lpstr>
      <vt:lpstr>Marchai, soldados, bem alto erguei O pavilhão da salvação; A Belial, firmes, ousados, vencei; Vencei a corrupção.</vt:lpstr>
      <vt:lpstr>Sim, avançar, não recuar; Sem temor, com valor, Marchai, lutai, pois Cristo vai Na vanguarda, avançai!</vt:lpstr>
      <vt:lpstr>Vossa armadura de guerra tomai, O elmo, sim, da salvação: E a espada: a Bíblia levai E vencereis, então.</vt:lpstr>
      <vt:lpstr>Sim, avançar, não recuar; Sem temor, com valor, Marchai, lutai, pois Cristo vai Na vanguarda, avançai!</vt:lpstr>
      <vt:lpstr>Avante, avante,  Confiando em Jesus Fortes sereis por Seu amor, Marchai invictos, soldados da luz, Jesus é o vencedor.</vt:lpstr>
      <vt:lpstr>Sim, avançar, não recuar; Sem temor, com valor, Marchai, lutai, pois Cristo vai Na vanguarda, avançai!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 Marchai, Soldados de Cristo</dc:title>
  <dc:creator>Junior</dc:creator>
  <cp:lastModifiedBy>Emerson Souza</cp:lastModifiedBy>
  <cp:revision>2</cp:revision>
  <dcterms:created xsi:type="dcterms:W3CDTF">2005-10-12T15:08:14Z</dcterms:created>
  <dcterms:modified xsi:type="dcterms:W3CDTF">2026-05-02T21:37:47Z</dcterms:modified>
</cp:coreProperties>
</file>