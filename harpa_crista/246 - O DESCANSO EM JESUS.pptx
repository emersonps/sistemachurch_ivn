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0705463C-716A-93B8-981A-CAF88C3EFF3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13315" name="Freeform 3">
              <a:extLst>
                <a:ext uri="{FF2B5EF4-FFF2-40B4-BE49-F238E27FC236}">
                  <a16:creationId xmlns:a16="http://schemas.microsoft.com/office/drawing/2014/main" id="{786B28A7-0E4C-7645-9501-E1D3273390A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043"/>
            </a:xfrm>
            <a:custGeom>
              <a:avLst/>
              <a:gdLst>
                <a:gd name="T0" fmla="*/ 5740 w 5740"/>
                <a:gd name="T1" fmla="*/ 1043 h 1043"/>
                <a:gd name="T2" fmla="*/ 0 w 5740"/>
                <a:gd name="T3" fmla="*/ 1043 h 1043"/>
                <a:gd name="T4" fmla="*/ 0 w 5740"/>
                <a:gd name="T5" fmla="*/ 0 h 1043"/>
                <a:gd name="T6" fmla="*/ 5740 w 5740"/>
                <a:gd name="T7" fmla="*/ 0 h 1043"/>
                <a:gd name="T8" fmla="*/ 5740 w 5740"/>
                <a:gd name="T9" fmla="*/ 1043 h 1043"/>
                <a:gd name="T10" fmla="*/ 5740 w 5740"/>
                <a:gd name="T11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3316" name="Group 4">
              <a:extLst>
                <a:ext uri="{FF2B5EF4-FFF2-40B4-BE49-F238E27FC236}">
                  <a16:creationId xmlns:a16="http://schemas.microsoft.com/office/drawing/2014/main" id="{C89F72AE-5E68-8B5D-C8E4-BB9590C4E6F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5759" cy="4319"/>
              <a:chOff x="0" y="0"/>
              <a:chExt cx="5759" cy="4319"/>
            </a:xfrm>
          </p:grpSpPr>
          <p:sp>
            <p:nvSpPr>
              <p:cNvPr id="13317" name="Freeform 5">
                <a:extLst>
                  <a:ext uri="{FF2B5EF4-FFF2-40B4-BE49-F238E27FC236}">
                    <a16:creationId xmlns:a16="http://schemas.microsoft.com/office/drawing/2014/main" id="{AC8F8627-ACD6-8B5E-B2EF-72E0A4849CB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" y="104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18" name="Freeform 6">
                <a:extLst>
                  <a:ext uri="{FF2B5EF4-FFF2-40B4-BE49-F238E27FC236}">
                    <a16:creationId xmlns:a16="http://schemas.microsoft.com/office/drawing/2014/main" id="{68BA6546-B265-5742-41B7-A6BDA63242D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988"/>
                <a:ext cx="5758" cy="42"/>
              </a:xfrm>
              <a:custGeom>
                <a:avLst/>
                <a:gdLst>
                  <a:gd name="T0" fmla="*/ 0 w 5740"/>
                  <a:gd name="T1" fmla="*/ 42 h 42"/>
                  <a:gd name="T2" fmla="*/ 5740 w 5740"/>
                  <a:gd name="T3" fmla="*/ 42 h 42"/>
                  <a:gd name="T4" fmla="*/ 5740 w 5740"/>
                  <a:gd name="T5" fmla="*/ 0 h 42"/>
                  <a:gd name="T6" fmla="*/ 0 w 5740"/>
                  <a:gd name="T7" fmla="*/ 0 h 42"/>
                  <a:gd name="T8" fmla="*/ 0 w 5740"/>
                  <a:gd name="T9" fmla="*/ 42 h 42"/>
                  <a:gd name="T10" fmla="*/ 0 w 5740"/>
                  <a:gd name="T1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19" name="Freeform 7">
                <a:extLst>
                  <a:ext uri="{FF2B5EF4-FFF2-40B4-BE49-F238E27FC236}">
                    <a16:creationId xmlns:a16="http://schemas.microsoft.com/office/drawing/2014/main" id="{90E066AB-DF4F-B925-F0DB-FCD9725F885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665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0" name="Freeform 8">
                <a:extLst>
                  <a:ext uri="{FF2B5EF4-FFF2-40B4-BE49-F238E27FC236}">
                    <a16:creationId xmlns:a16="http://schemas.microsoft.com/office/drawing/2014/main" id="{65E32191-C9BF-D59E-A40B-5AD12DE2B04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364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1" name="Freeform 9">
                <a:extLst>
                  <a:ext uri="{FF2B5EF4-FFF2-40B4-BE49-F238E27FC236}">
                    <a16:creationId xmlns:a16="http://schemas.microsoft.com/office/drawing/2014/main" id="{785A4D6F-BC62-158B-5497-D320EA4EB95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105"/>
                <a:ext cx="5758" cy="31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2" name="Freeform 10">
                <a:extLst>
                  <a:ext uri="{FF2B5EF4-FFF2-40B4-BE49-F238E27FC236}">
                    <a16:creationId xmlns:a16="http://schemas.microsoft.com/office/drawing/2014/main" id="{1BB27F1B-9910-2659-65FA-646D72E35C0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859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3" name="Freeform 11">
                <a:extLst>
                  <a:ext uri="{FF2B5EF4-FFF2-40B4-BE49-F238E27FC236}">
                    <a16:creationId xmlns:a16="http://schemas.microsoft.com/office/drawing/2014/main" id="{14DCCB70-022C-58D9-821B-7AA6CADC147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64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4" name="Freeform 12">
                <a:extLst>
                  <a:ext uri="{FF2B5EF4-FFF2-40B4-BE49-F238E27FC236}">
                    <a16:creationId xmlns:a16="http://schemas.microsoft.com/office/drawing/2014/main" id="{B77CD684-5925-9E0A-18AA-FEB59765C5F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433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5" name="Freeform 13">
                <a:extLst>
                  <a:ext uri="{FF2B5EF4-FFF2-40B4-BE49-F238E27FC236}">
                    <a16:creationId xmlns:a16="http://schemas.microsoft.com/office/drawing/2014/main" id="{FAB29E0A-BA67-0A05-9E04-BA4D4FFCFFE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259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6" name="Freeform 14">
                <a:extLst>
                  <a:ext uri="{FF2B5EF4-FFF2-40B4-BE49-F238E27FC236}">
                    <a16:creationId xmlns:a16="http://schemas.microsoft.com/office/drawing/2014/main" id="{4E1684B8-EC24-93EC-97AA-2667908894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09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7" name="Freeform 15">
                <a:extLst>
                  <a:ext uri="{FF2B5EF4-FFF2-40B4-BE49-F238E27FC236}">
                    <a16:creationId xmlns:a16="http://schemas.microsoft.com/office/drawing/2014/main" id="{3182E2F3-DCB7-37EB-298A-8EA119C84EA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92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8" name="Freeform 16">
                <a:extLst>
                  <a:ext uri="{FF2B5EF4-FFF2-40B4-BE49-F238E27FC236}">
                    <a16:creationId xmlns:a16="http://schemas.microsoft.com/office/drawing/2014/main" id="{4B557AE2-D54E-4BDF-6625-40CA223FAB1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45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9" name="Freeform 17">
                <a:extLst>
                  <a:ext uri="{FF2B5EF4-FFF2-40B4-BE49-F238E27FC236}">
                    <a16:creationId xmlns:a16="http://schemas.microsoft.com/office/drawing/2014/main" id="{E00017F1-F901-CE67-D224-5C794051005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77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0" name="Freeform 18">
                <a:extLst>
                  <a:ext uri="{FF2B5EF4-FFF2-40B4-BE49-F238E27FC236}">
                    <a16:creationId xmlns:a16="http://schemas.microsoft.com/office/drawing/2014/main" id="{3D7CDBF6-E085-09BF-5360-E1749F32BC3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520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1" name="Freeform 19">
                <a:extLst>
                  <a:ext uri="{FF2B5EF4-FFF2-40B4-BE49-F238E27FC236}">
                    <a16:creationId xmlns:a16="http://schemas.microsoft.com/office/drawing/2014/main" id="{11F48799-FB05-BBC8-DABC-5936143953B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394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2" name="Freeform 20">
                <a:extLst>
                  <a:ext uri="{FF2B5EF4-FFF2-40B4-BE49-F238E27FC236}">
                    <a16:creationId xmlns:a16="http://schemas.microsoft.com/office/drawing/2014/main" id="{3B38773F-FBFE-AA07-FF2B-DC6828B1029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28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3" name="Freeform 21">
                <a:extLst>
                  <a:ext uri="{FF2B5EF4-FFF2-40B4-BE49-F238E27FC236}">
                    <a16:creationId xmlns:a16="http://schemas.microsoft.com/office/drawing/2014/main" id="{92C724C8-15D9-6567-3DB9-14FFDCC743D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7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4" name="Freeform 22">
                <a:extLst>
                  <a:ext uri="{FF2B5EF4-FFF2-40B4-BE49-F238E27FC236}">
                    <a16:creationId xmlns:a16="http://schemas.microsoft.com/office/drawing/2014/main" id="{173102F4-84C1-20B7-8AA5-B6586742EB6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5" name="Freeform 23">
                <a:extLst>
                  <a:ext uri="{FF2B5EF4-FFF2-40B4-BE49-F238E27FC236}">
                    <a16:creationId xmlns:a16="http://schemas.microsoft.com/office/drawing/2014/main" id="{F4C27D9E-4352-766D-6757-13CAE9BE3F7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86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6" name="Freeform 24">
                <a:extLst>
                  <a:ext uri="{FF2B5EF4-FFF2-40B4-BE49-F238E27FC236}">
                    <a16:creationId xmlns:a16="http://schemas.microsoft.com/office/drawing/2014/main" id="{BFF2D4C8-F62F-8781-A1FF-4FF40ADFBC1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475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7" name="Freeform 25">
                <a:extLst>
                  <a:ext uri="{FF2B5EF4-FFF2-40B4-BE49-F238E27FC236}">
                    <a16:creationId xmlns:a16="http://schemas.microsoft.com/office/drawing/2014/main" id="{E3DDACA8-CF5B-F3E2-B731-E74B775385B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37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8" name="Freeform 26">
                <a:extLst>
                  <a:ext uri="{FF2B5EF4-FFF2-40B4-BE49-F238E27FC236}">
                    <a16:creationId xmlns:a16="http://schemas.microsoft.com/office/drawing/2014/main" id="{BE1CA934-74C9-3E66-E852-90706EB82FF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60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9" name="Freeform 27">
                <a:extLst>
                  <a:ext uri="{FF2B5EF4-FFF2-40B4-BE49-F238E27FC236}">
                    <a16:creationId xmlns:a16="http://schemas.microsoft.com/office/drawing/2014/main" id="{5B616841-FDFD-27BF-B002-C2CC465C479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72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0" name="Freeform 28">
                <a:extLst>
                  <a:ext uri="{FF2B5EF4-FFF2-40B4-BE49-F238E27FC236}">
                    <a16:creationId xmlns:a16="http://schemas.microsoft.com/office/drawing/2014/main" id="{9AC2D0C2-F3FF-4A4B-D0D4-3FCF93A0FF6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841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1" name="Freeform 29">
                <a:extLst>
                  <a:ext uri="{FF2B5EF4-FFF2-40B4-BE49-F238E27FC236}">
                    <a16:creationId xmlns:a16="http://schemas.microsoft.com/office/drawing/2014/main" id="{2D0034C3-5693-B2BA-5B10-4A71B22D47F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943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3342" name="Group 30">
                <a:extLst>
                  <a:ext uri="{FF2B5EF4-FFF2-40B4-BE49-F238E27FC236}">
                    <a16:creationId xmlns:a16="http://schemas.microsoft.com/office/drawing/2014/main" id="{C128481A-8F62-146F-B8B0-CF6B9EFB9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58" cy="1045"/>
                <a:chOff x="0" y="0"/>
                <a:chExt cx="5758" cy="1045"/>
              </a:xfrm>
            </p:grpSpPr>
            <p:sp>
              <p:nvSpPr>
                <p:cNvPr id="13343" name="Freeform 31">
                  <a:extLst>
                    <a:ext uri="{FF2B5EF4-FFF2-40B4-BE49-F238E27FC236}">
                      <a16:creationId xmlns:a16="http://schemas.microsoft.com/office/drawing/2014/main" id="{71727C99-C1A0-7529-4D50-71C6E9B7639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0"/>
                  <a:ext cx="42" cy="1045"/>
                </a:xfrm>
                <a:custGeom>
                  <a:avLst/>
                  <a:gdLst>
                    <a:gd name="T0" fmla="*/ 18 w 42"/>
                    <a:gd name="T1" fmla="*/ 1043 h 1043"/>
                    <a:gd name="T2" fmla="*/ 42 w 42"/>
                    <a:gd name="T3" fmla="*/ 1043 h 1043"/>
                    <a:gd name="T4" fmla="*/ 42 w 42"/>
                    <a:gd name="T5" fmla="*/ 0 h 1043"/>
                    <a:gd name="T6" fmla="*/ 0 w 42"/>
                    <a:gd name="T7" fmla="*/ 0 h 1043"/>
                    <a:gd name="T8" fmla="*/ 0 w 42"/>
                    <a:gd name="T9" fmla="*/ 1043 h 1043"/>
                    <a:gd name="T10" fmla="*/ 18 w 42"/>
                    <a:gd name="T11" fmla="*/ 1043 h 1043"/>
                    <a:gd name="T12" fmla="*/ 18 w 4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4" name="Freeform 32">
                  <a:extLst>
                    <a:ext uri="{FF2B5EF4-FFF2-40B4-BE49-F238E27FC236}">
                      <a16:creationId xmlns:a16="http://schemas.microsoft.com/office/drawing/2014/main" id="{526AA13B-1A0B-B0B2-1DEB-9E2B5AF54B6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400" y="0"/>
                  <a:ext cx="155" cy="1045"/>
                </a:xfrm>
                <a:custGeom>
                  <a:avLst/>
                  <a:gdLst>
                    <a:gd name="T0" fmla="*/ 131 w 155"/>
                    <a:gd name="T1" fmla="*/ 1043 h 1043"/>
                    <a:gd name="T2" fmla="*/ 155 w 155"/>
                    <a:gd name="T3" fmla="*/ 1043 h 1043"/>
                    <a:gd name="T4" fmla="*/ 42 w 155"/>
                    <a:gd name="T5" fmla="*/ 0 h 1043"/>
                    <a:gd name="T6" fmla="*/ 0 w 155"/>
                    <a:gd name="T7" fmla="*/ 0 h 1043"/>
                    <a:gd name="T8" fmla="*/ 113 w 155"/>
                    <a:gd name="T9" fmla="*/ 1043 h 1043"/>
                    <a:gd name="T10" fmla="*/ 131 w 155"/>
                    <a:gd name="T11" fmla="*/ 1043 h 1043"/>
                    <a:gd name="T12" fmla="*/ 131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5" name="Freeform 33">
                  <a:extLst>
                    <a:ext uri="{FF2B5EF4-FFF2-40B4-BE49-F238E27FC236}">
                      <a16:creationId xmlns:a16="http://schemas.microsoft.com/office/drawing/2014/main" id="{405FCAEF-8FEB-CCA3-0285-DCEF3205391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967" y="0"/>
                  <a:ext cx="240" cy="1045"/>
                </a:xfrm>
                <a:custGeom>
                  <a:avLst/>
                  <a:gdLst>
                    <a:gd name="T0" fmla="*/ 221 w 239"/>
                    <a:gd name="T1" fmla="*/ 1043 h 1043"/>
                    <a:gd name="T2" fmla="*/ 239 w 239"/>
                    <a:gd name="T3" fmla="*/ 1043 h 1043"/>
                    <a:gd name="T4" fmla="*/ 36 w 239"/>
                    <a:gd name="T5" fmla="*/ 0 h 1043"/>
                    <a:gd name="T6" fmla="*/ 0 w 239"/>
                    <a:gd name="T7" fmla="*/ 0 h 1043"/>
                    <a:gd name="T8" fmla="*/ 203 w 239"/>
                    <a:gd name="T9" fmla="*/ 1043 h 1043"/>
                    <a:gd name="T10" fmla="*/ 221 w 239"/>
                    <a:gd name="T11" fmla="*/ 1043 h 1043"/>
                    <a:gd name="T12" fmla="*/ 221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6" name="Freeform 34">
                  <a:extLst>
                    <a:ext uri="{FF2B5EF4-FFF2-40B4-BE49-F238E27FC236}">
                      <a16:creationId xmlns:a16="http://schemas.microsoft.com/office/drawing/2014/main" id="{BA83B3A8-7FC5-0129-8189-7D401E6139C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54" y="0"/>
                  <a:ext cx="353" cy="1045"/>
                </a:xfrm>
                <a:custGeom>
                  <a:avLst/>
                  <a:gdLst>
                    <a:gd name="T0" fmla="*/ 334 w 352"/>
                    <a:gd name="T1" fmla="*/ 1043 h 1043"/>
                    <a:gd name="T2" fmla="*/ 352 w 352"/>
                    <a:gd name="T3" fmla="*/ 1043 h 1043"/>
                    <a:gd name="T4" fmla="*/ 41 w 352"/>
                    <a:gd name="T5" fmla="*/ 0 h 1043"/>
                    <a:gd name="T6" fmla="*/ 0 w 352"/>
                    <a:gd name="T7" fmla="*/ 0 h 1043"/>
                    <a:gd name="T8" fmla="*/ 311 w 352"/>
                    <a:gd name="T9" fmla="*/ 1043 h 1043"/>
                    <a:gd name="T10" fmla="*/ 334 w 352"/>
                    <a:gd name="T11" fmla="*/ 1043 h 1043"/>
                    <a:gd name="T12" fmla="*/ 334 w 35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7" name="Freeform 35">
                  <a:extLst>
                    <a:ext uri="{FF2B5EF4-FFF2-40B4-BE49-F238E27FC236}">
                      <a16:creationId xmlns:a16="http://schemas.microsoft.com/office/drawing/2014/main" id="{D0619E25-1B51-CA2E-07FB-A713E4B62A5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134" y="0"/>
                  <a:ext cx="450" cy="1045"/>
                </a:xfrm>
                <a:custGeom>
                  <a:avLst/>
                  <a:gdLst>
                    <a:gd name="T0" fmla="*/ 425 w 449"/>
                    <a:gd name="T1" fmla="*/ 1043 h 1043"/>
                    <a:gd name="T2" fmla="*/ 449 w 449"/>
                    <a:gd name="T3" fmla="*/ 1043 h 1043"/>
                    <a:gd name="T4" fmla="*/ 42 w 449"/>
                    <a:gd name="T5" fmla="*/ 0 h 1043"/>
                    <a:gd name="T6" fmla="*/ 0 w 449"/>
                    <a:gd name="T7" fmla="*/ 0 h 1043"/>
                    <a:gd name="T8" fmla="*/ 407 w 449"/>
                    <a:gd name="T9" fmla="*/ 1043 h 1043"/>
                    <a:gd name="T10" fmla="*/ 425 w 449"/>
                    <a:gd name="T11" fmla="*/ 1043 h 1043"/>
                    <a:gd name="T12" fmla="*/ 425 w 44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8" name="Freeform 36">
                  <a:extLst>
                    <a:ext uri="{FF2B5EF4-FFF2-40B4-BE49-F238E27FC236}">
                      <a16:creationId xmlns:a16="http://schemas.microsoft.com/office/drawing/2014/main" id="{2FC86A81-F40C-CE47-F15D-E9928D06AD1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714" y="0"/>
                  <a:ext cx="540" cy="1045"/>
                </a:xfrm>
                <a:custGeom>
                  <a:avLst/>
                  <a:gdLst>
                    <a:gd name="T0" fmla="*/ 520 w 538"/>
                    <a:gd name="T1" fmla="*/ 1043 h 1043"/>
                    <a:gd name="T2" fmla="*/ 538 w 538"/>
                    <a:gd name="T3" fmla="*/ 1043 h 1043"/>
                    <a:gd name="T4" fmla="*/ 41 w 538"/>
                    <a:gd name="T5" fmla="*/ 0 h 1043"/>
                    <a:gd name="T6" fmla="*/ 0 w 538"/>
                    <a:gd name="T7" fmla="*/ 0 h 1043"/>
                    <a:gd name="T8" fmla="*/ 496 w 538"/>
                    <a:gd name="T9" fmla="*/ 1043 h 1043"/>
                    <a:gd name="T10" fmla="*/ 520 w 538"/>
                    <a:gd name="T11" fmla="*/ 1043 h 1043"/>
                    <a:gd name="T12" fmla="*/ 520 w 53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9" name="Freeform 37">
                  <a:extLst>
                    <a:ext uri="{FF2B5EF4-FFF2-40B4-BE49-F238E27FC236}">
                      <a16:creationId xmlns:a16="http://schemas.microsoft.com/office/drawing/2014/main" id="{FA6C6648-AD46-F29D-93E0-924D63F2165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06" y="0"/>
                  <a:ext cx="642" cy="1045"/>
                </a:xfrm>
                <a:custGeom>
                  <a:avLst/>
                  <a:gdLst>
                    <a:gd name="T0" fmla="*/ 622 w 640"/>
                    <a:gd name="T1" fmla="*/ 1043 h 1043"/>
                    <a:gd name="T2" fmla="*/ 640 w 640"/>
                    <a:gd name="T3" fmla="*/ 1043 h 1043"/>
                    <a:gd name="T4" fmla="*/ 48 w 640"/>
                    <a:gd name="T5" fmla="*/ 0 h 1043"/>
                    <a:gd name="T6" fmla="*/ 0 w 640"/>
                    <a:gd name="T7" fmla="*/ 0 h 1043"/>
                    <a:gd name="T8" fmla="*/ 598 w 640"/>
                    <a:gd name="T9" fmla="*/ 1043 h 1043"/>
                    <a:gd name="T10" fmla="*/ 622 w 640"/>
                    <a:gd name="T11" fmla="*/ 1043 h 1043"/>
                    <a:gd name="T12" fmla="*/ 622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0" name="Freeform 38">
                  <a:extLst>
                    <a:ext uri="{FF2B5EF4-FFF2-40B4-BE49-F238E27FC236}">
                      <a16:creationId xmlns:a16="http://schemas.microsoft.com/office/drawing/2014/main" id="{82CC9D1E-1A4E-0CD4-5DF2-E24CE29511F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108"/>
                  <a:ext cx="630" cy="937"/>
                </a:xfrm>
                <a:custGeom>
                  <a:avLst/>
                  <a:gdLst>
                    <a:gd name="T0" fmla="*/ 604 w 628"/>
                    <a:gd name="T1" fmla="*/ 935 h 935"/>
                    <a:gd name="T2" fmla="*/ 628 w 628"/>
                    <a:gd name="T3" fmla="*/ 935 h 935"/>
                    <a:gd name="T4" fmla="*/ 0 w 628"/>
                    <a:gd name="T5" fmla="*/ 0 h 935"/>
                    <a:gd name="T6" fmla="*/ 0 w 628"/>
                    <a:gd name="T7" fmla="*/ 66 h 935"/>
                    <a:gd name="T8" fmla="*/ 580 w 628"/>
                    <a:gd name="T9" fmla="*/ 935 h 935"/>
                    <a:gd name="T10" fmla="*/ 604 w 628"/>
                    <a:gd name="T11" fmla="*/ 935 h 935"/>
                    <a:gd name="T12" fmla="*/ 604 w 628"/>
                    <a:gd name="T13" fmla="*/ 935 h 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1" name="Freeform 39">
                  <a:extLst>
                    <a:ext uri="{FF2B5EF4-FFF2-40B4-BE49-F238E27FC236}">
                      <a16:creationId xmlns:a16="http://schemas.microsoft.com/office/drawing/2014/main" id="{CB6B379A-56B7-09C8-133B-C3B41CB1BCC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0"/>
                  <a:ext cx="155" cy="1045"/>
                </a:xfrm>
                <a:custGeom>
                  <a:avLst/>
                  <a:gdLst>
                    <a:gd name="T0" fmla="*/ 18 w 155"/>
                    <a:gd name="T1" fmla="*/ 1043 h 1043"/>
                    <a:gd name="T2" fmla="*/ 42 w 155"/>
                    <a:gd name="T3" fmla="*/ 1043 h 1043"/>
                    <a:gd name="T4" fmla="*/ 155 w 155"/>
                    <a:gd name="T5" fmla="*/ 0 h 1043"/>
                    <a:gd name="T6" fmla="*/ 114 w 155"/>
                    <a:gd name="T7" fmla="*/ 0 h 1043"/>
                    <a:gd name="T8" fmla="*/ 0 w 155"/>
                    <a:gd name="T9" fmla="*/ 1043 h 1043"/>
                    <a:gd name="T10" fmla="*/ 18 w 155"/>
                    <a:gd name="T11" fmla="*/ 1043 h 1043"/>
                    <a:gd name="T12" fmla="*/ 18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2" name="Freeform 40">
                  <a:extLst>
                    <a:ext uri="{FF2B5EF4-FFF2-40B4-BE49-F238E27FC236}">
                      <a16:creationId xmlns:a16="http://schemas.microsoft.com/office/drawing/2014/main" id="{9DB4B227-79DB-704A-55A7-95DAC97A428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0"/>
                  <a:ext cx="240" cy="1045"/>
                </a:xfrm>
                <a:custGeom>
                  <a:avLst/>
                  <a:gdLst>
                    <a:gd name="T0" fmla="*/ 18 w 239"/>
                    <a:gd name="T1" fmla="*/ 1043 h 1043"/>
                    <a:gd name="T2" fmla="*/ 36 w 239"/>
                    <a:gd name="T3" fmla="*/ 1043 h 1043"/>
                    <a:gd name="T4" fmla="*/ 239 w 239"/>
                    <a:gd name="T5" fmla="*/ 0 h 1043"/>
                    <a:gd name="T6" fmla="*/ 203 w 239"/>
                    <a:gd name="T7" fmla="*/ 0 h 1043"/>
                    <a:gd name="T8" fmla="*/ 0 w 239"/>
                    <a:gd name="T9" fmla="*/ 1043 h 1043"/>
                    <a:gd name="T10" fmla="*/ 18 w 239"/>
                    <a:gd name="T11" fmla="*/ 1043 h 1043"/>
                    <a:gd name="T12" fmla="*/ 18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3" name="Freeform 41">
                  <a:extLst>
                    <a:ext uri="{FF2B5EF4-FFF2-40B4-BE49-F238E27FC236}">
                      <a16:creationId xmlns:a16="http://schemas.microsoft.com/office/drawing/2014/main" id="{0A77F341-610C-7846-7BA8-1944E166089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1" y="0"/>
                  <a:ext cx="359" cy="1045"/>
                </a:xfrm>
                <a:custGeom>
                  <a:avLst/>
                  <a:gdLst>
                    <a:gd name="T0" fmla="*/ 24 w 358"/>
                    <a:gd name="T1" fmla="*/ 1043 h 1043"/>
                    <a:gd name="T2" fmla="*/ 42 w 358"/>
                    <a:gd name="T3" fmla="*/ 1043 h 1043"/>
                    <a:gd name="T4" fmla="*/ 358 w 358"/>
                    <a:gd name="T5" fmla="*/ 0 h 1043"/>
                    <a:gd name="T6" fmla="*/ 317 w 358"/>
                    <a:gd name="T7" fmla="*/ 0 h 1043"/>
                    <a:gd name="T8" fmla="*/ 0 w 358"/>
                    <a:gd name="T9" fmla="*/ 1043 h 1043"/>
                    <a:gd name="T10" fmla="*/ 24 w 358"/>
                    <a:gd name="T11" fmla="*/ 1043 h 1043"/>
                    <a:gd name="T12" fmla="*/ 24 w 35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4" name="Freeform 42">
                  <a:extLst>
                    <a:ext uri="{FF2B5EF4-FFF2-40B4-BE49-F238E27FC236}">
                      <a16:creationId xmlns:a16="http://schemas.microsoft.com/office/drawing/2014/main" id="{3C3722AC-8855-8BA8-0DF3-03DA88B0691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9" y="0"/>
                  <a:ext cx="449" cy="1045"/>
                </a:xfrm>
                <a:custGeom>
                  <a:avLst/>
                  <a:gdLst>
                    <a:gd name="T0" fmla="*/ 18 w 448"/>
                    <a:gd name="T1" fmla="*/ 1043 h 1043"/>
                    <a:gd name="T2" fmla="*/ 41 w 448"/>
                    <a:gd name="T3" fmla="*/ 1043 h 1043"/>
                    <a:gd name="T4" fmla="*/ 448 w 448"/>
                    <a:gd name="T5" fmla="*/ 0 h 1043"/>
                    <a:gd name="T6" fmla="*/ 406 w 448"/>
                    <a:gd name="T7" fmla="*/ 0 h 1043"/>
                    <a:gd name="T8" fmla="*/ 0 w 448"/>
                    <a:gd name="T9" fmla="*/ 1043 h 1043"/>
                    <a:gd name="T10" fmla="*/ 18 w 448"/>
                    <a:gd name="T11" fmla="*/ 1043 h 1043"/>
                    <a:gd name="T12" fmla="*/ 18 w 44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5" name="Freeform 43">
                  <a:extLst>
                    <a:ext uri="{FF2B5EF4-FFF2-40B4-BE49-F238E27FC236}">
                      <a16:creationId xmlns:a16="http://schemas.microsoft.com/office/drawing/2014/main" id="{9C736BCD-81C2-0C0A-D953-6A9A2536CCD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480" y="0"/>
                  <a:ext cx="541" cy="1045"/>
                </a:xfrm>
                <a:custGeom>
                  <a:avLst/>
                  <a:gdLst>
                    <a:gd name="T0" fmla="*/ 18 w 539"/>
                    <a:gd name="T1" fmla="*/ 1043 h 1043"/>
                    <a:gd name="T2" fmla="*/ 42 w 539"/>
                    <a:gd name="T3" fmla="*/ 1043 h 1043"/>
                    <a:gd name="T4" fmla="*/ 539 w 539"/>
                    <a:gd name="T5" fmla="*/ 0 h 1043"/>
                    <a:gd name="T6" fmla="*/ 497 w 539"/>
                    <a:gd name="T7" fmla="*/ 0 h 1043"/>
                    <a:gd name="T8" fmla="*/ 0 w 539"/>
                    <a:gd name="T9" fmla="*/ 1043 h 1043"/>
                    <a:gd name="T10" fmla="*/ 18 w 539"/>
                    <a:gd name="T11" fmla="*/ 1043 h 1043"/>
                    <a:gd name="T12" fmla="*/ 18 w 5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6" name="Freeform 44">
                  <a:extLst>
                    <a:ext uri="{FF2B5EF4-FFF2-40B4-BE49-F238E27FC236}">
                      <a16:creationId xmlns:a16="http://schemas.microsoft.com/office/drawing/2014/main" id="{E21E045C-26ED-B2D4-30FB-C79157CEE00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768" y="0"/>
                  <a:ext cx="642" cy="1045"/>
                </a:xfrm>
                <a:custGeom>
                  <a:avLst/>
                  <a:gdLst>
                    <a:gd name="T0" fmla="*/ 18 w 640"/>
                    <a:gd name="T1" fmla="*/ 1043 h 1043"/>
                    <a:gd name="T2" fmla="*/ 42 w 640"/>
                    <a:gd name="T3" fmla="*/ 1043 h 1043"/>
                    <a:gd name="T4" fmla="*/ 640 w 640"/>
                    <a:gd name="T5" fmla="*/ 0 h 1043"/>
                    <a:gd name="T6" fmla="*/ 592 w 640"/>
                    <a:gd name="T7" fmla="*/ 0 h 1043"/>
                    <a:gd name="T8" fmla="*/ 0 w 640"/>
                    <a:gd name="T9" fmla="*/ 1043 h 1043"/>
                    <a:gd name="T10" fmla="*/ 18 w 640"/>
                    <a:gd name="T11" fmla="*/ 1043 h 1043"/>
                    <a:gd name="T12" fmla="*/ 18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7" name="Freeform 45">
                  <a:extLst>
                    <a:ext uri="{FF2B5EF4-FFF2-40B4-BE49-F238E27FC236}">
                      <a16:creationId xmlns:a16="http://schemas.microsoft.com/office/drawing/2014/main" id="{14B2047B-DEE4-16FB-C10D-2707C3374ED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086" y="48"/>
                  <a:ext cx="672" cy="997"/>
                </a:xfrm>
                <a:custGeom>
                  <a:avLst/>
                  <a:gdLst>
                    <a:gd name="T0" fmla="*/ 24 w 670"/>
                    <a:gd name="T1" fmla="*/ 995 h 995"/>
                    <a:gd name="T2" fmla="*/ 48 w 670"/>
                    <a:gd name="T3" fmla="*/ 995 h 995"/>
                    <a:gd name="T4" fmla="*/ 670 w 670"/>
                    <a:gd name="T5" fmla="*/ 72 h 995"/>
                    <a:gd name="T6" fmla="*/ 670 w 670"/>
                    <a:gd name="T7" fmla="*/ 0 h 995"/>
                    <a:gd name="T8" fmla="*/ 0 w 670"/>
                    <a:gd name="T9" fmla="*/ 995 h 995"/>
                    <a:gd name="T10" fmla="*/ 24 w 670"/>
                    <a:gd name="T11" fmla="*/ 995 h 995"/>
                    <a:gd name="T12" fmla="*/ 24 w 670"/>
                    <a:gd name="T13" fmla="*/ 995 h 9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3358" name="Group 46">
                <a:extLst>
                  <a:ext uri="{FF2B5EF4-FFF2-40B4-BE49-F238E27FC236}">
                    <a16:creationId xmlns:a16="http://schemas.microsoft.com/office/drawing/2014/main" id="{AB62F7BC-2F3B-07A7-8D97-2E9EA00EB1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58"/>
                <a:ext cx="5758" cy="487"/>
                <a:chOff x="0" y="558"/>
                <a:chExt cx="5758" cy="487"/>
              </a:xfrm>
            </p:grpSpPr>
            <p:sp>
              <p:nvSpPr>
                <p:cNvPr id="13359" name="Freeform 47">
                  <a:extLst>
                    <a:ext uri="{FF2B5EF4-FFF2-40B4-BE49-F238E27FC236}">
                      <a16:creationId xmlns:a16="http://schemas.microsoft.com/office/drawing/2014/main" id="{3922D589-56AB-1BF1-DBC0-9E378A2CAE8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618"/>
                  <a:ext cx="306" cy="427"/>
                </a:xfrm>
                <a:custGeom>
                  <a:avLst/>
                  <a:gdLst>
                    <a:gd name="T0" fmla="*/ 281 w 305"/>
                    <a:gd name="T1" fmla="*/ 426 h 426"/>
                    <a:gd name="T2" fmla="*/ 305 w 305"/>
                    <a:gd name="T3" fmla="*/ 426 h 426"/>
                    <a:gd name="T4" fmla="*/ 0 w 305"/>
                    <a:gd name="T5" fmla="*/ 0 h 426"/>
                    <a:gd name="T6" fmla="*/ 0 w 305"/>
                    <a:gd name="T7" fmla="*/ 66 h 426"/>
                    <a:gd name="T8" fmla="*/ 251 w 305"/>
                    <a:gd name="T9" fmla="*/ 426 h 426"/>
                    <a:gd name="T10" fmla="*/ 281 w 305"/>
                    <a:gd name="T11" fmla="*/ 426 h 426"/>
                    <a:gd name="T12" fmla="*/ 281 w 305"/>
                    <a:gd name="T1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0" name="Freeform 48">
                  <a:extLst>
                    <a:ext uri="{FF2B5EF4-FFF2-40B4-BE49-F238E27FC236}">
                      <a16:creationId xmlns:a16="http://schemas.microsoft.com/office/drawing/2014/main" id="{99DEB99E-A433-9380-0354-466446F163C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410" y="558"/>
                  <a:ext cx="348" cy="487"/>
                </a:xfrm>
                <a:custGeom>
                  <a:avLst/>
                  <a:gdLst>
                    <a:gd name="T0" fmla="*/ 24 w 347"/>
                    <a:gd name="T1" fmla="*/ 486 h 486"/>
                    <a:gd name="T2" fmla="*/ 48 w 347"/>
                    <a:gd name="T3" fmla="*/ 486 h 486"/>
                    <a:gd name="T4" fmla="*/ 347 w 347"/>
                    <a:gd name="T5" fmla="*/ 72 h 486"/>
                    <a:gd name="T6" fmla="*/ 347 w 347"/>
                    <a:gd name="T7" fmla="*/ 0 h 486"/>
                    <a:gd name="T8" fmla="*/ 0 w 347"/>
                    <a:gd name="T9" fmla="*/ 486 h 486"/>
                    <a:gd name="T10" fmla="*/ 24 w 347"/>
                    <a:gd name="T11" fmla="*/ 486 h 486"/>
                    <a:gd name="T12" fmla="*/ 24 w 347"/>
                    <a:gd name="T13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3361" name="Group 49">
                <a:extLst>
                  <a:ext uri="{FF2B5EF4-FFF2-40B4-BE49-F238E27FC236}">
                    <a16:creationId xmlns:a16="http://schemas.microsoft.com/office/drawing/2014/main" id="{2CAFE19C-01EE-901E-C41E-161097B13B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" y="1039"/>
                <a:ext cx="5200" cy="3280"/>
                <a:chOff x="264" y="1039"/>
                <a:chExt cx="5200" cy="3280"/>
              </a:xfrm>
            </p:grpSpPr>
            <p:sp>
              <p:nvSpPr>
                <p:cNvPr id="13362" name="Freeform 50">
                  <a:extLst>
                    <a:ext uri="{FF2B5EF4-FFF2-40B4-BE49-F238E27FC236}">
                      <a16:creationId xmlns:a16="http://schemas.microsoft.com/office/drawing/2014/main" id="{83D88B29-8C0B-7597-E9CD-4BCC5C54952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1039"/>
                  <a:ext cx="42" cy="3280"/>
                </a:xfrm>
                <a:custGeom>
                  <a:avLst/>
                  <a:gdLst>
                    <a:gd name="T0" fmla="*/ 18 w 42"/>
                    <a:gd name="T1" fmla="*/ 0 h 3273"/>
                    <a:gd name="T2" fmla="*/ 0 w 42"/>
                    <a:gd name="T3" fmla="*/ 0 h 3273"/>
                    <a:gd name="T4" fmla="*/ 0 w 42"/>
                    <a:gd name="T5" fmla="*/ 3273 h 3273"/>
                    <a:gd name="T6" fmla="*/ 42 w 42"/>
                    <a:gd name="T7" fmla="*/ 3273 h 3273"/>
                    <a:gd name="T8" fmla="*/ 42 w 42"/>
                    <a:gd name="T9" fmla="*/ 0 h 3273"/>
                    <a:gd name="T10" fmla="*/ 18 w 42"/>
                    <a:gd name="T11" fmla="*/ 0 h 3273"/>
                    <a:gd name="T12" fmla="*/ 18 w 42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3" name="Freeform 51">
                  <a:extLst>
                    <a:ext uri="{FF2B5EF4-FFF2-40B4-BE49-F238E27FC236}">
                      <a16:creationId xmlns:a16="http://schemas.microsoft.com/office/drawing/2014/main" id="{10F1B513-AD88-9BA9-A488-7A8D47B6D29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154" y="1039"/>
                  <a:ext cx="401" cy="3280"/>
                </a:xfrm>
                <a:custGeom>
                  <a:avLst/>
                  <a:gdLst>
                    <a:gd name="T0" fmla="*/ 376 w 400"/>
                    <a:gd name="T1" fmla="*/ 0 h 3273"/>
                    <a:gd name="T2" fmla="*/ 358 w 400"/>
                    <a:gd name="T3" fmla="*/ 0 h 3273"/>
                    <a:gd name="T4" fmla="*/ 0 w 400"/>
                    <a:gd name="T5" fmla="*/ 3273 h 3273"/>
                    <a:gd name="T6" fmla="*/ 41 w 400"/>
                    <a:gd name="T7" fmla="*/ 3273 h 3273"/>
                    <a:gd name="T8" fmla="*/ 400 w 400"/>
                    <a:gd name="T9" fmla="*/ 0 h 3273"/>
                    <a:gd name="T10" fmla="*/ 376 w 400"/>
                    <a:gd name="T11" fmla="*/ 0 h 3273"/>
                    <a:gd name="T12" fmla="*/ 376 w 400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4" name="Freeform 52">
                  <a:extLst>
                    <a:ext uri="{FF2B5EF4-FFF2-40B4-BE49-F238E27FC236}">
                      <a16:creationId xmlns:a16="http://schemas.microsoft.com/office/drawing/2014/main" id="{C19AD897-DE93-C65F-E262-1695B5772845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30" y="1039"/>
                  <a:ext cx="677" cy="3280"/>
                </a:xfrm>
                <a:custGeom>
                  <a:avLst/>
                  <a:gdLst>
                    <a:gd name="T0" fmla="*/ 657 w 675"/>
                    <a:gd name="T1" fmla="*/ 0 h 3273"/>
                    <a:gd name="T2" fmla="*/ 639 w 675"/>
                    <a:gd name="T3" fmla="*/ 0 h 3273"/>
                    <a:gd name="T4" fmla="*/ 0 w 675"/>
                    <a:gd name="T5" fmla="*/ 3273 h 3273"/>
                    <a:gd name="T6" fmla="*/ 42 w 675"/>
                    <a:gd name="T7" fmla="*/ 3273 h 3273"/>
                    <a:gd name="T8" fmla="*/ 675 w 675"/>
                    <a:gd name="T9" fmla="*/ 0 h 3273"/>
                    <a:gd name="T10" fmla="*/ 657 w 675"/>
                    <a:gd name="T11" fmla="*/ 0 h 3273"/>
                    <a:gd name="T12" fmla="*/ 657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5" name="Freeform 53">
                  <a:extLst>
                    <a:ext uri="{FF2B5EF4-FFF2-40B4-BE49-F238E27FC236}">
                      <a16:creationId xmlns:a16="http://schemas.microsoft.com/office/drawing/2014/main" id="{8D8F12D3-3874-352A-7314-6F36D2E30DC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876" y="1039"/>
                  <a:ext cx="1031" cy="3280"/>
                </a:xfrm>
                <a:custGeom>
                  <a:avLst/>
                  <a:gdLst>
                    <a:gd name="T0" fmla="*/ 1013 w 1031"/>
                    <a:gd name="T1" fmla="*/ 0 h 3280"/>
                    <a:gd name="T2" fmla="*/ 990 w 1031"/>
                    <a:gd name="T3" fmla="*/ 0 h 3280"/>
                    <a:gd name="T4" fmla="*/ 0 w 1031"/>
                    <a:gd name="T5" fmla="*/ 3280 h 3280"/>
                    <a:gd name="T6" fmla="*/ 42 w 1031"/>
                    <a:gd name="T7" fmla="*/ 3280 h 3280"/>
                    <a:gd name="T8" fmla="*/ 1031 w 1031"/>
                    <a:gd name="T9" fmla="*/ 4 h 3280"/>
                    <a:gd name="T10" fmla="*/ 1013 w 1031"/>
                    <a:gd name="T11" fmla="*/ 0 h 3280"/>
                    <a:gd name="T12" fmla="*/ 1013 w 1031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6" name="Freeform 54">
                  <a:extLst>
                    <a:ext uri="{FF2B5EF4-FFF2-40B4-BE49-F238E27FC236}">
                      <a16:creationId xmlns:a16="http://schemas.microsoft.com/office/drawing/2014/main" id="{0F9327B3-CD2F-2E7E-B3DF-5BCCD78E220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64" y="1039"/>
                  <a:ext cx="1319" cy="3280"/>
                </a:xfrm>
                <a:custGeom>
                  <a:avLst/>
                  <a:gdLst>
                    <a:gd name="T0" fmla="*/ 1296 w 1319"/>
                    <a:gd name="T1" fmla="*/ 0 h 3280"/>
                    <a:gd name="T2" fmla="*/ 1278 w 1319"/>
                    <a:gd name="T3" fmla="*/ 0 h 3280"/>
                    <a:gd name="T4" fmla="*/ 0 w 1319"/>
                    <a:gd name="T5" fmla="*/ 3280 h 3280"/>
                    <a:gd name="T6" fmla="*/ 42 w 1319"/>
                    <a:gd name="T7" fmla="*/ 3280 h 3280"/>
                    <a:gd name="T8" fmla="*/ 1319 w 1319"/>
                    <a:gd name="T9" fmla="*/ 5 h 3280"/>
                    <a:gd name="T10" fmla="*/ 1296 w 1319"/>
                    <a:gd name="T11" fmla="*/ 0 h 3280"/>
                    <a:gd name="T12" fmla="*/ 1296 w 1319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7" name="Freeform 55">
                  <a:extLst>
                    <a:ext uri="{FF2B5EF4-FFF2-40B4-BE49-F238E27FC236}">
                      <a16:creationId xmlns:a16="http://schemas.microsoft.com/office/drawing/2014/main" id="{CA44D9F1-56F8-9F1D-1493-CFD706D64B3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1039"/>
                  <a:ext cx="402" cy="3280"/>
                </a:xfrm>
                <a:custGeom>
                  <a:avLst/>
                  <a:gdLst>
                    <a:gd name="T0" fmla="*/ 18 w 401"/>
                    <a:gd name="T1" fmla="*/ 0 h 3273"/>
                    <a:gd name="T2" fmla="*/ 0 w 401"/>
                    <a:gd name="T3" fmla="*/ 0 h 3273"/>
                    <a:gd name="T4" fmla="*/ 359 w 401"/>
                    <a:gd name="T5" fmla="*/ 3273 h 3273"/>
                    <a:gd name="T6" fmla="*/ 401 w 401"/>
                    <a:gd name="T7" fmla="*/ 3273 h 3273"/>
                    <a:gd name="T8" fmla="*/ 42 w 401"/>
                    <a:gd name="T9" fmla="*/ 0 h 3273"/>
                    <a:gd name="T10" fmla="*/ 18 w 401"/>
                    <a:gd name="T11" fmla="*/ 0 h 3273"/>
                    <a:gd name="T12" fmla="*/ 18 w 401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8" name="Freeform 56">
                  <a:extLst>
                    <a:ext uri="{FF2B5EF4-FFF2-40B4-BE49-F238E27FC236}">
                      <a16:creationId xmlns:a16="http://schemas.microsoft.com/office/drawing/2014/main" id="{0E651BA7-57F2-04E1-9ED5-8715B3DDEE9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1039"/>
                  <a:ext cx="677" cy="3280"/>
                </a:xfrm>
                <a:custGeom>
                  <a:avLst/>
                  <a:gdLst>
                    <a:gd name="T0" fmla="*/ 18 w 675"/>
                    <a:gd name="T1" fmla="*/ 0 h 3273"/>
                    <a:gd name="T2" fmla="*/ 0 w 675"/>
                    <a:gd name="T3" fmla="*/ 0 h 3273"/>
                    <a:gd name="T4" fmla="*/ 640 w 675"/>
                    <a:gd name="T5" fmla="*/ 3273 h 3273"/>
                    <a:gd name="T6" fmla="*/ 675 w 675"/>
                    <a:gd name="T7" fmla="*/ 3273 h 3273"/>
                    <a:gd name="T8" fmla="*/ 36 w 675"/>
                    <a:gd name="T9" fmla="*/ 0 h 3273"/>
                    <a:gd name="T10" fmla="*/ 18 w 675"/>
                    <a:gd name="T11" fmla="*/ 0 h 3273"/>
                    <a:gd name="T12" fmla="*/ 18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9" name="Freeform 57">
                  <a:extLst>
                    <a:ext uri="{FF2B5EF4-FFF2-40B4-BE49-F238E27FC236}">
                      <a16:creationId xmlns:a16="http://schemas.microsoft.com/office/drawing/2014/main" id="{D78EACF5-8BF2-67F4-5F72-2886148DAB12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2" y="1039"/>
                  <a:ext cx="1036" cy="3280"/>
                </a:xfrm>
                <a:custGeom>
                  <a:avLst/>
                  <a:gdLst>
                    <a:gd name="T0" fmla="*/ 23 w 1036"/>
                    <a:gd name="T1" fmla="*/ 0 h 3280"/>
                    <a:gd name="T2" fmla="*/ 0 w 1036"/>
                    <a:gd name="T3" fmla="*/ 5 h 3280"/>
                    <a:gd name="T4" fmla="*/ 994 w 1036"/>
                    <a:gd name="T5" fmla="*/ 3280 h 3280"/>
                    <a:gd name="T6" fmla="*/ 1036 w 1036"/>
                    <a:gd name="T7" fmla="*/ 3280 h 3280"/>
                    <a:gd name="T8" fmla="*/ 41 w 1036"/>
                    <a:gd name="T9" fmla="*/ 0 h 3280"/>
                    <a:gd name="T10" fmla="*/ 23 w 1036"/>
                    <a:gd name="T11" fmla="*/ 0 h 3280"/>
                    <a:gd name="T12" fmla="*/ 23 w 1036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70" name="Freeform 58">
                  <a:extLst>
                    <a:ext uri="{FF2B5EF4-FFF2-40B4-BE49-F238E27FC236}">
                      <a16:creationId xmlns:a16="http://schemas.microsoft.com/office/drawing/2014/main" id="{9687ABC1-2CD0-9151-0C8C-ED60B2A62223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7" y="1039"/>
                  <a:ext cx="1327" cy="3280"/>
                </a:xfrm>
                <a:custGeom>
                  <a:avLst/>
                  <a:gdLst>
                    <a:gd name="T0" fmla="*/ 20 w 1327"/>
                    <a:gd name="T1" fmla="*/ 0 h 3280"/>
                    <a:gd name="T2" fmla="*/ 0 w 1327"/>
                    <a:gd name="T3" fmla="*/ 7 h 3280"/>
                    <a:gd name="T4" fmla="*/ 1285 w 1327"/>
                    <a:gd name="T5" fmla="*/ 3280 h 3280"/>
                    <a:gd name="T6" fmla="*/ 1327 w 1327"/>
                    <a:gd name="T7" fmla="*/ 3280 h 3280"/>
                    <a:gd name="T8" fmla="*/ 43 w 1327"/>
                    <a:gd name="T9" fmla="*/ 0 h 3280"/>
                    <a:gd name="T10" fmla="*/ 20 w 1327"/>
                    <a:gd name="T11" fmla="*/ 0 h 3280"/>
                    <a:gd name="T12" fmla="*/ 20 w 1327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3371" name="Freeform 59">
                <a:extLst>
                  <a:ext uri="{FF2B5EF4-FFF2-40B4-BE49-F238E27FC236}">
                    <a16:creationId xmlns:a16="http://schemas.microsoft.com/office/drawing/2014/main" id="{D72969A9-BDC5-8905-54CB-D401A434976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1254" cy="2632"/>
              </a:xfrm>
              <a:custGeom>
                <a:avLst/>
                <a:gdLst>
                  <a:gd name="T0" fmla="*/ 1236 w 1254"/>
                  <a:gd name="T1" fmla="*/ 0 h 2632"/>
                  <a:gd name="T2" fmla="*/ 1212 w 1254"/>
                  <a:gd name="T3" fmla="*/ 0 h 2632"/>
                  <a:gd name="T4" fmla="*/ 0 w 1254"/>
                  <a:gd name="T5" fmla="*/ 2542 h 2632"/>
                  <a:gd name="T6" fmla="*/ 0 w 1254"/>
                  <a:gd name="T7" fmla="*/ 2632 h 2632"/>
                  <a:gd name="T8" fmla="*/ 1254 w 1254"/>
                  <a:gd name="T9" fmla="*/ 7 h 2632"/>
                  <a:gd name="T10" fmla="*/ 1236 w 1254"/>
                  <a:gd name="T11" fmla="*/ 0 h 2632"/>
                  <a:gd name="T12" fmla="*/ 1236 w 1254"/>
                  <a:gd name="T13" fmla="*/ 0 h 2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2" name="Freeform 60">
                <a:extLst>
                  <a:ext uri="{FF2B5EF4-FFF2-40B4-BE49-F238E27FC236}">
                    <a16:creationId xmlns:a16="http://schemas.microsoft.com/office/drawing/2014/main" id="{54915096-3DF9-D9C8-DA6D-5F186F5435F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948" cy="1676"/>
              </a:xfrm>
              <a:custGeom>
                <a:avLst/>
                <a:gdLst>
                  <a:gd name="T0" fmla="*/ 930 w 948"/>
                  <a:gd name="T1" fmla="*/ 0 h 1676"/>
                  <a:gd name="T2" fmla="*/ 906 w 948"/>
                  <a:gd name="T3" fmla="*/ 0 h 1676"/>
                  <a:gd name="T4" fmla="*/ 0 w 948"/>
                  <a:gd name="T5" fmla="*/ 1593 h 1676"/>
                  <a:gd name="T6" fmla="*/ 0 w 948"/>
                  <a:gd name="T7" fmla="*/ 1676 h 1676"/>
                  <a:gd name="T8" fmla="*/ 948 w 948"/>
                  <a:gd name="T9" fmla="*/ 5 h 1676"/>
                  <a:gd name="T10" fmla="*/ 930 w 948"/>
                  <a:gd name="T11" fmla="*/ 0 h 1676"/>
                  <a:gd name="T12" fmla="*/ 930 w 948"/>
                  <a:gd name="T13" fmla="*/ 0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3" name="Freeform 61">
                <a:extLst>
                  <a:ext uri="{FF2B5EF4-FFF2-40B4-BE49-F238E27FC236}">
                    <a16:creationId xmlns:a16="http://schemas.microsoft.com/office/drawing/2014/main" id="{E4734B5F-2417-B9D5-2E0C-CCA381EAD07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629" cy="937"/>
              </a:xfrm>
              <a:custGeom>
                <a:avLst/>
                <a:gdLst>
                  <a:gd name="T0" fmla="*/ 606 w 629"/>
                  <a:gd name="T1" fmla="*/ 0 h 937"/>
                  <a:gd name="T2" fmla="*/ 582 w 629"/>
                  <a:gd name="T3" fmla="*/ 0 h 937"/>
                  <a:gd name="T4" fmla="*/ 0 w 629"/>
                  <a:gd name="T5" fmla="*/ 871 h 937"/>
                  <a:gd name="T6" fmla="*/ 0 w 629"/>
                  <a:gd name="T7" fmla="*/ 937 h 937"/>
                  <a:gd name="T8" fmla="*/ 629 w 629"/>
                  <a:gd name="T9" fmla="*/ 4 h 937"/>
                  <a:gd name="T10" fmla="*/ 606 w 629"/>
                  <a:gd name="T11" fmla="*/ 0 h 937"/>
                  <a:gd name="T12" fmla="*/ 606 w 629"/>
                  <a:gd name="T13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4" name="Freeform 62">
                <a:extLst>
                  <a:ext uri="{FF2B5EF4-FFF2-40B4-BE49-F238E27FC236}">
                    <a16:creationId xmlns:a16="http://schemas.microsoft.com/office/drawing/2014/main" id="{EF969A91-CEEB-9AEC-E6B6-14DE5426EF3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305" cy="427"/>
              </a:xfrm>
              <a:custGeom>
                <a:avLst/>
                <a:gdLst>
                  <a:gd name="T0" fmla="*/ 282 w 305"/>
                  <a:gd name="T1" fmla="*/ 0 h 427"/>
                  <a:gd name="T2" fmla="*/ 252 w 305"/>
                  <a:gd name="T3" fmla="*/ 0 h 427"/>
                  <a:gd name="T4" fmla="*/ 0 w 305"/>
                  <a:gd name="T5" fmla="*/ 361 h 427"/>
                  <a:gd name="T6" fmla="*/ 0 w 305"/>
                  <a:gd name="T7" fmla="*/ 427 h 427"/>
                  <a:gd name="T8" fmla="*/ 305 w 305"/>
                  <a:gd name="T9" fmla="*/ 5 h 427"/>
                  <a:gd name="T10" fmla="*/ 282 w 305"/>
                  <a:gd name="T11" fmla="*/ 0 h 427"/>
                  <a:gd name="T12" fmla="*/ 282 w 305"/>
                  <a:gd name="T13" fmla="*/ 0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5" name="Freeform 63">
                <a:extLst>
                  <a:ext uri="{FF2B5EF4-FFF2-40B4-BE49-F238E27FC236}">
                    <a16:creationId xmlns:a16="http://schemas.microsoft.com/office/drawing/2014/main" id="{A53AF79A-39FF-70C5-4082-D74E141B3C4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81" y="1039"/>
                <a:ext cx="1277" cy="2686"/>
              </a:xfrm>
              <a:custGeom>
                <a:avLst/>
                <a:gdLst>
                  <a:gd name="T0" fmla="*/ 41 w 1277"/>
                  <a:gd name="T1" fmla="*/ 0 h 2686"/>
                  <a:gd name="T2" fmla="*/ 17 w 1277"/>
                  <a:gd name="T3" fmla="*/ 0 h 2686"/>
                  <a:gd name="T4" fmla="*/ 0 w 1277"/>
                  <a:gd name="T5" fmla="*/ 4 h 2686"/>
                  <a:gd name="T6" fmla="*/ 1277 w 1277"/>
                  <a:gd name="T7" fmla="*/ 2686 h 2686"/>
                  <a:gd name="T8" fmla="*/ 1277 w 1277"/>
                  <a:gd name="T9" fmla="*/ 2596 h 2686"/>
                  <a:gd name="T10" fmla="*/ 41 w 1277"/>
                  <a:gd name="T11" fmla="*/ 0 h 2686"/>
                  <a:gd name="T12" fmla="*/ 41 w 1277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6" name="Freeform 64">
                <a:extLst>
                  <a:ext uri="{FF2B5EF4-FFF2-40B4-BE49-F238E27FC236}">
                    <a16:creationId xmlns:a16="http://schemas.microsoft.com/office/drawing/2014/main" id="{60DB9B19-FCB0-7CFF-DA30-2AFA451FA9C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70" y="1039"/>
                <a:ext cx="988" cy="1730"/>
              </a:xfrm>
              <a:custGeom>
                <a:avLst/>
                <a:gdLst>
                  <a:gd name="T0" fmla="*/ 16 w 988"/>
                  <a:gd name="T1" fmla="*/ 0 h 1730"/>
                  <a:gd name="T2" fmla="*/ 0 w 988"/>
                  <a:gd name="T3" fmla="*/ 7 h 1730"/>
                  <a:gd name="T4" fmla="*/ 988 w 988"/>
                  <a:gd name="T5" fmla="*/ 1730 h 1730"/>
                  <a:gd name="T6" fmla="*/ 988 w 988"/>
                  <a:gd name="T7" fmla="*/ 1653 h 1730"/>
                  <a:gd name="T8" fmla="*/ 40 w 988"/>
                  <a:gd name="T9" fmla="*/ 0 h 1730"/>
                  <a:gd name="T10" fmla="*/ 16 w 988"/>
                  <a:gd name="T11" fmla="*/ 0 h 1730"/>
                  <a:gd name="T12" fmla="*/ 16 w 988"/>
                  <a:gd name="T13" fmla="*/ 0 h 1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7" name="Freeform 65">
                <a:extLst>
                  <a:ext uri="{FF2B5EF4-FFF2-40B4-BE49-F238E27FC236}">
                    <a16:creationId xmlns:a16="http://schemas.microsoft.com/office/drawing/2014/main" id="{4187F85E-A5A5-AC30-0054-D65179435F9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88" y="1039"/>
                <a:ext cx="670" cy="997"/>
              </a:xfrm>
              <a:custGeom>
                <a:avLst/>
                <a:gdLst>
                  <a:gd name="T0" fmla="*/ 22 w 670"/>
                  <a:gd name="T1" fmla="*/ 0 h 997"/>
                  <a:gd name="T2" fmla="*/ 0 w 670"/>
                  <a:gd name="T3" fmla="*/ 4 h 997"/>
                  <a:gd name="T4" fmla="*/ 670 w 670"/>
                  <a:gd name="T5" fmla="*/ 997 h 997"/>
                  <a:gd name="T6" fmla="*/ 670 w 670"/>
                  <a:gd name="T7" fmla="*/ 925 h 997"/>
                  <a:gd name="T8" fmla="*/ 46 w 670"/>
                  <a:gd name="T9" fmla="*/ 0 h 997"/>
                  <a:gd name="T10" fmla="*/ 22 w 670"/>
                  <a:gd name="T11" fmla="*/ 0 h 997"/>
                  <a:gd name="T12" fmla="*/ 22 w 670"/>
                  <a:gd name="T13" fmla="*/ 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8" name="Freeform 66">
                <a:extLst>
                  <a:ext uri="{FF2B5EF4-FFF2-40B4-BE49-F238E27FC236}">
                    <a16:creationId xmlns:a16="http://schemas.microsoft.com/office/drawing/2014/main" id="{47880F68-D588-4CEC-0F66-310829140FC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12" y="1039"/>
                <a:ext cx="346" cy="487"/>
              </a:xfrm>
              <a:custGeom>
                <a:avLst/>
                <a:gdLst>
                  <a:gd name="T0" fmla="*/ 22 w 346"/>
                  <a:gd name="T1" fmla="*/ 0 h 487"/>
                  <a:gd name="T2" fmla="*/ 0 w 346"/>
                  <a:gd name="T3" fmla="*/ 7 h 487"/>
                  <a:gd name="T4" fmla="*/ 346 w 346"/>
                  <a:gd name="T5" fmla="*/ 487 h 487"/>
                  <a:gd name="T6" fmla="*/ 346 w 346"/>
                  <a:gd name="T7" fmla="*/ 415 h 487"/>
                  <a:gd name="T8" fmla="*/ 46 w 346"/>
                  <a:gd name="T9" fmla="*/ 0 h 487"/>
                  <a:gd name="T10" fmla="*/ 22 w 346"/>
                  <a:gd name="T11" fmla="*/ 0 h 487"/>
                  <a:gd name="T12" fmla="*/ 22 w 346"/>
                  <a:gd name="T13" fmla="*/ 0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3379" name="Rectangle 67">
            <a:extLst>
              <a:ext uri="{FF2B5EF4-FFF2-40B4-BE49-F238E27FC236}">
                <a16:creationId xmlns:a16="http://schemas.microsoft.com/office/drawing/2014/main" id="{51C14CCB-E879-EE80-DDF4-A5F6BEEFCB57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5613" y="1920875"/>
            <a:ext cx="8226425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3380" name="Rectangle 68">
            <a:extLst>
              <a:ext uri="{FF2B5EF4-FFF2-40B4-BE49-F238E27FC236}">
                <a16:creationId xmlns:a16="http://schemas.microsoft.com/office/drawing/2014/main" id="{F97B9533-3B72-6FDB-6917-76762C3C1D7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3381" name="Rectangle 69">
            <a:extLst>
              <a:ext uri="{FF2B5EF4-FFF2-40B4-BE49-F238E27FC236}">
                <a16:creationId xmlns:a16="http://schemas.microsoft.com/office/drawing/2014/main" id="{01A6F5E6-5BA3-9B8F-9F33-E4978BA45A0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82" name="Rectangle 70">
            <a:extLst>
              <a:ext uri="{FF2B5EF4-FFF2-40B4-BE49-F238E27FC236}">
                <a16:creationId xmlns:a16="http://schemas.microsoft.com/office/drawing/2014/main" id="{B330D8BB-DE01-DB1F-CE64-F25CF6BEE2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83" name="Rectangle 71">
            <a:extLst>
              <a:ext uri="{FF2B5EF4-FFF2-40B4-BE49-F238E27FC236}">
                <a16:creationId xmlns:a16="http://schemas.microsoft.com/office/drawing/2014/main" id="{3A1DA29B-D570-3951-0AD3-C61FCCCDAF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B170829-6BEB-40A4-A5EC-237C685618B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26330-CF72-4FD4-B0C7-C06E50C1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10DF21-0C7B-54D9-EF68-39E8C887A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2D63AE-35A1-D91F-72EC-ACD9B199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0B7A1B-A778-E7C0-D7C4-0AE349BB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E5F66C-DE3A-DA2E-EE50-A42EAE65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284CD-1B04-408C-B348-4EE119857D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600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1B275-EDF8-FAFB-6780-F58CC3F6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38270E-B663-4E9F-FED1-2770A19FF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342419-C190-B409-ACC8-45596583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870D06-25FD-CABA-2A0B-10C8A0D7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87D9C9-16CF-1D20-07DA-197B96A1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3D22D-D70E-44E0-AB29-4B376C9134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499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6B259-152D-F816-850A-D5738D71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BFC223-6EF9-ECC9-3BC6-5DE9A134B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13" y="1598613"/>
            <a:ext cx="4037012" cy="44973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98E305-4B0F-831E-6AE9-1E119813A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025" y="1598613"/>
            <a:ext cx="4037013" cy="44973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BC7DD9-1F93-BA37-5135-7EB8D41F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9D6C67-21F4-7244-6CD7-0456B108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CB5235-8504-F09E-F03E-8169EAFB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59719-F0FE-4B19-A4E6-F20222E093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557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E70C9-D3DD-CA66-5435-1A3D365DC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7A8974-BAA1-39BB-C97F-39A688D98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BBAD72-6999-A6B4-9FB7-555761246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29CE88-AF21-163C-B7A3-69ADB5D9A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AE788B-B907-1F16-70BB-8FDE068BE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5CA14D-28E0-6C68-923D-B520DA24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5E1CCE-EE28-3D8D-84B3-15957025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4D2C757-AE9C-10CF-CE5B-1C574EAE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781411-EB10-4525-A7C4-F0D58B94D0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741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95499-C953-E143-44AA-2A169135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8C06AC-811F-6DB6-0141-D02EF703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9CC5FE-7F90-45CE-5DAF-919204BE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0E451F-1978-D6FA-8CCB-13156153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457B4A-3E4C-4E5C-A620-4E76E892E4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061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D0F69B-FD36-2D1B-8C70-463C9BCC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651395-659C-B52C-89E4-524AC39D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EEB0BB-5B6F-B426-A415-DC62376C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4CB73-BA6A-41A6-A25A-24292524CF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632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5C935-7EBA-5A46-F49A-8E8C1F96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AA0E2E-2B1F-D94B-1A21-E35C6BE88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F4A6EE-F906-3E23-7069-691FA49C6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453929-2CA8-83E4-356F-5F883D7C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B15B02-0375-0049-2869-4FA61C3B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EB8792-874D-C3AC-CAC4-3A15BD60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187E0-2F06-4E15-BDE7-E6EB63C1EE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584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C2C4-42AF-3DFC-D847-96CE6E0E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BA3D2F-91B5-0D08-F660-25F11D085E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551755-4280-E015-8602-56C99B3A6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21CE5C-787B-449F-E982-9D59E655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208819-DF55-A74E-73E6-EA001063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823251-5149-BBCD-D3D5-416CABCD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C95A6F-6A2E-48DE-B26A-A424DD5F8D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009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2810A-7D29-60DA-DC0C-6E15615C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D3047E-9169-41A2-E6B6-4B4B4AC88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5C78A3-9EB2-0F4E-8126-156EA89D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C0328-CF20-8D44-F32B-BD5FE2C2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4AF9A0-BF84-F4BF-027C-FDE49094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DA9D6-A4F7-465D-87E0-3225DB607E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450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07598C-3283-371D-5F28-6F43E4975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6225" y="273050"/>
            <a:ext cx="2055813" cy="58229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4ADA04-E26A-7004-999E-348A7259C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18212" cy="58229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B5B055-E04F-5F13-E2FE-CB07C1CB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7CBA4-A061-3876-1F53-0D2F5766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480CBA-68C5-173B-66DE-B8A6CEC0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C1AC0-A432-43D8-85C1-75F9FCE9C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224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63529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D4637CC5-6D61-7BDC-1E00-B62C4A83C08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12291" name="Freeform 3">
              <a:extLst>
                <a:ext uri="{FF2B5EF4-FFF2-40B4-BE49-F238E27FC236}">
                  <a16:creationId xmlns:a16="http://schemas.microsoft.com/office/drawing/2014/main" id="{6946CCE5-8215-27FA-6EB1-7C1217CF437E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0"/>
              <a:ext cx="5758" cy="1043"/>
            </a:xfrm>
            <a:custGeom>
              <a:avLst/>
              <a:gdLst>
                <a:gd name="T0" fmla="*/ 5740 w 5740"/>
                <a:gd name="T1" fmla="*/ 1043 h 1043"/>
                <a:gd name="T2" fmla="*/ 0 w 5740"/>
                <a:gd name="T3" fmla="*/ 1043 h 1043"/>
                <a:gd name="T4" fmla="*/ 0 w 5740"/>
                <a:gd name="T5" fmla="*/ 0 h 1043"/>
                <a:gd name="T6" fmla="*/ 5740 w 5740"/>
                <a:gd name="T7" fmla="*/ 0 h 1043"/>
                <a:gd name="T8" fmla="*/ 5740 w 5740"/>
                <a:gd name="T9" fmla="*/ 1043 h 1043"/>
                <a:gd name="T10" fmla="*/ 5740 w 5740"/>
                <a:gd name="T11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292" name="Group 4">
              <a:extLst>
                <a:ext uri="{FF2B5EF4-FFF2-40B4-BE49-F238E27FC236}">
                  <a16:creationId xmlns:a16="http://schemas.microsoft.com/office/drawing/2014/main" id="{29DC6733-2398-4DC6-4C3C-2B26EEA8C92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5759" cy="4319"/>
              <a:chOff x="0" y="0"/>
              <a:chExt cx="5759" cy="4319"/>
            </a:xfrm>
          </p:grpSpPr>
          <p:sp>
            <p:nvSpPr>
              <p:cNvPr id="12293" name="Freeform 5">
                <a:extLst>
                  <a:ext uri="{FF2B5EF4-FFF2-40B4-BE49-F238E27FC236}">
                    <a16:creationId xmlns:a16="http://schemas.microsoft.com/office/drawing/2014/main" id="{A0E40E01-B202-809B-A1E9-4D653A6A53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" y="104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4" name="Freeform 6">
                <a:extLst>
                  <a:ext uri="{FF2B5EF4-FFF2-40B4-BE49-F238E27FC236}">
                    <a16:creationId xmlns:a16="http://schemas.microsoft.com/office/drawing/2014/main" id="{6AE907FE-BDC8-54F1-DA1B-20D15B3B67C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988"/>
                <a:ext cx="5758" cy="42"/>
              </a:xfrm>
              <a:custGeom>
                <a:avLst/>
                <a:gdLst>
                  <a:gd name="T0" fmla="*/ 0 w 5740"/>
                  <a:gd name="T1" fmla="*/ 42 h 42"/>
                  <a:gd name="T2" fmla="*/ 5740 w 5740"/>
                  <a:gd name="T3" fmla="*/ 42 h 42"/>
                  <a:gd name="T4" fmla="*/ 5740 w 5740"/>
                  <a:gd name="T5" fmla="*/ 0 h 42"/>
                  <a:gd name="T6" fmla="*/ 0 w 5740"/>
                  <a:gd name="T7" fmla="*/ 0 h 42"/>
                  <a:gd name="T8" fmla="*/ 0 w 5740"/>
                  <a:gd name="T9" fmla="*/ 42 h 42"/>
                  <a:gd name="T10" fmla="*/ 0 w 5740"/>
                  <a:gd name="T1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5" name="Freeform 7">
                <a:extLst>
                  <a:ext uri="{FF2B5EF4-FFF2-40B4-BE49-F238E27FC236}">
                    <a16:creationId xmlns:a16="http://schemas.microsoft.com/office/drawing/2014/main" id="{164E69A3-871A-7BFD-CA1A-31A1175A6B6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665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6" name="Freeform 8">
                <a:extLst>
                  <a:ext uri="{FF2B5EF4-FFF2-40B4-BE49-F238E27FC236}">
                    <a16:creationId xmlns:a16="http://schemas.microsoft.com/office/drawing/2014/main" id="{A2F2637E-F0FD-330D-50CA-559F1412153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364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7" name="Freeform 9">
                <a:extLst>
                  <a:ext uri="{FF2B5EF4-FFF2-40B4-BE49-F238E27FC236}">
                    <a16:creationId xmlns:a16="http://schemas.microsoft.com/office/drawing/2014/main" id="{8BFE1525-B9DD-B501-6647-A58CB95354A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105"/>
                <a:ext cx="5758" cy="31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8" name="Freeform 10">
                <a:extLst>
                  <a:ext uri="{FF2B5EF4-FFF2-40B4-BE49-F238E27FC236}">
                    <a16:creationId xmlns:a16="http://schemas.microsoft.com/office/drawing/2014/main" id="{7A3EDCAD-A272-D3FF-8351-87B3E4B3A89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859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9" name="Freeform 11">
                <a:extLst>
                  <a:ext uri="{FF2B5EF4-FFF2-40B4-BE49-F238E27FC236}">
                    <a16:creationId xmlns:a16="http://schemas.microsoft.com/office/drawing/2014/main" id="{A675D388-AC49-0240-EBE0-B9E5F86F45B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64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0" name="Freeform 12">
                <a:extLst>
                  <a:ext uri="{FF2B5EF4-FFF2-40B4-BE49-F238E27FC236}">
                    <a16:creationId xmlns:a16="http://schemas.microsoft.com/office/drawing/2014/main" id="{403AD216-CEC3-CBA9-18D6-6F2A21E1D23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433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1" name="Freeform 13">
                <a:extLst>
                  <a:ext uri="{FF2B5EF4-FFF2-40B4-BE49-F238E27FC236}">
                    <a16:creationId xmlns:a16="http://schemas.microsoft.com/office/drawing/2014/main" id="{725484A5-C9BE-1435-0C0E-6CA0DE5DCEE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259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2" name="Freeform 14">
                <a:extLst>
                  <a:ext uri="{FF2B5EF4-FFF2-40B4-BE49-F238E27FC236}">
                    <a16:creationId xmlns:a16="http://schemas.microsoft.com/office/drawing/2014/main" id="{53189277-B0A6-37C6-F1D4-32AB56253D0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09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3" name="Freeform 15">
                <a:extLst>
                  <a:ext uri="{FF2B5EF4-FFF2-40B4-BE49-F238E27FC236}">
                    <a16:creationId xmlns:a16="http://schemas.microsoft.com/office/drawing/2014/main" id="{1FDC398B-76A3-9560-9265-2CC5F0EBD9A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92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4" name="Freeform 16">
                <a:extLst>
                  <a:ext uri="{FF2B5EF4-FFF2-40B4-BE49-F238E27FC236}">
                    <a16:creationId xmlns:a16="http://schemas.microsoft.com/office/drawing/2014/main" id="{2D156515-B8A4-B4C1-1CA0-226EEF3A1C0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645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5" name="Freeform 17">
                <a:extLst>
                  <a:ext uri="{FF2B5EF4-FFF2-40B4-BE49-F238E27FC236}">
                    <a16:creationId xmlns:a16="http://schemas.microsoft.com/office/drawing/2014/main" id="{AF2E831D-E38E-F49C-BDE8-2D9893C945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77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6" name="Freeform 18">
                <a:extLst>
                  <a:ext uri="{FF2B5EF4-FFF2-40B4-BE49-F238E27FC236}">
                    <a16:creationId xmlns:a16="http://schemas.microsoft.com/office/drawing/2014/main" id="{6364A049-EED7-D4E7-5015-E58396B1447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520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7" name="Freeform 19">
                <a:extLst>
                  <a:ext uri="{FF2B5EF4-FFF2-40B4-BE49-F238E27FC236}">
                    <a16:creationId xmlns:a16="http://schemas.microsoft.com/office/drawing/2014/main" id="{2A1D29C3-BB63-7D19-A1A1-5EBAFD7AF48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394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8" name="Freeform 20">
                <a:extLst>
                  <a:ext uri="{FF2B5EF4-FFF2-40B4-BE49-F238E27FC236}">
                    <a16:creationId xmlns:a16="http://schemas.microsoft.com/office/drawing/2014/main" id="{D9E5A164-F470-5190-AA39-265D154189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28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9" name="Freeform 21">
                <a:extLst>
                  <a:ext uri="{FF2B5EF4-FFF2-40B4-BE49-F238E27FC236}">
                    <a16:creationId xmlns:a16="http://schemas.microsoft.com/office/drawing/2014/main" id="{6A53D9BE-09F8-882A-572F-8A7CEBFBA4B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17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0" name="Freeform 22">
                <a:extLst>
                  <a:ext uri="{FF2B5EF4-FFF2-40B4-BE49-F238E27FC236}">
                    <a16:creationId xmlns:a16="http://schemas.microsoft.com/office/drawing/2014/main" id="{7DA6EC44-354E-B18D-779D-EA3106B90AC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1" name="Freeform 23">
                <a:extLst>
                  <a:ext uri="{FF2B5EF4-FFF2-40B4-BE49-F238E27FC236}">
                    <a16:creationId xmlns:a16="http://schemas.microsoft.com/office/drawing/2014/main" id="{274262E0-EB11-A93F-70A5-71236E6541A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86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2" name="Freeform 24">
                <a:extLst>
                  <a:ext uri="{FF2B5EF4-FFF2-40B4-BE49-F238E27FC236}">
                    <a16:creationId xmlns:a16="http://schemas.microsoft.com/office/drawing/2014/main" id="{E0C1C4B5-E4B9-F127-7AC8-C2CA44CEB55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475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3" name="Freeform 25">
                <a:extLst>
                  <a:ext uri="{FF2B5EF4-FFF2-40B4-BE49-F238E27FC236}">
                    <a16:creationId xmlns:a16="http://schemas.microsoft.com/office/drawing/2014/main" id="{B17AFF31-6F35-6CE0-0FBD-F6629E66A72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37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4" name="Freeform 26">
                <a:extLst>
                  <a:ext uri="{FF2B5EF4-FFF2-40B4-BE49-F238E27FC236}">
                    <a16:creationId xmlns:a16="http://schemas.microsoft.com/office/drawing/2014/main" id="{3F7C98A5-D1D8-7C2F-E83F-4F01888082B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60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5" name="Freeform 27">
                <a:extLst>
                  <a:ext uri="{FF2B5EF4-FFF2-40B4-BE49-F238E27FC236}">
                    <a16:creationId xmlns:a16="http://schemas.microsoft.com/office/drawing/2014/main" id="{E75B03E9-9BAA-1895-57CA-5429398A5B3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72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6" name="Freeform 28">
                <a:extLst>
                  <a:ext uri="{FF2B5EF4-FFF2-40B4-BE49-F238E27FC236}">
                    <a16:creationId xmlns:a16="http://schemas.microsoft.com/office/drawing/2014/main" id="{76C4CF37-CE1D-D454-CC22-FB08D92A1BC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841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7" name="Freeform 29">
                <a:extLst>
                  <a:ext uri="{FF2B5EF4-FFF2-40B4-BE49-F238E27FC236}">
                    <a16:creationId xmlns:a16="http://schemas.microsoft.com/office/drawing/2014/main" id="{CD3624DC-0180-9DCF-C2AE-89F6785692C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943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2318" name="Group 30">
                <a:extLst>
                  <a:ext uri="{FF2B5EF4-FFF2-40B4-BE49-F238E27FC236}">
                    <a16:creationId xmlns:a16="http://schemas.microsoft.com/office/drawing/2014/main" id="{3CCFDE20-F393-4215-CEEB-A673B18944B2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58" cy="1045"/>
                <a:chOff x="0" y="0"/>
                <a:chExt cx="5758" cy="1045"/>
              </a:xfrm>
            </p:grpSpPr>
            <p:sp>
              <p:nvSpPr>
                <p:cNvPr id="12319" name="Freeform 31">
                  <a:extLst>
                    <a:ext uri="{FF2B5EF4-FFF2-40B4-BE49-F238E27FC236}">
                      <a16:creationId xmlns:a16="http://schemas.microsoft.com/office/drawing/2014/main" id="{00933ACF-CDCF-DCE5-5A87-D15C39E53FC5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0"/>
                  <a:ext cx="42" cy="1045"/>
                </a:xfrm>
                <a:custGeom>
                  <a:avLst/>
                  <a:gdLst>
                    <a:gd name="T0" fmla="*/ 18 w 42"/>
                    <a:gd name="T1" fmla="*/ 1043 h 1043"/>
                    <a:gd name="T2" fmla="*/ 42 w 42"/>
                    <a:gd name="T3" fmla="*/ 1043 h 1043"/>
                    <a:gd name="T4" fmla="*/ 42 w 42"/>
                    <a:gd name="T5" fmla="*/ 0 h 1043"/>
                    <a:gd name="T6" fmla="*/ 0 w 42"/>
                    <a:gd name="T7" fmla="*/ 0 h 1043"/>
                    <a:gd name="T8" fmla="*/ 0 w 42"/>
                    <a:gd name="T9" fmla="*/ 1043 h 1043"/>
                    <a:gd name="T10" fmla="*/ 18 w 42"/>
                    <a:gd name="T11" fmla="*/ 1043 h 1043"/>
                    <a:gd name="T12" fmla="*/ 18 w 4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0" name="Freeform 32">
                  <a:extLst>
                    <a:ext uri="{FF2B5EF4-FFF2-40B4-BE49-F238E27FC236}">
                      <a16:creationId xmlns:a16="http://schemas.microsoft.com/office/drawing/2014/main" id="{5ED9FE1F-FFF6-CEE7-50C4-D97B486C8CC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400" y="0"/>
                  <a:ext cx="155" cy="1045"/>
                </a:xfrm>
                <a:custGeom>
                  <a:avLst/>
                  <a:gdLst>
                    <a:gd name="T0" fmla="*/ 131 w 155"/>
                    <a:gd name="T1" fmla="*/ 1043 h 1043"/>
                    <a:gd name="T2" fmla="*/ 155 w 155"/>
                    <a:gd name="T3" fmla="*/ 1043 h 1043"/>
                    <a:gd name="T4" fmla="*/ 42 w 155"/>
                    <a:gd name="T5" fmla="*/ 0 h 1043"/>
                    <a:gd name="T6" fmla="*/ 0 w 155"/>
                    <a:gd name="T7" fmla="*/ 0 h 1043"/>
                    <a:gd name="T8" fmla="*/ 113 w 155"/>
                    <a:gd name="T9" fmla="*/ 1043 h 1043"/>
                    <a:gd name="T10" fmla="*/ 131 w 155"/>
                    <a:gd name="T11" fmla="*/ 1043 h 1043"/>
                    <a:gd name="T12" fmla="*/ 131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1" name="Freeform 33">
                  <a:extLst>
                    <a:ext uri="{FF2B5EF4-FFF2-40B4-BE49-F238E27FC236}">
                      <a16:creationId xmlns:a16="http://schemas.microsoft.com/office/drawing/2014/main" id="{F87E2C47-9119-9A8C-4E92-847AED2219A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967" y="0"/>
                  <a:ext cx="240" cy="1045"/>
                </a:xfrm>
                <a:custGeom>
                  <a:avLst/>
                  <a:gdLst>
                    <a:gd name="T0" fmla="*/ 221 w 239"/>
                    <a:gd name="T1" fmla="*/ 1043 h 1043"/>
                    <a:gd name="T2" fmla="*/ 239 w 239"/>
                    <a:gd name="T3" fmla="*/ 1043 h 1043"/>
                    <a:gd name="T4" fmla="*/ 36 w 239"/>
                    <a:gd name="T5" fmla="*/ 0 h 1043"/>
                    <a:gd name="T6" fmla="*/ 0 w 239"/>
                    <a:gd name="T7" fmla="*/ 0 h 1043"/>
                    <a:gd name="T8" fmla="*/ 203 w 239"/>
                    <a:gd name="T9" fmla="*/ 1043 h 1043"/>
                    <a:gd name="T10" fmla="*/ 221 w 239"/>
                    <a:gd name="T11" fmla="*/ 1043 h 1043"/>
                    <a:gd name="T12" fmla="*/ 221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2" name="Freeform 34">
                  <a:extLst>
                    <a:ext uri="{FF2B5EF4-FFF2-40B4-BE49-F238E27FC236}">
                      <a16:creationId xmlns:a16="http://schemas.microsoft.com/office/drawing/2014/main" id="{5EBB3BA8-D97E-2FDA-A007-830F387CEF0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54" y="0"/>
                  <a:ext cx="353" cy="1045"/>
                </a:xfrm>
                <a:custGeom>
                  <a:avLst/>
                  <a:gdLst>
                    <a:gd name="T0" fmla="*/ 334 w 352"/>
                    <a:gd name="T1" fmla="*/ 1043 h 1043"/>
                    <a:gd name="T2" fmla="*/ 352 w 352"/>
                    <a:gd name="T3" fmla="*/ 1043 h 1043"/>
                    <a:gd name="T4" fmla="*/ 41 w 352"/>
                    <a:gd name="T5" fmla="*/ 0 h 1043"/>
                    <a:gd name="T6" fmla="*/ 0 w 352"/>
                    <a:gd name="T7" fmla="*/ 0 h 1043"/>
                    <a:gd name="T8" fmla="*/ 311 w 352"/>
                    <a:gd name="T9" fmla="*/ 1043 h 1043"/>
                    <a:gd name="T10" fmla="*/ 334 w 352"/>
                    <a:gd name="T11" fmla="*/ 1043 h 1043"/>
                    <a:gd name="T12" fmla="*/ 334 w 35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3" name="Freeform 35">
                  <a:extLst>
                    <a:ext uri="{FF2B5EF4-FFF2-40B4-BE49-F238E27FC236}">
                      <a16:creationId xmlns:a16="http://schemas.microsoft.com/office/drawing/2014/main" id="{625AD932-5767-D1AF-5EF5-CC9DBEF54E8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134" y="0"/>
                  <a:ext cx="450" cy="1045"/>
                </a:xfrm>
                <a:custGeom>
                  <a:avLst/>
                  <a:gdLst>
                    <a:gd name="T0" fmla="*/ 425 w 449"/>
                    <a:gd name="T1" fmla="*/ 1043 h 1043"/>
                    <a:gd name="T2" fmla="*/ 449 w 449"/>
                    <a:gd name="T3" fmla="*/ 1043 h 1043"/>
                    <a:gd name="T4" fmla="*/ 42 w 449"/>
                    <a:gd name="T5" fmla="*/ 0 h 1043"/>
                    <a:gd name="T6" fmla="*/ 0 w 449"/>
                    <a:gd name="T7" fmla="*/ 0 h 1043"/>
                    <a:gd name="T8" fmla="*/ 407 w 449"/>
                    <a:gd name="T9" fmla="*/ 1043 h 1043"/>
                    <a:gd name="T10" fmla="*/ 425 w 449"/>
                    <a:gd name="T11" fmla="*/ 1043 h 1043"/>
                    <a:gd name="T12" fmla="*/ 425 w 44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4" name="Freeform 36">
                  <a:extLst>
                    <a:ext uri="{FF2B5EF4-FFF2-40B4-BE49-F238E27FC236}">
                      <a16:creationId xmlns:a16="http://schemas.microsoft.com/office/drawing/2014/main" id="{F1A657B2-46A9-5E25-07EB-F3AA5475A81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714" y="0"/>
                  <a:ext cx="540" cy="1045"/>
                </a:xfrm>
                <a:custGeom>
                  <a:avLst/>
                  <a:gdLst>
                    <a:gd name="T0" fmla="*/ 520 w 538"/>
                    <a:gd name="T1" fmla="*/ 1043 h 1043"/>
                    <a:gd name="T2" fmla="*/ 538 w 538"/>
                    <a:gd name="T3" fmla="*/ 1043 h 1043"/>
                    <a:gd name="T4" fmla="*/ 41 w 538"/>
                    <a:gd name="T5" fmla="*/ 0 h 1043"/>
                    <a:gd name="T6" fmla="*/ 0 w 538"/>
                    <a:gd name="T7" fmla="*/ 0 h 1043"/>
                    <a:gd name="T8" fmla="*/ 496 w 538"/>
                    <a:gd name="T9" fmla="*/ 1043 h 1043"/>
                    <a:gd name="T10" fmla="*/ 520 w 538"/>
                    <a:gd name="T11" fmla="*/ 1043 h 1043"/>
                    <a:gd name="T12" fmla="*/ 520 w 53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5" name="Freeform 37">
                  <a:extLst>
                    <a:ext uri="{FF2B5EF4-FFF2-40B4-BE49-F238E27FC236}">
                      <a16:creationId xmlns:a16="http://schemas.microsoft.com/office/drawing/2014/main" id="{2953A902-C604-FB0E-91A5-FB85D3F22413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06" y="0"/>
                  <a:ext cx="642" cy="1045"/>
                </a:xfrm>
                <a:custGeom>
                  <a:avLst/>
                  <a:gdLst>
                    <a:gd name="T0" fmla="*/ 622 w 640"/>
                    <a:gd name="T1" fmla="*/ 1043 h 1043"/>
                    <a:gd name="T2" fmla="*/ 640 w 640"/>
                    <a:gd name="T3" fmla="*/ 1043 h 1043"/>
                    <a:gd name="T4" fmla="*/ 48 w 640"/>
                    <a:gd name="T5" fmla="*/ 0 h 1043"/>
                    <a:gd name="T6" fmla="*/ 0 w 640"/>
                    <a:gd name="T7" fmla="*/ 0 h 1043"/>
                    <a:gd name="T8" fmla="*/ 598 w 640"/>
                    <a:gd name="T9" fmla="*/ 1043 h 1043"/>
                    <a:gd name="T10" fmla="*/ 622 w 640"/>
                    <a:gd name="T11" fmla="*/ 1043 h 1043"/>
                    <a:gd name="T12" fmla="*/ 622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6" name="Freeform 38">
                  <a:extLst>
                    <a:ext uri="{FF2B5EF4-FFF2-40B4-BE49-F238E27FC236}">
                      <a16:creationId xmlns:a16="http://schemas.microsoft.com/office/drawing/2014/main" id="{3BA5DE9F-E0EF-1EFF-F645-CEE426C4657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108"/>
                  <a:ext cx="630" cy="937"/>
                </a:xfrm>
                <a:custGeom>
                  <a:avLst/>
                  <a:gdLst>
                    <a:gd name="T0" fmla="*/ 604 w 628"/>
                    <a:gd name="T1" fmla="*/ 935 h 935"/>
                    <a:gd name="T2" fmla="*/ 628 w 628"/>
                    <a:gd name="T3" fmla="*/ 935 h 935"/>
                    <a:gd name="T4" fmla="*/ 0 w 628"/>
                    <a:gd name="T5" fmla="*/ 0 h 935"/>
                    <a:gd name="T6" fmla="*/ 0 w 628"/>
                    <a:gd name="T7" fmla="*/ 66 h 935"/>
                    <a:gd name="T8" fmla="*/ 580 w 628"/>
                    <a:gd name="T9" fmla="*/ 935 h 935"/>
                    <a:gd name="T10" fmla="*/ 604 w 628"/>
                    <a:gd name="T11" fmla="*/ 935 h 935"/>
                    <a:gd name="T12" fmla="*/ 604 w 628"/>
                    <a:gd name="T13" fmla="*/ 935 h 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7" name="Freeform 39">
                  <a:extLst>
                    <a:ext uri="{FF2B5EF4-FFF2-40B4-BE49-F238E27FC236}">
                      <a16:creationId xmlns:a16="http://schemas.microsoft.com/office/drawing/2014/main" id="{C452195A-86FE-3289-448B-94BA026B5683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0"/>
                  <a:ext cx="155" cy="1045"/>
                </a:xfrm>
                <a:custGeom>
                  <a:avLst/>
                  <a:gdLst>
                    <a:gd name="T0" fmla="*/ 18 w 155"/>
                    <a:gd name="T1" fmla="*/ 1043 h 1043"/>
                    <a:gd name="T2" fmla="*/ 42 w 155"/>
                    <a:gd name="T3" fmla="*/ 1043 h 1043"/>
                    <a:gd name="T4" fmla="*/ 155 w 155"/>
                    <a:gd name="T5" fmla="*/ 0 h 1043"/>
                    <a:gd name="T6" fmla="*/ 114 w 155"/>
                    <a:gd name="T7" fmla="*/ 0 h 1043"/>
                    <a:gd name="T8" fmla="*/ 0 w 155"/>
                    <a:gd name="T9" fmla="*/ 1043 h 1043"/>
                    <a:gd name="T10" fmla="*/ 18 w 155"/>
                    <a:gd name="T11" fmla="*/ 1043 h 1043"/>
                    <a:gd name="T12" fmla="*/ 18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8" name="Freeform 40">
                  <a:extLst>
                    <a:ext uri="{FF2B5EF4-FFF2-40B4-BE49-F238E27FC236}">
                      <a16:creationId xmlns:a16="http://schemas.microsoft.com/office/drawing/2014/main" id="{9B12D22D-F812-1C21-2C62-D468DBC136E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0"/>
                  <a:ext cx="240" cy="1045"/>
                </a:xfrm>
                <a:custGeom>
                  <a:avLst/>
                  <a:gdLst>
                    <a:gd name="T0" fmla="*/ 18 w 239"/>
                    <a:gd name="T1" fmla="*/ 1043 h 1043"/>
                    <a:gd name="T2" fmla="*/ 36 w 239"/>
                    <a:gd name="T3" fmla="*/ 1043 h 1043"/>
                    <a:gd name="T4" fmla="*/ 239 w 239"/>
                    <a:gd name="T5" fmla="*/ 0 h 1043"/>
                    <a:gd name="T6" fmla="*/ 203 w 239"/>
                    <a:gd name="T7" fmla="*/ 0 h 1043"/>
                    <a:gd name="T8" fmla="*/ 0 w 239"/>
                    <a:gd name="T9" fmla="*/ 1043 h 1043"/>
                    <a:gd name="T10" fmla="*/ 18 w 239"/>
                    <a:gd name="T11" fmla="*/ 1043 h 1043"/>
                    <a:gd name="T12" fmla="*/ 18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9" name="Freeform 41">
                  <a:extLst>
                    <a:ext uri="{FF2B5EF4-FFF2-40B4-BE49-F238E27FC236}">
                      <a16:creationId xmlns:a16="http://schemas.microsoft.com/office/drawing/2014/main" id="{287E05AE-2863-86FA-7B20-C0AE2C65C1C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1" y="0"/>
                  <a:ext cx="359" cy="1045"/>
                </a:xfrm>
                <a:custGeom>
                  <a:avLst/>
                  <a:gdLst>
                    <a:gd name="T0" fmla="*/ 24 w 358"/>
                    <a:gd name="T1" fmla="*/ 1043 h 1043"/>
                    <a:gd name="T2" fmla="*/ 42 w 358"/>
                    <a:gd name="T3" fmla="*/ 1043 h 1043"/>
                    <a:gd name="T4" fmla="*/ 358 w 358"/>
                    <a:gd name="T5" fmla="*/ 0 h 1043"/>
                    <a:gd name="T6" fmla="*/ 317 w 358"/>
                    <a:gd name="T7" fmla="*/ 0 h 1043"/>
                    <a:gd name="T8" fmla="*/ 0 w 358"/>
                    <a:gd name="T9" fmla="*/ 1043 h 1043"/>
                    <a:gd name="T10" fmla="*/ 24 w 358"/>
                    <a:gd name="T11" fmla="*/ 1043 h 1043"/>
                    <a:gd name="T12" fmla="*/ 24 w 35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0" name="Freeform 42">
                  <a:extLst>
                    <a:ext uri="{FF2B5EF4-FFF2-40B4-BE49-F238E27FC236}">
                      <a16:creationId xmlns:a16="http://schemas.microsoft.com/office/drawing/2014/main" id="{2DD41C35-91C5-AA3E-1CDC-19FAFE8B05C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9" y="0"/>
                  <a:ext cx="449" cy="1045"/>
                </a:xfrm>
                <a:custGeom>
                  <a:avLst/>
                  <a:gdLst>
                    <a:gd name="T0" fmla="*/ 18 w 448"/>
                    <a:gd name="T1" fmla="*/ 1043 h 1043"/>
                    <a:gd name="T2" fmla="*/ 41 w 448"/>
                    <a:gd name="T3" fmla="*/ 1043 h 1043"/>
                    <a:gd name="T4" fmla="*/ 448 w 448"/>
                    <a:gd name="T5" fmla="*/ 0 h 1043"/>
                    <a:gd name="T6" fmla="*/ 406 w 448"/>
                    <a:gd name="T7" fmla="*/ 0 h 1043"/>
                    <a:gd name="T8" fmla="*/ 0 w 448"/>
                    <a:gd name="T9" fmla="*/ 1043 h 1043"/>
                    <a:gd name="T10" fmla="*/ 18 w 448"/>
                    <a:gd name="T11" fmla="*/ 1043 h 1043"/>
                    <a:gd name="T12" fmla="*/ 18 w 44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1" name="Freeform 43">
                  <a:extLst>
                    <a:ext uri="{FF2B5EF4-FFF2-40B4-BE49-F238E27FC236}">
                      <a16:creationId xmlns:a16="http://schemas.microsoft.com/office/drawing/2014/main" id="{F025D49E-D970-18AD-6CAD-FF5FB884531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480" y="0"/>
                  <a:ext cx="541" cy="1045"/>
                </a:xfrm>
                <a:custGeom>
                  <a:avLst/>
                  <a:gdLst>
                    <a:gd name="T0" fmla="*/ 18 w 539"/>
                    <a:gd name="T1" fmla="*/ 1043 h 1043"/>
                    <a:gd name="T2" fmla="*/ 42 w 539"/>
                    <a:gd name="T3" fmla="*/ 1043 h 1043"/>
                    <a:gd name="T4" fmla="*/ 539 w 539"/>
                    <a:gd name="T5" fmla="*/ 0 h 1043"/>
                    <a:gd name="T6" fmla="*/ 497 w 539"/>
                    <a:gd name="T7" fmla="*/ 0 h 1043"/>
                    <a:gd name="T8" fmla="*/ 0 w 539"/>
                    <a:gd name="T9" fmla="*/ 1043 h 1043"/>
                    <a:gd name="T10" fmla="*/ 18 w 539"/>
                    <a:gd name="T11" fmla="*/ 1043 h 1043"/>
                    <a:gd name="T12" fmla="*/ 18 w 5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2" name="Freeform 44">
                  <a:extLst>
                    <a:ext uri="{FF2B5EF4-FFF2-40B4-BE49-F238E27FC236}">
                      <a16:creationId xmlns:a16="http://schemas.microsoft.com/office/drawing/2014/main" id="{B025C20C-C433-CDA2-05EA-1088A5A6BEF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768" y="0"/>
                  <a:ext cx="642" cy="1045"/>
                </a:xfrm>
                <a:custGeom>
                  <a:avLst/>
                  <a:gdLst>
                    <a:gd name="T0" fmla="*/ 18 w 640"/>
                    <a:gd name="T1" fmla="*/ 1043 h 1043"/>
                    <a:gd name="T2" fmla="*/ 42 w 640"/>
                    <a:gd name="T3" fmla="*/ 1043 h 1043"/>
                    <a:gd name="T4" fmla="*/ 640 w 640"/>
                    <a:gd name="T5" fmla="*/ 0 h 1043"/>
                    <a:gd name="T6" fmla="*/ 592 w 640"/>
                    <a:gd name="T7" fmla="*/ 0 h 1043"/>
                    <a:gd name="T8" fmla="*/ 0 w 640"/>
                    <a:gd name="T9" fmla="*/ 1043 h 1043"/>
                    <a:gd name="T10" fmla="*/ 18 w 640"/>
                    <a:gd name="T11" fmla="*/ 1043 h 1043"/>
                    <a:gd name="T12" fmla="*/ 18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3" name="Freeform 45">
                  <a:extLst>
                    <a:ext uri="{FF2B5EF4-FFF2-40B4-BE49-F238E27FC236}">
                      <a16:creationId xmlns:a16="http://schemas.microsoft.com/office/drawing/2014/main" id="{4B867666-9829-9B3D-1F93-DE9412926B8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086" y="48"/>
                  <a:ext cx="672" cy="997"/>
                </a:xfrm>
                <a:custGeom>
                  <a:avLst/>
                  <a:gdLst>
                    <a:gd name="T0" fmla="*/ 24 w 670"/>
                    <a:gd name="T1" fmla="*/ 995 h 995"/>
                    <a:gd name="T2" fmla="*/ 48 w 670"/>
                    <a:gd name="T3" fmla="*/ 995 h 995"/>
                    <a:gd name="T4" fmla="*/ 670 w 670"/>
                    <a:gd name="T5" fmla="*/ 72 h 995"/>
                    <a:gd name="T6" fmla="*/ 670 w 670"/>
                    <a:gd name="T7" fmla="*/ 0 h 995"/>
                    <a:gd name="T8" fmla="*/ 0 w 670"/>
                    <a:gd name="T9" fmla="*/ 995 h 995"/>
                    <a:gd name="T10" fmla="*/ 24 w 670"/>
                    <a:gd name="T11" fmla="*/ 995 h 995"/>
                    <a:gd name="T12" fmla="*/ 24 w 670"/>
                    <a:gd name="T13" fmla="*/ 995 h 9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2334" name="Group 46">
                <a:extLst>
                  <a:ext uri="{FF2B5EF4-FFF2-40B4-BE49-F238E27FC236}">
                    <a16:creationId xmlns:a16="http://schemas.microsoft.com/office/drawing/2014/main" id="{6CF37AC6-474A-32A1-D322-8E4BDB00B9C2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558"/>
                <a:ext cx="5758" cy="487"/>
                <a:chOff x="0" y="558"/>
                <a:chExt cx="5758" cy="487"/>
              </a:xfrm>
            </p:grpSpPr>
            <p:sp>
              <p:nvSpPr>
                <p:cNvPr id="12335" name="Freeform 47">
                  <a:extLst>
                    <a:ext uri="{FF2B5EF4-FFF2-40B4-BE49-F238E27FC236}">
                      <a16:creationId xmlns:a16="http://schemas.microsoft.com/office/drawing/2014/main" id="{8C01EDFE-5799-6E3E-823D-715EA66A6D5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618"/>
                  <a:ext cx="306" cy="427"/>
                </a:xfrm>
                <a:custGeom>
                  <a:avLst/>
                  <a:gdLst>
                    <a:gd name="T0" fmla="*/ 281 w 305"/>
                    <a:gd name="T1" fmla="*/ 426 h 426"/>
                    <a:gd name="T2" fmla="*/ 305 w 305"/>
                    <a:gd name="T3" fmla="*/ 426 h 426"/>
                    <a:gd name="T4" fmla="*/ 0 w 305"/>
                    <a:gd name="T5" fmla="*/ 0 h 426"/>
                    <a:gd name="T6" fmla="*/ 0 w 305"/>
                    <a:gd name="T7" fmla="*/ 66 h 426"/>
                    <a:gd name="T8" fmla="*/ 251 w 305"/>
                    <a:gd name="T9" fmla="*/ 426 h 426"/>
                    <a:gd name="T10" fmla="*/ 281 w 305"/>
                    <a:gd name="T11" fmla="*/ 426 h 426"/>
                    <a:gd name="T12" fmla="*/ 281 w 305"/>
                    <a:gd name="T1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6" name="Freeform 48">
                  <a:extLst>
                    <a:ext uri="{FF2B5EF4-FFF2-40B4-BE49-F238E27FC236}">
                      <a16:creationId xmlns:a16="http://schemas.microsoft.com/office/drawing/2014/main" id="{092E2795-3B80-9F13-60F8-2664046DC5E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410" y="558"/>
                  <a:ext cx="348" cy="487"/>
                </a:xfrm>
                <a:custGeom>
                  <a:avLst/>
                  <a:gdLst>
                    <a:gd name="T0" fmla="*/ 24 w 347"/>
                    <a:gd name="T1" fmla="*/ 486 h 486"/>
                    <a:gd name="T2" fmla="*/ 48 w 347"/>
                    <a:gd name="T3" fmla="*/ 486 h 486"/>
                    <a:gd name="T4" fmla="*/ 347 w 347"/>
                    <a:gd name="T5" fmla="*/ 72 h 486"/>
                    <a:gd name="T6" fmla="*/ 347 w 347"/>
                    <a:gd name="T7" fmla="*/ 0 h 486"/>
                    <a:gd name="T8" fmla="*/ 0 w 347"/>
                    <a:gd name="T9" fmla="*/ 486 h 486"/>
                    <a:gd name="T10" fmla="*/ 24 w 347"/>
                    <a:gd name="T11" fmla="*/ 486 h 486"/>
                    <a:gd name="T12" fmla="*/ 24 w 347"/>
                    <a:gd name="T13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2337" name="Group 49">
                <a:extLst>
                  <a:ext uri="{FF2B5EF4-FFF2-40B4-BE49-F238E27FC236}">
                    <a16:creationId xmlns:a16="http://schemas.microsoft.com/office/drawing/2014/main" id="{21CE4B9C-BBA7-69CB-2954-D7554B19C606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264" y="1039"/>
                <a:ext cx="5200" cy="3280"/>
                <a:chOff x="264" y="1039"/>
                <a:chExt cx="5200" cy="3280"/>
              </a:xfrm>
            </p:grpSpPr>
            <p:sp>
              <p:nvSpPr>
                <p:cNvPr id="12338" name="Freeform 50">
                  <a:extLst>
                    <a:ext uri="{FF2B5EF4-FFF2-40B4-BE49-F238E27FC236}">
                      <a16:creationId xmlns:a16="http://schemas.microsoft.com/office/drawing/2014/main" id="{13084885-73D0-09DF-0D46-EC8F2A06339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1039"/>
                  <a:ext cx="42" cy="3280"/>
                </a:xfrm>
                <a:custGeom>
                  <a:avLst/>
                  <a:gdLst>
                    <a:gd name="T0" fmla="*/ 18 w 42"/>
                    <a:gd name="T1" fmla="*/ 0 h 3273"/>
                    <a:gd name="T2" fmla="*/ 0 w 42"/>
                    <a:gd name="T3" fmla="*/ 0 h 3273"/>
                    <a:gd name="T4" fmla="*/ 0 w 42"/>
                    <a:gd name="T5" fmla="*/ 3273 h 3273"/>
                    <a:gd name="T6" fmla="*/ 42 w 42"/>
                    <a:gd name="T7" fmla="*/ 3273 h 3273"/>
                    <a:gd name="T8" fmla="*/ 42 w 42"/>
                    <a:gd name="T9" fmla="*/ 0 h 3273"/>
                    <a:gd name="T10" fmla="*/ 18 w 42"/>
                    <a:gd name="T11" fmla="*/ 0 h 3273"/>
                    <a:gd name="T12" fmla="*/ 18 w 42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9" name="Freeform 51">
                  <a:extLst>
                    <a:ext uri="{FF2B5EF4-FFF2-40B4-BE49-F238E27FC236}">
                      <a16:creationId xmlns:a16="http://schemas.microsoft.com/office/drawing/2014/main" id="{4515EF64-6120-12CC-CD88-DAD8F4975EE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154" y="1039"/>
                  <a:ext cx="401" cy="3280"/>
                </a:xfrm>
                <a:custGeom>
                  <a:avLst/>
                  <a:gdLst>
                    <a:gd name="T0" fmla="*/ 376 w 400"/>
                    <a:gd name="T1" fmla="*/ 0 h 3273"/>
                    <a:gd name="T2" fmla="*/ 358 w 400"/>
                    <a:gd name="T3" fmla="*/ 0 h 3273"/>
                    <a:gd name="T4" fmla="*/ 0 w 400"/>
                    <a:gd name="T5" fmla="*/ 3273 h 3273"/>
                    <a:gd name="T6" fmla="*/ 41 w 400"/>
                    <a:gd name="T7" fmla="*/ 3273 h 3273"/>
                    <a:gd name="T8" fmla="*/ 400 w 400"/>
                    <a:gd name="T9" fmla="*/ 0 h 3273"/>
                    <a:gd name="T10" fmla="*/ 376 w 400"/>
                    <a:gd name="T11" fmla="*/ 0 h 3273"/>
                    <a:gd name="T12" fmla="*/ 376 w 400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0" name="Freeform 52">
                  <a:extLst>
                    <a:ext uri="{FF2B5EF4-FFF2-40B4-BE49-F238E27FC236}">
                      <a16:creationId xmlns:a16="http://schemas.microsoft.com/office/drawing/2014/main" id="{FF7CA6D8-C794-4B0C-3EDB-15EA04B9F78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30" y="1039"/>
                  <a:ext cx="677" cy="3280"/>
                </a:xfrm>
                <a:custGeom>
                  <a:avLst/>
                  <a:gdLst>
                    <a:gd name="T0" fmla="*/ 657 w 675"/>
                    <a:gd name="T1" fmla="*/ 0 h 3273"/>
                    <a:gd name="T2" fmla="*/ 639 w 675"/>
                    <a:gd name="T3" fmla="*/ 0 h 3273"/>
                    <a:gd name="T4" fmla="*/ 0 w 675"/>
                    <a:gd name="T5" fmla="*/ 3273 h 3273"/>
                    <a:gd name="T6" fmla="*/ 42 w 675"/>
                    <a:gd name="T7" fmla="*/ 3273 h 3273"/>
                    <a:gd name="T8" fmla="*/ 675 w 675"/>
                    <a:gd name="T9" fmla="*/ 0 h 3273"/>
                    <a:gd name="T10" fmla="*/ 657 w 675"/>
                    <a:gd name="T11" fmla="*/ 0 h 3273"/>
                    <a:gd name="T12" fmla="*/ 657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1" name="Freeform 53">
                  <a:extLst>
                    <a:ext uri="{FF2B5EF4-FFF2-40B4-BE49-F238E27FC236}">
                      <a16:creationId xmlns:a16="http://schemas.microsoft.com/office/drawing/2014/main" id="{6E6301CC-8266-D396-9F1F-8C06A9D3F51E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876" y="1039"/>
                  <a:ext cx="1031" cy="3280"/>
                </a:xfrm>
                <a:custGeom>
                  <a:avLst/>
                  <a:gdLst>
                    <a:gd name="T0" fmla="*/ 1013 w 1031"/>
                    <a:gd name="T1" fmla="*/ 0 h 3280"/>
                    <a:gd name="T2" fmla="*/ 990 w 1031"/>
                    <a:gd name="T3" fmla="*/ 0 h 3280"/>
                    <a:gd name="T4" fmla="*/ 0 w 1031"/>
                    <a:gd name="T5" fmla="*/ 3280 h 3280"/>
                    <a:gd name="T6" fmla="*/ 42 w 1031"/>
                    <a:gd name="T7" fmla="*/ 3280 h 3280"/>
                    <a:gd name="T8" fmla="*/ 1031 w 1031"/>
                    <a:gd name="T9" fmla="*/ 4 h 3280"/>
                    <a:gd name="T10" fmla="*/ 1013 w 1031"/>
                    <a:gd name="T11" fmla="*/ 0 h 3280"/>
                    <a:gd name="T12" fmla="*/ 1013 w 1031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2" name="Freeform 54">
                  <a:extLst>
                    <a:ext uri="{FF2B5EF4-FFF2-40B4-BE49-F238E27FC236}">
                      <a16:creationId xmlns:a16="http://schemas.microsoft.com/office/drawing/2014/main" id="{FAA69331-B333-5C23-46CF-99DF8BC3EAA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64" y="1039"/>
                  <a:ext cx="1319" cy="3280"/>
                </a:xfrm>
                <a:custGeom>
                  <a:avLst/>
                  <a:gdLst>
                    <a:gd name="T0" fmla="*/ 1296 w 1319"/>
                    <a:gd name="T1" fmla="*/ 0 h 3280"/>
                    <a:gd name="T2" fmla="*/ 1278 w 1319"/>
                    <a:gd name="T3" fmla="*/ 0 h 3280"/>
                    <a:gd name="T4" fmla="*/ 0 w 1319"/>
                    <a:gd name="T5" fmla="*/ 3280 h 3280"/>
                    <a:gd name="T6" fmla="*/ 42 w 1319"/>
                    <a:gd name="T7" fmla="*/ 3280 h 3280"/>
                    <a:gd name="T8" fmla="*/ 1319 w 1319"/>
                    <a:gd name="T9" fmla="*/ 5 h 3280"/>
                    <a:gd name="T10" fmla="*/ 1296 w 1319"/>
                    <a:gd name="T11" fmla="*/ 0 h 3280"/>
                    <a:gd name="T12" fmla="*/ 1296 w 1319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3" name="Freeform 55">
                  <a:extLst>
                    <a:ext uri="{FF2B5EF4-FFF2-40B4-BE49-F238E27FC236}">
                      <a16:creationId xmlns:a16="http://schemas.microsoft.com/office/drawing/2014/main" id="{E4C8FFA0-96F4-1986-4534-0909452DEA0B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1039"/>
                  <a:ext cx="402" cy="3280"/>
                </a:xfrm>
                <a:custGeom>
                  <a:avLst/>
                  <a:gdLst>
                    <a:gd name="T0" fmla="*/ 18 w 401"/>
                    <a:gd name="T1" fmla="*/ 0 h 3273"/>
                    <a:gd name="T2" fmla="*/ 0 w 401"/>
                    <a:gd name="T3" fmla="*/ 0 h 3273"/>
                    <a:gd name="T4" fmla="*/ 359 w 401"/>
                    <a:gd name="T5" fmla="*/ 3273 h 3273"/>
                    <a:gd name="T6" fmla="*/ 401 w 401"/>
                    <a:gd name="T7" fmla="*/ 3273 h 3273"/>
                    <a:gd name="T8" fmla="*/ 42 w 401"/>
                    <a:gd name="T9" fmla="*/ 0 h 3273"/>
                    <a:gd name="T10" fmla="*/ 18 w 401"/>
                    <a:gd name="T11" fmla="*/ 0 h 3273"/>
                    <a:gd name="T12" fmla="*/ 18 w 401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4" name="Freeform 56">
                  <a:extLst>
                    <a:ext uri="{FF2B5EF4-FFF2-40B4-BE49-F238E27FC236}">
                      <a16:creationId xmlns:a16="http://schemas.microsoft.com/office/drawing/2014/main" id="{A52FCB5D-177D-3D9F-5267-21FEB67FE83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1039"/>
                  <a:ext cx="677" cy="3280"/>
                </a:xfrm>
                <a:custGeom>
                  <a:avLst/>
                  <a:gdLst>
                    <a:gd name="T0" fmla="*/ 18 w 675"/>
                    <a:gd name="T1" fmla="*/ 0 h 3273"/>
                    <a:gd name="T2" fmla="*/ 0 w 675"/>
                    <a:gd name="T3" fmla="*/ 0 h 3273"/>
                    <a:gd name="T4" fmla="*/ 640 w 675"/>
                    <a:gd name="T5" fmla="*/ 3273 h 3273"/>
                    <a:gd name="T6" fmla="*/ 675 w 675"/>
                    <a:gd name="T7" fmla="*/ 3273 h 3273"/>
                    <a:gd name="T8" fmla="*/ 36 w 675"/>
                    <a:gd name="T9" fmla="*/ 0 h 3273"/>
                    <a:gd name="T10" fmla="*/ 18 w 675"/>
                    <a:gd name="T11" fmla="*/ 0 h 3273"/>
                    <a:gd name="T12" fmla="*/ 18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5" name="Freeform 57">
                  <a:extLst>
                    <a:ext uri="{FF2B5EF4-FFF2-40B4-BE49-F238E27FC236}">
                      <a16:creationId xmlns:a16="http://schemas.microsoft.com/office/drawing/2014/main" id="{A789A82A-8A73-363C-4791-C737DE97414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2" y="1039"/>
                  <a:ext cx="1036" cy="3280"/>
                </a:xfrm>
                <a:custGeom>
                  <a:avLst/>
                  <a:gdLst>
                    <a:gd name="T0" fmla="*/ 23 w 1036"/>
                    <a:gd name="T1" fmla="*/ 0 h 3280"/>
                    <a:gd name="T2" fmla="*/ 0 w 1036"/>
                    <a:gd name="T3" fmla="*/ 5 h 3280"/>
                    <a:gd name="T4" fmla="*/ 994 w 1036"/>
                    <a:gd name="T5" fmla="*/ 3280 h 3280"/>
                    <a:gd name="T6" fmla="*/ 1036 w 1036"/>
                    <a:gd name="T7" fmla="*/ 3280 h 3280"/>
                    <a:gd name="T8" fmla="*/ 41 w 1036"/>
                    <a:gd name="T9" fmla="*/ 0 h 3280"/>
                    <a:gd name="T10" fmla="*/ 23 w 1036"/>
                    <a:gd name="T11" fmla="*/ 0 h 3280"/>
                    <a:gd name="T12" fmla="*/ 23 w 1036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6" name="Freeform 58">
                  <a:extLst>
                    <a:ext uri="{FF2B5EF4-FFF2-40B4-BE49-F238E27FC236}">
                      <a16:creationId xmlns:a16="http://schemas.microsoft.com/office/drawing/2014/main" id="{6FB77F88-7B13-1649-B0BB-D5F33F43A25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7" y="1039"/>
                  <a:ext cx="1327" cy="3280"/>
                </a:xfrm>
                <a:custGeom>
                  <a:avLst/>
                  <a:gdLst>
                    <a:gd name="T0" fmla="*/ 20 w 1327"/>
                    <a:gd name="T1" fmla="*/ 0 h 3280"/>
                    <a:gd name="T2" fmla="*/ 0 w 1327"/>
                    <a:gd name="T3" fmla="*/ 7 h 3280"/>
                    <a:gd name="T4" fmla="*/ 1285 w 1327"/>
                    <a:gd name="T5" fmla="*/ 3280 h 3280"/>
                    <a:gd name="T6" fmla="*/ 1327 w 1327"/>
                    <a:gd name="T7" fmla="*/ 3280 h 3280"/>
                    <a:gd name="T8" fmla="*/ 43 w 1327"/>
                    <a:gd name="T9" fmla="*/ 0 h 3280"/>
                    <a:gd name="T10" fmla="*/ 20 w 1327"/>
                    <a:gd name="T11" fmla="*/ 0 h 3280"/>
                    <a:gd name="T12" fmla="*/ 20 w 1327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2347" name="Freeform 59">
                <a:extLst>
                  <a:ext uri="{FF2B5EF4-FFF2-40B4-BE49-F238E27FC236}">
                    <a16:creationId xmlns:a16="http://schemas.microsoft.com/office/drawing/2014/main" id="{ACA613CB-2C83-A11D-550B-71E8DA4E66F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1254" cy="2632"/>
              </a:xfrm>
              <a:custGeom>
                <a:avLst/>
                <a:gdLst>
                  <a:gd name="T0" fmla="*/ 1236 w 1254"/>
                  <a:gd name="T1" fmla="*/ 0 h 2632"/>
                  <a:gd name="T2" fmla="*/ 1212 w 1254"/>
                  <a:gd name="T3" fmla="*/ 0 h 2632"/>
                  <a:gd name="T4" fmla="*/ 0 w 1254"/>
                  <a:gd name="T5" fmla="*/ 2542 h 2632"/>
                  <a:gd name="T6" fmla="*/ 0 w 1254"/>
                  <a:gd name="T7" fmla="*/ 2632 h 2632"/>
                  <a:gd name="T8" fmla="*/ 1254 w 1254"/>
                  <a:gd name="T9" fmla="*/ 7 h 2632"/>
                  <a:gd name="T10" fmla="*/ 1236 w 1254"/>
                  <a:gd name="T11" fmla="*/ 0 h 2632"/>
                  <a:gd name="T12" fmla="*/ 1236 w 1254"/>
                  <a:gd name="T13" fmla="*/ 0 h 2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8" name="Freeform 60">
                <a:extLst>
                  <a:ext uri="{FF2B5EF4-FFF2-40B4-BE49-F238E27FC236}">
                    <a16:creationId xmlns:a16="http://schemas.microsoft.com/office/drawing/2014/main" id="{64C82003-014E-2A86-BDB0-89A009DEF0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948" cy="1676"/>
              </a:xfrm>
              <a:custGeom>
                <a:avLst/>
                <a:gdLst>
                  <a:gd name="T0" fmla="*/ 930 w 948"/>
                  <a:gd name="T1" fmla="*/ 0 h 1676"/>
                  <a:gd name="T2" fmla="*/ 906 w 948"/>
                  <a:gd name="T3" fmla="*/ 0 h 1676"/>
                  <a:gd name="T4" fmla="*/ 0 w 948"/>
                  <a:gd name="T5" fmla="*/ 1593 h 1676"/>
                  <a:gd name="T6" fmla="*/ 0 w 948"/>
                  <a:gd name="T7" fmla="*/ 1676 h 1676"/>
                  <a:gd name="T8" fmla="*/ 948 w 948"/>
                  <a:gd name="T9" fmla="*/ 5 h 1676"/>
                  <a:gd name="T10" fmla="*/ 930 w 948"/>
                  <a:gd name="T11" fmla="*/ 0 h 1676"/>
                  <a:gd name="T12" fmla="*/ 930 w 948"/>
                  <a:gd name="T13" fmla="*/ 0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9" name="Freeform 61">
                <a:extLst>
                  <a:ext uri="{FF2B5EF4-FFF2-40B4-BE49-F238E27FC236}">
                    <a16:creationId xmlns:a16="http://schemas.microsoft.com/office/drawing/2014/main" id="{B2A22A4F-01A5-F398-A8CA-82EFDD93664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629" cy="937"/>
              </a:xfrm>
              <a:custGeom>
                <a:avLst/>
                <a:gdLst>
                  <a:gd name="T0" fmla="*/ 606 w 629"/>
                  <a:gd name="T1" fmla="*/ 0 h 937"/>
                  <a:gd name="T2" fmla="*/ 582 w 629"/>
                  <a:gd name="T3" fmla="*/ 0 h 937"/>
                  <a:gd name="T4" fmla="*/ 0 w 629"/>
                  <a:gd name="T5" fmla="*/ 871 h 937"/>
                  <a:gd name="T6" fmla="*/ 0 w 629"/>
                  <a:gd name="T7" fmla="*/ 937 h 937"/>
                  <a:gd name="T8" fmla="*/ 629 w 629"/>
                  <a:gd name="T9" fmla="*/ 4 h 937"/>
                  <a:gd name="T10" fmla="*/ 606 w 629"/>
                  <a:gd name="T11" fmla="*/ 0 h 937"/>
                  <a:gd name="T12" fmla="*/ 606 w 629"/>
                  <a:gd name="T13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0" name="Freeform 62">
                <a:extLst>
                  <a:ext uri="{FF2B5EF4-FFF2-40B4-BE49-F238E27FC236}">
                    <a16:creationId xmlns:a16="http://schemas.microsoft.com/office/drawing/2014/main" id="{8A5713FE-DBE4-02BC-A9E4-0D6953A623B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305" cy="427"/>
              </a:xfrm>
              <a:custGeom>
                <a:avLst/>
                <a:gdLst>
                  <a:gd name="T0" fmla="*/ 282 w 305"/>
                  <a:gd name="T1" fmla="*/ 0 h 427"/>
                  <a:gd name="T2" fmla="*/ 252 w 305"/>
                  <a:gd name="T3" fmla="*/ 0 h 427"/>
                  <a:gd name="T4" fmla="*/ 0 w 305"/>
                  <a:gd name="T5" fmla="*/ 361 h 427"/>
                  <a:gd name="T6" fmla="*/ 0 w 305"/>
                  <a:gd name="T7" fmla="*/ 427 h 427"/>
                  <a:gd name="T8" fmla="*/ 305 w 305"/>
                  <a:gd name="T9" fmla="*/ 5 h 427"/>
                  <a:gd name="T10" fmla="*/ 282 w 305"/>
                  <a:gd name="T11" fmla="*/ 0 h 427"/>
                  <a:gd name="T12" fmla="*/ 282 w 305"/>
                  <a:gd name="T13" fmla="*/ 0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1" name="Freeform 63">
                <a:extLst>
                  <a:ext uri="{FF2B5EF4-FFF2-40B4-BE49-F238E27FC236}">
                    <a16:creationId xmlns:a16="http://schemas.microsoft.com/office/drawing/2014/main" id="{B095D0B4-C210-D837-2F54-CC71F35C746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481" y="1039"/>
                <a:ext cx="1277" cy="2686"/>
              </a:xfrm>
              <a:custGeom>
                <a:avLst/>
                <a:gdLst>
                  <a:gd name="T0" fmla="*/ 41 w 1277"/>
                  <a:gd name="T1" fmla="*/ 0 h 2686"/>
                  <a:gd name="T2" fmla="*/ 17 w 1277"/>
                  <a:gd name="T3" fmla="*/ 0 h 2686"/>
                  <a:gd name="T4" fmla="*/ 0 w 1277"/>
                  <a:gd name="T5" fmla="*/ 4 h 2686"/>
                  <a:gd name="T6" fmla="*/ 1277 w 1277"/>
                  <a:gd name="T7" fmla="*/ 2686 h 2686"/>
                  <a:gd name="T8" fmla="*/ 1277 w 1277"/>
                  <a:gd name="T9" fmla="*/ 2596 h 2686"/>
                  <a:gd name="T10" fmla="*/ 41 w 1277"/>
                  <a:gd name="T11" fmla="*/ 0 h 2686"/>
                  <a:gd name="T12" fmla="*/ 41 w 1277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2" name="Freeform 64">
                <a:extLst>
                  <a:ext uri="{FF2B5EF4-FFF2-40B4-BE49-F238E27FC236}">
                    <a16:creationId xmlns:a16="http://schemas.microsoft.com/office/drawing/2014/main" id="{E307D294-F229-3D41-6EF0-2ECB46D7FF2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770" y="1039"/>
                <a:ext cx="988" cy="1730"/>
              </a:xfrm>
              <a:custGeom>
                <a:avLst/>
                <a:gdLst>
                  <a:gd name="T0" fmla="*/ 16 w 988"/>
                  <a:gd name="T1" fmla="*/ 0 h 1730"/>
                  <a:gd name="T2" fmla="*/ 0 w 988"/>
                  <a:gd name="T3" fmla="*/ 7 h 1730"/>
                  <a:gd name="T4" fmla="*/ 988 w 988"/>
                  <a:gd name="T5" fmla="*/ 1730 h 1730"/>
                  <a:gd name="T6" fmla="*/ 988 w 988"/>
                  <a:gd name="T7" fmla="*/ 1653 h 1730"/>
                  <a:gd name="T8" fmla="*/ 40 w 988"/>
                  <a:gd name="T9" fmla="*/ 0 h 1730"/>
                  <a:gd name="T10" fmla="*/ 16 w 988"/>
                  <a:gd name="T11" fmla="*/ 0 h 1730"/>
                  <a:gd name="T12" fmla="*/ 16 w 988"/>
                  <a:gd name="T13" fmla="*/ 0 h 1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3" name="Freeform 65">
                <a:extLst>
                  <a:ext uri="{FF2B5EF4-FFF2-40B4-BE49-F238E27FC236}">
                    <a16:creationId xmlns:a16="http://schemas.microsoft.com/office/drawing/2014/main" id="{EAA993E0-9F8B-A86A-ACF6-0E4F28C8332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88" y="1039"/>
                <a:ext cx="670" cy="997"/>
              </a:xfrm>
              <a:custGeom>
                <a:avLst/>
                <a:gdLst>
                  <a:gd name="T0" fmla="*/ 22 w 670"/>
                  <a:gd name="T1" fmla="*/ 0 h 997"/>
                  <a:gd name="T2" fmla="*/ 0 w 670"/>
                  <a:gd name="T3" fmla="*/ 4 h 997"/>
                  <a:gd name="T4" fmla="*/ 670 w 670"/>
                  <a:gd name="T5" fmla="*/ 997 h 997"/>
                  <a:gd name="T6" fmla="*/ 670 w 670"/>
                  <a:gd name="T7" fmla="*/ 925 h 997"/>
                  <a:gd name="T8" fmla="*/ 46 w 670"/>
                  <a:gd name="T9" fmla="*/ 0 h 997"/>
                  <a:gd name="T10" fmla="*/ 22 w 670"/>
                  <a:gd name="T11" fmla="*/ 0 h 997"/>
                  <a:gd name="T12" fmla="*/ 22 w 670"/>
                  <a:gd name="T13" fmla="*/ 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4" name="Freeform 66">
                <a:extLst>
                  <a:ext uri="{FF2B5EF4-FFF2-40B4-BE49-F238E27FC236}">
                    <a16:creationId xmlns:a16="http://schemas.microsoft.com/office/drawing/2014/main" id="{EFC6A1E7-09D2-AE98-51F2-EED55AD8634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12" y="1039"/>
                <a:ext cx="346" cy="487"/>
              </a:xfrm>
              <a:custGeom>
                <a:avLst/>
                <a:gdLst>
                  <a:gd name="T0" fmla="*/ 22 w 346"/>
                  <a:gd name="T1" fmla="*/ 0 h 487"/>
                  <a:gd name="T2" fmla="*/ 0 w 346"/>
                  <a:gd name="T3" fmla="*/ 7 h 487"/>
                  <a:gd name="T4" fmla="*/ 346 w 346"/>
                  <a:gd name="T5" fmla="*/ 487 h 487"/>
                  <a:gd name="T6" fmla="*/ 346 w 346"/>
                  <a:gd name="T7" fmla="*/ 415 h 487"/>
                  <a:gd name="T8" fmla="*/ 46 w 346"/>
                  <a:gd name="T9" fmla="*/ 0 h 487"/>
                  <a:gd name="T10" fmla="*/ 22 w 346"/>
                  <a:gd name="T11" fmla="*/ 0 h 487"/>
                  <a:gd name="T12" fmla="*/ 22 w 346"/>
                  <a:gd name="T13" fmla="*/ 0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2355" name="Rectangle 67">
            <a:extLst>
              <a:ext uri="{FF2B5EF4-FFF2-40B4-BE49-F238E27FC236}">
                <a16:creationId xmlns:a16="http://schemas.microsoft.com/office/drawing/2014/main" id="{5131D8DC-0F81-4B1B-9DDA-EEEC066B7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264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2356" name="Rectangle 68">
            <a:extLst>
              <a:ext uri="{FF2B5EF4-FFF2-40B4-BE49-F238E27FC236}">
                <a16:creationId xmlns:a16="http://schemas.microsoft.com/office/drawing/2014/main" id="{A69DD8E4-F7B9-C2F5-1E99-F2700F66EE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5613" y="624205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357" name="Rectangle 69">
            <a:extLst>
              <a:ext uri="{FF2B5EF4-FFF2-40B4-BE49-F238E27FC236}">
                <a16:creationId xmlns:a16="http://schemas.microsoft.com/office/drawing/2014/main" id="{A3316636-3750-799F-A23D-CAE91993B4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2050"/>
            <a:ext cx="2895600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358" name="Rectangle 70">
            <a:extLst>
              <a:ext uri="{FF2B5EF4-FFF2-40B4-BE49-F238E27FC236}">
                <a16:creationId xmlns:a16="http://schemas.microsoft.com/office/drawing/2014/main" id="{AFD841F7-819F-20F6-5874-280C88118B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205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F6F2845-FE94-4318-B06E-ADD90733743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2359" name="Rectangle 71">
            <a:extLst>
              <a:ext uri="{FF2B5EF4-FFF2-40B4-BE49-F238E27FC236}">
                <a16:creationId xmlns:a16="http://schemas.microsoft.com/office/drawing/2014/main" id="{2286BF6B-C295-2F76-6E37-32BEE1701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598613"/>
            <a:ext cx="8226425" cy="449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AE7E7E-D09A-9960-A79B-D7CAC02B3F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b="1"/>
              <a:t>246 </a:t>
            </a:r>
            <a:br>
              <a:rPr lang="pt-BR" altLang="pt-BR" b="1"/>
            </a:br>
            <a:r>
              <a:rPr lang="pt-BR" altLang="pt-BR" b="1"/>
              <a:t>O DESCANSO EM JESUS</a:t>
            </a:r>
            <a:endParaRPr lang="en-US" altLang="pt-BR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5EE0D2C-FC2E-5F3E-E69E-C61A8C607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034087"/>
          </a:xfrm>
        </p:spPr>
        <p:txBody>
          <a:bodyPr/>
          <a:lstStyle/>
          <a:p>
            <a:r>
              <a:rPr lang="pt-BR" altLang="pt-BR" sz="3200"/>
              <a:t>Tens descanso encontrado em Jesus Cristo? </a:t>
            </a:r>
            <a:br>
              <a:rPr lang="pt-BR" altLang="pt-BR" sz="3200"/>
            </a:br>
            <a:r>
              <a:rPr lang="pt-BR" altLang="pt-BR" sz="3200"/>
              <a:t>Permaneces pela graça que Ele deu? </a:t>
            </a:r>
            <a:br>
              <a:rPr lang="pt-BR" altLang="pt-BR" sz="3200"/>
            </a:br>
            <a:r>
              <a:rPr lang="pt-BR" altLang="pt-BR" sz="3200"/>
              <a:t>Tens tu paz com teu Salvador bendito?</a:t>
            </a:r>
            <a:br>
              <a:rPr lang="pt-BR" altLang="pt-BR" sz="3200"/>
            </a:br>
            <a:r>
              <a:rPr lang="pt-BR" altLang="pt-BR" sz="3200"/>
              <a:t>Plenitude do Espírito de Deus?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B515CBF-0CD3-44A6-F776-7E27F2F38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24863" cy="5891212"/>
          </a:xfrm>
        </p:spPr>
        <p:txBody>
          <a:bodyPr/>
          <a:lstStyle/>
          <a:p>
            <a:r>
              <a:rPr lang="pt-BR" altLang="pt-BR" sz="2800" b="1" i="1"/>
              <a:t>Tens descanso encontrado em Jesus Cristo?</a:t>
            </a:r>
            <a:br>
              <a:rPr lang="pt-BR" altLang="pt-BR" sz="2800" b="1" i="1"/>
            </a:br>
            <a:r>
              <a:rPr lang="pt-BR" altLang="pt-BR" sz="2800" b="1" i="1"/>
              <a:t> Permaneces pela graça que Ele deu? </a:t>
            </a:r>
            <a:br>
              <a:rPr lang="pt-BR" altLang="pt-BR" sz="2800" b="1" i="1"/>
            </a:br>
            <a:r>
              <a:rPr lang="pt-BR" altLang="pt-BR" sz="2800" b="1" i="1"/>
              <a:t>Plena paz, consolação, acharás na oração: </a:t>
            </a:r>
            <a:br>
              <a:rPr lang="pt-BR" altLang="pt-BR" sz="2800" b="1" i="1"/>
            </a:br>
            <a:r>
              <a:rPr lang="pt-BR" altLang="pt-BR" sz="2800" b="1" i="1"/>
              <a:t>Deus aí vitória aos santos concedeu.</a:t>
            </a:r>
            <a:endParaRPr lang="en-US" altLang="pt-BR" sz="28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B8EDF1D-C500-6F7B-54EA-E9E04F4D3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Estarás bem seguro e corajoso, </a:t>
            </a:r>
            <a:br>
              <a:rPr lang="pt-BR" altLang="pt-BR" sz="3200"/>
            </a:br>
            <a:r>
              <a:rPr lang="pt-BR" altLang="pt-BR" sz="3200"/>
              <a:t>Quando a tentação chegar-se para ti? </a:t>
            </a:r>
            <a:br>
              <a:rPr lang="pt-BR" altLang="pt-BR" sz="3200"/>
            </a:br>
            <a:r>
              <a:rPr lang="pt-BR" altLang="pt-BR" sz="3200"/>
              <a:t>Tens a graça p'ra ser vitorioso</a:t>
            </a:r>
            <a:br>
              <a:rPr lang="pt-BR" altLang="pt-BR" sz="3200"/>
            </a:br>
            <a:r>
              <a:rPr lang="pt-BR" altLang="pt-BR" sz="3200"/>
              <a:t>Nas terríveis provações da vida aqui.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0A688B8-3242-5421-A262-C5EDCDE44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24863" cy="5891212"/>
          </a:xfrm>
        </p:spPr>
        <p:txBody>
          <a:bodyPr/>
          <a:lstStyle/>
          <a:p>
            <a:r>
              <a:rPr lang="pt-BR" altLang="pt-BR" sz="2800" b="1" i="1"/>
              <a:t>Tens descanso encontrado em Jesus Cristo?</a:t>
            </a:r>
            <a:br>
              <a:rPr lang="pt-BR" altLang="pt-BR" sz="2800" b="1" i="1"/>
            </a:br>
            <a:r>
              <a:rPr lang="pt-BR" altLang="pt-BR" sz="2800" b="1" i="1"/>
              <a:t> Permaneces pela graça que Ele deu? </a:t>
            </a:r>
            <a:br>
              <a:rPr lang="pt-BR" altLang="pt-BR" sz="2800" b="1" i="1"/>
            </a:br>
            <a:r>
              <a:rPr lang="pt-BR" altLang="pt-BR" sz="2800" b="1" i="1"/>
              <a:t>Plena paz, consolação, acharás na oração: </a:t>
            </a:r>
            <a:br>
              <a:rPr lang="pt-BR" altLang="pt-BR" sz="2800" b="1" i="1"/>
            </a:br>
            <a:r>
              <a:rPr lang="pt-BR" altLang="pt-BR" sz="2800" b="1" i="1"/>
              <a:t>Deus aí vitória aos santos concedeu.</a:t>
            </a:r>
            <a:endParaRPr lang="en-US" altLang="pt-BR" sz="28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4E353CF-C79C-E1CC-9896-96AC3730F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6107112"/>
          </a:xfrm>
        </p:spPr>
        <p:txBody>
          <a:bodyPr/>
          <a:lstStyle/>
          <a:p>
            <a:r>
              <a:rPr lang="pt-BR" altLang="pt-BR" sz="3200"/>
              <a:t>Só em Cristo encontrarás descanso,</a:t>
            </a:r>
            <a:br>
              <a:rPr lang="pt-BR" altLang="pt-BR" sz="3200"/>
            </a:br>
            <a:r>
              <a:rPr lang="pt-BR" altLang="pt-BR" sz="3200"/>
              <a:t>Que ninguém aqui, jamais irá tirar;</a:t>
            </a:r>
            <a:br>
              <a:rPr lang="pt-BR" altLang="pt-BR" sz="3200"/>
            </a:br>
            <a:r>
              <a:rPr lang="pt-BR" altLang="pt-BR" sz="3200"/>
              <a:t>Com Jesus tu hás de aprender ser manso,</a:t>
            </a:r>
            <a:br>
              <a:rPr lang="pt-BR" altLang="pt-BR" sz="3200"/>
            </a:br>
            <a:r>
              <a:rPr lang="pt-BR" altLang="pt-BR" sz="3200"/>
              <a:t>E Sua glória em ti o mundo há de mirar.</a:t>
            </a:r>
            <a:r>
              <a:rPr lang="pt-BR" altLang="pt-BR" sz="3600"/>
              <a:t>	</a:t>
            </a:r>
            <a:br>
              <a:rPr lang="pt-BR" altLang="pt-BR" sz="3600"/>
            </a:br>
            <a:r>
              <a:rPr lang="pt-BR" altLang="pt-BR" sz="3600"/>
              <a:t>	</a:t>
            </a:r>
            <a:r>
              <a:rPr lang="pt-BR" altLang="pt-BR" sz="1400"/>
              <a:t>F.V.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CEA0BF4-FC1D-48C4-7AF2-86759AB16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24863" cy="5891212"/>
          </a:xfrm>
        </p:spPr>
        <p:txBody>
          <a:bodyPr/>
          <a:lstStyle/>
          <a:p>
            <a:r>
              <a:rPr lang="pt-BR" altLang="pt-BR" sz="2800" b="1" i="1"/>
              <a:t>Tens descanso encontrado em Jesus Cristo?</a:t>
            </a:r>
            <a:br>
              <a:rPr lang="pt-BR" altLang="pt-BR" sz="2800" b="1" i="1"/>
            </a:br>
            <a:r>
              <a:rPr lang="pt-BR" altLang="pt-BR" sz="2800" b="1" i="1"/>
              <a:t> Permaneces pela graça que Ele deu? </a:t>
            </a:r>
            <a:br>
              <a:rPr lang="pt-BR" altLang="pt-BR" sz="2800" b="1" i="1"/>
            </a:br>
            <a:r>
              <a:rPr lang="pt-BR" altLang="pt-BR" sz="2800" b="1" i="1"/>
              <a:t>Plena paz, consolação, acharás na oração: </a:t>
            </a:r>
            <a:br>
              <a:rPr lang="pt-BR" altLang="pt-BR" sz="2800" b="1" i="1"/>
            </a:br>
            <a:r>
              <a:rPr lang="pt-BR" altLang="pt-BR" sz="2800" b="1" i="1"/>
              <a:t>Deus aí vitória aos santos concedeu.</a:t>
            </a:r>
            <a:endParaRPr lang="en-US" altLang="pt-BR" sz="28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driculado dégradé">
  <a:themeElements>
    <a:clrScheme name="Quadriculado dégradé 4">
      <a:dk1>
        <a:srgbClr val="6B6B99"/>
      </a:dk1>
      <a:lt1>
        <a:srgbClr val="EAEAEA"/>
      </a:lt1>
      <a:dk2>
        <a:srgbClr val="666699"/>
      </a:dk2>
      <a:lt2>
        <a:srgbClr val="CCECFF"/>
      </a:lt2>
      <a:accent1>
        <a:srgbClr val="00CC66"/>
      </a:accent1>
      <a:accent2>
        <a:srgbClr val="54547A"/>
      </a:accent2>
      <a:accent3>
        <a:srgbClr val="B8B8CA"/>
      </a:accent3>
      <a:accent4>
        <a:srgbClr val="C8C8C8"/>
      </a:accent4>
      <a:accent5>
        <a:srgbClr val="AAE2B8"/>
      </a:accent5>
      <a:accent6>
        <a:srgbClr val="4B4B6E"/>
      </a:accent6>
      <a:hlink>
        <a:srgbClr val="65B2FF"/>
      </a:hlink>
      <a:folHlink>
        <a:srgbClr val="9900FF"/>
      </a:folHlink>
    </a:clrScheme>
    <a:fontScheme name="Quadriculado dégradé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Quadriculado dégradé 1">
        <a:dk1>
          <a:srgbClr val="7E0000"/>
        </a:dk1>
        <a:lt1>
          <a:srgbClr val="FFFFFF"/>
        </a:lt1>
        <a:dk2>
          <a:srgbClr val="800000"/>
        </a:dk2>
        <a:lt2>
          <a:srgbClr val="FCF0B2"/>
        </a:lt2>
        <a:accent1>
          <a:srgbClr val="C5543D"/>
        </a:accent1>
        <a:accent2>
          <a:srgbClr val="660000"/>
        </a:accent2>
        <a:accent3>
          <a:srgbClr val="C0AAAA"/>
        </a:accent3>
        <a:accent4>
          <a:srgbClr val="DADADA"/>
        </a:accent4>
        <a:accent5>
          <a:srgbClr val="DFB3AF"/>
        </a:accent5>
        <a:accent6>
          <a:srgbClr val="5C0000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2">
        <a:dk1>
          <a:srgbClr val="000066"/>
        </a:dk1>
        <a:lt1>
          <a:srgbClr val="FFFFFF"/>
        </a:lt1>
        <a:dk2>
          <a:srgbClr val="000066"/>
        </a:dk2>
        <a:lt2>
          <a:srgbClr val="B2B8C8"/>
        </a:lt2>
        <a:accent1>
          <a:srgbClr val="008080"/>
        </a:accent1>
        <a:accent2>
          <a:srgbClr val="00004E"/>
        </a:accent2>
        <a:accent3>
          <a:srgbClr val="AAAAB8"/>
        </a:accent3>
        <a:accent4>
          <a:srgbClr val="DADADA"/>
        </a:accent4>
        <a:accent5>
          <a:srgbClr val="AAC0C0"/>
        </a:accent5>
        <a:accent6>
          <a:srgbClr val="000046"/>
        </a:accent6>
        <a:hlink>
          <a:srgbClr val="00FF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3">
        <a:dk1>
          <a:srgbClr val="010199"/>
        </a:dk1>
        <a:lt1>
          <a:srgbClr val="FFFFFF"/>
        </a:lt1>
        <a:dk2>
          <a:srgbClr val="000099"/>
        </a:dk2>
        <a:lt2>
          <a:srgbClr val="CCFFFF"/>
        </a:lt2>
        <a:accent1>
          <a:srgbClr val="00C600"/>
        </a:accent1>
        <a:accent2>
          <a:srgbClr val="01017D"/>
        </a:accent2>
        <a:accent3>
          <a:srgbClr val="AAAACA"/>
        </a:accent3>
        <a:accent4>
          <a:srgbClr val="DADADA"/>
        </a:accent4>
        <a:accent5>
          <a:srgbClr val="AADFAA"/>
        </a:accent5>
        <a:accent6>
          <a:srgbClr val="010171"/>
        </a:accent6>
        <a:hlink>
          <a:srgbClr val="FFE701"/>
        </a:hlink>
        <a:folHlink>
          <a:srgbClr val="33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4">
        <a:dk1>
          <a:srgbClr val="6B6B99"/>
        </a:dk1>
        <a:lt1>
          <a:srgbClr val="EAEAEA"/>
        </a:lt1>
        <a:dk2>
          <a:srgbClr val="666699"/>
        </a:dk2>
        <a:lt2>
          <a:srgbClr val="CCECFF"/>
        </a:lt2>
        <a:accent1>
          <a:srgbClr val="00CC66"/>
        </a:accent1>
        <a:accent2>
          <a:srgbClr val="54547A"/>
        </a:accent2>
        <a:accent3>
          <a:srgbClr val="B8B8CA"/>
        </a:accent3>
        <a:accent4>
          <a:srgbClr val="C8C8C8"/>
        </a:accent4>
        <a:accent5>
          <a:srgbClr val="AAE2B8"/>
        </a:accent5>
        <a:accent6>
          <a:srgbClr val="4B4B6E"/>
        </a:accent6>
        <a:hlink>
          <a:srgbClr val="65B2FF"/>
        </a:hlink>
        <a:folHlink>
          <a:srgbClr val="99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5">
        <a:dk1>
          <a:srgbClr val="00827F"/>
        </a:dk1>
        <a:lt1>
          <a:srgbClr val="FFFFFF"/>
        </a:lt1>
        <a:dk2>
          <a:srgbClr val="008080"/>
        </a:dk2>
        <a:lt2>
          <a:srgbClr val="FFFFCC"/>
        </a:lt2>
        <a:accent1>
          <a:srgbClr val="6D6FC7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BABBE0"/>
        </a:accent5>
        <a:accent6>
          <a:srgbClr val="005A58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6">
        <a:dk1>
          <a:srgbClr val="4D4D4D"/>
        </a:dk1>
        <a:lt1>
          <a:srgbClr val="FFFFFF"/>
        </a:lt1>
        <a:dk2>
          <a:srgbClr val="525252"/>
        </a:dk2>
        <a:lt2>
          <a:srgbClr val="C0C0C0"/>
        </a:lt2>
        <a:accent1>
          <a:srgbClr val="527C3A"/>
        </a:accent1>
        <a:accent2>
          <a:srgbClr val="444444"/>
        </a:accent2>
        <a:accent3>
          <a:srgbClr val="B3B3B3"/>
        </a:accent3>
        <a:accent4>
          <a:srgbClr val="DADADA"/>
        </a:accent4>
        <a:accent5>
          <a:srgbClr val="B3BFAE"/>
        </a:accent5>
        <a:accent6>
          <a:srgbClr val="3D3D3D"/>
        </a:accent6>
        <a:hlink>
          <a:srgbClr val="FAC458"/>
        </a:hlink>
        <a:folHlink>
          <a:srgbClr val="C7780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7">
        <a:dk1>
          <a:srgbClr val="516032"/>
        </a:dk1>
        <a:lt1>
          <a:srgbClr val="FFFFFF"/>
        </a:lt1>
        <a:dk2>
          <a:srgbClr val="546434"/>
        </a:dk2>
        <a:lt2>
          <a:srgbClr val="B2B68A"/>
        </a:lt2>
        <a:accent1>
          <a:srgbClr val="7D8C70"/>
        </a:accent1>
        <a:accent2>
          <a:srgbClr val="414E28"/>
        </a:accent2>
        <a:accent3>
          <a:srgbClr val="B3B8AE"/>
        </a:accent3>
        <a:accent4>
          <a:srgbClr val="DADADA"/>
        </a:accent4>
        <a:accent5>
          <a:srgbClr val="BFC5BB"/>
        </a:accent5>
        <a:accent6>
          <a:srgbClr val="3A4623"/>
        </a:accent6>
        <a:hlink>
          <a:srgbClr val="80C579"/>
        </a:hlink>
        <a:folHlink>
          <a:srgbClr val="7FADA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8">
        <a:dk1>
          <a:srgbClr val="D1CC00"/>
        </a:dk1>
        <a:lt1>
          <a:srgbClr val="FFFFFF"/>
        </a:lt1>
        <a:dk2>
          <a:srgbClr val="CCCC00"/>
        </a:dk2>
        <a:lt2>
          <a:srgbClr val="F3F5B1"/>
        </a:lt2>
        <a:accent1>
          <a:srgbClr val="808000"/>
        </a:accent1>
        <a:accent2>
          <a:srgbClr val="AEAA00"/>
        </a:accent2>
        <a:accent3>
          <a:srgbClr val="E2E2AA"/>
        </a:accent3>
        <a:accent4>
          <a:srgbClr val="DADADA"/>
        </a:accent4>
        <a:accent5>
          <a:srgbClr val="C0C0AA"/>
        </a:accent5>
        <a:accent6>
          <a:srgbClr val="9D9A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9">
        <a:dk1>
          <a:srgbClr val="000000"/>
        </a:dk1>
        <a:lt1>
          <a:srgbClr val="F8F8F8"/>
        </a:lt1>
        <a:dk2>
          <a:srgbClr val="336600"/>
        </a:dk2>
        <a:lt2>
          <a:srgbClr val="FBFBFB"/>
        </a:lt2>
        <a:accent1>
          <a:srgbClr val="009900"/>
        </a:accent1>
        <a:accent2>
          <a:srgbClr val="C6C6C6"/>
        </a:accent2>
        <a:accent3>
          <a:srgbClr val="FBFBFB"/>
        </a:accent3>
        <a:accent4>
          <a:srgbClr val="000000"/>
        </a:accent4>
        <a:accent5>
          <a:srgbClr val="AACAAA"/>
        </a:accent5>
        <a:accent6>
          <a:srgbClr val="B3B3B3"/>
        </a:accent6>
        <a:hlink>
          <a:srgbClr val="00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Fading Grid</Template>
  <TotalTime>7</TotalTime>
  <Words>212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Quadriculado dégradé</vt:lpstr>
      <vt:lpstr>246  O DESCANSO EM JESUS</vt:lpstr>
      <vt:lpstr>Tens descanso encontrado em Jesus Cristo?  Permaneces pela graça que Ele deu?  Tens tu paz com teu Salvador bendito? Plenitude do Espírito de Deus? </vt:lpstr>
      <vt:lpstr>Tens descanso encontrado em Jesus Cristo?  Permaneces pela graça que Ele deu?  Plena paz, consolação, acharás na oração:  Deus aí vitória aos santos concedeu.</vt:lpstr>
      <vt:lpstr>Estarás bem seguro e corajoso,  Quando a tentação chegar-se para ti?  Tens a graça p'ra ser vitorioso Nas terríveis provações da vida aqui. </vt:lpstr>
      <vt:lpstr>Tens descanso encontrado em Jesus Cristo?  Permaneces pela graça que Ele deu?  Plena paz, consolação, acharás na oração:  Deus aí vitória aos santos concedeu.</vt:lpstr>
      <vt:lpstr>Só em Cristo encontrarás descanso, Que ninguém aqui, jamais irá tirar; Com Jesus tu hás de aprender ser manso, E Sua glória em ti o mundo há de mirar.   F.V. </vt:lpstr>
      <vt:lpstr>Tens descanso encontrado em Jesus Cristo?  Permaneces pela graça que Ele deu?  Plena paz, consolação, acharás na oração:  Deus aí vitória aos santos concedeu.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246 O DESCANSO EM JESUS</dc:title>
  <dc:creator>Montagna</dc:creator>
  <cp:lastModifiedBy>Emerson Souza</cp:lastModifiedBy>
  <cp:revision>3</cp:revision>
  <dcterms:created xsi:type="dcterms:W3CDTF">2005-10-16T15:22:43Z</dcterms:created>
  <dcterms:modified xsi:type="dcterms:W3CDTF">2026-05-02T21:57:26Z</dcterms:modified>
</cp:coreProperties>
</file>