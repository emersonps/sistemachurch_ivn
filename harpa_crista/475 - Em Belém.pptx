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28A301-0276-BB21-6EE4-93BF99B47A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58DA31-52C1-8402-52CE-A0A4FCBD4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BB3752E-4B81-F654-C86F-484FF8D5A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0B1CFC-70B4-08EB-99CE-042F07771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E6D0FD-33EA-DA59-3FFF-34EF4424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15F1D7-92D8-48D5-AD3D-500BD2F6662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82044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38A6BE-63F5-B321-A478-4850FA705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2651AD-1CDA-52B8-79DA-DE12724D0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46549C-99BB-1981-624A-976B6F665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746196-A73A-8382-0C55-BA1B35119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2931A3-BC59-7E3A-0DEB-9F2FDEC6A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7A7F73-D16B-448B-9702-689C1BF018B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383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ED9ED-04D0-DD9C-08A5-A523A209A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0ED8354-BD66-47BD-83D3-026BCE5EB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667AF0-2E4C-A7D1-8894-9FE1411E9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0F5488-38EB-2C7E-ECF0-362E83C4D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7D952E-1F9B-78B0-383A-E55ACA6A4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8AFDF8-E1C8-43A2-B4BF-DDB0BFCB30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05282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CCDFFE-8BCF-642D-6A46-74C9E06B4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A1DA70-8CD9-8696-CEFA-C18D5D799A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D2FF0A-AF52-1189-DD6F-9FBBF5CE88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066B11-5F94-C7FC-6B38-F787A0A2D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778068-FD2C-9AE7-CAB1-51D430EE3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B54B7B-ECFE-28CE-980B-A1D4CE1F5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D0ECB1-7B58-45E6-BA0B-8817BD2B92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9398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3B14F5-A601-69DC-2806-3FA109A62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28CFDD-C678-B226-72D3-0C94F0FC2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D9F6E20-CDC9-968F-6710-A46DAD6A2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9875ADE-ED0C-24E2-30D3-9FE370A59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2B6152A-2538-554C-8457-3B04A2F1D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83AB487-58EA-E55B-85D1-606350929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6D8D5F7-D18C-8B23-A1C6-5E72D2DD4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2DE578-1157-7190-ACFA-C8519C14B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B9D6FD-577A-4910-9CAD-118F22FB71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02111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99858B-ED9B-4966-8296-C7BA5C92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45A8617-060B-A6C9-08A5-96EA26F31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5522DBC-FBF6-C188-8843-D5EC967E1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991838A-C58B-1764-B429-DD35B328B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88339D-B8E6-453C-834F-E1A0F28403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88089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D54ECAE-8E92-865B-15DE-150D410B1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EA9BD12-1884-6C35-0453-2A8F5088A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7495243-53DB-1C64-0AC5-358065011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F10510-6846-4029-AFAC-BD5766E048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8369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F728F9-BAFD-0F84-93AB-FC02A4914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FFB0E4-8779-94ED-807E-103EC6472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AB2B4A3-E980-C8E2-4C86-DDFA8085BB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BE6076-A9F2-6F61-EDF2-F2CA71F1F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5C179C-ADD8-82E0-2CB7-E7A4154EE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461DD0-168B-B396-9EFC-364948C88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5BC81A-C82B-4CFF-864B-D2CE3247247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01635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C0C24E-BBB3-4DFF-E514-37D398198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48DFA69-652C-C5CC-F708-2D52CE67CF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3E741A-87A2-2BB3-9093-36A1249AE1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1DCC170-3F71-B17D-37C6-094CBB84C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CB1CC03-BBC1-F736-EDD5-A40BA44A8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3E7181-A2BA-B2ED-F247-59F22C1DC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79C2B-2823-4CF9-87F3-A802C00627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3202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76602-34C7-1BAC-6D0F-228D1FB40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42A107D-AB0D-F4CE-8B96-1AC9D2302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E6457CD-09ED-5139-97FA-52A137371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D57388-9351-9009-D042-C30A7DCFB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2BE957-FE64-2C6D-B460-3A4D1708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FC178C-3DFE-4A05-8E2C-099DD7D769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95690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1537608-8709-ED81-F4F1-869247B235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F3C876D-6629-834A-136A-F56DD32A75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192818-160B-8E88-DB19-41CE46AAC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595408-A3FE-601A-CC06-A9FF7160E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055108-76C1-CA3F-CD01-D2CF94A4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11B635-47E2-4A24-B6BF-0F12AE91387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86368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77C0A2C-373D-F84C-2255-D4DE58B06C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0948888-73CD-B0A3-EE11-3CE9FA289F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9C98699-71E6-93D1-6FDE-E9F47444E05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5062A6A-F4D3-6C5C-6361-F0583D63D06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48A7606-9B37-6925-A1EE-956A7A68F7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3574839-FADB-4A14-A3C1-B5A884019BF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68FC170-5147-F20E-54B5-3A5AFF02BF1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475 - Em Belém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8220E16-AEB8-E1F9-067F-BCB98039DF9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81F0310-AF4A-ECFB-F5B0-0152C4F879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Lá em Belém nasceu Jesus,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Príncipe excelso da paz;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Amor divino e santa luz,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o mundo perdido, Ele traz.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2526C3C4-D681-9D27-6C34-D2833E5ACA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Louvemos ao Rei bendito;</a:t>
            </a:r>
            <a:r>
              <a:rPr lang="en-US" altLang="pt-BR" sz="4000"/>
              <a:t> </a:t>
            </a:r>
            <a:r>
              <a:rPr lang="en-US" altLang="pt-BR" sz="4000" b="1" i="1"/>
              <a:t>Louvemos ao Rei bendito;</a:t>
            </a:r>
            <a:r>
              <a:rPr lang="en-US" altLang="pt-BR" sz="4000"/>
              <a:t> </a:t>
            </a:r>
            <a:r>
              <a:rPr lang="en-US" altLang="pt-BR" sz="4000" b="1" i="1"/>
              <a:t>Louvemos ao Rei bendito;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 Seu poder é infinito.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3D09099-BF88-AEF7-DE92-4AC2BDB503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Honra e louvor em alta voz,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Demos ao Filho de Deus,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a certeza temos nós,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herdar os refulgentes céus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EF05CC6-077B-E038-5676-A77649F68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Louvemos ao Rei bendito;</a:t>
            </a:r>
            <a:r>
              <a:rPr lang="en-US" altLang="pt-BR" sz="4000"/>
              <a:t> </a:t>
            </a:r>
            <a:r>
              <a:rPr lang="en-US" altLang="pt-BR" sz="4000" b="1" i="1"/>
              <a:t>Louvemos ao Rei bendito;</a:t>
            </a:r>
            <a:r>
              <a:rPr lang="en-US" altLang="pt-BR" sz="4000"/>
              <a:t> </a:t>
            </a:r>
            <a:r>
              <a:rPr lang="en-US" altLang="pt-BR" sz="4000" b="1" i="1"/>
              <a:t>Louvemos ao Rei bendito;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 Seu poder é infinito.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C990808-6283-EA8F-E816-6E687EE17D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A jubilar os anjos estão,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Por ter nascido o Senhor;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Os magos vêm pra adoração </a:t>
            </a:r>
            <a:br>
              <a:rPr lang="en-US" altLang="pt-BR" sz="4000" i="1"/>
            </a:br>
            <a:r>
              <a:rPr lang="en-US" altLang="pt-BR" sz="4000" i="1"/>
              <a:t>De Jesus, o veraz Redentor.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BC6A914-B666-77A6-2B04-97075F2891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Louvemos ao Rei bendito;</a:t>
            </a:r>
            <a:r>
              <a:rPr lang="en-US" altLang="pt-BR" sz="4000"/>
              <a:t> </a:t>
            </a:r>
            <a:r>
              <a:rPr lang="en-US" altLang="pt-BR" sz="4000" b="1" i="1"/>
              <a:t>Louvemos ao Rei bendito;</a:t>
            </a:r>
            <a:r>
              <a:rPr lang="en-US" altLang="pt-BR" sz="4000"/>
              <a:t> </a:t>
            </a:r>
            <a:r>
              <a:rPr lang="en-US" altLang="pt-BR" sz="4000" b="1" i="1"/>
              <a:t>Louvemos ao Rei bendito;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 Seu poder é infinito.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D5033340-2C34-CA71-D918-35AF606269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i="1"/>
              <a:t>Só mesmo o tão profundo amor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Do nosso bendito Deus,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Mandava ao mundo de horror,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Seu Filho, pra salvar os Seus.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966417A-E614-5288-4DC9-AF1C9A52BD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77000"/>
          </a:xfrm>
        </p:spPr>
        <p:txBody>
          <a:bodyPr/>
          <a:lstStyle/>
          <a:p>
            <a:r>
              <a:rPr lang="en-US" altLang="pt-BR" sz="4000" b="1" i="1"/>
              <a:t>Louvemos ao Rei bendito;</a:t>
            </a:r>
            <a:r>
              <a:rPr lang="en-US" altLang="pt-BR" sz="4000"/>
              <a:t> </a:t>
            </a:r>
            <a:r>
              <a:rPr lang="en-US" altLang="pt-BR" sz="4000" b="1" i="1"/>
              <a:t>Louvemos ao Rei bendito;</a:t>
            </a:r>
            <a:r>
              <a:rPr lang="en-US" altLang="pt-BR" sz="4000"/>
              <a:t> </a:t>
            </a:r>
            <a:r>
              <a:rPr lang="en-US" altLang="pt-BR" sz="4000" b="1" i="1"/>
              <a:t>Louvemos ao Rei bendito;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O Seu poder é infinito.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475 - Em Belém </vt:lpstr>
      <vt:lpstr>Lá em Belém nasceu Jesus,  Príncipe excelso da paz;  Amor divino e santa luz,  Para o mundo perdido, Ele traz.  </vt:lpstr>
      <vt:lpstr>Louvemos ao Rei bendito; Louvemos ao Rei bendito; Louvemos ao Rei bendito;  O Seu poder é infinito.  </vt:lpstr>
      <vt:lpstr>Honra e louvor em alta voz,  Demos ao Filho de Deus,  Pois a certeza temos nós,  De herdar os refulgentes céus</vt:lpstr>
      <vt:lpstr>Louvemos ao Rei bendito; Louvemos ao Rei bendito; Louvemos ao Rei bendito;  O Seu poder é infinito.  </vt:lpstr>
      <vt:lpstr>A jubilar os anjos estão,  Por ter nascido o Senhor;  Os magos vêm pra adoração  De Jesus, o veraz Redentor.  </vt:lpstr>
      <vt:lpstr>Louvemos ao Rei bendito; Louvemos ao Rei bendito; Louvemos ao Rei bendito;  O Seu poder é infinito.  </vt:lpstr>
      <vt:lpstr>Só mesmo o tão profundo amor  Do nosso bendito Deus,  Mandava ao mundo de horror,  O Seu Filho, pra salvar os Seus.</vt:lpstr>
      <vt:lpstr>Louvemos ao Rei bendito; Louvemos ao Rei bendito; Louvemos ao Rei bendito;  O Seu poder é infinito.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475 - Em Belém </dc:title>
  <dc:creator>Junior</dc:creator>
  <cp:lastModifiedBy>Emerson Souza</cp:lastModifiedBy>
  <cp:revision>1</cp:revision>
  <dcterms:created xsi:type="dcterms:W3CDTF">2005-12-25T22:11:05Z</dcterms:created>
  <dcterms:modified xsi:type="dcterms:W3CDTF">2026-05-02T22:16:48Z</dcterms:modified>
</cp:coreProperties>
</file>