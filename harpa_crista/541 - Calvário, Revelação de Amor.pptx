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C7F0A-B068-A016-36B7-59123DF04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C31969-D62D-6D58-E8A8-4BC7AF76A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C0ED94-D64C-2DD2-60D4-733F69C20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3667EB-04AC-34DF-E645-8BA9D02A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620A6A-369D-418F-AED2-31013FF3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E0D4ED-C9F5-49F8-9DED-5225BDC86B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978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3AD91-3398-D630-5CAA-8A2083E33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931985-076F-88B9-07F4-F07FDFD97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985AFC-F6A3-8BC1-2224-6B043342E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145C02-6A44-BEBD-1A66-46DA1F8F2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685576-12CD-E0B1-BC87-C8AD2C81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420BF8-9CAA-491A-B564-5167B0DE42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427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9CD8B-5622-34B9-EF55-9BB03C62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74FAD6-438D-58CB-7B08-8C27369C3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6E41E-0C5F-23B1-3447-8AC4597B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DBF9E0-FA6C-3B6F-2D3E-7E13175C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C9D5E1-F95D-0695-7EB7-322EC214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91995-3D86-4DE8-9894-E958CCECF5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650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1AD93-5B29-11CE-1668-CF7F55AD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2D400E-A95F-B738-9D61-AA9C9A8C0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B74E4D-F18E-42A8-633F-25D54BA03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46E76A-E1B8-8066-189A-384441EB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488F08-E007-94F6-7FF5-D30731FB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E4DD98-5298-8ED8-7BB6-A61DA832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C39EF-E50F-49CE-BFCE-46649A4AF9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78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7B5A0-7D12-1561-5E56-A196CABE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89EA13-CDDA-D846-42A3-C80976CD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00ACEF-08C2-751A-49BF-31E329711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482C37F-80EF-A59B-3F25-0CC7C9835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6D1C72-27B2-3503-67A3-3C26B25C8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D7BF123-4E98-A948-36BD-FA97CFC0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FF8379-C250-230B-7A30-ADB2AB36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D3B90A-D6C7-D82B-97D0-0B2CD1EF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A76D67-7757-4DB6-862D-F2653C01A9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785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D8104-A4E9-2A91-4665-77243AE5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210107-9B45-F8F0-34AD-D2F74D0A6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D71F25-C115-AD5D-B6F6-DDBA64F0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43C818-95C2-6138-333C-6A991F3D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F4A518-1498-4AE7-A9D5-C940AC82C8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3761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ED47927-A081-57C4-9E75-2E610F0D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58D94D-A104-D94B-E79B-8A7AECED7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A3C83F-7072-4608-110B-A147D644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048A6-5494-427E-9B8F-668945B768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2319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7551B-F754-8577-F034-1FB7AAE3B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63766-9363-31F5-2235-28942CAED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79E2B1-B452-78BA-BCDB-56365A4DB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B8149F-8E12-CD2E-EC6B-7EE9AF42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041F5D-3959-736E-004F-D27031CD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CC8CBF-66B4-8892-45C6-EC5958B5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9D277-4B42-41BA-B8E1-BDEA850B92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398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99296-1942-ECE1-4BBF-D54537E0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4BD96C-BBA6-B4D1-78A5-3C9B26ABF2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85465C-F00E-D878-2653-ECAFAFC8D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096C03-8955-2CED-48CB-377C107A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8694FE-237D-4769-1C3F-4DF32453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749C46-DDFA-9056-123E-E2D4EA5A9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5A2A63-30E7-4500-BF3D-FDE662A162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416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D8CAAE-189F-1454-3569-F6363EB5A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7066F7-46B5-9F6F-D294-94280B9BD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4ECC52-3CDB-877C-AB5E-21ED85D2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A49290-56AB-121D-96CF-3861B6753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D70EA7-CF77-64BF-B3CC-8752FAA1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774D54-AC08-481E-8936-5316452F33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364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18F606-D7AB-29E4-9726-F6ECD590A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455FCE-0F55-90A2-3DB8-374142E3F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F482CF-431E-0839-68F9-62D6A2EC1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EB3437-A977-D261-52EB-3226AFD2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F01EC-E454-AB14-FA26-58EB6A0C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8BEC4D-92B6-4C11-881B-B663134DBF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117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FE910B-4DC3-9F9D-E717-CE1713599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D039F2-3614-10B7-F9F3-65D1C8274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E402FEE-BA41-4B7C-966B-4F174576FF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C6AD88-9CDA-64A5-DB06-E1832671EA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E69A091-CC27-FBC1-168E-E336577DE9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4964C91-1FBB-4252-805A-216732F542B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1472F3C-9D3D-025C-ACD7-ADB62141696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541 - Calvário, Revelação de Amor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099046B-6CAD-E5BC-3427-F7F0DB18F9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7600BC1-A8E1-2B92-C956-4626CC3CB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No Calvário contemplamos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Nosso meigo Salvador!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revelação de amor! </a:t>
            </a:r>
            <a:br>
              <a:rPr lang="en-US" altLang="pt-BR" sz="4000" i="1"/>
            </a:br>
            <a:r>
              <a:rPr lang="en-US" altLang="pt-BR" sz="4000" i="1"/>
              <a:t>O mistério há tanto oculto,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Deus em Cristo revelou!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revelação de amor!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62C17DE-C2BA-54F2-D32E-00F144CE7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Calvário! Calvário!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grande 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Calvário! Calvário!</a:t>
            </a:r>
            <a:br>
              <a:rPr lang="en-US" altLang="pt-BR" sz="4000" b="1" i="1"/>
            </a:br>
            <a:r>
              <a:rPr lang="en-US" altLang="pt-BR" sz="4000" b="1" i="1"/>
              <a:t>Oh! revelação de amor!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D6474CA-E055-D80C-A3CE-45BF1C784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Deus amou a este mundo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seu Filho ofereceu.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revelação de amor! </a:t>
            </a:r>
            <a:br>
              <a:rPr lang="en-US" altLang="pt-BR" sz="4000" i="1"/>
            </a:br>
            <a:r>
              <a:rPr lang="en-US" altLang="pt-BR" sz="4000" i="1"/>
              <a:t>O Senhor, na cruz morrendo,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nós se compadeceu! </a:t>
            </a:r>
            <a:br>
              <a:rPr lang="en-US" altLang="pt-BR" sz="4000" i="1"/>
            </a:br>
            <a:r>
              <a:rPr lang="en-US" altLang="pt-BR" sz="4000" i="1"/>
              <a:t>Oh! revelação de amor!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36C3713-D7CB-6E06-872B-8C938F594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Calvário! Calvário!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grande 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Calvário! Calvário!</a:t>
            </a:r>
            <a:br>
              <a:rPr lang="en-US" altLang="pt-BR" sz="4000" b="1" i="1"/>
            </a:br>
            <a:r>
              <a:rPr lang="en-US" altLang="pt-BR" sz="4000" b="1" i="1"/>
              <a:t>Oh! revelação de amor!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56633B4-3325-1B82-1090-48C2B0356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Deus, o Pai, olhou o Calvário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seu Filho abandonou!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Oh! revelação de amor! </a:t>
            </a:r>
            <a:br>
              <a:rPr lang="en-US" altLang="pt-BR" sz="4000" i="1"/>
            </a:br>
            <a:r>
              <a:rPr lang="en-US" altLang="pt-BR" sz="4000" i="1"/>
              <a:t>Mas sofrendo este abandono,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deu-nos seu perdão! </a:t>
            </a:r>
            <a:br>
              <a:rPr lang="en-US" altLang="pt-BR" sz="4000" i="1"/>
            </a:br>
            <a:r>
              <a:rPr lang="en-US" altLang="pt-BR" sz="4000" i="1"/>
              <a:t>Oh! revelação de amor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A959293-8619-2ED4-992F-02D1DDC5F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Calvário! Calvário!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grande 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Calvário! Calvário!</a:t>
            </a:r>
            <a:br>
              <a:rPr lang="en-US" altLang="pt-BR" sz="4000" b="1" i="1"/>
            </a:br>
            <a:r>
              <a:rPr lang="en-US" altLang="pt-BR" sz="4000" b="1" i="1"/>
              <a:t>Oh! revelação de amor!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541 - Calvário, Revelação de Amor</vt:lpstr>
      <vt:lpstr>No Calvário contemplamos  Nosso meigo Salvador!  Oh! revelação de amor!  O mistério há tanto oculto,  Deus em Cristo revelou!  Oh! revelação de amor!  </vt:lpstr>
      <vt:lpstr>Calvário! Calvário!  Oh! grande dor!  Calvário! Calvário! Oh! revelação de amor!  </vt:lpstr>
      <vt:lpstr>Deus amou a este mundo  E seu Filho ofereceu.  Oh! revelação de amor!  O Senhor, na cruz morrendo,  De nós se compadeceu!  Oh! revelação de amor! </vt:lpstr>
      <vt:lpstr>Calvário! Calvário!  Oh! grande dor!  Calvário! Calvário! Oh! revelação de amor!  </vt:lpstr>
      <vt:lpstr>Deus, o Pai, olhou o Calvário  E seu Filho abandonou!  Oh! revelação de amor!  Mas sofrendo este abandono,  Cristo deu-nos seu perdão!  Oh! revelação de amor</vt:lpstr>
      <vt:lpstr>Calvário! Calvário!  Oh! grande dor!  Calvário! Calvário! Oh! revelação de amor!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541 - Calvário, Revelação de Amor</dc:title>
  <dc:creator>Junior</dc:creator>
  <cp:lastModifiedBy>Emerson Souza</cp:lastModifiedBy>
  <cp:revision>1</cp:revision>
  <dcterms:created xsi:type="dcterms:W3CDTF">2005-12-26T23:48:44Z</dcterms:created>
  <dcterms:modified xsi:type="dcterms:W3CDTF">2026-05-02T22:22:27Z</dcterms:modified>
</cp:coreProperties>
</file>