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091DE2-4490-5368-1A55-05FDED20B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A23806-490A-B8FB-E72D-010766B5C9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49EEDA-37C1-7670-7BFA-078F01A7A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35F2A1-85C7-CF15-A96B-77B4F7D1F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19ADF3-F656-AC73-B2D4-BBA24F8C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9EC808-80F6-4CFB-A2E4-0C1832AB06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0159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97F02-5132-552B-1862-8FC7E4511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C316B1-6906-BC21-5A64-0EB22CFB9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606614-055C-FA34-9603-032FC940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AE5883-758B-E8DC-0C39-7A694A49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DF48E7-7213-C35D-6E98-2D497BFF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463E31-F3EA-441E-80C8-0D4D893294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0038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8B49E-D7CA-4AC5-3128-8B4243A04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EB0A5D-DC05-7E87-68A1-A8275C7C8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A8DC92-A736-6099-8C45-26DF929B7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8658ED-CB90-0146-ED73-D7EA5BCDA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5143F7-32D5-BFDA-70A4-12434642F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B4FE83-52F9-4778-93C1-3FC3B92EDF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8700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96AEA2-DCC9-51E5-71A3-FBC1A63DF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81957E-8747-54D5-F20D-ADF88009E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4960E5-14BA-DC2E-3CED-994AF5C10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368A5FA-869E-A73C-9553-ECB7052A1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537A99-A6B9-E7DC-AE0D-DDD9BD5E8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FEC016-932C-55F3-6EAD-77CC412D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80C2B9-B789-4474-8554-8BA4762FD1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886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86E87-76B6-D7BF-D122-7FF27BFF4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8C0AD4-12F7-5B11-E84F-A250FE534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A4213D7-02E3-C33A-20CE-5C26E00D5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1E52725-5471-5512-F349-8639283670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A3C985-B39B-BD99-ADFC-6FA132E7B2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7822FE0-E092-52CE-E4EA-53D28C3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C976D6A-C0EF-1CEF-0E0E-921BD8D77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F13D82C-0512-7513-AEF4-EFB0F9DA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1CA7B-DA8C-4DC7-83FC-812D3249A8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050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610AF-B078-144A-578C-A81F975EF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B76E8D-E114-57BE-49F2-3E3FDE979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649C68C-2497-4463-830D-DC7902C0A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354D208-AE30-A2DB-0996-ADF29CBD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78ECD2-2A73-4D42-8FE9-65EB434376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4711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CB8E445-3218-1855-0400-40E009433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9731646-0478-5A8F-9FA2-AB924E15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B4EF1D-BDE3-84A2-C595-0EF2EF260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7B37C3-B11B-4357-9EBB-3BCB29BB37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697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42ABA2-D551-D920-9A24-7C5C8BD80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E234E7-3222-722D-7117-4CB96A5A4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FCBE2F0-E440-315B-A781-15944A479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33BEAA-0C8E-D617-ADF9-3E9E8B495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8F32AA2-0EA4-9D3A-2A84-428A9265C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AF7C89-A553-AE6D-B7A3-25D325C98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B5CD19-A614-40F6-9C7E-71B8E74B0A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7790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159A7-A856-E464-1EE5-C59EE6923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6A6E0FD-B6CB-44BF-8FDD-C7631E8226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C25FB7-A110-A2E3-EA23-109D4BF97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439F11-6906-059D-CEEF-76F1E3389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067D66-AF46-9283-46E5-8E82B0AD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3791BD-61D7-464E-B3B0-08377A32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0AEA21-A3FB-49AC-B62A-D600C2C9A94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0493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4FCE0-33CF-3BE0-9362-3320DD043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B99FF71-7F90-FEC7-A23D-8B53EF9E4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FF24C6-7A5E-3A60-33E7-4B16DD6AC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9774A7-730C-06D5-9280-C6A0E23E1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3B797E-725E-E815-7CD3-760B0434E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662F3A-A7EA-40B1-B57D-31A3973A3B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60840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50AA7E-5AE8-C7B3-D063-009DE5D3F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FEE40B-10B8-15EE-D8C4-BB3040B97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862102-57D4-DD48-32B7-CA886C18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328EF5-ACB7-B331-EBCE-2A0409428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83F657-3044-0E39-708B-9EE47B22C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5E278C-853C-4814-876D-799D40F99B9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15003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9573FF8-8149-C68D-6EC2-B5C12F0220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AEA4B26-15F1-4AEE-2181-6DBD7D777C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5214F91-A5DA-E05D-9E78-0444D19D708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C4DF919-FA94-1D6D-7048-5475AB86380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E71826F-A6F8-5C92-780F-D8DE45F985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431C9BA-F93F-4105-8851-2E955A726A7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54309A2-6049-6A73-11DE-59E5013CD9E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2098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560 – Tenho Paz em meu Ser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28761C9-535C-FAD0-7988-625A46D92DE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B8084C7-7D83-89B5-C6AC-4EC9928E0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Tenho paz em meu ser,</a:t>
            </a:r>
            <a:br>
              <a:rPr lang="en-US" altLang="pt-BR" sz="4000" i="1"/>
            </a:br>
            <a:r>
              <a:rPr lang="en-US" altLang="pt-BR" sz="4000" i="1"/>
              <a:t>Uma perfeita paz,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o mundo não me pode dar. </a:t>
            </a:r>
            <a:br>
              <a:rPr lang="en-US" altLang="pt-BR" sz="4000" i="1"/>
            </a:br>
            <a:r>
              <a:rPr lang="en-US" altLang="pt-BR" sz="4000" i="1"/>
              <a:t>E na prova fatal ou na luta mortal</a:t>
            </a:r>
            <a:r>
              <a:rPr lang="en-US" altLang="pt-BR" sz="4000"/>
              <a:t> </a:t>
            </a:r>
            <a:r>
              <a:rPr lang="en-US" altLang="pt-BR" sz="4000" i="1"/>
              <a:t>Tenho paz para me confortar.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2BA9680-A050-9752-AA1F-9DB643F149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Em meu ser habita Cristo, o Senhor.</a:t>
            </a:r>
            <a:r>
              <a:rPr lang="en-US" altLang="pt-BR" sz="4000"/>
              <a:t> </a:t>
            </a:r>
            <a:r>
              <a:rPr lang="en-US" altLang="pt-BR" sz="4000" b="1" i="1"/>
              <a:t>Em meu ser habita profundo amor!</a:t>
            </a:r>
            <a:r>
              <a:rPr lang="en-US" altLang="pt-BR" sz="4000"/>
              <a:t> </a:t>
            </a:r>
            <a:r>
              <a:rPr lang="en-US" altLang="pt-BR" sz="4000" b="1" i="1"/>
              <a:t>Sim, não me desampara: Ele é fiei:</a:t>
            </a:r>
            <a:r>
              <a:rPr lang="en-US" altLang="pt-BR" sz="4000" i="1"/>
              <a:t> </a:t>
            </a:r>
            <a:r>
              <a:rPr lang="en-US" altLang="pt-BR" sz="4000" b="1" i="1"/>
              <a:t>Estará comigo, meu Salvador.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3F83EE7-ECA3-47C4-38C1-1539D74E1C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Quando eu fui a Jesus, encontrei plena luz,</a:t>
            </a:r>
            <a:r>
              <a:rPr lang="en-US" altLang="pt-BR" sz="4000"/>
              <a:t> </a:t>
            </a:r>
            <a:r>
              <a:rPr lang="en-US" altLang="pt-BR" sz="4000" i="1"/>
              <a:t>De paz a minh’alma inundou.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Toda noite passou: novo dia raiou,</a:t>
            </a:r>
            <a:r>
              <a:rPr lang="en-US" altLang="pt-BR" sz="4000"/>
              <a:t> </a:t>
            </a:r>
            <a:r>
              <a:rPr lang="en-US" altLang="pt-BR" sz="4000" i="1"/>
              <a:t>Porque Cristo Jesus me salvou.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F84229E-DEC7-5B42-E161-1F7183397E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Em meu ser habita Cristo, o Senhor.</a:t>
            </a:r>
            <a:r>
              <a:rPr lang="en-US" altLang="pt-BR" sz="4000"/>
              <a:t> </a:t>
            </a:r>
            <a:r>
              <a:rPr lang="en-US" altLang="pt-BR" sz="4000" b="1" i="1"/>
              <a:t>Em meu ser habita profundo amor!</a:t>
            </a:r>
            <a:r>
              <a:rPr lang="en-US" altLang="pt-BR" sz="4000"/>
              <a:t> </a:t>
            </a:r>
            <a:r>
              <a:rPr lang="en-US" altLang="pt-BR" sz="4000" b="1" i="1"/>
              <a:t>Sim, não me desampara: Ele é fiei:</a:t>
            </a:r>
            <a:r>
              <a:rPr lang="en-US" altLang="pt-BR" sz="4000" i="1"/>
              <a:t> </a:t>
            </a:r>
            <a:r>
              <a:rPr lang="en-US" altLang="pt-BR" sz="4000" b="1" i="1"/>
              <a:t>Estará comigo, meu Salvador.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B82BCDA-121B-C083-8D6B-A39585891C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Esta paz sem igual, </a:t>
            </a:r>
            <a:br>
              <a:rPr lang="en-US" altLang="pt-BR" sz="4000" i="1"/>
            </a:br>
            <a:r>
              <a:rPr lang="en-US" altLang="pt-BR" sz="4000" i="1"/>
              <a:t>Que me livra do mal,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Sublime, sem par, eternal,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Não a quero deixar: ela vai me ajudar,</a:t>
            </a:r>
            <a:r>
              <a:rPr lang="en-US" altLang="pt-BR" sz="4000"/>
              <a:t> </a:t>
            </a:r>
            <a:r>
              <a:rPr lang="en-US" altLang="pt-BR" sz="4000" i="1"/>
              <a:t>Té chegar à mansão celestial.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66C9F7D-5F87-1AE9-7ABA-83E3D9D072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Em meu ser habita Cristo, o Senhor.</a:t>
            </a:r>
            <a:r>
              <a:rPr lang="en-US" altLang="pt-BR" sz="4000"/>
              <a:t> </a:t>
            </a:r>
            <a:r>
              <a:rPr lang="en-US" altLang="pt-BR" sz="4000" b="1" i="1"/>
              <a:t>Em meu ser habita profundo amor!</a:t>
            </a:r>
            <a:r>
              <a:rPr lang="en-US" altLang="pt-BR" sz="4000"/>
              <a:t> </a:t>
            </a:r>
            <a:r>
              <a:rPr lang="en-US" altLang="pt-BR" sz="4000" b="1" i="1"/>
              <a:t>Sim, não me desampara: Ele é fiei:</a:t>
            </a:r>
            <a:r>
              <a:rPr lang="en-US" altLang="pt-BR" sz="4000" i="1"/>
              <a:t> </a:t>
            </a:r>
            <a:r>
              <a:rPr lang="en-US" altLang="pt-BR" sz="4000" b="1" i="1"/>
              <a:t>Estará comigo, meu Salvador.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560 – Tenho Paz em meu Ser</vt:lpstr>
      <vt:lpstr>Tenho paz em meu ser, Uma perfeita paz,  Que o mundo não me pode dar.  E na prova fatal ou na luta mortal Tenho paz para me confortar.  </vt:lpstr>
      <vt:lpstr>Em meu ser habita Cristo, o Senhor. Em meu ser habita profundo amor! Sim, não me desampara: Ele é fiei: Estará comigo, meu Salvador.  </vt:lpstr>
      <vt:lpstr>Quando eu fui a Jesus, encontrei plena luz, De paz a minh’alma inundou.  Toda noite passou: novo dia raiou, Porque Cristo Jesus me salvou.    </vt:lpstr>
      <vt:lpstr>Em meu ser habita Cristo, o Senhor. Em meu ser habita profundo amor! Sim, não me desampara: Ele é fiei: Estará comigo, meu Salvador.  </vt:lpstr>
      <vt:lpstr>Esta paz sem igual,  Que me livra do mal,  Sublime, sem par, eternal,  Não a quero deixar: ela vai me ajudar, Té chegar à mansão celestial.</vt:lpstr>
      <vt:lpstr>Em meu ser habita Cristo, o Senhor. Em meu ser habita profundo amor! Sim, não me desampara: Ele é fiei: Estará comigo, meu Salvador.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560 – Tenho Paz em meu Ser</dc:title>
  <dc:creator>Junior</dc:creator>
  <cp:lastModifiedBy>Emerson Souza</cp:lastModifiedBy>
  <cp:revision>1</cp:revision>
  <dcterms:created xsi:type="dcterms:W3CDTF">2005-12-27T00:48:19Z</dcterms:created>
  <dcterms:modified xsi:type="dcterms:W3CDTF">2026-05-02T22:24:00Z</dcterms:modified>
</cp:coreProperties>
</file>