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F9036-06FA-7942-9298-C420D28FE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FD51E3-18CD-0119-7A00-F3FD3D208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0BECDD-35D7-AE10-13EC-115D68948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D99673-A411-5A58-3290-829F3F58E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7D80EE-64D1-F424-33A4-8B6DC8ACB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AE8DCD-92DD-45BA-9B15-4F52A0EB6A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44137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5C4D0-9B34-5700-77F1-402904C0F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72D92A-E3C5-0132-6E20-34D2842E1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E8F054-3A84-50A9-6EDC-B499EA5FB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2441CA-11A4-F699-A413-C7CCDD304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83B86D-D555-C6D8-BB0E-B3BAADD5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C6EBEE-1664-4B5A-8B85-4E03AC4149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51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85391-CD00-5E25-14CE-9364E5037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704071-DE31-A8A5-E96F-6614E5D7A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FE4BAD-8AAF-8DCA-84FE-19229F9D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78B621-9951-FF70-516A-0F6086426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D70469-ECC8-9139-814D-112B031EC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CABA40-973F-475D-BF18-7E0D50DBCE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54359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5E062-65FF-CCBE-9C18-BBF832812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9BFC6B-33E7-5093-251B-410444027D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6027168-C473-7746-FA10-9223E8196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EDF5B3-8221-E0E7-E3C7-245E0FC71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89A606-2B09-FEF8-9F84-DA7545058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D5C09F-3903-B1CE-EDAD-D5CCA73E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C08A56-C928-42C2-A4A8-9EA7B03F6B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9134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C53E37-02F9-CD86-EF71-5DA78B26A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A62150-A835-0430-4D67-56D6252EC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BD03A4-9B93-9779-D120-51A776899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0EBD590-73DE-0FE2-2C6D-3C0A63290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30B7A91-CC42-1CB2-3227-1A9EC7103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099E1AE-3027-5555-4D34-AF040D3FB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A498E21-54C0-771D-C9EC-A0D6B843A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FDF918-FB34-03DF-E365-A8EC22E97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868143-0C74-4B57-91D5-521CBBAEFA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3439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BB757-580D-E6D9-9843-897EE4C3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AEC08E7-5E9B-EB54-D246-5955D4F41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E991E61-41C1-25D0-A330-221AEACF5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114F677-57A7-10C5-F571-04BBCE66B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B46394-5B17-45AE-8BF3-D1AAF9F31E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484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6A722D8-50A4-7C60-C638-5E0932E68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326A86E-402B-3FA0-5341-260EACEF3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288C3B8-5BE5-718B-BE20-AC9AA3B42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45ADFC-CB16-4F82-8C40-253DF1C1AA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03495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EF3E1-0820-173F-E9CD-85E75C1B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B249AB-4072-BDBA-9B42-C1CFBC8B0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4CCB7E4-08A9-9B21-5C97-E742F595E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4094D3-F465-A489-D54B-8E2F47C84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AA27E6-4774-2B8E-E365-7A6A25B48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1D6ED9-09D6-E319-3997-2DB3CA39A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C5F7E8-BFD5-4358-8D05-D4717954B3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7036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F2A99-35B1-8A0D-4119-E9276580B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C21C456-20FD-D826-FEA5-8D30E21F5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E0C4B57-3CFF-B1FD-D6C4-A17998D7A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76F0EC-6127-677A-34CD-0759CF4CB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CACE0B-88AE-0B5E-BBFA-1EA84A891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26409C-3BD7-F5AE-DE08-9F5BF419B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9EED1E-6EEE-482C-8C50-FD43BF634E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27170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40509-9BBA-785E-77DE-FC1D08D4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415330-BABD-B734-3B82-5CE6C7113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B48945-4301-37B9-26C5-F71FDFE57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96D5A9-0C11-1A6D-7F2A-411FE829A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18AD40-CCB6-0E15-DA11-B54E09B0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D97440-BD3C-479E-A119-E87E124D86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99309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C43E6C-A819-9B0A-8B00-EFF90527CA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543422F-B2FF-DA81-BD2C-E29BE3B07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19F2DC-AA7B-2290-B740-457F63076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EE8F48-B606-5EDF-9C1A-9A3CC9ABD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9E34DC-2878-4EBC-829D-E0F408A8E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90BC2-06B2-4BE6-A49F-B755BBBC8C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73007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64E882-5C3E-E8CC-25AA-89B5E39CFE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92DE288-9D93-2B18-42EA-E5983138BB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E82D062-3C17-668E-535A-87B2609A25C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05D121C-5C03-DEFC-7C69-EE0B16AB23A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3174E7E-768A-DECC-90BB-A1261DCF0CA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7A6FF7F-E0EB-496D-9A87-E9175EF43F3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DF583EF-0A87-95C4-9E3E-817E3D72DB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232</a:t>
            </a:r>
            <a:br>
              <a:rPr lang="en-US" altLang="pt-BR" sz="4000" b="1"/>
            </a:br>
            <a:r>
              <a:rPr lang="en-US" altLang="pt-BR" sz="4000" b="1"/>
              <a:t>OS BEM-AVENTURADOS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FD99A9D-E6D9-61B5-F9A8-202D8BC20E2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7D47C41-D5FF-8F7B-F646-4DF3BE20B5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Bem-aventurados são </a:t>
            </a:r>
            <a:br>
              <a:rPr lang="en-US" altLang="pt-BR" sz="4000" i="1"/>
            </a:br>
            <a:r>
              <a:rPr lang="en-US" altLang="pt-BR" sz="4000" i="1"/>
              <a:t>Os de limpo coração, </a:t>
            </a:r>
            <a:br>
              <a:rPr lang="en-US" altLang="pt-BR" sz="4000" i="1"/>
            </a:br>
            <a:r>
              <a:rPr lang="en-US" altLang="pt-BR" sz="4000" i="1"/>
              <a:t>Que não buscam as riquezas para si; </a:t>
            </a:r>
            <a:br>
              <a:rPr lang="en-US" altLang="pt-BR" sz="4000" i="1"/>
            </a:br>
            <a:r>
              <a:rPr lang="en-US" altLang="pt-BR" sz="4000" i="1"/>
              <a:t>A tranqüilidade e paz, </a:t>
            </a:r>
            <a:br>
              <a:rPr lang="en-US" altLang="pt-BR" sz="4000" i="1"/>
            </a:br>
            <a:r>
              <a:rPr lang="en-US" altLang="pt-BR" sz="4000" i="1"/>
              <a:t>Que desfrutam, oh, jamais, </a:t>
            </a:r>
            <a:br>
              <a:rPr lang="en-US" altLang="pt-BR" sz="4000" i="1"/>
            </a:br>
            <a:r>
              <a:rPr lang="en-US" altLang="pt-BR" sz="4000" i="1"/>
              <a:t>Poderão discriminadas ser por mim!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917513D-A7DC-B68B-8603-5DCC82C373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Oh, Cantemos aleluia!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Jubilosos, com poder!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Bem Alegres, com fervor,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Demos a Jesus louvor,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mais gozo vamos dEle receber!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EF7CE74-9C72-8B6C-C8D2-DB2F9359C5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800" i="1"/>
              <a:t>Grande dita e mui, favor </a:t>
            </a:r>
            <a:br>
              <a:rPr lang="en-US" altLang="pt-BR" sz="3800" i="1"/>
            </a:br>
            <a:r>
              <a:rPr lang="en-US" altLang="pt-BR" sz="3800" i="1"/>
              <a:t>Me concede meu Senhor, </a:t>
            </a:r>
            <a:br>
              <a:rPr lang="en-US" altLang="pt-BR" sz="3800" i="1"/>
            </a:br>
            <a:r>
              <a:rPr lang="en-US" altLang="pt-BR" sz="3800" i="1"/>
              <a:t>Pelo sangue que por mim verteu na cruz; </a:t>
            </a:r>
            <a:br>
              <a:rPr lang="en-US" altLang="pt-BR" sz="3800" i="1"/>
            </a:br>
            <a:r>
              <a:rPr lang="en-US" altLang="pt-BR" sz="3800" i="1"/>
              <a:t>Tornará também meu ser, </a:t>
            </a:r>
            <a:br>
              <a:rPr lang="en-US" altLang="pt-BR" sz="3800" i="1"/>
            </a:br>
            <a:r>
              <a:rPr lang="en-US" altLang="pt-BR" sz="3800" i="1"/>
              <a:t>Cheio de veraz prazer, </a:t>
            </a:r>
            <a:br>
              <a:rPr lang="en-US" altLang="pt-BR" sz="3800" i="1"/>
            </a:br>
            <a:r>
              <a:rPr lang="en-US" altLang="pt-BR" sz="3800" i="1"/>
              <a:t>Se viver e caminhar na Sua Luz!  </a:t>
            </a:r>
            <a:endParaRPr lang="en-US" altLang="pt-BR" sz="3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DF54227-5606-426A-90FB-5CA38B900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Oh, Cantemos aleluia!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Jubilosos, com poder!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Bem Alegres, com fervor,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Demos a Jesus louvor,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mais gozo vamos dEle receber!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553F891-0AA3-1C1D-DCB3-10267CA262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Ao Senhor obedecer, </a:t>
            </a:r>
            <a:br>
              <a:rPr lang="en-US" altLang="pt-BR" sz="4000" i="1"/>
            </a:br>
            <a:r>
              <a:rPr lang="en-US" altLang="pt-BR" sz="4000" i="1"/>
              <a:t>DEle mesmo me encher, </a:t>
            </a:r>
            <a:br>
              <a:rPr lang="en-US" altLang="pt-BR" sz="4000" i="1"/>
            </a:br>
            <a:r>
              <a:rPr lang="en-US" altLang="pt-BR" sz="4000" i="1"/>
              <a:t>Para mim isto é o verdadeiro céu; </a:t>
            </a:r>
            <a:br>
              <a:rPr lang="en-US" altLang="pt-BR" sz="4000" i="1"/>
            </a:br>
            <a:r>
              <a:rPr lang="en-US" altLang="pt-BR" sz="4000" i="1"/>
              <a:t>E por Seu imenso amor, </a:t>
            </a:r>
            <a:br>
              <a:rPr lang="en-US" altLang="pt-BR" sz="4000" i="1"/>
            </a:br>
            <a:r>
              <a:rPr lang="en-US" altLang="pt-BR" sz="4000" i="1"/>
              <a:t>Para o pobre pecador, </a:t>
            </a:r>
            <a:br>
              <a:rPr lang="en-US" altLang="pt-BR" sz="4000" i="1"/>
            </a:br>
            <a:r>
              <a:rPr lang="en-US" altLang="pt-BR" sz="4000" i="1"/>
              <a:t>Quero aqui, louvá-Lo, e além do véu!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05A0F2A-2507-55A7-5D08-A53ECD81A4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Oh, Cantemos aleluia!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Jubilosos, com poder!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Bem Alegres, com fervor,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Demos a Jesus louvor,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mais gozo vamos dEle receber!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74E462B-3A9E-11A9-C797-54567D11E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Quão perfeita, é minha paz! </a:t>
            </a:r>
            <a:br>
              <a:rPr lang="en-US" altLang="pt-BR" sz="4000" i="1"/>
            </a:br>
            <a:r>
              <a:rPr lang="en-US" altLang="pt-BR" sz="4000" i="1"/>
              <a:t>Não anelo nada mais, </a:t>
            </a:r>
            <a:br>
              <a:rPr lang="en-US" altLang="pt-BR" sz="4000" i="1"/>
            </a:br>
            <a:r>
              <a:rPr lang="en-US" altLang="pt-BR" sz="4000" i="1"/>
              <a:t>Quero sempre aqui fazer o Seu querer; Tenho o amado Salvador, </a:t>
            </a:r>
            <a:br>
              <a:rPr lang="en-US" altLang="pt-BR" sz="4000" i="1"/>
            </a:br>
            <a:r>
              <a:rPr lang="en-US" altLang="pt-BR" sz="4000" i="1"/>
              <a:t>E possuo Seu amor; </a:t>
            </a:r>
            <a:br>
              <a:rPr lang="en-US" altLang="pt-BR" sz="4000" i="1"/>
            </a:br>
            <a:r>
              <a:rPr lang="en-US" altLang="pt-BR" sz="4000" i="1"/>
              <a:t>Gozarei eternamente mui prazer!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F57B678-38B9-A7A0-2FA1-241C262E13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Oh, Cantemos aleluia!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Jubilosos, com poder!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Bem Alegres, com fervor,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Demos a Jesus louvor,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mais gozo vamos dEle receber!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232 OS BEM-AVENTURADOS </vt:lpstr>
      <vt:lpstr>Bem-aventurados são  Os de limpo coração,  Que não buscam as riquezas para si;  A tranqüilidade e paz,  Que desfrutam, oh, jamais,  Poderão discriminadas ser por mim!  </vt:lpstr>
      <vt:lpstr>Oh, Cantemos aleluia!  Jubilosos, com poder!  Bem Alegres, com fervor,  Demos a Jesus louvor,  E mais gozo vamos dEle receber!</vt:lpstr>
      <vt:lpstr>Grande dita e mui, favor  Me concede meu Senhor,  Pelo sangue que por mim verteu na cruz;  Tornará também meu ser,  Cheio de veraz prazer,  Se viver e caminhar na Sua Luz!  </vt:lpstr>
      <vt:lpstr>Oh, Cantemos aleluia!  Jubilosos, com poder!  Bem Alegres, com fervor,  Demos a Jesus louvor,  E mais gozo vamos dEle receber!</vt:lpstr>
      <vt:lpstr>Ao Senhor obedecer,  DEle mesmo me encher,  Para mim isto é o verdadeiro céu;  E por Seu imenso amor,  Para o pobre pecador,  Quero aqui, louvá-Lo, e além do véu!</vt:lpstr>
      <vt:lpstr>Oh, Cantemos aleluia!  Jubilosos, com poder!  Bem Alegres, com fervor,  Demos a Jesus louvor,  E mais gozo vamos dEle receber!</vt:lpstr>
      <vt:lpstr>Quão perfeita, é minha paz!  Não anelo nada mais,  Quero sempre aqui fazer o Seu querer; Tenho o amado Salvador,  E possuo Seu amor;  Gozarei eternamente mui prazer! </vt:lpstr>
      <vt:lpstr>Oh, Cantemos aleluia!  Jubilosos, com poder!  Bem Alegres, com fervor,  Demos a Jesus louvor,  E mais gozo vamos dEle receber!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232 OS BEM-AVENTURADOS </dc:title>
  <dc:creator>Junior</dc:creator>
  <cp:lastModifiedBy>Emerson Souza</cp:lastModifiedBy>
  <cp:revision>1</cp:revision>
  <dcterms:created xsi:type="dcterms:W3CDTF">2005-12-23T23:04:42Z</dcterms:created>
  <dcterms:modified xsi:type="dcterms:W3CDTF">2026-05-02T21:56:15Z</dcterms:modified>
</cp:coreProperties>
</file>