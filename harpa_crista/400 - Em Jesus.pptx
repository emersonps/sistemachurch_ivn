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1" r:id="rId2"/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2" autoAdjust="0"/>
    <p:restoredTop sz="94676" autoAdjust="0"/>
  </p:normalViewPr>
  <p:slideViewPr>
    <p:cSldViewPr>
      <p:cViewPr varScale="1">
        <p:scale>
          <a:sx n="49" d="100"/>
          <a:sy n="49" d="100"/>
        </p:scale>
        <p:origin x="-52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891643C5-D12B-D026-4E2B-011277F1A3A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sp>
          <p:nvSpPr>
            <p:cNvPr id="8195" name="Freeform 3">
              <a:extLst>
                <a:ext uri="{FF2B5EF4-FFF2-40B4-BE49-F238E27FC236}">
                  <a16:creationId xmlns:a16="http://schemas.microsoft.com/office/drawing/2014/main" id="{6084D649-F3BB-DFE5-2F6E-A80AB30DC44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043"/>
            </a:xfrm>
            <a:custGeom>
              <a:avLst/>
              <a:gdLst>
                <a:gd name="T0" fmla="*/ 5740 w 5740"/>
                <a:gd name="T1" fmla="*/ 1043 h 1043"/>
                <a:gd name="T2" fmla="*/ 0 w 5740"/>
                <a:gd name="T3" fmla="*/ 1043 h 1043"/>
                <a:gd name="T4" fmla="*/ 0 w 5740"/>
                <a:gd name="T5" fmla="*/ 0 h 1043"/>
                <a:gd name="T6" fmla="*/ 5740 w 5740"/>
                <a:gd name="T7" fmla="*/ 0 h 1043"/>
                <a:gd name="T8" fmla="*/ 5740 w 5740"/>
                <a:gd name="T9" fmla="*/ 1043 h 1043"/>
                <a:gd name="T10" fmla="*/ 5740 w 5740"/>
                <a:gd name="T11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196" name="Group 4">
              <a:extLst>
                <a:ext uri="{FF2B5EF4-FFF2-40B4-BE49-F238E27FC236}">
                  <a16:creationId xmlns:a16="http://schemas.microsoft.com/office/drawing/2014/main" id="{E1F77C62-354C-14FB-3E72-57F1B98E0F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5759" cy="4319"/>
              <a:chOff x="0" y="0"/>
              <a:chExt cx="5759" cy="4319"/>
            </a:xfrm>
          </p:grpSpPr>
          <p:sp>
            <p:nvSpPr>
              <p:cNvPr id="8197" name="Freeform 5">
                <a:extLst>
                  <a:ext uri="{FF2B5EF4-FFF2-40B4-BE49-F238E27FC236}">
                    <a16:creationId xmlns:a16="http://schemas.microsoft.com/office/drawing/2014/main" id="{3E6AE24E-C8F8-47ED-73F6-D06287544D3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" y="104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198" name="Freeform 6">
                <a:extLst>
                  <a:ext uri="{FF2B5EF4-FFF2-40B4-BE49-F238E27FC236}">
                    <a16:creationId xmlns:a16="http://schemas.microsoft.com/office/drawing/2014/main" id="{1F48A1D0-14F7-0A84-D70B-6A5C25531C3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988"/>
                <a:ext cx="5758" cy="42"/>
              </a:xfrm>
              <a:custGeom>
                <a:avLst/>
                <a:gdLst>
                  <a:gd name="T0" fmla="*/ 0 w 5740"/>
                  <a:gd name="T1" fmla="*/ 42 h 42"/>
                  <a:gd name="T2" fmla="*/ 5740 w 5740"/>
                  <a:gd name="T3" fmla="*/ 42 h 42"/>
                  <a:gd name="T4" fmla="*/ 5740 w 5740"/>
                  <a:gd name="T5" fmla="*/ 0 h 42"/>
                  <a:gd name="T6" fmla="*/ 0 w 5740"/>
                  <a:gd name="T7" fmla="*/ 0 h 42"/>
                  <a:gd name="T8" fmla="*/ 0 w 5740"/>
                  <a:gd name="T9" fmla="*/ 42 h 42"/>
                  <a:gd name="T10" fmla="*/ 0 w 5740"/>
                  <a:gd name="T1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199" name="Freeform 7">
                <a:extLst>
                  <a:ext uri="{FF2B5EF4-FFF2-40B4-BE49-F238E27FC236}">
                    <a16:creationId xmlns:a16="http://schemas.microsoft.com/office/drawing/2014/main" id="{510477FA-A163-A694-1FF2-F2BB82484A3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665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0" name="Freeform 8">
                <a:extLst>
                  <a:ext uri="{FF2B5EF4-FFF2-40B4-BE49-F238E27FC236}">
                    <a16:creationId xmlns:a16="http://schemas.microsoft.com/office/drawing/2014/main" id="{0F61DC06-733A-78F0-3F1D-04C744A6EFB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364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1" name="Freeform 9">
                <a:extLst>
                  <a:ext uri="{FF2B5EF4-FFF2-40B4-BE49-F238E27FC236}">
                    <a16:creationId xmlns:a16="http://schemas.microsoft.com/office/drawing/2014/main" id="{54EEEF25-03BB-FE65-B0C6-3B3EB3AD186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105"/>
                <a:ext cx="5758" cy="31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2" name="Freeform 10">
                <a:extLst>
                  <a:ext uri="{FF2B5EF4-FFF2-40B4-BE49-F238E27FC236}">
                    <a16:creationId xmlns:a16="http://schemas.microsoft.com/office/drawing/2014/main" id="{E5294967-5C65-A066-FDB6-C9FFB57C5C5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859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3" name="Freeform 11">
                <a:extLst>
                  <a:ext uri="{FF2B5EF4-FFF2-40B4-BE49-F238E27FC236}">
                    <a16:creationId xmlns:a16="http://schemas.microsoft.com/office/drawing/2014/main" id="{DA3F6412-0B6E-B50C-CD11-FD87FBC1134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64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4" name="Freeform 12">
                <a:extLst>
                  <a:ext uri="{FF2B5EF4-FFF2-40B4-BE49-F238E27FC236}">
                    <a16:creationId xmlns:a16="http://schemas.microsoft.com/office/drawing/2014/main" id="{169B28E5-AFAC-9A51-B0C7-24C0CD08341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433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5" name="Freeform 13">
                <a:extLst>
                  <a:ext uri="{FF2B5EF4-FFF2-40B4-BE49-F238E27FC236}">
                    <a16:creationId xmlns:a16="http://schemas.microsoft.com/office/drawing/2014/main" id="{AB45A7C2-ED46-24F8-3944-13F1C5D0919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259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94C9EB52-BDFA-5646-6CB7-29B7C0B745E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09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7" name="Freeform 15">
                <a:extLst>
                  <a:ext uri="{FF2B5EF4-FFF2-40B4-BE49-F238E27FC236}">
                    <a16:creationId xmlns:a16="http://schemas.microsoft.com/office/drawing/2014/main" id="{3CAFEEDE-2AA0-41DC-1331-6212EEE0846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92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8" name="Freeform 16">
                <a:extLst>
                  <a:ext uri="{FF2B5EF4-FFF2-40B4-BE49-F238E27FC236}">
                    <a16:creationId xmlns:a16="http://schemas.microsoft.com/office/drawing/2014/main" id="{386A10AC-8990-60B1-F364-1F5EBD8421D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45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9" name="Freeform 17">
                <a:extLst>
                  <a:ext uri="{FF2B5EF4-FFF2-40B4-BE49-F238E27FC236}">
                    <a16:creationId xmlns:a16="http://schemas.microsoft.com/office/drawing/2014/main" id="{7375773E-E028-287F-34B4-5B8182D3654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77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0" name="Freeform 18">
                <a:extLst>
                  <a:ext uri="{FF2B5EF4-FFF2-40B4-BE49-F238E27FC236}">
                    <a16:creationId xmlns:a16="http://schemas.microsoft.com/office/drawing/2014/main" id="{BDA3A5B8-AAA9-B2E3-85EC-AABA107093F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520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1" name="Freeform 19">
                <a:extLst>
                  <a:ext uri="{FF2B5EF4-FFF2-40B4-BE49-F238E27FC236}">
                    <a16:creationId xmlns:a16="http://schemas.microsoft.com/office/drawing/2014/main" id="{675C69DE-4348-A4AD-2CBC-F43D16DBBF5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394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2" name="Freeform 20">
                <a:extLst>
                  <a:ext uri="{FF2B5EF4-FFF2-40B4-BE49-F238E27FC236}">
                    <a16:creationId xmlns:a16="http://schemas.microsoft.com/office/drawing/2014/main" id="{FC48DB64-4D25-A70D-2DBC-34765367C49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28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3" name="Freeform 21">
                <a:extLst>
                  <a:ext uri="{FF2B5EF4-FFF2-40B4-BE49-F238E27FC236}">
                    <a16:creationId xmlns:a16="http://schemas.microsoft.com/office/drawing/2014/main" id="{88442C2C-330E-6B31-A862-9A2C3B1CFB0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17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4" name="Freeform 22">
                <a:extLst>
                  <a:ext uri="{FF2B5EF4-FFF2-40B4-BE49-F238E27FC236}">
                    <a16:creationId xmlns:a16="http://schemas.microsoft.com/office/drawing/2014/main" id="{DD32C931-BFA9-1DA5-4645-AD646DF7593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5" name="Freeform 23">
                <a:extLst>
                  <a:ext uri="{FF2B5EF4-FFF2-40B4-BE49-F238E27FC236}">
                    <a16:creationId xmlns:a16="http://schemas.microsoft.com/office/drawing/2014/main" id="{7169C603-8BBF-FBC2-002F-380A57063B2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86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6" name="Freeform 24">
                <a:extLst>
                  <a:ext uri="{FF2B5EF4-FFF2-40B4-BE49-F238E27FC236}">
                    <a16:creationId xmlns:a16="http://schemas.microsoft.com/office/drawing/2014/main" id="{85554143-A0BC-9831-CBEE-9BB8B561A8D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475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7" name="Freeform 25">
                <a:extLst>
                  <a:ext uri="{FF2B5EF4-FFF2-40B4-BE49-F238E27FC236}">
                    <a16:creationId xmlns:a16="http://schemas.microsoft.com/office/drawing/2014/main" id="{4651B35B-7F77-DF00-814C-E0374B62452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37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8" name="Freeform 26">
                <a:extLst>
                  <a:ext uri="{FF2B5EF4-FFF2-40B4-BE49-F238E27FC236}">
                    <a16:creationId xmlns:a16="http://schemas.microsoft.com/office/drawing/2014/main" id="{3B3ED883-3788-B9BE-E79B-D5AAE78F64D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60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9" name="Freeform 27">
                <a:extLst>
                  <a:ext uri="{FF2B5EF4-FFF2-40B4-BE49-F238E27FC236}">
                    <a16:creationId xmlns:a16="http://schemas.microsoft.com/office/drawing/2014/main" id="{F3BA0311-7BC9-0A66-268C-53B73FC7C53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72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0" name="Freeform 28">
                <a:extLst>
                  <a:ext uri="{FF2B5EF4-FFF2-40B4-BE49-F238E27FC236}">
                    <a16:creationId xmlns:a16="http://schemas.microsoft.com/office/drawing/2014/main" id="{41ACE2E6-6FC9-6A7F-0E24-D4F15535121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841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1" name="Freeform 29">
                <a:extLst>
                  <a:ext uri="{FF2B5EF4-FFF2-40B4-BE49-F238E27FC236}">
                    <a16:creationId xmlns:a16="http://schemas.microsoft.com/office/drawing/2014/main" id="{8DE2270B-64D8-0964-4CE5-7EC2713DC61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943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8222" name="Group 30">
                <a:extLst>
                  <a:ext uri="{FF2B5EF4-FFF2-40B4-BE49-F238E27FC236}">
                    <a16:creationId xmlns:a16="http://schemas.microsoft.com/office/drawing/2014/main" id="{79C8CCD9-A35C-D90D-2A0D-BDA8878852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58" cy="1045"/>
                <a:chOff x="0" y="0"/>
                <a:chExt cx="5758" cy="1045"/>
              </a:xfrm>
            </p:grpSpPr>
            <p:sp>
              <p:nvSpPr>
                <p:cNvPr id="8223" name="Freeform 31">
                  <a:extLst>
                    <a:ext uri="{FF2B5EF4-FFF2-40B4-BE49-F238E27FC236}">
                      <a16:creationId xmlns:a16="http://schemas.microsoft.com/office/drawing/2014/main" id="{D19EBB8D-BEF6-287D-EC88-3E8F7CEAB6BB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0"/>
                  <a:ext cx="42" cy="1045"/>
                </a:xfrm>
                <a:custGeom>
                  <a:avLst/>
                  <a:gdLst>
                    <a:gd name="T0" fmla="*/ 18 w 42"/>
                    <a:gd name="T1" fmla="*/ 1043 h 1043"/>
                    <a:gd name="T2" fmla="*/ 42 w 42"/>
                    <a:gd name="T3" fmla="*/ 1043 h 1043"/>
                    <a:gd name="T4" fmla="*/ 42 w 42"/>
                    <a:gd name="T5" fmla="*/ 0 h 1043"/>
                    <a:gd name="T6" fmla="*/ 0 w 42"/>
                    <a:gd name="T7" fmla="*/ 0 h 1043"/>
                    <a:gd name="T8" fmla="*/ 0 w 42"/>
                    <a:gd name="T9" fmla="*/ 1043 h 1043"/>
                    <a:gd name="T10" fmla="*/ 18 w 42"/>
                    <a:gd name="T11" fmla="*/ 1043 h 1043"/>
                    <a:gd name="T12" fmla="*/ 18 w 4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24" name="Freeform 32">
                  <a:extLst>
                    <a:ext uri="{FF2B5EF4-FFF2-40B4-BE49-F238E27FC236}">
                      <a16:creationId xmlns:a16="http://schemas.microsoft.com/office/drawing/2014/main" id="{8B238C04-A1C9-0533-56C4-0C6151146622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400" y="0"/>
                  <a:ext cx="155" cy="1045"/>
                </a:xfrm>
                <a:custGeom>
                  <a:avLst/>
                  <a:gdLst>
                    <a:gd name="T0" fmla="*/ 131 w 155"/>
                    <a:gd name="T1" fmla="*/ 1043 h 1043"/>
                    <a:gd name="T2" fmla="*/ 155 w 155"/>
                    <a:gd name="T3" fmla="*/ 1043 h 1043"/>
                    <a:gd name="T4" fmla="*/ 42 w 155"/>
                    <a:gd name="T5" fmla="*/ 0 h 1043"/>
                    <a:gd name="T6" fmla="*/ 0 w 155"/>
                    <a:gd name="T7" fmla="*/ 0 h 1043"/>
                    <a:gd name="T8" fmla="*/ 113 w 155"/>
                    <a:gd name="T9" fmla="*/ 1043 h 1043"/>
                    <a:gd name="T10" fmla="*/ 131 w 155"/>
                    <a:gd name="T11" fmla="*/ 1043 h 1043"/>
                    <a:gd name="T12" fmla="*/ 131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25" name="Freeform 33">
                  <a:extLst>
                    <a:ext uri="{FF2B5EF4-FFF2-40B4-BE49-F238E27FC236}">
                      <a16:creationId xmlns:a16="http://schemas.microsoft.com/office/drawing/2014/main" id="{23F35EDE-C758-4DC1-ECE7-3D0136563B8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967" y="0"/>
                  <a:ext cx="240" cy="1045"/>
                </a:xfrm>
                <a:custGeom>
                  <a:avLst/>
                  <a:gdLst>
                    <a:gd name="T0" fmla="*/ 221 w 239"/>
                    <a:gd name="T1" fmla="*/ 1043 h 1043"/>
                    <a:gd name="T2" fmla="*/ 239 w 239"/>
                    <a:gd name="T3" fmla="*/ 1043 h 1043"/>
                    <a:gd name="T4" fmla="*/ 36 w 239"/>
                    <a:gd name="T5" fmla="*/ 0 h 1043"/>
                    <a:gd name="T6" fmla="*/ 0 w 239"/>
                    <a:gd name="T7" fmla="*/ 0 h 1043"/>
                    <a:gd name="T8" fmla="*/ 203 w 239"/>
                    <a:gd name="T9" fmla="*/ 1043 h 1043"/>
                    <a:gd name="T10" fmla="*/ 221 w 239"/>
                    <a:gd name="T11" fmla="*/ 1043 h 1043"/>
                    <a:gd name="T12" fmla="*/ 221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26" name="Freeform 34">
                  <a:extLst>
                    <a:ext uri="{FF2B5EF4-FFF2-40B4-BE49-F238E27FC236}">
                      <a16:creationId xmlns:a16="http://schemas.microsoft.com/office/drawing/2014/main" id="{EE2445FF-7BD2-077C-7716-F753818AB6A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54" y="0"/>
                  <a:ext cx="353" cy="1045"/>
                </a:xfrm>
                <a:custGeom>
                  <a:avLst/>
                  <a:gdLst>
                    <a:gd name="T0" fmla="*/ 334 w 352"/>
                    <a:gd name="T1" fmla="*/ 1043 h 1043"/>
                    <a:gd name="T2" fmla="*/ 352 w 352"/>
                    <a:gd name="T3" fmla="*/ 1043 h 1043"/>
                    <a:gd name="T4" fmla="*/ 41 w 352"/>
                    <a:gd name="T5" fmla="*/ 0 h 1043"/>
                    <a:gd name="T6" fmla="*/ 0 w 352"/>
                    <a:gd name="T7" fmla="*/ 0 h 1043"/>
                    <a:gd name="T8" fmla="*/ 311 w 352"/>
                    <a:gd name="T9" fmla="*/ 1043 h 1043"/>
                    <a:gd name="T10" fmla="*/ 334 w 352"/>
                    <a:gd name="T11" fmla="*/ 1043 h 1043"/>
                    <a:gd name="T12" fmla="*/ 334 w 35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27" name="Freeform 35">
                  <a:extLst>
                    <a:ext uri="{FF2B5EF4-FFF2-40B4-BE49-F238E27FC236}">
                      <a16:creationId xmlns:a16="http://schemas.microsoft.com/office/drawing/2014/main" id="{DD392781-20B7-9796-C576-28F2963389A5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134" y="0"/>
                  <a:ext cx="450" cy="1045"/>
                </a:xfrm>
                <a:custGeom>
                  <a:avLst/>
                  <a:gdLst>
                    <a:gd name="T0" fmla="*/ 425 w 449"/>
                    <a:gd name="T1" fmla="*/ 1043 h 1043"/>
                    <a:gd name="T2" fmla="*/ 449 w 449"/>
                    <a:gd name="T3" fmla="*/ 1043 h 1043"/>
                    <a:gd name="T4" fmla="*/ 42 w 449"/>
                    <a:gd name="T5" fmla="*/ 0 h 1043"/>
                    <a:gd name="T6" fmla="*/ 0 w 449"/>
                    <a:gd name="T7" fmla="*/ 0 h 1043"/>
                    <a:gd name="T8" fmla="*/ 407 w 449"/>
                    <a:gd name="T9" fmla="*/ 1043 h 1043"/>
                    <a:gd name="T10" fmla="*/ 425 w 449"/>
                    <a:gd name="T11" fmla="*/ 1043 h 1043"/>
                    <a:gd name="T12" fmla="*/ 425 w 44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28" name="Freeform 36">
                  <a:extLst>
                    <a:ext uri="{FF2B5EF4-FFF2-40B4-BE49-F238E27FC236}">
                      <a16:creationId xmlns:a16="http://schemas.microsoft.com/office/drawing/2014/main" id="{DF5ACF79-F727-8AD9-C4E2-70FFD17DFED5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714" y="0"/>
                  <a:ext cx="540" cy="1045"/>
                </a:xfrm>
                <a:custGeom>
                  <a:avLst/>
                  <a:gdLst>
                    <a:gd name="T0" fmla="*/ 520 w 538"/>
                    <a:gd name="T1" fmla="*/ 1043 h 1043"/>
                    <a:gd name="T2" fmla="*/ 538 w 538"/>
                    <a:gd name="T3" fmla="*/ 1043 h 1043"/>
                    <a:gd name="T4" fmla="*/ 41 w 538"/>
                    <a:gd name="T5" fmla="*/ 0 h 1043"/>
                    <a:gd name="T6" fmla="*/ 0 w 538"/>
                    <a:gd name="T7" fmla="*/ 0 h 1043"/>
                    <a:gd name="T8" fmla="*/ 496 w 538"/>
                    <a:gd name="T9" fmla="*/ 1043 h 1043"/>
                    <a:gd name="T10" fmla="*/ 520 w 538"/>
                    <a:gd name="T11" fmla="*/ 1043 h 1043"/>
                    <a:gd name="T12" fmla="*/ 520 w 53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29" name="Freeform 37">
                  <a:extLst>
                    <a:ext uri="{FF2B5EF4-FFF2-40B4-BE49-F238E27FC236}">
                      <a16:creationId xmlns:a16="http://schemas.microsoft.com/office/drawing/2014/main" id="{500C9B40-E8FA-1F9A-ECBD-803F122AFB7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06" y="0"/>
                  <a:ext cx="642" cy="1045"/>
                </a:xfrm>
                <a:custGeom>
                  <a:avLst/>
                  <a:gdLst>
                    <a:gd name="T0" fmla="*/ 622 w 640"/>
                    <a:gd name="T1" fmla="*/ 1043 h 1043"/>
                    <a:gd name="T2" fmla="*/ 640 w 640"/>
                    <a:gd name="T3" fmla="*/ 1043 h 1043"/>
                    <a:gd name="T4" fmla="*/ 48 w 640"/>
                    <a:gd name="T5" fmla="*/ 0 h 1043"/>
                    <a:gd name="T6" fmla="*/ 0 w 640"/>
                    <a:gd name="T7" fmla="*/ 0 h 1043"/>
                    <a:gd name="T8" fmla="*/ 598 w 640"/>
                    <a:gd name="T9" fmla="*/ 1043 h 1043"/>
                    <a:gd name="T10" fmla="*/ 622 w 640"/>
                    <a:gd name="T11" fmla="*/ 1043 h 1043"/>
                    <a:gd name="T12" fmla="*/ 622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30" name="Freeform 38">
                  <a:extLst>
                    <a:ext uri="{FF2B5EF4-FFF2-40B4-BE49-F238E27FC236}">
                      <a16:creationId xmlns:a16="http://schemas.microsoft.com/office/drawing/2014/main" id="{432FB2E1-D159-CC30-49C8-EC7C7EDE3C6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108"/>
                  <a:ext cx="630" cy="937"/>
                </a:xfrm>
                <a:custGeom>
                  <a:avLst/>
                  <a:gdLst>
                    <a:gd name="T0" fmla="*/ 604 w 628"/>
                    <a:gd name="T1" fmla="*/ 935 h 935"/>
                    <a:gd name="T2" fmla="*/ 628 w 628"/>
                    <a:gd name="T3" fmla="*/ 935 h 935"/>
                    <a:gd name="T4" fmla="*/ 0 w 628"/>
                    <a:gd name="T5" fmla="*/ 0 h 935"/>
                    <a:gd name="T6" fmla="*/ 0 w 628"/>
                    <a:gd name="T7" fmla="*/ 66 h 935"/>
                    <a:gd name="T8" fmla="*/ 580 w 628"/>
                    <a:gd name="T9" fmla="*/ 935 h 935"/>
                    <a:gd name="T10" fmla="*/ 604 w 628"/>
                    <a:gd name="T11" fmla="*/ 935 h 935"/>
                    <a:gd name="T12" fmla="*/ 604 w 628"/>
                    <a:gd name="T13" fmla="*/ 935 h 9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31" name="Freeform 39">
                  <a:extLst>
                    <a:ext uri="{FF2B5EF4-FFF2-40B4-BE49-F238E27FC236}">
                      <a16:creationId xmlns:a16="http://schemas.microsoft.com/office/drawing/2014/main" id="{8A0C347C-921A-D920-129B-BEEE6FEC20A9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0"/>
                  <a:ext cx="155" cy="1045"/>
                </a:xfrm>
                <a:custGeom>
                  <a:avLst/>
                  <a:gdLst>
                    <a:gd name="T0" fmla="*/ 18 w 155"/>
                    <a:gd name="T1" fmla="*/ 1043 h 1043"/>
                    <a:gd name="T2" fmla="*/ 42 w 155"/>
                    <a:gd name="T3" fmla="*/ 1043 h 1043"/>
                    <a:gd name="T4" fmla="*/ 155 w 155"/>
                    <a:gd name="T5" fmla="*/ 0 h 1043"/>
                    <a:gd name="T6" fmla="*/ 114 w 155"/>
                    <a:gd name="T7" fmla="*/ 0 h 1043"/>
                    <a:gd name="T8" fmla="*/ 0 w 155"/>
                    <a:gd name="T9" fmla="*/ 1043 h 1043"/>
                    <a:gd name="T10" fmla="*/ 18 w 155"/>
                    <a:gd name="T11" fmla="*/ 1043 h 1043"/>
                    <a:gd name="T12" fmla="*/ 18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32" name="Freeform 40">
                  <a:extLst>
                    <a:ext uri="{FF2B5EF4-FFF2-40B4-BE49-F238E27FC236}">
                      <a16:creationId xmlns:a16="http://schemas.microsoft.com/office/drawing/2014/main" id="{BCAFE895-FFB0-B4ED-3668-133A3F1C9A2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0"/>
                  <a:ext cx="240" cy="1045"/>
                </a:xfrm>
                <a:custGeom>
                  <a:avLst/>
                  <a:gdLst>
                    <a:gd name="T0" fmla="*/ 18 w 239"/>
                    <a:gd name="T1" fmla="*/ 1043 h 1043"/>
                    <a:gd name="T2" fmla="*/ 36 w 239"/>
                    <a:gd name="T3" fmla="*/ 1043 h 1043"/>
                    <a:gd name="T4" fmla="*/ 239 w 239"/>
                    <a:gd name="T5" fmla="*/ 0 h 1043"/>
                    <a:gd name="T6" fmla="*/ 203 w 239"/>
                    <a:gd name="T7" fmla="*/ 0 h 1043"/>
                    <a:gd name="T8" fmla="*/ 0 w 239"/>
                    <a:gd name="T9" fmla="*/ 1043 h 1043"/>
                    <a:gd name="T10" fmla="*/ 18 w 239"/>
                    <a:gd name="T11" fmla="*/ 1043 h 1043"/>
                    <a:gd name="T12" fmla="*/ 18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33" name="Freeform 41">
                  <a:extLst>
                    <a:ext uri="{FF2B5EF4-FFF2-40B4-BE49-F238E27FC236}">
                      <a16:creationId xmlns:a16="http://schemas.microsoft.com/office/drawing/2014/main" id="{3CD3B1C8-5484-972B-71FB-406C0EC8876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1" y="0"/>
                  <a:ext cx="359" cy="1045"/>
                </a:xfrm>
                <a:custGeom>
                  <a:avLst/>
                  <a:gdLst>
                    <a:gd name="T0" fmla="*/ 24 w 358"/>
                    <a:gd name="T1" fmla="*/ 1043 h 1043"/>
                    <a:gd name="T2" fmla="*/ 42 w 358"/>
                    <a:gd name="T3" fmla="*/ 1043 h 1043"/>
                    <a:gd name="T4" fmla="*/ 358 w 358"/>
                    <a:gd name="T5" fmla="*/ 0 h 1043"/>
                    <a:gd name="T6" fmla="*/ 317 w 358"/>
                    <a:gd name="T7" fmla="*/ 0 h 1043"/>
                    <a:gd name="T8" fmla="*/ 0 w 358"/>
                    <a:gd name="T9" fmla="*/ 1043 h 1043"/>
                    <a:gd name="T10" fmla="*/ 24 w 358"/>
                    <a:gd name="T11" fmla="*/ 1043 h 1043"/>
                    <a:gd name="T12" fmla="*/ 24 w 35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34" name="Freeform 42">
                  <a:extLst>
                    <a:ext uri="{FF2B5EF4-FFF2-40B4-BE49-F238E27FC236}">
                      <a16:creationId xmlns:a16="http://schemas.microsoft.com/office/drawing/2014/main" id="{E873800C-3A1C-7EB0-ACFB-1DB490208CC3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9" y="0"/>
                  <a:ext cx="449" cy="1045"/>
                </a:xfrm>
                <a:custGeom>
                  <a:avLst/>
                  <a:gdLst>
                    <a:gd name="T0" fmla="*/ 18 w 448"/>
                    <a:gd name="T1" fmla="*/ 1043 h 1043"/>
                    <a:gd name="T2" fmla="*/ 41 w 448"/>
                    <a:gd name="T3" fmla="*/ 1043 h 1043"/>
                    <a:gd name="T4" fmla="*/ 448 w 448"/>
                    <a:gd name="T5" fmla="*/ 0 h 1043"/>
                    <a:gd name="T6" fmla="*/ 406 w 448"/>
                    <a:gd name="T7" fmla="*/ 0 h 1043"/>
                    <a:gd name="T8" fmla="*/ 0 w 448"/>
                    <a:gd name="T9" fmla="*/ 1043 h 1043"/>
                    <a:gd name="T10" fmla="*/ 18 w 448"/>
                    <a:gd name="T11" fmla="*/ 1043 h 1043"/>
                    <a:gd name="T12" fmla="*/ 18 w 44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35" name="Freeform 43">
                  <a:extLst>
                    <a:ext uri="{FF2B5EF4-FFF2-40B4-BE49-F238E27FC236}">
                      <a16:creationId xmlns:a16="http://schemas.microsoft.com/office/drawing/2014/main" id="{3CFDEFD7-A97C-458B-D60B-50334A7CB15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480" y="0"/>
                  <a:ext cx="541" cy="1045"/>
                </a:xfrm>
                <a:custGeom>
                  <a:avLst/>
                  <a:gdLst>
                    <a:gd name="T0" fmla="*/ 18 w 539"/>
                    <a:gd name="T1" fmla="*/ 1043 h 1043"/>
                    <a:gd name="T2" fmla="*/ 42 w 539"/>
                    <a:gd name="T3" fmla="*/ 1043 h 1043"/>
                    <a:gd name="T4" fmla="*/ 539 w 539"/>
                    <a:gd name="T5" fmla="*/ 0 h 1043"/>
                    <a:gd name="T6" fmla="*/ 497 w 539"/>
                    <a:gd name="T7" fmla="*/ 0 h 1043"/>
                    <a:gd name="T8" fmla="*/ 0 w 539"/>
                    <a:gd name="T9" fmla="*/ 1043 h 1043"/>
                    <a:gd name="T10" fmla="*/ 18 w 539"/>
                    <a:gd name="T11" fmla="*/ 1043 h 1043"/>
                    <a:gd name="T12" fmla="*/ 18 w 5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36" name="Freeform 44">
                  <a:extLst>
                    <a:ext uri="{FF2B5EF4-FFF2-40B4-BE49-F238E27FC236}">
                      <a16:creationId xmlns:a16="http://schemas.microsoft.com/office/drawing/2014/main" id="{C6223A68-CD6A-1F42-B779-A06774F5CAE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768" y="0"/>
                  <a:ext cx="642" cy="1045"/>
                </a:xfrm>
                <a:custGeom>
                  <a:avLst/>
                  <a:gdLst>
                    <a:gd name="T0" fmla="*/ 18 w 640"/>
                    <a:gd name="T1" fmla="*/ 1043 h 1043"/>
                    <a:gd name="T2" fmla="*/ 42 w 640"/>
                    <a:gd name="T3" fmla="*/ 1043 h 1043"/>
                    <a:gd name="T4" fmla="*/ 640 w 640"/>
                    <a:gd name="T5" fmla="*/ 0 h 1043"/>
                    <a:gd name="T6" fmla="*/ 592 w 640"/>
                    <a:gd name="T7" fmla="*/ 0 h 1043"/>
                    <a:gd name="T8" fmla="*/ 0 w 640"/>
                    <a:gd name="T9" fmla="*/ 1043 h 1043"/>
                    <a:gd name="T10" fmla="*/ 18 w 640"/>
                    <a:gd name="T11" fmla="*/ 1043 h 1043"/>
                    <a:gd name="T12" fmla="*/ 18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37" name="Freeform 45">
                  <a:extLst>
                    <a:ext uri="{FF2B5EF4-FFF2-40B4-BE49-F238E27FC236}">
                      <a16:creationId xmlns:a16="http://schemas.microsoft.com/office/drawing/2014/main" id="{FC64B8B6-3602-6082-5F89-35540CAC64C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086" y="48"/>
                  <a:ext cx="672" cy="997"/>
                </a:xfrm>
                <a:custGeom>
                  <a:avLst/>
                  <a:gdLst>
                    <a:gd name="T0" fmla="*/ 24 w 670"/>
                    <a:gd name="T1" fmla="*/ 995 h 995"/>
                    <a:gd name="T2" fmla="*/ 48 w 670"/>
                    <a:gd name="T3" fmla="*/ 995 h 995"/>
                    <a:gd name="T4" fmla="*/ 670 w 670"/>
                    <a:gd name="T5" fmla="*/ 72 h 995"/>
                    <a:gd name="T6" fmla="*/ 670 w 670"/>
                    <a:gd name="T7" fmla="*/ 0 h 995"/>
                    <a:gd name="T8" fmla="*/ 0 w 670"/>
                    <a:gd name="T9" fmla="*/ 995 h 995"/>
                    <a:gd name="T10" fmla="*/ 24 w 670"/>
                    <a:gd name="T11" fmla="*/ 995 h 995"/>
                    <a:gd name="T12" fmla="*/ 24 w 670"/>
                    <a:gd name="T13" fmla="*/ 995 h 9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238" name="Group 46">
                <a:extLst>
                  <a:ext uri="{FF2B5EF4-FFF2-40B4-BE49-F238E27FC236}">
                    <a16:creationId xmlns:a16="http://schemas.microsoft.com/office/drawing/2014/main" id="{C5004177-0C38-8B64-30DB-FFA492E175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58"/>
                <a:ext cx="5758" cy="487"/>
                <a:chOff x="0" y="558"/>
                <a:chExt cx="5758" cy="487"/>
              </a:xfrm>
            </p:grpSpPr>
            <p:sp>
              <p:nvSpPr>
                <p:cNvPr id="8239" name="Freeform 47">
                  <a:extLst>
                    <a:ext uri="{FF2B5EF4-FFF2-40B4-BE49-F238E27FC236}">
                      <a16:creationId xmlns:a16="http://schemas.microsoft.com/office/drawing/2014/main" id="{D84AD775-BD93-10F2-55F6-4B430C7803C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618"/>
                  <a:ext cx="306" cy="427"/>
                </a:xfrm>
                <a:custGeom>
                  <a:avLst/>
                  <a:gdLst>
                    <a:gd name="T0" fmla="*/ 281 w 305"/>
                    <a:gd name="T1" fmla="*/ 426 h 426"/>
                    <a:gd name="T2" fmla="*/ 305 w 305"/>
                    <a:gd name="T3" fmla="*/ 426 h 426"/>
                    <a:gd name="T4" fmla="*/ 0 w 305"/>
                    <a:gd name="T5" fmla="*/ 0 h 426"/>
                    <a:gd name="T6" fmla="*/ 0 w 305"/>
                    <a:gd name="T7" fmla="*/ 66 h 426"/>
                    <a:gd name="T8" fmla="*/ 251 w 305"/>
                    <a:gd name="T9" fmla="*/ 426 h 426"/>
                    <a:gd name="T10" fmla="*/ 281 w 305"/>
                    <a:gd name="T11" fmla="*/ 426 h 426"/>
                    <a:gd name="T12" fmla="*/ 281 w 305"/>
                    <a:gd name="T13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40" name="Freeform 48">
                  <a:extLst>
                    <a:ext uri="{FF2B5EF4-FFF2-40B4-BE49-F238E27FC236}">
                      <a16:creationId xmlns:a16="http://schemas.microsoft.com/office/drawing/2014/main" id="{49DB9E23-3EC6-37A9-53AE-45981D9A16F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410" y="558"/>
                  <a:ext cx="348" cy="487"/>
                </a:xfrm>
                <a:custGeom>
                  <a:avLst/>
                  <a:gdLst>
                    <a:gd name="T0" fmla="*/ 24 w 347"/>
                    <a:gd name="T1" fmla="*/ 486 h 486"/>
                    <a:gd name="T2" fmla="*/ 48 w 347"/>
                    <a:gd name="T3" fmla="*/ 486 h 486"/>
                    <a:gd name="T4" fmla="*/ 347 w 347"/>
                    <a:gd name="T5" fmla="*/ 72 h 486"/>
                    <a:gd name="T6" fmla="*/ 347 w 347"/>
                    <a:gd name="T7" fmla="*/ 0 h 486"/>
                    <a:gd name="T8" fmla="*/ 0 w 347"/>
                    <a:gd name="T9" fmla="*/ 486 h 486"/>
                    <a:gd name="T10" fmla="*/ 24 w 347"/>
                    <a:gd name="T11" fmla="*/ 486 h 486"/>
                    <a:gd name="T12" fmla="*/ 24 w 347"/>
                    <a:gd name="T13" fmla="*/ 486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241" name="Group 49">
                <a:extLst>
                  <a:ext uri="{FF2B5EF4-FFF2-40B4-BE49-F238E27FC236}">
                    <a16:creationId xmlns:a16="http://schemas.microsoft.com/office/drawing/2014/main" id="{60AA3696-D0DF-239B-5A98-84B0E30701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" y="1039"/>
                <a:ext cx="5200" cy="3280"/>
                <a:chOff x="264" y="1039"/>
                <a:chExt cx="5200" cy="3280"/>
              </a:xfrm>
            </p:grpSpPr>
            <p:sp>
              <p:nvSpPr>
                <p:cNvPr id="8242" name="Freeform 50">
                  <a:extLst>
                    <a:ext uri="{FF2B5EF4-FFF2-40B4-BE49-F238E27FC236}">
                      <a16:creationId xmlns:a16="http://schemas.microsoft.com/office/drawing/2014/main" id="{237C708F-CBDB-209D-EB10-44C5527D53B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1039"/>
                  <a:ext cx="42" cy="3280"/>
                </a:xfrm>
                <a:custGeom>
                  <a:avLst/>
                  <a:gdLst>
                    <a:gd name="T0" fmla="*/ 18 w 42"/>
                    <a:gd name="T1" fmla="*/ 0 h 3273"/>
                    <a:gd name="T2" fmla="*/ 0 w 42"/>
                    <a:gd name="T3" fmla="*/ 0 h 3273"/>
                    <a:gd name="T4" fmla="*/ 0 w 42"/>
                    <a:gd name="T5" fmla="*/ 3273 h 3273"/>
                    <a:gd name="T6" fmla="*/ 42 w 42"/>
                    <a:gd name="T7" fmla="*/ 3273 h 3273"/>
                    <a:gd name="T8" fmla="*/ 42 w 42"/>
                    <a:gd name="T9" fmla="*/ 0 h 3273"/>
                    <a:gd name="T10" fmla="*/ 18 w 42"/>
                    <a:gd name="T11" fmla="*/ 0 h 3273"/>
                    <a:gd name="T12" fmla="*/ 18 w 42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43" name="Freeform 51">
                  <a:extLst>
                    <a:ext uri="{FF2B5EF4-FFF2-40B4-BE49-F238E27FC236}">
                      <a16:creationId xmlns:a16="http://schemas.microsoft.com/office/drawing/2014/main" id="{F811E9F4-9E5B-848A-0CEF-D02E72CAED2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154" y="1039"/>
                  <a:ext cx="401" cy="3280"/>
                </a:xfrm>
                <a:custGeom>
                  <a:avLst/>
                  <a:gdLst>
                    <a:gd name="T0" fmla="*/ 376 w 400"/>
                    <a:gd name="T1" fmla="*/ 0 h 3273"/>
                    <a:gd name="T2" fmla="*/ 358 w 400"/>
                    <a:gd name="T3" fmla="*/ 0 h 3273"/>
                    <a:gd name="T4" fmla="*/ 0 w 400"/>
                    <a:gd name="T5" fmla="*/ 3273 h 3273"/>
                    <a:gd name="T6" fmla="*/ 41 w 400"/>
                    <a:gd name="T7" fmla="*/ 3273 h 3273"/>
                    <a:gd name="T8" fmla="*/ 400 w 400"/>
                    <a:gd name="T9" fmla="*/ 0 h 3273"/>
                    <a:gd name="T10" fmla="*/ 376 w 400"/>
                    <a:gd name="T11" fmla="*/ 0 h 3273"/>
                    <a:gd name="T12" fmla="*/ 376 w 400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44" name="Freeform 52">
                  <a:extLst>
                    <a:ext uri="{FF2B5EF4-FFF2-40B4-BE49-F238E27FC236}">
                      <a16:creationId xmlns:a16="http://schemas.microsoft.com/office/drawing/2014/main" id="{396A18FE-BA20-7EF7-FEA5-B8B3E87D9ED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30" y="1039"/>
                  <a:ext cx="677" cy="3280"/>
                </a:xfrm>
                <a:custGeom>
                  <a:avLst/>
                  <a:gdLst>
                    <a:gd name="T0" fmla="*/ 657 w 675"/>
                    <a:gd name="T1" fmla="*/ 0 h 3273"/>
                    <a:gd name="T2" fmla="*/ 639 w 675"/>
                    <a:gd name="T3" fmla="*/ 0 h 3273"/>
                    <a:gd name="T4" fmla="*/ 0 w 675"/>
                    <a:gd name="T5" fmla="*/ 3273 h 3273"/>
                    <a:gd name="T6" fmla="*/ 42 w 675"/>
                    <a:gd name="T7" fmla="*/ 3273 h 3273"/>
                    <a:gd name="T8" fmla="*/ 675 w 675"/>
                    <a:gd name="T9" fmla="*/ 0 h 3273"/>
                    <a:gd name="T10" fmla="*/ 657 w 675"/>
                    <a:gd name="T11" fmla="*/ 0 h 3273"/>
                    <a:gd name="T12" fmla="*/ 657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45" name="Freeform 53">
                  <a:extLst>
                    <a:ext uri="{FF2B5EF4-FFF2-40B4-BE49-F238E27FC236}">
                      <a16:creationId xmlns:a16="http://schemas.microsoft.com/office/drawing/2014/main" id="{F4A02432-6F0F-CE36-5442-E66BAFBFAA0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876" y="1039"/>
                  <a:ext cx="1031" cy="3280"/>
                </a:xfrm>
                <a:custGeom>
                  <a:avLst/>
                  <a:gdLst>
                    <a:gd name="T0" fmla="*/ 1013 w 1031"/>
                    <a:gd name="T1" fmla="*/ 0 h 3280"/>
                    <a:gd name="T2" fmla="*/ 990 w 1031"/>
                    <a:gd name="T3" fmla="*/ 0 h 3280"/>
                    <a:gd name="T4" fmla="*/ 0 w 1031"/>
                    <a:gd name="T5" fmla="*/ 3280 h 3280"/>
                    <a:gd name="T6" fmla="*/ 42 w 1031"/>
                    <a:gd name="T7" fmla="*/ 3280 h 3280"/>
                    <a:gd name="T8" fmla="*/ 1031 w 1031"/>
                    <a:gd name="T9" fmla="*/ 4 h 3280"/>
                    <a:gd name="T10" fmla="*/ 1013 w 1031"/>
                    <a:gd name="T11" fmla="*/ 0 h 3280"/>
                    <a:gd name="T12" fmla="*/ 1013 w 1031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46" name="Freeform 54">
                  <a:extLst>
                    <a:ext uri="{FF2B5EF4-FFF2-40B4-BE49-F238E27FC236}">
                      <a16:creationId xmlns:a16="http://schemas.microsoft.com/office/drawing/2014/main" id="{4EE0CE92-E8E5-6C73-51EA-CFF00970E2D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64" y="1039"/>
                  <a:ext cx="1319" cy="3280"/>
                </a:xfrm>
                <a:custGeom>
                  <a:avLst/>
                  <a:gdLst>
                    <a:gd name="T0" fmla="*/ 1296 w 1319"/>
                    <a:gd name="T1" fmla="*/ 0 h 3280"/>
                    <a:gd name="T2" fmla="*/ 1278 w 1319"/>
                    <a:gd name="T3" fmla="*/ 0 h 3280"/>
                    <a:gd name="T4" fmla="*/ 0 w 1319"/>
                    <a:gd name="T5" fmla="*/ 3280 h 3280"/>
                    <a:gd name="T6" fmla="*/ 42 w 1319"/>
                    <a:gd name="T7" fmla="*/ 3280 h 3280"/>
                    <a:gd name="T8" fmla="*/ 1319 w 1319"/>
                    <a:gd name="T9" fmla="*/ 5 h 3280"/>
                    <a:gd name="T10" fmla="*/ 1296 w 1319"/>
                    <a:gd name="T11" fmla="*/ 0 h 3280"/>
                    <a:gd name="T12" fmla="*/ 1296 w 1319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47" name="Freeform 55">
                  <a:extLst>
                    <a:ext uri="{FF2B5EF4-FFF2-40B4-BE49-F238E27FC236}">
                      <a16:creationId xmlns:a16="http://schemas.microsoft.com/office/drawing/2014/main" id="{89C8F823-C29E-6DB4-8CD4-06C50E9136B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1039"/>
                  <a:ext cx="402" cy="3280"/>
                </a:xfrm>
                <a:custGeom>
                  <a:avLst/>
                  <a:gdLst>
                    <a:gd name="T0" fmla="*/ 18 w 401"/>
                    <a:gd name="T1" fmla="*/ 0 h 3273"/>
                    <a:gd name="T2" fmla="*/ 0 w 401"/>
                    <a:gd name="T3" fmla="*/ 0 h 3273"/>
                    <a:gd name="T4" fmla="*/ 359 w 401"/>
                    <a:gd name="T5" fmla="*/ 3273 h 3273"/>
                    <a:gd name="T6" fmla="*/ 401 w 401"/>
                    <a:gd name="T7" fmla="*/ 3273 h 3273"/>
                    <a:gd name="T8" fmla="*/ 42 w 401"/>
                    <a:gd name="T9" fmla="*/ 0 h 3273"/>
                    <a:gd name="T10" fmla="*/ 18 w 401"/>
                    <a:gd name="T11" fmla="*/ 0 h 3273"/>
                    <a:gd name="T12" fmla="*/ 18 w 401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48" name="Freeform 56">
                  <a:extLst>
                    <a:ext uri="{FF2B5EF4-FFF2-40B4-BE49-F238E27FC236}">
                      <a16:creationId xmlns:a16="http://schemas.microsoft.com/office/drawing/2014/main" id="{CD523E91-5E77-FB97-8B0B-C48478764365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1039"/>
                  <a:ext cx="677" cy="3280"/>
                </a:xfrm>
                <a:custGeom>
                  <a:avLst/>
                  <a:gdLst>
                    <a:gd name="T0" fmla="*/ 18 w 675"/>
                    <a:gd name="T1" fmla="*/ 0 h 3273"/>
                    <a:gd name="T2" fmla="*/ 0 w 675"/>
                    <a:gd name="T3" fmla="*/ 0 h 3273"/>
                    <a:gd name="T4" fmla="*/ 640 w 675"/>
                    <a:gd name="T5" fmla="*/ 3273 h 3273"/>
                    <a:gd name="T6" fmla="*/ 675 w 675"/>
                    <a:gd name="T7" fmla="*/ 3273 h 3273"/>
                    <a:gd name="T8" fmla="*/ 36 w 675"/>
                    <a:gd name="T9" fmla="*/ 0 h 3273"/>
                    <a:gd name="T10" fmla="*/ 18 w 675"/>
                    <a:gd name="T11" fmla="*/ 0 h 3273"/>
                    <a:gd name="T12" fmla="*/ 18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49" name="Freeform 57">
                  <a:extLst>
                    <a:ext uri="{FF2B5EF4-FFF2-40B4-BE49-F238E27FC236}">
                      <a16:creationId xmlns:a16="http://schemas.microsoft.com/office/drawing/2014/main" id="{7E10F546-7D01-B807-00D5-9DA19B011F4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2" y="1039"/>
                  <a:ext cx="1036" cy="3280"/>
                </a:xfrm>
                <a:custGeom>
                  <a:avLst/>
                  <a:gdLst>
                    <a:gd name="T0" fmla="*/ 23 w 1036"/>
                    <a:gd name="T1" fmla="*/ 0 h 3280"/>
                    <a:gd name="T2" fmla="*/ 0 w 1036"/>
                    <a:gd name="T3" fmla="*/ 5 h 3280"/>
                    <a:gd name="T4" fmla="*/ 994 w 1036"/>
                    <a:gd name="T5" fmla="*/ 3280 h 3280"/>
                    <a:gd name="T6" fmla="*/ 1036 w 1036"/>
                    <a:gd name="T7" fmla="*/ 3280 h 3280"/>
                    <a:gd name="T8" fmla="*/ 41 w 1036"/>
                    <a:gd name="T9" fmla="*/ 0 h 3280"/>
                    <a:gd name="T10" fmla="*/ 23 w 1036"/>
                    <a:gd name="T11" fmla="*/ 0 h 3280"/>
                    <a:gd name="T12" fmla="*/ 23 w 1036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50" name="Freeform 58">
                  <a:extLst>
                    <a:ext uri="{FF2B5EF4-FFF2-40B4-BE49-F238E27FC236}">
                      <a16:creationId xmlns:a16="http://schemas.microsoft.com/office/drawing/2014/main" id="{F9C246E2-EB7B-BC5B-21C7-3C8097A089D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7" y="1039"/>
                  <a:ext cx="1327" cy="3280"/>
                </a:xfrm>
                <a:custGeom>
                  <a:avLst/>
                  <a:gdLst>
                    <a:gd name="T0" fmla="*/ 20 w 1327"/>
                    <a:gd name="T1" fmla="*/ 0 h 3280"/>
                    <a:gd name="T2" fmla="*/ 0 w 1327"/>
                    <a:gd name="T3" fmla="*/ 7 h 3280"/>
                    <a:gd name="T4" fmla="*/ 1285 w 1327"/>
                    <a:gd name="T5" fmla="*/ 3280 h 3280"/>
                    <a:gd name="T6" fmla="*/ 1327 w 1327"/>
                    <a:gd name="T7" fmla="*/ 3280 h 3280"/>
                    <a:gd name="T8" fmla="*/ 43 w 1327"/>
                    <a:gd name="T9" fmla="*/ 0 h 3280"/>
                    <a:gd name="T10" fmla="*/ 20 w 1327"/>
                    <a:gd name="T11" fmla="*/ 0 h 3280"/>
                    <a:gd name="T12" fmla="*/ 20 w 1327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8251" name="Freeform 59">
                <a:extLst>
                  <a:ext uri="{FF2B5EF4-FFF2-40B4-BE49-F238E27FC236}">
                    <a16:creationId xmlns:a16="http://schemas.microsoft.com/office/drawing/2014/main" id="{42341DBB-4CB7-E3CD-714C-1251C9D7439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1254" cy="2632"/>
              </a:xfrm>
              <a:custGeom>
                <a:avLst/>
                <a:gdLst>
                  <a:gd name="T0" fmla="*/ 1236 w 1254"/>
                  <a:gd name="T1" fmla="*/ 0 h 2632"/>
                  <a:gd name="T2" fmla="*/ 1212 w 1254"/>
                  <a:gd name="T3" fmla="*/ 0 h 2632"/>
                  <a:gd name="T4" fmla="*/ 0 w 1254"/>
                  <a:gd name="T5" fmla="*/ 2542 h 2632"/>
                  <a:gd name="T6" fmla="*/ 0 w 1254"/>
                  <a:gd name="T7" fmla="*/ 2632 h 2632"/>
                  <a:gd name="T8" fmla="*/ 1254 w 1254"/>
                  <a:gd name="T9" fmla="*/ 7 h 2632"/>
                  <a:gd name="T10" fmla="*/ 1236 w 1254"/>
                  <a:gd name="T11" fmla="*/ 0 h 2632"/>
                  <a:gd name="T12" fmla="*/ 1236 w 1254"/>
                  <a:gd name="T13" fmla="*/ 0 h 2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52" name="Freeform 60">
                <a:extLst>
                  <a:ext uri="{FF2B5EF4-FFF2-40B4-BE49-F238E27FC236}">
                    <a16:creationId xmlns:a16="http://schemas.microsoft.com/office/drawing/2014/main" id="{377809F2-F52A-9062-6F72-4695BC43454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948" cy="1676"/>
              </a:xfrm>
              <a:custGeom>
                <a:avLst/>
                <a:gdLst>
                  <a:gd name="T0" fmla="*/ 930 w 948"/>
                  <a:gd name="T1" fmla="*/ 0 h 1676"/>
                  <a:gd name="T2" fmla="*/ 906 w 948"/>
                  <a:gd name="T3" fmla="*/ 0 h 1676"/>
                  <a:gd name="T4" fmla="*/ 0 w 948"/>
                  <a:gd name="T5" fmla="*/ 1593 h 1676"/>
                  <a:gd name="T6" fmla="*/ 0 w 948"/>
                  <a:gd name="T7" fmla="*/ 1676 h 1676"/>
                  <a:gd name="T8" fmla="*/ 948 w 948"/>
                  <a:gd name="T9" fmla="*/ 5 h 1676"/>
                  <a:gd name="T10" fmla="*/ 930 w 948"/>
                  <a:gd name="T11" fmla="*/ 0 h 1676"/>
                  <a:gd name="T12" fmla="*/ 930 w 948"/>
                  <a:gd name="T13" fmla="*/ 0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53" name="Freeform 61">
                <a:extLst>
                  <a:ext uri="{FF2B5EF4-FFF2-40B4-BE49-F238E27FC236}">
                    <a16:creationId xmlns:a16="http://schemas.microsoft.com/office/drawing/2014/main" id="{A939D99C-229E-13B0-2A86-B445549BB3C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629" cy="937"/>
              </a:xfrm>
              <a:custGeom>
                <a:avLst/>
                <a:gdLst>
                  <a:gd name="T0" fmla="*/ 606 w 629"/>
                  <a:gd name="T1" fmla="*/ 0 h 937"/>
                  <a:gd name="T2" fmla="*/ 582 w 629"/>
                  <a:gd name="T3" fmla="*/ 0 h 937"/>
                  <a:gd name="T4" fmla="*/ 0 w 629"/>
                  <a:gd name="T5" fmla="*/ 871 h 937"/>
                  <a:gd name="T6" fmla="*/ 0 w 629"/>
                  <a:gd name="T7" fmla="*/ 937 h 937"/>
                  <a:gd name="T8" fmla="*/ 629 w 629"/>
                  <a:gd name="T9" fmla="*/ 4 h 937"/>
                  <a:gd name="T10" fmla="*/ 606 w 629"/>
                  <a:gd name="T11" fmla="*/ 0 h 937"/>
                  <a:gd name="T12" fmla="*/ 606 w 629"/>
                  <a:gd name="T13" fmla="*/ 0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54" name="Freeform 62">
                <a:extLst>
                  <a:ext uri="{FF2B5EF4-FFF2-40B4-BE49-F238E27FC236}">
                    <a16:creationId xmlns:a16="http://schemas.microsoft.com/office/drawing/2014/main" id="{B87D5F5E-2CAC-CDE8-AD50-EBB657FD00A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305" cy="427"/>
              </a:xfrm>
              <a:custGeom>
                <a:avLst/>
                <a:gdLst>
                  <a:gd name="T0" fmla="*/ 282 w 305"/>
                  <a:gd name="T1" fmla="*/ 0 h 427"/>
                  <a:gd name="T2" fmla="*/ 252 w 305"/>
                  <a:gd name="T3" fmla="*/ 0 h 427"/>
                  <a:gd name="T4" fmla="*/ 0 w 305"/>
                  <a:gd name="T5" fmla="*/ 361 h 427"/>
                  <a:gd name="T6" fmla="*/ 0 w 305"/>
                  <a:gd name="T7" fmla="*/ 427 h 427"/>
                  <a:gd name="T8" fmla="*/ 305 w 305"/>
                  <a:gd name="T9" fmla="*/ 5 h 427"/>
                  <a:gd name="T10" fmla="*/ 282 w 305"/>
                  <a:gd name="T11" fmla="*/ 0 h 427"/>
                  <a:gd name="T12" fmla="*/ 282 w 305"/>
                  <a:gd name="T13" fmla="*/ 0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55" name="Freeform 63">
                <a:extLst>
                  <a:ext uri="{FF2B5EF4-FFF2-40B4-BE49-F238E27FC236}">
                    <a16:creationId xmlns:a16="http://schemas.microsoft.com/office/drawing/2014/main" id="{12F4581F-CFBC-231B-AEDD-CDBBC772B8C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81" y="1039"/>
                <a:ext cx="1277" cy="2686"/>
              </a:xfrm>
              <a:custGeom>
                <a:avLst/>
                <a:gdLst>
                  <a:gd name="T0" fmla="*/ 41 w 1277"/>
                  <a:gd name="T1" fmla="*/ 0 h 2686"/>
                  <a:gd name="T2" fmla="*/ 17 w 1277"/>
                  <a:gd name="T3" fmla="*/ 0 h 2686"/>
                  <a:gd name="T4" fmla="*/ 0 w 1277"/>
                  <a:gd name="T5" fmla="*/ 4 h 2686"/>
                  <a:gd name="T6" fmla="*/ 1277 w 1277"/>
                  <a:gd name="T7" fmla="*/ 2686 h 2686"/>
                  <a:gd name="T8" fmla="*/ 1277 w 1277"/>
                  <a:gd name="T9" fmla="*/ 2596 h 2686"/>
                  <a:gd name="T10" fmla="*/ 41 w 1277"/>
                  <a:gd name="T11" fmla="*/ 0 h 2686"/>
                  <a:gd name="T12" fmla="*/ 41 w 1277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56" name="Freeform 64">
                <a:extLst>
                  <a:ext uri="{FF2B5EF4-FFF2-40B4-BE49-F238E27FC236}">
                    <a16:creationId xmlns:a16="http://schemas.microsoft.com/office/drawing/2014/main" id="{59EA0020-92D8-ED33-B3F6-DF205F6E7AC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70" y="1039"/>
                <a:ext cx="988" cy="1730"/>
              </a:xfrm>
              <a:custGeom>
                <a:avLst/>
                <a:gdLst>
                  <a:gd name="T0" fmla="*/ 16 w 988"/>
                  <a:gd name="T1" fmla="*/ 0 h 1730"/>
                  <a:gd name="T2" fmla="*/ 0 w 988"/>
                  <a:gd name="T3" fmla="*/ 7 h 1730"/>
                  <a:gd name="T4" fmla="*/ 988 w 988"/>
                  <a:gd name="T5" fmla="*/ 1730 h 1730"/>
                  <a:gd name="T6" fmla="*/ 988 w 988"/>
                  <a:gd name="T7" fmla="*/ 1653 h 1730"/>
                  <a:gd name="T8" fmla="*/ 40 w 988"/>
                  <a:gd name="T9" fmla="*/ 0 h 1730"/>
                  <a:gd name="T10" fmla="*/ 16 w 988"/>
                  <a:gd name="T11" fmla="*/ 0 h 1730"/>
                  <a:gd name="T12" fmla="*/ 16 w 988"/>
                  <a:gd name="T13" fmla="*/ 0 h 1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57" name="Freeform 65">
                <a:extLst>
                  <a:ext uri="{FF2B5EF4-FFF2-40B4-BE49-F238E27FC236}">
                    <a16:creationId xmlns:a16="http://schemas.microsoft.com/office/drawing/2014/main" id="{3F6F2016-5FB7-D00C-9426-7787FCFE276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88" y="1039"/>
                <a:ext cx="670" cy="997"/>
              </a:xfrm>
              <a:custGeom>
                <a:avLst/>
                <a:gdLst>
                  <a:gd name="T0" fmla="*/ 22 w 670"/>
                  <a:gd name="T1" fmla="*/ 0 h 997"/>
                  <a:gd name="T2" fmla="*/ 0 w 670"/>
                  <a:gd name="T3" fmla="*/ 4 h 997"/>
                  <a:gd name="T4" fmla="*/ 670 w 670"/>
                  <a:gd name="T5" fmla="*/ 997 h 997"/>
                  <a:gd name="T6" fmla="*/ 670 w 670"/>
                  <a:gd name="T7" fmla="*/ 925 h 997"/>
                  <a:gd name="T8" fmla="*/ 46 w 670"/>
                  <a:gd name="T9" fmla="*/ 0 h 997"/>
                  <a:gd name="T10" fmla="*/ 22 w 670"/>
                  <a:gd name="T11" fmla="*/ 0 h 997"/>
                  <a:gd name="T12" fmla="*/ 22 w 670"/>
                  <a:gd name="T13" fmla="*/ 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58" name="Freeform 66">
                <a:extLst>
                  <a:ext uri="{FF2B5EF4-FFF2-40B4-BE49-F238E27FC236}">
                    <a16:creationId xmlns:a16="http://schemas.microsoft.com/office/drawing/2014/main" id="{3B2AC5D5-CCFC-14AE-119B-69D41455F86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12" y="1039"/>
                <a:ext cx="346" cy="487"/>
              </a:xfrm>
              <a:custGeom>
                <a:avLst/>
                <a:gdLst>
                  <a:gd name="T0" fmla="*/ 22 w 346"/>
                  <a:gd name="T1" fmla="*/ 0 h 487"/>
                  <a:gd name="T2" fmla="*/ 0 w 346"/>
                  <a:gd name="T3" fmla="*/ 7 h 487"/>
                  <a:gd name="T4" fmla="*/ 346 w 346"/>
                  <a:gd name="T5" fmla="*/ 487 h 487"/>
                  <a:gd name="T6" fmla="*/ 346 w 346"/>
                  <a:gd name="T7" fmla="*/ 415 h 487"/>
                  <a:gd name="T8" fmla="*/ 46 w 346"/>
                  <a:gd name="T9" fmla="*/ 0 h 487"/>
                  <a:gd name="T10" fmla="*/ 22 w 346"/>
                  <a:gd name="T11" fmla="*/ 0 h 487"/>
                  <a:gd name="T12" fmla="*/ 22 w 346"/>
                  <a:gd name="T13" fmla="*/ 0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8259" name="Rectangle 67">
            <a:extLst>
              <a:ext uri="{FF2B5EF4-FFF2-40B4-BE49-F238E27FC236}">
                <a16:creationId xmlns:a16="http://schemas.microsoft.com/office/drawing/2014/main" id="{FECEC55B-FBD7-2800-37C6-C3C06A3DC84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5613" y="1920875"/>
            <a:ext cx="8226425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8260" name="Rectangle 68">
            <a:extLst>
              <a:ext uri="{FF2B5EF4-FFF2-40B4-BE49-F238E27FC236}">
                <a16:creationId xmlns:a16="http://schemas.microsoft.com/office/drawing/2014/main" id="{F53D6F7D-08D5-A49B-38BB-9301CA338DB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8261" name="Rectangle 69">
            <a:extLst>
              <a:ext uri="{FF2B5EF4-FFF2-40B4-BE49-F238E27FC236}">
                <a16:creationId xmlns:a16="http://schemas.microsoft.com/office/drawing/2014/main" id="{C9BF4962-F64B-0682-6198-AEDAA9786B7B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262" name="Rectangle 70">
            <a:extLst>
              <a:ext uri="{FF2B5EF4-FFF2-40B4-BE49-F238E27FC236}">
                <a16:creationId xmlns:a16="http://schemas.microsoft.com/office/drawing/2014/main" id="{47AA69CA-9760-3ECE-11FA-59B034F438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263" name="Rectangle 71">
            <a:extLst>
              <a:ext uri="{FF2B5EF4-FFF2-40B4-BE49-F238E27FC236}">
                <a16:creationId xmlns:a16="http://schemas.microsoft.com/office/drawing/2014/main" id="{9546701E-02FE-C521-199B-5545CC446C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826CF60-C047-45BE-82E4-1A0FAE1F1E4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BCA8B-EF21-5625-F5C8-B971E891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60955C-9CE9-4E6F-DF29-06834B5D5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15CC1A-B3FE-A840-B284-72239837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469B76-8F89-1404-9CE6-A25B4DB59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F20DD0-F9DB-DBAB-7358-D40C8F8D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D99A8-AAED-409D-A39B-69F64FCF4D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7476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15F04-DCC2-9BD4-0C00-0B975418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8E2B56-598C-BA1C-9114-AC7F440D7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024F5B-2190-D9FD-06CA-C6709918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E144EC-4453-F7ED-F90D-123DC015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FF08F8-9320-4D05-4FB8-F8258D2D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25596B-6DF0-4349-B499-D92C5DBA76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003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D5233-745C-6485-DA7F-A60C8101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4FF756-221C-0309-0549-3C49033DE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613" y="1598613"/>
            <a:ext cx="4037012" cy="44973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F1BEDF-7730-6470-231F-BBEFC4A5D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025" y="1598613"/>
            <a:ext cx="4037013" cy="44973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745436-6147-5D83-720C-6396CC91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1D7507-CAFD-BCEC-3B77-BE7E17CE9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0F9D64-4BEA-197F-38AF-A8A6AB1E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9C7C22-7831-41FD-BF53-778DA0B7DC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747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B01D0-6233-FECC-5AC5-FF1398C8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D095DE-AB9D-5E7C-4DD4-C1421DC17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4A4D60-E707-7CCB-1446-A7949D198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4FD4EE5-81EF-CE9C-ABEB-8EF1E125E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80C1B3-3072-F8AE-9E61-74B0BC861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D087CB0-F54C-A3C0-0A59-361C1E3CF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C81DB9-AFDB-F69A-A49B-8720B722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0FEC094-77E9-868D-EEEE-A0ACA7C4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C2943-2D1B-445C-98A5-43C7C7DD82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13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47A39-0F0D-D7FE-1C13-7A84D1C5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D2F3E0-F91B-63F7-A416-E519AFC0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5E64BB1-7D65-D25E-4FC7-521E3597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10DD5F-6AD5-326B-25CC-D20233BB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C3F561-BE50-4D4B-B82C-CD00D8EB35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821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451A10-66EE-10B4-DB6F-C74A40DA4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21C6F60-FAA7-A0A3-406E-7BE52212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4E501B-2C8D-17F2-CBCE-7D1BF471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F69C71-1B9B-4E46-9C07-1401893205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15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4ECEF-D61F-2067-460D-051E0AB6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EBE809-C56D-2B12-6579-CEDAB4220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BE35BD-FAA8-4DB8-8086-96D7A981B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98280B-02CF-706F-C124-11FC0163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515F2E-0A0C-D8B5-AF1E-10705BAD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4B660C-B28D-C6C1-6CB4-4F12CD9F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9303A0-B6D6-406D-A160-A567B59A12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824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F34B0-0CD9-91AB-D01C-2E0492542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1E8BEF3-FAAE-1A2D-4018-7ACA3302E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F249A0-AD54-64F6-4FF1-7D9146ACF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76B44E-B807-2268-C08F-BCC01872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7FCA71-70DB-14FD-3F7D-CFDFFBC3E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316A7F-39C1-9241-CC08-F5C9AB52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694EB-376C-47D5-A4EF-F482C524CE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206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6EBA6-D77B-1F54-D836-B92B342F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115968-44A6-521C-0067-D6A158163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27542-732B-98F1-2ED7-F5AC1891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8A7E5A-1A27-3F90-D86B-8A829BB9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442DD7-D44E-9DD9-5AEA-EB3F4B06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A0B08-700C-4C55-BD57-E5F6A624F2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618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80A261-0F11-6A58-54F8-5D055C9E5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6225" y="273050"/>
            <a:ext cx="2055813" cy="58229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C78D4A-4D26-9F2D-4A33-FFE01F144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18212" cy="58229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D6EAA1-EBE2-2BDA-7F09-0DF5EA21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5FEE0F-8C93-66C7-9040-CB3CA578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B7DF0D-F79A-61A2-7479-F8F42B17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7040FD-EA26-4315-B7DE-F11F705347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481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63529"/>
                <a:invGamma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>
            <a:extLst>
              <a:ext uri="{FF2B5EF4-FFF2-40B4-BE49-F238E27FC236}">
                <a16:creationId xmlns:a16="http://schemas.microsoft.com/office/drawing/2014/main" id="{3FF9922E-F978-1C19-1B8F-06629978A95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sp>
          <p:nvSpPr>
            <p:cNvPr id="7171" name="Freeform 3">
              <a:extLst>
                <a:ext uri="{FF2B5EF4-FFF2-40B4-BE49-F238E27FC236}">
                  <a16:creationId xmlns:a16="http://schemas.microsoft.com/office/drawing/2014/main" id="{9B7251E6-E4CC-4E06-5E75-71E81AA40C0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0"/>
              <a:ext cx="5758" cy="1043"/>
            </a:xfrm>
            <a:custGeom>
              <a:avLst/>
              <a:gdLst>
                <a:gd name="T0" fmla="*/ 5740 w 5740"/>
                <a:gd name="T1" fmla="*/ 1043 h 1043"/>
                <a:gd name="T2" fmla="*/ 0 w 5740"/>
                <a:gd name="T3" fmla="*/ 1043 h 1043"/>
                <a:gd name="T4" fmla="*/ 0 w 5740"/>
                <a:gd name="T5" fmla="*/ 0 h 1043"/>
                <a:gd name="T6" fmla="*/ 5740 w 5740"/>
                <a:gd name="T7" fmla="*/ 0 h 1043"/>
                <a:gd name="T8" fmla="*/ 5740 w 5740"/>
                <a:gd name="T9" fmla="*/ 1043 h 1043"/>
                <a:gd name="T10" fmla="*/ 5740 w 5740"/>
                <a:gd name="T11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7172" name="Group 4">
              <a:extLst>
                <a:ext uri="{FF2B5EF4-FFF2-40B4-BE49-F238E27FC236}">
                  <a16:creationId xmlns:a16="http://schemas.microsoft.com/office/drawing/2014/main" id="{C3B23AEA-2748-88B3-6DC1-4E4A4349AC0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5759" cy="4319"/>
              <a:chOff x="0" y="0"/>
              <a:chExt cx="5759" cy="4319"/>
            </a:xfrm>
          </p:grpSpPr>
          <p:sp>
            <p:nvSpPr>
              <p:cNvPr id="7173" name="Freeform 5">
                <a:extLst>
                  <a:ext uri="{FF2B5EF4-FFF2-40B4-BE49-F238E27FC236}">
                    <a16:creationId xmlns:a16="http://schemas.microsoft.com/office/drawing/2014/main" id="{67591135-D1B4-AFD1-CF65-DCF4C2CDC69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" y="104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74" name="Freeform 6">
                <a:extLst>
                  <a:ext uri="{FF2B5EF4-FFF2-40B4-BE49-F238E27FC236}">
                    <a16:creationId xmlns:a16="http://schemas.microsoft.com/office/drawing/2014/main" id="{0C3C3990-2819-04DD-63A1-17B26184348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988"/>
                <a:ext cx="5758" cy="42"/>
              </a:xfrm>
              <a:custGeom>
                <a:avLst/>
                <a:gdLst>
                  <a:gd name="T0" fmla="*/ 0 w 5740"/>
                  <a:gd name="T1" fmla="*/ 42 h 42"/>
                  <a:gd name="T2" fmla="*/ 5740 w 5740"/>
                  <a:gd name="T3" fmla="*/ 42 h 42"/>
                  <a:gd name="T4" fmla="*/ 5740 w 5740"/>
                  <a:gd name="T5" fmla="*/ 0 h 42"/>
                  <a:gd name="T6" fmla="*/ 0 w 5740"/>
                  <a:gd name="T7" fmla="*/ 0 h 42"/>
                  <a:gd name="T8" fmla="*/ 0 w 5740"/>
                  <a:gd name="T9" fmla="*/ 42 h 42"/>
                  <a:gd name="T10" fmla="*/ 0 w 5740"/>
                  <a:gd name="T1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75" name="Freeform 7">
                <a:extLst>
                  <a:ext uri="{FF2B5EF4-FFF2-40B4-BE49-F238E27FC236}">
                    <a16:creationId xmlns:a16="http://schemas.microsoft.com/office/drawing/2014/main" id="{FE0D62C6-A8BD-EE63-E2F3-87216E41896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665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76" name="Freeform 8">
                <a:extLst>
                  <a:ext uri="{FF2B5EF4-FFF2-40B4-BE49-F238E27FC236}">
                    <a16:creationId xmlns:a16="http://schemas.microsoft.com/office/drawing/2014/main" id="{833468BF-4D80-C9B0-C74B-FBFE89CDA7C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364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77" name="Freeform 9">
                <a:extLst>
                  <a:ext uri="{FF2B5EF4-FFF2-40B4-BE49-F238E27FC236}">
                    <a16:creationId xmlns:a16="http://schemas.microsoft.com/office/drawing/2014/main" id="{C52CCBD2-95E1-B6A3-5ACA-5945111394C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105"/>
                <a:ext cx="5758" cy="31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78" name="Freeform 10">
                <a:extLst>
                  <a:ext uri="{FF2B5EF4-FFF2-40B4-BE49-F238E27FC236}">
                    <a16:creationId xmlns:a16="http://schemas.microsoft.com/office/drawing/2014/main" id="{AFBF0957-E1CA-6B7F-BDAC-EA918EF1679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859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79" name="Freeform 11">
                <a:extLst>
                  <a:ext uri="{FF2B5EF4-FFF2-40B4-BE49-F238E27FC236}">
                    <a16:creationId xmlns:a16="http://schemas.microsoft.com/office/drawing/2014/main" id="{0C8FE518-4428-6151-147F-BB0FB094068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64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0" name="Freeform 12">
                <a:extLst>
                  <a:ext uri="{FF2B5EF4-FFF2-40B4-BE49-F238E27FC236}">
                    <a16:creationId xmlns:a16="http://schemas.microsoft.com/office/drawing/2014/main" id="{DB2427D6-08A8-3E1D-A0DB-9D7F4CC9AAC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433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1" name="Freeform 13">
                <a:extLst>
                  <a:ext uri="{FF2B5EF4-FFF2-40B4-BE49-F238E27FC236}">
                    <a16:creationId xmlns:a16="http://schemas.microsoft.com/office/drawing/2014/main" id="{6DDF3D6F-BC45-BAC4-A33F-4A6C12B47DF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259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2" name="Freeform 14">
                <a:extLst>
                  <a:ext uri="{FF2B5EF4-FFF2-40B4-BE49-F238E27FC236}">
                    <a16:creationId xmlns:a16="http://schemas.microsoft.com/office/drawing/2014/main" id="{CF3E9DCD-6150-9B84-A486-AD8030F0A8A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09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3" name="Freeform 15">
                <a:extLst>
                  <a:ext uri="{FF2B5EF4-FFF2-40B4-BE49-F238E27FC236}">
                    <a16:creationId xmlns:a16="http://schemas.microsoft.com/office/drawing/2014/main" id="{E385814F-5E8C-F879-4A36-38B522401FD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92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4" name="Freeform 16">
                <a:extLst>
                  <a:ext uri="{FF2B5EF4-FFF2-40B4-BE49-F238E27FC236}">
                    <a16:creationId xmlns:a16="http://schemas.microsoft.com/office/drawing/2014/main" id="{4E942EC7-32FD-82A2-31B7-1F94E09E8C2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645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5" name="Freeform 17">
                <a:extLst>
                  <a:ext uri="{FF2B5EF4-FFF2-40B4-BE49-F238E27FC236}">
                    <a16:creationId xmlns:a16="http://schemas.microsoft.com/office/drawing/2014/main" id="{75AA36D7-B458-C829-E524-7F1077EDCCC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77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6" name="Freeform 18">
                <a:extLst>
                  <a:ext uri="{FF2B5EF4-FFF2-40B4-BE49-F238E27FC236}">
                    <a16:creationId xmlns:a16="http://schemas.microsoft.com/office/drawing/2014/main" id="{3C74ACAB-7879-26FE-4427-25F0B6AEE33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520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7" name="Freeform 19">
                <a:extLst>
                  <a:ext uri="{FF2B5EF4-FFF2-40B4-BE49-F238E27FC236}">
                    <a16:creationId xmlns:a16="http://schemas.microsoft.com/office/drawing/2014/main" id="{51AE3C38-6754-C093-7F2C-C1E7A01B824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394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8" name="Freeform 20">
                <a:extLst>
                  <a:ext uri="{FF2B5EF4-FFF2-40B4-BE49-F238E27FC236}">
                    <a16:creationId xmlns:a16="http://schemas.microsoft.com/office/drawing/2014/main" id="{1597E8F7-3749-CB3F-2660-8D7ED770D65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28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89" name="Freeform 21">
                <a:extLst>
                  <a:ext uri="{FF2B5EF4-FFF2-40B4-BE49-F238E27FC236}">
                    <a16:creationId xmlns:a16="http://schemas.microsoft.com/office/drawing/2014/main" id="{D36F28FC-155B-3EF4-C640-8BD881A8AAA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17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90" name="Freeform 22">
                <a:extLst>
                  <a:ext uri="{FF2B5EF4-FFF2-40B4-BE49-F238E27FC236}">
                    <a16:creationId xmlns:a16="http://schemas.microsoft.com/office/drawing/2014/main" id="{2B5E60C9-20F9-D8B6-E5D4-BA9A15C40A3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91" name="Freeform 23">
                <a:extLst>
                  <a:ext uri="{FF2B5EF4-FFF2-40B4-BE49-F238E27FC236}">
                    <a16:creationId xmlns:a16="http://schemas.microsoft.com/office/drawing/2014/main" id="{94B00DF6-76B5-3B2A-2554-13F8301DC8F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86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92" name="Freeform 24">
                <a:extLst>
                  <a:ext uri="{FF2B5EF4-FFF2-40B4-BE49-F238E27FC236}">
                    <a16:creationId xmlns:a16="http://schemas.microsoft.com/office/drawing/2014/main" id="{3DF4EA80-3F18-763A-E87A-3AF85C1273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475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93" name="Freeform 25">
                <a:extLst>
                  <a:ext uri="{FF2B5EF4-FFF2-40B4-BE49-F238E27FC236}">
                    <a16:creationId xmlns:a16="http://schemas.microsoft.com/office/drawing/2014/main" id="{68FFBE09-2129-1389-37D7-27B6E7AC9FF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37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94" name="Freeform 26">
                <a:extLst>
                  <a:ext uri="{FF2B5EF4-FFF2-40B4-BE49-F238E27FC236}">
                    <a16:creationId xmlns:a16="http://schemas.microsoft.com/office/drawing/2014/main" id="{69BC0A2A-AEEC-A0ED-1C6F-EF6D34A2DCA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60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95" name="Freeform 27">
                <a:extLst>
                  <a:ext uri="{FF2B5EF4-FFF2-40B4-BE49-F238E27FC236}">
                    <a16:creationId xmlns:a16="http://schemas.microsoft.com/office/drawing/2014/main" id="{D3159FD2-5496-68A1-ED19-AA041CF5463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72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96" name="Freeform 28">
                <a:extLst>
                  <a:ext uri="{FF2B5EF4-FFF2-40B4-BE49-F238E27FC236}">
                    <a16:creationId xmlns:a16="http://schemas.microsoft.com/office/drawing/2014/main" id="{BE040AC2-BC5E-7277-DDAA-4AD45C76380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841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97" name="Freeform 29">
                <a:extLst>
                  <a:ext uri="{FF2B5EF4-FFF2-40B4-BE49-F238E27FC236}">
                    <a16:creationId xmlns:a16="http://schemas.microsoft.com/office/drawing/2014/main" id="{14A1F2E6-87B1-7BE1-4423-E43542A901E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943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7198" name="Group 30">
                <a:extLst>
                  <a:ext uri="{FF2B5EF4-FFF2-40B4-BE49-F238E27FC236}">
                    <a16:creationId xmlns:a16="http://schemas.microsoft.com/office/drawing/2014/main" id="{69F257C9-29AA-B952-2524-F1A7142D6CC1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58" cy="1045"/>
                <a:chOff x="0" y="0"/>
                <a:chExt cx="5758" cy="1045"/>
              </a:xfrm>
            </p:grpSpPr>
            <p:sp>
              <p:nvSpPr>
                <p:cNvPr id="7199" name="Freeform 31">
                  <a:extLst>
                    <a:ext uri="{FF2B5EF4-FFF2-40B4-BE49-F238E27FC236}">
                      <a16:creationId xmlns:a16="http://schemas.microsoft.com/office/drawing/2014/main" id="{C912E682-3D59-4A4E-3BE3-1E13B74F6AA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0"/>
                  <a:ext cx="42" cy="1045"/>
                </a:xfrm>
                <a:custGeom>
                  <a:avLst/>
                  <a:gdLst>
                    <a:gd name="T0" fmla="*/ 18 w 42"/>
                    <a:gd name="T1" fmla="*/ 1043 h 1043"/>
                    <a:gd name="T2" fmla="*/ 42 w 42"/>
                    <a:gd name="T3" fmla="*/ 1043 h 1043"/>
                    <a:gd name="T4" fmla="*/ 42 w 42"/>
                    <a:gd name="T5" fmla="*/ 0 h 1043"/>
                    <a:gd name="T6" fmla="*/ 0 w 42"/>
                    <a:gd name="T7" fmla="*/ 0 h 1043"/>
                    <a:gd name="T8" fmla="*/ 0 w 42"/>
                    <a:gd name="T9" fmla="*/ 1043 h 1043"/>
                    <a:gd name="T10" fmla="*/ 18 w 42"/>
                    <a:gd name="T11" fmla="*/ 1043 h 1043"/>
                    <a:gd name="T12" fmla="*/ 18 w 4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0" name="Freeform 32">
                  <a:extLst>
                    <a:ext uri="{FF2B5EF4-FFF2-40B4-BE49-F238E27FC236}">
                      <a16:creationId xmlns:a16="http://schemas.microsoft.com/office/drawing/2014/main" id="{ADD78638-966F-5A29-DD77-CE2DC41F318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400" y="0"/>
                  <a:ext cx="155" cy="1045"/>
                </a:xfrm>
                <a:custGeom>
                  <a:avLst/>
                  <a:gdLst>
                    <a:gd name="T0" fmla="*/ 131 w 155"/>
                    <a:gd name="T1" fmla="*/ 1043 h 1043"/>
                    <a:gd name="T2" fmla="*/ 155 w 155"/>
                    <a:gd name="T3" fmla="*/ 1043 h 1043"/>
                    <a:gd name="T4" fmla="*/ 42 w 155"/>
                    <a:gd name="T5" fmla="*/ 0 h 1043"/>
                    <a:gd name="T6" fmla="*/ 0 w 155"/>
                    <a:gd name="T7" fmla="*/ 0 h 1043"/>
                    <a:gd name="T8" fmla="*/ 113 w 155"/>
                    <a:gd name="T9" fmla="*/ 1043 h 1043"/>
                    <a:gd name="T10" fmla="*/ 131 w 155"/>
                    <a:gd name="T11" fmla="*/ 1043 h 1043"/>
                    <a:gd name="T12" fmla="*/ 131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1" name="Freeform 33">
                  <a:extLst>
                    <a:ext uri="{FF2B5EF4-FFF2-40B4-BE49-F238E27FC236}">
                      <a16:creationId xmlns:a16="http://schemas.microsoft.com/office/drawing/2014/main" id="{2DB80628-2CF2-7BE2-1C25-C80278E350B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967" y="0"/>
                  <a:ext cx="240" cy="1045"/>
                </a:xfrm>
                <a:custGeom>
                  <a:avLst/>
                  <a:gdLst>
                    <a:gd name="T0" fmla="*/ 221 w 239"/>
                    <a:gd name="T1" fmla="*/ 1043 h 1043"/>
                    <a:gd name="T2" fmla="*/ 239 w 239"/>
                    <a:gd name="T3" fmla="*/ 1043 h 1043"/>
                    <a:gd name="T4" fmla="*/ 36 w 239"/>
                    <a:gd name="T5" fmla="*/ 0 h 1043"/>
                    <a:gd name="T6" fmla="*/ 0 w 239"/>
                    <a:gd name="T7" fmla="*/ 0 h 1043"/>
                    <a:gd name="T8" fmla="*/ 203 w 239"/>
                    <a:gd name="T9" fmla="*/ 1043 h 1043"/>
                    <a:gd name="T10" fmla="*/ 221 w 239"/>
                    <a:gd name="T11" fmla="*/ 1043 h 1043"/>
                    <a:gd name="T12" fmla="*/ 221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2" name="Freeform 34">
                  <a:extLst>
                    <a:ext uri="{FF2B5EF4-FFF2-40B4-BE49-F238E27FC236}">
                      <a16:creationId xmlns:a16="http://schemas.microsoft.com/office/drawing/2014/main" id="{5A111844-9AF6-EFCA-C9B4-BB04C2A3988B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54" y="0"/>
                  <a:ext cx="353" cy="1045"/>
                </a:xfrm>
                <a:custGeom>
                  <a:avLst/>
                  <a:gdLst>
                    <a:gd name="T0" fmla="*/ 334 w 352"/>
                    <a:gd name="T1" fmla="*/ 1043 h 1043"/>
                    <a:gd name="T2" fmla="*/ 352 w 352"/>
                    <a:gd name="T3" fmla="*/ 1043 h 1043"/>
                    <a:gd name="T4" fmla="*/ 41 w 352"/>
                    <a:gd name="T5" fmla="*/ 0 h 1043"/>
                    <a:gd name="T6" fmla="*/ 0 w 352"/>
                    <a:gd name="T7" fmla="*/ 0 h 1043"/>
                    <a:gd name="T8" fmla="*/ 311 w 352"/>
                    <a:gd name="T9" fmla="*/ 1043 h 1043"/>
                    <a:gd name="T10" fmla="*/ 334 w 352"/>
                    <a:gd name="T11" fmla="*/ 1043 h 1043"/>
                    <a:gd name="T12" fmla="*/ 334 w 35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3" name="Freeform 35">
                  <a:extLst>
                    <a:ext uri="{FF2B5EF4-FFF2-40B4-BE49-F238E27FC236}">
                      <a16:creationId xmlns:a16="http://schemas.microsoft.com/office/drawing/2014/main" id="{A9783E87-903E-1A47-49D0-FF2F591F705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134" y="0"/>
                  <a:ext cx="450" cy="1045"/>
                </a:xfrm>
                <a:custGeom>
                  <a:avLst/>
                  <a:gdLst>
                    <a:gd name="T0" fmla="*/ 425 w 449"/>
                    <a:gd name="T1" fmla="*/ 1043 h 1043"/>
                    <a:gd name="T2" fmla="*/ 449 w 449"/>
                    <a:gd name="T3" fmla="*/ 1043 h 1043"/>
                    <a:gd name="T4" fmla="*/ 42 w 449"/>
                    <a:gd name="T5" fmla="*/ 0 h 1043"/>
                    <a:gd name="T6" fmla="*/ 0 w 449"/>
                    <a:gd name="T7" fmla="*/ 0 h 1043"/>
                    <a:gd name="T8" fmla="*/ 407 w 449"/>
                    <a:gd name="T9" fmla="*/ 1043 h 1043"/>
                    <a:gd name="T10" fmla="*/ 425 w 449"/>
                    <a:gd name="T11" fmla="*/ 1043 h 1043"/>
                    <a:gd name="T12" fmla="*/ 425 w 44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4" name="Freeform 36">
                  <a:extLst>
                    <a:ext uri="{FF2B5EF4-FFF2-40B4-BE49-F238E27FC236}">
                      <a16:creationId xmlns:a16="http://schemas.microsoft.com/office/drawing/2014/main" id="{91408C83-2C81-3E1C-5576-4621C891B53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714" y="0"/>
                  <a:ext cx="540" cy="1045"/>
                </a:xfrm>
                <a:custGeom>
                  <a:avLst/>
                  <a:gdLst>
                    <a:gd name="T0" fmla="*/ 520 w 538"/>
                    <a:gd name="T1" fmla="*/ 1043 h 1043"/>
                    <a:gd name="T2" fmla="*/ 538 w 538"/>
                    <a:gd name="T3" fmla="*/ 1043 h 1043"/>
                    <a:gd name="T4" fmla="*/ 41 w 538"/>
                    <a:gd name="T5" fmla="*/ 0 h 1043"/>
                    <a:gd name="T6" fmla="*/ 0 w 538"/>
                    <a:gd name="T7" fmla="*/ 0 h 1043"/>
                    <a:gd name="T8" fmla="*/ 496 w 538"/>
                    <a:gd name="T9" fmla="*/ 1043 h 1043"/>
                    <a:gd name="T10" fmla="*/ 520 w 538"/>
                    <a:gd name="T11" fmla="*/ 1043 h 1043"/>
                    <a:gd name="T12" fmla="*/ 520 w 53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5" name="Freeform 37">
                  <a:extLst>
                    <a:ext uri="{FF2B5EF4-FFF2-40B4-BE49-F238E27FC236}">
                      <a16:creationId xmlns:a16="http://schemas.microsoft.com/office/drawing/2014/main" id="{B16298F5-0184-7A2B-41AA-8E2BD5251079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06" y="0"/>
                  <a:ext cx="642" cy="1045"/>
                </a:xfrm>
                <a:custGeom>
                  <a:avLst/>
                  <a:gdLst>
                    <a:gd name="T0" fmla="*/ 622 w 640"/>
                    <a:gd name="T1" fmla="*/ 1043 h 1043"/>
                    <a:gd name="T2" fmla="*/ 640 w 640"/>
                    <a:gd name="T3" fmla="*/ 1043 h 1043"/>
                    <a:gd name="T4" fmla="*/ 48 w 640"/>
                    <a:gd name="T5" fmla="*/ 0 h 1043"/>
                    <a:gd name="T6" fmla="*/ 0 w 640"/>
                    <a:gd name="T7" fmla="*/ 0 h 1043"/>
                    <a:gd name="T8" fmla="*/ 598 w 640"/>
                    <a:gd name="T9" fmla="*/ 1043 h 1043"/>
                    <a:gd name="T10" fmla="*/ 622 w 640"/>
                    <a:gd name="T11" fmla="*/ 1043 h 1043"/>
                    <a:gd name="T12" fmla="*/ 622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6" name="Freeform 38">
                  <a:extLst>
                    <a:ext uri="{FF2B5EF4-FFF2-40B4-BE49-F238E27FC236}">
                      <a16:creationId xmlns:a16="http://schemas.microsoft.com/office/drawing/2014/main" id="{16C88747-5D8B-A2B4-3837-DD626ECC096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108"/>
                  <a:ext cx="630" cy="937"/>
                </a:xfrm>
                <a:custGeom>
                  <a:avLst/>
                  <a:gdLst>
                    <a:gd name="T0" fmla="*/ 604 w 628"/>
                    <a:gd name="T1" fmla="*/ 935 h 935"/>
                    <a:gd name="T2" fmla="*/ 628 w 628"/>
                    <a:gd name="T3" fmla="*/ 935 h 935"/>
                    <a:gd name="T4" fmla="*/ 0 w 628"/>
                    <a:gd name="T5" fmla="*/ 0 h 935"/>
                    <a:gd name="T6" fmla="*/ 0 w 628"/>
                    <a:gd name="T7" fmla="*/ 66 h 935"/>
                    <a:gd name="T8" fmla="*/ 580 w 628"/>
                    <a:gd name="T9" fmla="*/ 935 h 935"/>
                    <a:gd name="T10" fmla="*/ 604 w 628"/>
                    <a:gd name="T11" fmla="*/ 935 h 935"/>
                    <a:gd name="T12" fmla="*/ 604 w 628"/>
                    <a:gd name="T13" fmla="*/ 935 h 9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7" name="Freeform 39">
                  <a:extLst>
                    <a:ext uri="{FF2B5EF4-FFF2-40B4-BE49-F238E27FC236}">
                      <a16:creationId xmlns:a16="http://schemas.microsoft.com/office/drawing/2014/main" id="{9870B8A7-7BA0-C81A-7A74-6968A9F659F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0"/>
                  <a:ext cx="155" cy="1045"/>
                </a:xfrm>
                <a:custGeom>
                  <a:avLst/>
                  <a:gdLst>
                    <a:gd name="T0" fmla="*/ 18 w 155"/>
                    <a:gd name="T1" fmla="*/ 1043 h 1043"/>
                    <a:gd name="T2" fmla="*/ 42 w 155"/>
                    <a:gd name="T3" fmla="*/ 1043 h 1043"/>
                    <a:gd name="T4" fmla="*/ 155 w 155"/>
                    <a:gd name="T5" fmla="*/ 0 h 1043"/>
                    <a:gd name="T6" fmla="*/ 114 w 155"/>
                    <a:gd name="T7" fmla="*/ 0 h 1043"/>
                    <a:gd name="T8" fmla="*/ 0 w 155"/>
                    <a:gd name="T9" fmla="*/ 1043 h 1043"/>
                    <a:gd name="T10" fmla="*/ 18 w 155"/>
                    <a:gd name="T11" fmla="*/ 1043 h 1043"/>
                    <a:gd name="T12" fmla="*/ 18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8" name="Freeform 40">
                  <a:extLst>
                    <a:ext uri="{FF2B5EF4-FFF2-40B4-BE49-F238E27FC236}">
                      <a16:creationId xmlns:a16="http://schemas.microsoft.com/office/drawing/2014/main" id="{F2BF1AF6-0158-5B93-27D5-720F1263182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0"/>
                  <a:ext cx="240" cy="1045"/>
                </a:xfrm>
                <a:custGeom>
                  <a:avLst/>
                  <a:gdLst>
                    <a:gd name="T0" fmla="*/ 18 w 239"/>
                    <a:gd name="T1" fmla="*/ 1043 h 1043"/>
                    <a:gd name="T2" fmla="*/ 36 w 239"/>
                    <a:gd name="T3" fmla="*/ 1043 h 1043"/>
                    <a:gd name="T4" fmla="*/ 239 w 239"/>
                    <a:gd name="T5" fmla="*/ 0 h 1043"/>
                    <a:gd name="T6" fmla="*/ 203 w 239"/>
                    <a:gd name="T7" fmla="*/ 0 h 1043"/>
                    <a:gd name="T8" fmla="*/ 0 w 239"/>
                    <a:gd name="T9" fmla="*/ 1043 h 1043"/>
                    <a:gd name="T10" fmla="*/ 18 w 239"/>
                    <a:gd name="T11" fmla="*/ 1043 h 1043"/>
                    <a:gd name="T12" fmla="*/ 18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09" name="Freeform 41">
                  <a:extLst>
                    <a:ext uri="{FF2B5EF4-FFF2-40B4-BE49-F238E27FC236}">
                      <a16:creationId xmlns:a16="http://schemas.microsoft.com/office/drawing/2014/main" id="{CE2A4585-FDA0-AF30-6B5A-46E9EF7B78A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1" y="0"/>
                  <a:ext cx="359" cy="1045"/>
                </a:xfrm>
                <a:custGeom>
                  <a:avLst/>
                  <a:gdLst>
                    <a:gd name="T0" fmla="*/ 24 w 358"/>
                    <a:gd name="T1" fmla="*/ 1043 h 1043"/>
                    <a:gd name="T2" fmla="*/ 42 w 358"/>
                    <a:gd name="T3" fmla="*/ 1043 h 1043"/>
                    <a:gd name="T4" fmla="*/ 358 w 358"/>
                    <a:gd name="T5" fmla="*/ 0 h 1043"/>
                    <a:gd name="T6" fmla="*/ 317 w 358"/>
                    <a:gd name="T7" fmla="*/ 0 h 1043"/>
                    <a:gd name="T8" fmla="*/ 0 w 358"/>
                    <a:gd name="T9" fmla="*/ 1043 h 1043"/>
                    <a:gd name="T10" fmla="*/ 24 w 358"/>
                    <a:gd name="T11" fmla="*/ 1043 h 1043"/>
                    <a:gd name="T12" fmla="*/ 24 w 35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10" name="Freeform 42">
                  <a:extLst>
                    <a:ext uri="{FF2B5EF4-FFF2-40B4-BE49-F238E27FC236}">
                      <a16:creationId xmlns:a16="http://schemas.microsoft.com/office/drawing/2014/main" id="{A29444C0-7A11-71BF-52BF-14AA06F6EBA9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9" y="0"/>
                  <a:ext cx="449" cy="1045"/>
                </a:xfrm>
                <a:custGeom>
                  <a:avLst/>
                  <a:gdLst>
                    <a:gd name="T0" fmla="*/ 18 w 448"/>
                    <a:gd name="T1" fmla="*/ 1043 h 1043"/>
                    <a:gd name="T2" fmla="*/ 41 w 448"/>
                    <a:gd name="T3" fmla="*/ 1043 h 1043"/>
                    <a:gd name="T4" fmla="*/ 448 w 448"/>
                    <a:gd name="T5" fmla="*/ 0 h 1043"/>
                    <a:gd name="T6" fmla="*/ 406 w 448"/>
                    <a:gd name="T7" fmla="*/ 0 h 1043"/>
                    <a:gd name="T8" fmla="*/ 0 w 448"/>
                    <a:gd name="T9" fmla="*/ 1043 h 1043"/>
                    <a:gd name="T10" fmla="*/ 18 w 448"/>
                    <a:gd name="T11" fmla="*/ 1043 h 1043"/>
                    <a:gd name="T12" fmla="*/ 18 w 44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11" name="Freeform 43">
                  <a:extLst>
                    <a:ext uri="{FF2B5EF4-FFF2-40B4-BE49-F238E27FC236}">
                      <a16:creationId xmlns:a16="http://schemas.microsoft.com/office/drawing/2014/main" id="{41894064-2885-574E-F354-926EDBC377B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480" y="0"/>
                  <a:ext cx="541" cy="1045"/>
                </a:xfrm>
                <a:custGeom>
                  <a:avLst/>
                  <a:gdLst>
                    <a:gd name="T0" fmla="*/ 18 w 539"/>
                    <a:gd name="T1" fmla="*/ 1043 h 1043"/>
                    <a:gd name="T2" fmla="*/ 42 w 539"/>
                    <a:gd name="T3" fmla="*/ 1043 h 1043"/>
                    <a:gd name="T4" fmla="*/ 539 w 539"/>
                    <a:gd name="T5" fmla="*/ 0 h 1043"/>
                    <a:gd name="T6" fmla="*/ 497 w 539"/>
                    <a:gd name="T7" fmla="*/ 0 h 1043"/>
                    <a:gd name="T8" fmla="*/ 0 w 539"/>
                    <a:gd name="T9" fmla="*/ 1043 h 1043"/>
                    <a:gd name="T10" fmla="*/ 18 w 539"/>
                    <a:gd name="T11" fmla="*/ 1043 h 1043"/>
                    <a:gd name="T12" fmla="*/ 18 w 5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12" name="Freeform 44">
                  <a:extLst>
                    <a:ext uri="{FF2B5EF4-FFF2-40B4-BE49-F238E27FC236}">
                      <a16:creationId xmlns:a16="http://schemas.microsoft.com/office/drawing/2014/main" id="{15351799-8212-A9FF-823C-C6BAE2FCDC3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768" y="0"/>
                  <a:ext cx="642" cy="1045"/>
                </a:xfrm>
                <a:custGeom>
                  <a:avLst/>
                  <a:gdLst>
                    <a:gd name="T0" fmla="*/ 18 w 640"/>
                    <a:gd name="T1" fmla="*/ 1043 h 1043"/>
                    <a:gd name="T2" fmla="*/ 42 w 640"/>
                    <a:gd name="T3" fmla="*/ 1043 h 1043"/>
                    <a:gd name="T4" fmla="*/ 640 w 640"/>
                    <a:gd name="T5" fmla="*/ 0 h 1043"/>
                    <a:gd name="T6" fmla="*/ 592 w 640"/>
                    <a:gd name="T7" fmla="*/ 0 h 1043"/>
                    <a:gd name="T8" fmla="*/ 0 w 640"/>
                    <a:gd name="T9" fmla="*/ 1043 h 1043"/>
                    <a:gd name="T10" fmla="*/ 18 w 640"/>
                    <a:gd name="T11" fmla="*/ 1043 h 1043"/>
                    <a:gd name="T12" fmla="*/ 18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13" name="Freeform 45">
                  <a:extLst>
                    <a:ext uri="{FF2B5EF4-FFF2-40B4-BE49-F238E27FC236}">
                      <a16:creationId xmlns:a16="http://schemas.microsoft.com/office/drawing/2014/main" id="{E75D349C-E5C0-C6A3-8E4C-890B5E0C93F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086" y="48"/>
                  <a:ext cx="672" cy="997"/>
                </a:xfrm>
                <a:custGeom>
                  <a:avLst/>
                  <a:gdLst>
                    <a:gd name="T0" fmla="*/ 24 w 670"/>
                    <a:gd name="T1" fmla="*/ 995 h 995"/>
                    <a:gd name="T2" fmla="*/ 48 w 670"/>
                    <a:gd name="T3" fmla="*/ 995 h 995"/>
                    <a:gd name="T4" fmla="*/ 670 w 670"/>
                    <a:gd name="T5" fmla="*/ 72 h 995"/>
                    <a:gd name="T6" fmla="*/ 670 w 670"/>
                    <a:gd name="T7" fmla="*/ 0 h 995"/>
                    <a:gd name="T8" fmla="*/ 0 w 670"/>
                    <a:gd name="T9" fmla="*/ 995 h 995"/>
                    <a:gd name="T10" fmla="*/ 24 w 670"/>
                    <a:gd name="T11" fmla="*/ 995 h 995"/>
                    <a:gd name="T12" fmla="*/ 24 w 670"/>
                    <a:gd name="T13" fmla="*/ 995 h 9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7214" name="Group 46">
                <a:extLst>
                  <a:ext uri="{FF2B5EF4-FFF2-40B4-BE49-F238E27FC236}">
                    <a16:creationId xmlns:a16="http://schemas.microsoft.com/office/drawing/2014/main" id="{B7255E6B-5280-32C1-EB6F-37DFC6123B7A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558"/>
                <a:ext cx="5758" cy="487"/>
                <a:chOff x="0" y="558"/>
                <a:chExt cx="5758" cy="487"/>
              </a:xfrm>
            </p:grpSpPr>
            <p:sp>
              <p:nvSpPr>
                <p:cNvPr id="7215" name="Freeform 47">
                  <a:extLst>
                    <a:ext uri="{FF2B5EF4-FFF2-40B4-BE49-F238E27FC236}">
                      <a16:creationId xmlns:a16="http://schemas.microsoft.com/office/drawing/2014/main" id="{B664FC18-4A2E-1C09-A3E2-0F65C1D7BC1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618"/>
                  <a:ext cx="306" cy="427"/>
                </a:xfrm>
                <a:custGeom>
                  <a:avLst/>
                  <a:gdLst>
                    <a:gd name="T0" fmla="*/ 281 w 305"/>
                    <a:gd name="T1" fmla="*/ 426 h 426"/>
                    <a:gd name="T2" fmla="*/ 305 w 305"/>
                    <a:gd name="T3" fmla="*/ 426 h 426"/>
                    <a:gd name="T4" fmla="*/ 0 w 305"/>
                    <a:gd name="T5" fmla="*/ 0 h 426"/>
                    <a:gd name="T6" fmla="*/ 0 w 305"/>
                    <a:gd name="T7" fmla="*/ 66 h 426"/>
                    <a:gd name="T8" fmla="*/ 251 w 305"/>
                    <a:gd name="T9" fmla="*/ 426 h 426"/>
                    <a:gd name="T10" fmla="*/ 281 w 305"/>
                    <a:gd name="T11" fmla="*/ 426 h 426"/>
                    <a:gd name="T12" fmla="*/ 281 w 305"/>
                    <a:gd name="T13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16" name="Freeform 48">
                  <a:extLst>
                    <a:ext uri="{FF2B5EF4-FFF2-40B4-BE49-F238E27FC236}">
                      <a16:creationId xmlns:a16="http://schemas.microsoft.com/office/drawing/2014/main" id="{A335EDDA-5AD3-FF74-421C-D3542B763EE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410" y="558"/>
                  <a:ext cx="348" cy="487"/>
                </a:xfrm>
                <a:custGeom>
                  <a:avLst/>
                  <a:gdLst>
                    <a:gd name="T0" fmla="*/ 24 w 347"/>
                    <a:gd name="T1" fmla="*/ 486 h 486"/>
                    <a:gd name="T2" fmla="*/ 48 w 347"/>
                    <a:gd name="T3" fmla="*/ 486 h 486"/>
                    <a:gd name="T4" fmla="*/ 347 w 347"/>
                    <a:gd name="T5" fmla="*/ 72 h 486"/>
                    <a:gd name="T6" fmla="*/ 347 w 347"/>
                    <a:gd name="T7" fmla="*/ 0 h 486"/>
                    <a:gd name="T8" fmla="*/ 0 w 347"/>
                    <a:gd name="T9" fmla="*/ 486 h 486"/>
                    <a:gd name="T10" fmla="*/ 24 w 347"/>
                    <a:gd name="T11" fmla="*/ 486 h 486"/>
                    <a:gd name="T12" fmla="*/ 24 w 347"/>
                    <a:gd name="T13" fmla="*/ 486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7217" name="Group 49">
                <a:extLst>
                  <a:ext uri="{FF2B5EF4-FFF2-40B4-BE49-F238E27FC236}">
                    <a16:creationId xmlns:a16="http://schemas.microsoft.com/office/drawing/2014/main" id="{9824CF33-337A-3DC7-8044-C08F8DEB553E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264" y="1039"/>
                <a:ext cx="5200" cy="3280"/>
                <a:chOff x="264" y="1039"/>
                <a:chExt cx="5200" cy="3280"/>
              </a:xfrm>
            </p:grpSpPr>
            <p:sp>
              <p:nvSpPr>
                <p:cNvPr id="7218" name="Freeform 50">
                  <a:extLst>
                    <a:ext uri="{FF2B5EF4-FFF2-40B4-BE49-F238E27FC236}">
                      <a16:creationId xmlns:a16="http://schemas.microsoft.com/office/drawing/2014/main" id="{49B60964-BF41-FF25-43D1-F65C836295A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1039"/>
                  <a:ext cx="42" cy="3280"/>
                </a:xfrm>
                <a:custGeom>
                  <a:avLst/>
                  <a:gdLst>
                    <a:gd name="T0" fmla="*/ 18 w 42"/>
                    <a:gd name="T1" fmla="*/ 0 h 3273"/>
                    <a:gd name="T2" fmla="*/ 0 w 42"/>
                    <a:gd name="T3" fmla="*/ 0 h 3273"/>
                    <a:gd name="T4" fmla="*/ 0 w 42"/>
                    <a:gd name="T5" fmla="*/ 3273 h 3273"/>
                    <a:gd name="T6" fmla="*/ 42 w 42"/>
                    <a:gd name="T7" fmla="*/ 3273 h 3273"/>
                    <a:gd name="T8" fmla="*/ 42 w 42"/>
                    <a:gd name="T9" fmla="*/ 0 h 3273"/>
                    <a:gd name="T10" fmla="*/ 18 w 42"/>
                    <a:gd name="T11" fmla="*/ 0 h 3273"/>
                    <a:gd name="T12" fmla="*/ 18 w 42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19" name="Freeform 51">
                  <a:extLst>
                    <a:ext uri="{FF2B5EF4-FFF2-40B4-BE49-F238E27FC236}">
                      <a16:creationId xmlns:a16="http://schemas.microsoft.com/office/drawing/2014/main" id="{66FAC8BA-56CE-F696-42EA-9ECE7214CA1B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154" y="1039"/>
                  <a:ext cx="401" cy="3280"/>
                </a:xfrm>
                <a:custGeom>
                  <a:avLst/>
                  <a:gdLst>
                    <a:gd name="T0" fmla="*/ 376 w 400"/>
                    <a:gd name="T1" fmla="*/ 0 h 3273"/>
                    <a:gd name="T2" fmla="*/ 358 w 400"/>
                    <a:gd name="T3" fmla="*/ 0 h 3273"/>
                    <a:gd name="T4" fmla="*/ 0 w 400"/>
                    <a:gd name="T5" fmla="*/ 3273 h 3273"/>
                    <a:gd name="T6" fmla="*/ 41 w 400"/>
                    <a:gd name="T7" fmla="*/ 3273 h 3273"/>
                    <a:gd name="T8" fmla="*/ 400 w 400"/>
                    <a:gd name="T9" fmla="*/ 0 h 3273"/>
                    <a:gd name="T10" fmla="*/ 376 w 400"/>
                    <a:gd name="T11" fmla="*/ 0 h 3273"/>
                    <a:gd name="T12" fmla="*/ 376 w 400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20" name="Freeform 52">
                  <a:extLst>
                    <a:ext uri="{FF2B5EF4-FFF2-40B4-BE49-F238E27FC236}">
                      <a16:creationId xmlns:a16="http://schemas.microsoft.com/office/drawing/2014/main" id="{482EF681-A878-8A21-6026-B20D933601C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30" y="1039"/>
                  <a:ext cx="677" cy="3280"/>
                </a:xfrm>
                <a:custGeom>
                  <a:avLst/>
                  <a:gdLst>
                    <a:gd name="T0" fmla="*/ 657 w 675"/>
                    <a:gd name="T1" fmla="*/ 0 h 3273"/>
                    <a:gd name="T2" fmla="*/ 639 w 675"/>
                    <a:gd name="T3" fmla="*/ 0 h 3273"/>
                    <a:gd name="T4" fmla="*/ 0 w 675"/>
                    <a:gd name="T5" fmla="*/ 3273 h 3273"/>
                    <a:gd name="T6" fmla="*/ 42 w 675"/>
                    <a:gd name="T7" fmla="*/ 3273 h 3273"/>
                    <a:gd name="T8" fmla="*/ 675 w 675"/>
                    <a:gd name="T9" fmla="*/ 0 h 3273"/>
                    <a:gd name="T10" fmla="*/ 657 w 675"/>
                    <a:gd name="T11" fmla="*/ 0 h 3273"/>
                    <a:gd name="T12" fmla="*/ 657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21" name="Freeform 53">
                  <a:extLst>
                    <a:ext uri="{FF2B5EF4-FFF2-40B4-BE49-F238E27FC236}">
                      <a16:creationId xmlns:a16="http://schemas.microsoft.com/office/drawing/2014/main" id="{41AF2D92-E014-1788-0E98-0563F4B656B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876" y="1039"/>
                  <a:ext cx="1031" cy="3280"/>
                </a:xfrm>
                <a:custGeom>
                  <a:avLst/>
                  <a:gdLst>
                    <a:gd name="T0" fmla="*/ 1013 w 1031"/>
                    <a:gd name="T1" fmla="*/ 0 h 3280"/>
                    <a:gd name="T2" fmla="*/ 990 w 1031"/>
                    <a:gd name="T3" fmla="*/ 0 h 3280"/>
                    <a:gd name="T4" fmla="*/ 0 w 1031"/>
                    <a:gd name="T5" fmla="*/ 3280 h 3280"/>
                    <a:gd name="T6" fmla="*/ 42 w 1031"/>
                    <a:gd name="T7" fmla="*/ 3280 h 3280"/>
                    <a:gd name="T8" fmla="*/ 1031 w 1031"/>
                    <a:gd name="T9" fmla="*/ 4 h 3280"/>
                    <a:gd name="T10" fmla="*/ 1013 w 1031"/>
                    <a:gd name="T11" fmla="*/ 0 h 3280"/>
                    <a:gd name="T12" fmla="*/ 1013 w 1031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22" name="Freeform 54">
                  <a:extLst>
                    <a:ext uri="{FF2B5EF4-FFF2-40B4-BE49-F238E27FC236}">
                      <a16:creationId xmlns:a16="http://schemas.microsoft.com/office/drawing/2014/main" id="{DB93B22C-89B2-E748-E205-19B7169528E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64" y="1039"/>
                  <a:ext cx="1319" cy="3280"/>
                </a:xfrm>
                <a:custGeom>
                  <a:avLst/>
                  <a:gdLst>
                    <a:gd name="T0" fmla="*/ 1296 w 1319"/>
                    <a:gd name="T1" fmla="*/ 0 h 3280"/>
                    <a:gd name="T2" fmla="*/ 1278 w 1319"/>
                    <a:gd name="T3" fmla="*/ 0 h 3280"/>
                    <a:gd name="T4" fmla="*/ 0 w 1319"/>
                    <a:gd name="T5" fmla="*/ 3280 h 3280"/>
                    <a:gd name="T6" fmla="*/ 42 w 1319"/>
                    <a:gd name="T7" fmla="*/ 3280 h 3280"/>
                    <a:gd name="T8" fmla="*/ 1319 w 1319"/>
                    <a:gd name="T9" fmla="*/ 5 h 3280"/>
                    <a:gd name="T10" fmla="*/ 1296 w 1319"/>
                    <a:gd name="T11" fmla="*/ 0 h 3280"/>
                    <a:gd name="T12" fmla="*/ 1296 w 1319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23" name="Freeform 55">
                  <a:extLst>
                    <a:ext uri="{FF2B5EF4-FFF2-40B4-BE49-F238E27FC236}">
                      <a16:creationId xmlns:a16="http://schemas.microsoft.com/office/drawing/2014/main" id="{EB8C502B-3F40-4D41-EA83-7866D95C627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1039"/>
                  <a:ext cx="402" cy="3280"/>
                </a:xfrm>
                <a:custGeom>
                  <a:avLst/>
                  <a:gdLst>
                    <a:gd name="T0" fmla="*/ 18 w 401"/>
                    <a:gd name="T1" fmla="*/ 0 h 3273"/>
                    <a:gd name="T2" fmla="*/ 0 w 401"/>
                    <a:gd name="T3" fmla="*/ 0 h 3273"/>
                    <a:gd name="T4" fmla="*/ 359 w 401"/>
                    <a:gd name="T5" fmla="*/ 3273 h 3273"/>
                    <a:gd name="T6" fmla="*/ 401 w 401"/>
                    <a:gd name="T7" fmla="*/ 3273 h 3273"/>
                    <a:gd name="T8" fmla="*/ 42 w 401"/>
                    <a:gd name="T9" fmla="*/ 0 h 3273"/>
                    <a:gd name="T10" fmla="*/ 18 w 401"/>
                    <a:gd name="T11" fmla="*/ 0 h 3273"/>
                    <a:gd name="T12" fmla="*/ 18 w 401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24" name="Freeform 56">
                  <a:extLst>
                    <a:ext uri="{FF2B5EF4-FFF2-40B4-BE49-F238E27FC236}">
                      <a16:creationId xmlns:a16="http://schemas.microsoft.com/office/drawing/2014/main" id="{D7DB5156-2D43-6DAB-79B3-BD079750FF3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1039"/>
                  <a:ext cx="677" cy="3280"/>
                </a:xfrm>
                <a:custGeom>
                  <a:avLst/>
                  <a:gdLst>
                    <a:gd name="T0" fmla="*/ 18 w 675"/>
                    <a:gd name="T1" fmla="*/ 0 h 3273"/>
                    <a:gd name="T2" fmla="*/ 0 w 675"/>
                    <a:gd name="T3" fmla="*/ 0 h 3273"/>
                    <a:gd name="T4" fmla="*/ 640 w 675"/>
                    <a:gd name="T5" fmla="*/ 3273 h 3273"/>
                    <a:gd name="T6" fmla="*/ 675 w 675"/>
                    <a:gd name="T7" fmla="*/ 3273 h 3273"/>
                    <a:gd name="T8" fmla="*/ 36 w 675"/>
                    <a:gd name="T9" fmla="*/ 0 h 3273"/>
                    <a:gd name="T10" fmla="*/ 18 w 675"/>
                    <a:gd name="T11" fmla="*/ 0 h 3273"/>
                    <a:gd name="T12" fmla="*/ 18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25" name="Freeform 57">
                  <a:extLst>
                    <a:ext uri="{FF2B5EF4-FFF2-40B4-BE49-F238E27FC236}">
                      <a16:creationId xmlns:a16="http://schemas.microsoft.com/office/drawing/2014/main" id="{15732438-9875-7E68-9F5D-F0A4B79E24B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2" y="1039"/>
                  <a:ext cx="1036" cy="3280"/>
                </a:xfrm>
                <a:custGeom>
                  <a:avLst/>
                  <a:gdLst>
                    <a:gd name="T0" fmla="*/ 23 w 1036"/>
                    <a:gd name="T1" fmla="*/ 0 h 3280"/>
                    <a:gd name="T2" fmla="*/ 0 w 1036"/>
                    <a:gd name="T3" fmla="*/ 5 h 3280"/>
                    <a:gd name="T4" fmla="*/ 994 w 1036"/>
                    <a:gd name="T5" fmla="*/ 3280 h 3280"/>
                    <a:gd name="T6" fmla="*/ 1036 w 1036"/>
                    <a:gd name="T7" fmla="*/ 3280 h 3280"/>
                    <a:gd name="T8" fmla="*/ 41 w 1036"/>
                    <a:gd name="T9" fmla="*/ 0 h 3280"/>
                    <a:gd name="T10" fmla="*/ 23 w 1036"/>
                    <a:gd name="T11" fmla="*/ 0 h 3280"/>
                    <a:gd name="T12" fmla="*/ 23 w 1036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226" name="Freeform 58">
                  <a:extLst>
                    <a:ext uri="{FF2B5EF4-FFF2-40B4-BE49-F238E27FC236}">
                      <a16:creationId xmlns:a16="http://schemas.microsoft.com/office/drawing/2014/main" id="{96FD03D5-C20E-E008-195E-01B384A300D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7" y="1039"/>
                  <a:ext cx="1327" cy="3280"/>
                </a:xfrm>
                <a:custGeom>
                  <a:avLst/>
                  <a:gdLst>
                    <a:gd name="T0" fmla="*/ 20 w 1327"/>
                    <a:gd name="T1" fmla="*/ 0 h 3280"/>
                    <a:gd name="T2" fmla="*/ 0 w 1327"/>
                    <a:gd name="T3" fmla="*/ 7 h 3280"/>
                    <a:gd name="T4" fmla="*/ 1285 w 1327"/>
                    <a:gd name="T5" fmla="*/ 3280 h 3280"/>
                    <a:gd name="T6" fmla="*/ 1327 w 1327"/>
                    <a:gd name="T7" fmla="*/ 3280 h 3280"/>
                    <a:gd name="T8" fmla="*/ 43 w 1327"/>
                    <a:gd name="T9" fmla="*/ 0 h 3280"/>
                    <a:gd name="T10" fmla="*/ 20 w 1327"/>
                    <a:gd name="T11" fmla="*/ 0 h 3280"/>
                    <a:gd name="T12" fmla="*/ 20 w 1327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7227" name="Freeform 59">
                <a:extLst>
                  <a:ext uri="{FF2B5EF4-FFF2-40B4-BE49-F238E27FC236}">
                    <a16:creationId xmlns:a16="http://schemas.microsoft.com/office/drawing/2014/main" id="{92300288-ABF3-797A-1DBB-E65C577B11A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1254" cy="2632"/>
              </a:xfrm>
              <a:custGeom>
                <a:avLst/>
                <a:gdLst>
                  <a:gd name="T0" fmla="*/ 1236 w 1254"/>
                  <a:gd name="T1" fmla="*/ 0 h 2632"/>
                  <a:gd name="T2" fmla="*/ 1212 w 1254"/>
                  <a:gd name="T3" fmla="*/ 0 h 2632"/>
                  <a:gd name="T4" fmla="*/ 0 w 1254"/>
                  <a:gd name="T5" fmla="*/ 2542 h 2632"/>
                  <a:gd name="T6" fmla="*/ 0 w 1254"/>
                  <a:gd name="T7" fmla="*/ 2632 h 2632"/>
                  <a:gd name="T8" fmla="*/ 1254 w 1254"/>
                  <a:gd name="T9" fmla="*/ 7 h 2632"/>
                  <a:gd name="T10" fmla="*/ 1236 w 1254"/>
                  <a:gd name="T11" fmla="*/ 0 h 2632"/>
                  <a:gd name="T12" fmla="*/ 1236 w 1254"/>
                  <a:gd name="T13" fmla="*/ 0 h 2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28" name="Freeform 60">
                <a:extLst>
                  <a:ext uri="{FF2B5EF4-FFF2-40B4-BE49-F238E27FC236}">
                    <a16:creationId xmlns:a16="http://schemas.microsoft.com/office/drawing/2014/main" id="{AD433B0D-CD38-DD83-F40D-81F803A3B96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948" cy="1676"/>
              </a:xfrm>
              <a:custGeom>
                <a:avLst/>
                <a:gdLst>
                  <a:gd name="T0" fmla="*/ 930 w 948"/>
                  <a:gd name="T1" fmla="*/ 0 h 1676"/>
                  <a:gd name="T2" fmla="*/ 906 w 948"/>
                  <a:gd name="T3" fmla="*/ 0 h 1676"/>
                  <a:gd name="T4" fmla="*/ 0 w 948"/>
                  <a:gd name="T5" fmla="*/ 1593 h 1676"/>
                  <a:gd name="T6" fmla="*/ 0 w 948"/>
                  <a:gd name="T7" fmla="*/ 1676 h 1676"/>
                  <a:gd name="T8" fmla="*/ 948 w 948"/>
                  <a:gd name="T9" fmla="*/ 5 h 1676"/>
                  <a:gd name="T10" fmla="*/ 930 w 948"/>
                  <a:gd name="T11" fmla="*/ 0 h 1676"/>
                  <a:gd name="T12" fmla="*/ 930 w 948"/>
                  <a:gd name="T13" fmla="*/ 0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29" name="Freeform 61">
                <a:extLst>
                  <a:ext uri="{FF2B5EF4-FFF2-40B4-BE49-F238E27FC236}">
                    <a16:creationId xmlns:a16="http://schemas.microsoft.com/office/drawing/2014/main" id="{2247A0F1-03D4-78C2-FBDA-96B49B19001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629" cy="937"/>
              </a:xfrm>
              <a:custGeom>
                <a:avLst/>
                <a:gdLst>
                  <a:gd name="T0" fmla="*/ 606 w 629"/>
                  <a:gd name="T1" fmla="*/ 0 h 937"/>
                  <a:gd name="T2" fmla="*/ 582 w 629"/>
                  <a:gd name="T3" fmla="*/ 0 h 937"/>
                  <a:gd name="T4" fmla="*/ 0 w 629"/>
                  <a:gd name="T5" fmla="*/ 871 h 937"/>
                  <a:gd name="T6" fmla="*/ 0 w 629"/>
                  <a:gd name="T7" fmla="*/ 937 h 937"/>
                  <a:gd name="T8" fmla="*/ 629 w 629"/>
                  <a:gd name="T9" fmla="*/ 4 h 937"/>
                  <a:gd name="T10" fmla="*/ 606 w 629"/>
                  <a:gd name="T11" fmla="*/ 0 h 937"/>
                  <a:gd name="T12" fmla="*/ 606 w 629"/>
                  <a:gd name="T13" fmla="*/ 0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30" name="Freeform 62">
                <a:extLst>
                  <a:ext uri="{FF2B5EF4-FFF2-40B4-BE49-F238E27FC236}">
                    <a16:creationId xmlns:a16="http://schemas.microsoft.com/office/drawing/2014/main" id="{20B9CCC2-F504-84A9-D770-218FB497BAF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305" cy="427"/>
              </a:xfrm>
              <a:custGeom>
                <a:avLst/>
                <a:gdLst>
                  <a:gd name="T0" fmla="*/ 282 w 305"/>
                  <a:gd name="T1" fmla="*/ 0 h 427"/>
                  <a:gd name="T2" fmla="*/ 252 w 305"/>
                  <a:gd name="T3" fmla="*/ 0 h 427"/>
                  <a:gd name="T4" fmla="*/ 0 w 305"/>
                  <a:gd name="T5" fmla="*/ 361 h 427"/>
                  <a:gd name="T6" fmla="*/ 0 w 305"/>
                  <a:gd name="T7" fmla="*/ 427 h 427"/>
                  <a:gd name="T8" fmla="*/ 305 w 305"/>
                  <a:gd name="T9" fmla="*/ 5 h 427"/>
                  <a:gd name="T10" fmla="*/ 282 w 305"/>
                  <a:gd name="T11" fmla="*/ 0 h 427"/>
                  <a:gd name="T12" fmla="*/ 282 w 305"/>
                  <a:gd name="T13" fmla="*/ 0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31" name="Freeform 63">
                <a:extLst>
                  <a:ext uri="{FF2B5EF4-FFF2-40B4-BE49-F238E27FC236}">
                    <a16:creationId xmlns:a16="http://schemas.microsoft.com/office/drawing/2014/main" id="{2F20F615-573B-9EDC-02E3-F2F7E3925D6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481" y="1039"/>
                <a:ext cx="1277" cy="2686"/>
              </a:xfrm>
              <a:custGeom>
                <a:avLst/>
                <a:gdLst>
                  <a:gd name="T0" fmla="*/ 41 w 1277"/>
                  <a:gd name="T1" fmla="*/ 0 h 2686"/>
                  <a:gd name="T2" fmla="*/ 17 w 1277"/>
                  <a:gd name="T3" fmla="*/ 0 h 2686"/>
                  <a:gd name="T4" fmla="*/ 0 w 1277"/>
                  <a:gd name="T5" fmla="*/ 4 h 2686"/>
                  <a:gd name="T6" fmla="*/ 1277 w 1277"/>
                  <a:gd name="T7" fmla="*/ 2686 h 2686"/>
                  <a:gd name="T8" fmla="*/ 1277 w 1277"/>
                  <a:gd name="T9" fmla="*/ 2596 h 2686"/>
                  <a:gd name="T10" fmla="*/ 41 w 1277"/>
                  <a:gd name="T11" fmla="*/ 0 h 2686"/>
                  <a:gd name="T12" fmla="*/ 41 w 1277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32" name="Freeform 64">
                <a:extLst>
                  <a:ext uri="{FF2B5EF4-FFF2-40B4-BE49-F238E27FC236}">
                    <a16:creationId xmlns:a16="http://schemas.microsoft.com/office/drawing/2014/main" id="{B08B97BC-C63D-A9CB-0ED0-DD3F4785ABB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770" y="1039"/>
                <a:ext cx="988" cy="1730"/>
              </a:xfrm>
              <a:custGeom>
                <a:avLst/>
                <a:gdLst>
                  <a:gd name="T0" fmla="*/ 16 w 988"/>
                  <a:gd name="T1" fmla="*/ 0 h 1730"/>
                  <a:gd name="T2" fmla="*/ 0 w 988"/>
                  <a:gd name="T3" fmla="*/ 7 h 1730"/>
                  <a:gd name="T4" fmla="*/ 988 w 988"/>
                  <a:gd name="T5" fmla="*/ 1730 h 1730"/>
                  <a:gd name="T6" fmla="*/ 988 w 988"/>
                  <a:gd name="T7" fmla="*/ 1653 h 1730"/>
                  <a:gd name="T8" fmla="*/ 40 w 988"/>
                  <a:gd name="T9" fmla="*/ 0 h 1730"/>
                  <a:gd name="T10" fmla="*/ 16 w 988"/>
                  <a:gd name="T11" fmla="*/ 0 h 1730"/>
                  <a:gd name="T12" fmla="*/ 16 w 988"/>
                  <a:gd name="T13" fmla="*/ 0 h 1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33" name="Freeform 65">
                <a:extLst>
                  <a:ext uri="{FF2B5EF4-FFF2-40B4-BE49-F238E27FC236}">
                    <a16:creationId xmlns:a16="http://schemas.microsoft.com/office/drawing/2014/main" id="{8EBF95B5-9ECB-B690-1F7A-4BB549F414E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88" y="1039"/>
                <a:ext cx="670" cy="997"/>
              </a:xfrm>
              <a:custGeom>
                <a:avLst/>
                <a:gdLst>
                  <a:gd name="T0" fmla="*/ 22 w 670"/>
                  <a:gd name="T1" fmla="*/ 0 h 997"/>
                  <a:gd name="T2" fmla="*/ 0 w 670"/>
                  <a:gd name="T3" fmla="*/ 4 h 997"/>
                  <a:gd name="T4" fmla="*/ 670 w 670"/>
                  <a:gd name="T5" fmla="*/ 997 h 997"/>
                  <a:gd name="T6" fmla="*/ 670 w 670"/>
                  <a:gd name="T7" fmla="*/ 925 h 997"/>
                  <a:gd name="T8" fmla="*/ 46 w 670"/>
                  <a:gd name="T9" fmla="*/ 0 h 997"/>
                  <a:gd name="T10" fmla="*/ 22 w 670"/>
                  <a:gd name="T11" fmla="*/ 0 h 997"/>
                  <a:gd name="T12" fmla="*/ 22 w 670"/>
                  <a:gd name="T13" fmla="*/ 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34" name="Freeform 66">
                <a:extLst>
                  <a:ext uri="{FF2B5EF4-FFF2-40B4-BE49-F238E27FC236}">
                    <a16:creationId xmlns:a16="http://schemas.microsoft.com/office/drawing/2014/main" id="{3D33B283-3925-CC2D-173A-D34CB152FD1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12" y="1039"/>
                <a:ext cx="346" cy="487"/>
              </a:xfrm>
              <a:custGeom>
                <a:avLst/>
                <a:gdLst>
                  <a:gd name="T0" fmla="*/ 22 w 346"/>
                  <a:gd name="T1" fmla="*/ 0 h 487"/>
                  <a:gd name="T2" fmla="*/ 0 w 346"/>
                  <a:gd name="T3" fmla="*/ 7 h 487"/>
                  <a:gd name="T4" fmla="*/ 346 w 346"/>
                  <a:gd name="T5" fmla="*/ 487 h 487"/>
                  <a:gd name="T6" fmla="*/ 346 w 346"/>
                  <a:gd name="T7" fmla="*/ 415 h 487"/>
                  <a:gd name="T8" fmla="*/ 46 w 346"/>
                  <a:gd name="T9" fmla="*/ 0 h 487"/>
                  <a:gd name="T10" fmla="*/ 22 w 346"/>
                  <a:gd name="T11" fmla="*/ 0 h 487"/>
                  <a:gd name="T12" fmla="*/ 22 w 346"/>
                  <a:gd name="T13" fmla="*/ 0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7235" name="Rectangle 67">
            <a:extLst>
              <a:ext uri="{FF2B5EF4-FFF2-40B4-BE49-F238E27FC236}">
                <a16:creationId xmlns:a16="http://schemas.microsoft.com/office/drawing/2014/main" id="{69F1EB57-68AB-07E9-98A5-95D83BA80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264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7236" name="Rectangle 68">
            <a:extLst>
              <a:ext uri="{FF2B5EF4-FFF2-40B4-BE49-F238E27FC236}">
                <a16:creationId xmlns:a16="http://schemas.microsoft.com/office/drawing/2014/main" id="{45BB22B4-5840-6560-7819-5B71C7C7FE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5613" y="624205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7237" name="Rectangle 69">
            <a:extLst>
              <a:ext uri="{FF2B5EF4-FFF2-40B4-BE49-F238E27FC236}">
                <a16:creationId xmlns:a16="http://schemas.microsoft.com/office/drawing/2014/main" id="{E89AE021-E747-6289-48A5-1F60BF0BC7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2050"/>
            <a:ext cx="2895600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7238" name="Rectangle 70">
            <a:extLst>
              <a:ext uri="{FF2B5EF4-FFF2-40B4-BE49-F238E27FC236}">
                <a16:creationId xmlns:a16="http://schemas.microsoft.com/office/drawing/2014/main" id="{94BFC5F3-60AD-7D28-2577-E990EB5D17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205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D87EEE01-BB49-45D1-A8BD-E7A7EC83626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239" name="Rectangle 71">
            <a:extLst>
              <a:ext uri="{FF2B5EF4-FFF2-40B4-BE49-F238E27FC236}">
                <a16:creationId xmlns:a16="http://schemas.microsoft.com/office/drawing/2014/main" id="{4B7CB687-F31B-F9B8-8022-0AF88FD64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598613"/>
            <a:ext cx="8226425" cy="449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EFB48B6-5960-8367-02A0-FADB6AC0A2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4000" b="1" i="1"/>
              <a:t>400</a:t>
            </a:r>
            <a:br>
              <a:rPr lang="pt-BR" altLang="pt-BR" sz="4000" b="1" i="1"/>
            </a:br>
            <a:r>
              <a:rPr lang="pt-BR" altLang="pt-BR" sz="4000" b="1" i="1"/>
              <a:t>EM JESUS</a:t>
            </a:r>
            <a:endParaRPr lang="en-US" altLang="pt-BR" sz="40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FDBBE2-A0E3-BA3B-E801-585D7758DC8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628775"/>
            <a:ext cx="9144000" cy="2708275"/>
          </a:xfrm>
        </p:spPr>
        <p:txBody>
          <a:bodyPr/>
          <a:lstStyle/>
          <a:p>
            <a:r>
              <a:rPr lang="pt-BR" altLang="pt-BR" sz="4000" b="1"/>
              <a:t>Em Jesus, vivendo cada dia,</a:t>
            </a:r>
            <a:br>
              <a:rPr lang="pt-BR" altLang="pt-BR" sz="4000" b="1"/>
            </a:br>
            <a:r>
              <a:rPr lang="pt-BR" altLang="pt-BR" sz="4000" b="1"/>
              <a:t>Em Jesus eu tenho alegria!</a:t>
            </a:r>
            <a:br>
              <a:rPr lang="pt-BR" altLang="pt-BR" sz="4000" b="1"/>
            </a:br>
            <a:r>
              <a:rPr lang="pt-BR" altLang="pt-BR" sz="4000" b="1"/>
              <a:t>Em Jesus, oh, doce harmonia!</a:t>
            </a:r>
            <a:br>
              <a:rPr lang="pt-BR" altLang="pt-BR" sz="4000" b="1"/>
            </a:br>
            <a:r>
              <a:rPr lang="pt-BR" altLang="pt-BR" sz="4000" b="1"/>
              <a:t>Em Jesus, desfruto a paz de Deus!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90D143B-952D-B0DC-053A-464B37221F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24625"/>
          </a:xfrm>
        </p:spPr>
        <p:txBody>
          <a:bodyPr/>
          <a:lstStyle/>
          <a:p>
            <a:r>
              <a:rPr lang="pt-BR" altLang="pt-BR" sz="4000" b="1"/>
              <a:t>Em Jesus, na rocha inabalável,</a:t>
            </a:r>
            <a:br>
              <a:rPr lang="pt-BR" altLang="pt-BR" sz="4000" b="1"/>
            </a:br>
            <a:r>
              <a:rPr lang="pt-BR" altLang="pt-BR" sz="4000" b="1"/>
              <a:t>Em Jesus, no homem incomparável!</a:t>
            </a:r>
            <a:br>
              <a:rPr lang="pt-BR" altLang="pt-BR" sz="4000" b="1"/>
            </a:br>
            <a:r>
              <a:rPr lang="pt-BR" altLang="pt-BR" sz="4000" b="1"/>
              <a:t>Em Jesus, no Deus tão adorável!</a:t>
            </a:r>
            <a:br>
              <a:rPr lang="pt-BR" altLang="pt-BR" sz="4000" b="1"/>
            </a:br>
            <a:r>
              <a:rPr lang="pt-BR" altLang="pt-BR" sz="4000" b="1"/>
              <a:t>Em Jesus, o mal não temerei!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4476077-11BE-4D74-DB1E-E26FA8DB8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81750"/>
          </a:xfrm>
        </p:spPr>
        <p:txBody>
          <a:bodyPr/>
          <a:lstStyle/>
          <a:p>
            <a:r>
              <a:rPr lang="pt-BR" altLang="pt-BR" sz="4000" b="1"/>
              <a:t>Em Jesus a graça é infinita,</a:t>
            </a:r>
            <a:br>
              <a:rPr lang="pt-BR" altLang="pt-BR" sz="4000" b="1"/>
            </a:br>
            <a:r>
              <a:rPr lang="pt-BR" altLang="pt-BR" sz="4000" b="1"/>
              <a:t>Em Jesus, oh! Benção inaudita;</a:t>
            </a:r>
            <a:br>
              <a:rPr lang="pt-BR" altLang="pt-BR" sz="4000" b="1"/>
            </a:br>
            <a:r>
              <a:rPr lang="pt-BR" altLang="pt-BR" sz="4000" b="1"/>
              <a:t>Em Jesus, minh’alma é bendita;</a:t>
            </a:r>
            <a:br>
              <a:rPr lang="pt-BR" altLang="pt-BR" sz="4000" b="1"/>
            </a:br>
            <a:r>
              <a:rPr lang="pt-BR" altLang="pt-BR" sz="4000" b="1"/>
              <a:t>Em Jesus eu tenho salvação!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5351E51-CB4F-70FE-851F-69066D90F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 b="1"/>
              <a:t>Em Jesus não temo o mal e a morte,</a:t>
            </a:r>
            <a:br>
              <a:rPr lang="pt-BR" altLang="pt-BR" sz="4000" b="1"/>
            </a:br>
            <a:r>
              <a:rPr lang="pt-BR" altLang="pt-BR" sz="4000" b="1"/>
              <a:t>Em Jesus estou firmado e forte!</a:t>
            </a:r>
            <a:br>
              <a:rPr lang="pt-BR" altLang="pt-BR" sz="4000" b="1"/>
            </a:br>
            <a:r>
              <a:rPr lang="pt-BR" altLang="pt-BR" sz="4000" b="1"/>
              <a:t>Em Jesus meu barco ruma ao norte;</a:t>
            </a:r>
            <a:br>
              <a:rPr lang="pt-BR" altLang="pt-BR" sz="4000" b="1"/>
            </a:br>
            <a:r>
              <a:rPr lang="pt-BR" altLang="pt-BR" sz="4000" b="1"/>
              <a:t>Em Jesus eu sempre hei de vencer!</a:t>
            </a:r>
            <a:endParaRPr lang="en-US" altLang="pt-BR" sz="4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driculado dégradé">
  <a:themeElements>
    <a:clrScheme name="Quadriculado dégradé 4">
      <a:dk1>
        <a:srgbClr val="6B6B99"/>
      </a:dk1>
      <a:lt1>
        <a:srgbClr val="EAEAEA"/>
      </a:lt1>
      <a:dk2>
        <a:srgbClr val="666699"/>
      </a:dk2>
      <a:lt2>
        <a:srgbClr val="CCECFF"/>
      </a:lt2>
      <a:accent1>
        <a:srgbClr val="00CC66"/>
      </a:accent1>
      <a:accent2>
        <a:srgbClr val="54547A"/>
      </a:accent2>
      <a:accent3>
        <a:srgbClr val="B8B8CA"/>
      </a:accent3>
      <a:accent4>
        <a:srgbClr val="C8C8C8"/>
      </a:accent4>
      <a:accent5>
        <a:srgbClr val="AAE2B8"/>
      </a:accent5>
      <a:accent6>
        <a:srgbClr val="4B4B6E"/>
      </a:accent6>
      <a:hlink>
        <a:srgbClr val="65B2FF"/>
      </a:hlink>
      <a:folHlink>
        <a:srgbClr val="9900FF"/>
      </a:folHlink>
    </a:clrScheme>
    <a:fontScheme name="Quadriculado dégradé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Quadriculado dégradé 1">
        <a:dk1>
          <a:srgbClr val="7E0000"/>
        </a:dk1>
        <a:lt1>
          <a:srgbClr val="FFFFFF"/>
        </a:lt1>
        <a:dk2>
          <a:srgbClr val="800000"/>
        </a:dk2>
        <a:lt2>
          <a:srgbClr val="FCF0B2"/>
        </a:lt2>
        <a:accent1>
          <a:srgbClr val="C5543D"/>
        </a:accent1>
        <a:accent2>
          <a:srgbClr val="660000"/>
        </a:accent2>
        <a:accent3>
          <a:srgbClr val="C0AAAA"/>
        </a:accent3>
        <a:accent4>
          <a:srgbClr val="DADADA"/>
        </a:accent4>
        <a:accent5>
          <a:srgbClr val="DFB3AF"/>
        </a:accent5>
        <a:accent6>
          <a:srgbClr val="5C0000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2">
        <a:dk1>
          <a:srgbClr val="000066"/>
        </a:dk1>
        <a:lt1>
          <a:srgbClr val="FFFFFF"/>
        </a:lt1>
        <a:dk2>
          <a:srgbClr val="000066"/>
        </a:dk2>
        <a:lt2>
          <a:srgbClr val="B2B8C8"/>
        </a:lt2>
        <a:accent1>
          <a:srgbClr val="008080"/>
        </a:accent1>
        <a:accent2>
          <a:srgbClr val="00004E"/>
        </a:accent2>
        <a:accent3>
          <a:srgbClr val="AAAAB8"/>
        </a:accent3>
        <a:accent4>
          <a:srgbClr val="DADADA"/>
        </a:accent4>
        <a:accent5>
          <a:srgbClr val="AAC0C0"/>
        </a:accent5>
        <a:accent6>
          <a:srgbClr val="000046"/>
        </a:accent6>
        <a:hlink>
          <a:srgbClr val="00FF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3">
        <a:dk1>
          <a:srgbClr val="010199"/>
        </a:dk1>
        <a:lt1>
          <a:srgbClr val="FFFFFF"/>
        </a:lt1>
        <a:dk2>
          <a:srgbClr val="000099"/>
        </a:dk2>
        <a:lt2>
          <a:srgbClr val="CCFFFF"/>
        </a:lt2>
        <a:accent1>
          <a:srgbClr val="00C600"/>
        </a:accent1>
        <a:accent2>
          <a:srgbClr val="01017D"/>
        </a:accent2>
        <a:accent3>
          <a:srgbClr val="AAAACA"/>
        </a:accent3>
        <a:accent4>
          <a:srgbClr val="DADADA"/>
        </a:accent4>
        <a:accent5>
          <a:srgbClr val="AADFAA"/>
        </a:accent5>
        <a:accent6>
          <a:srgbClr val="010171"/>
        </a:accent6>
        <a:hlink>
          <a:srgbClr val="FFE701"/>
        </a:hlink>
        <a:folHlink>
          <a:srgbClr val="33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4">
        <a:dk1>
          <a:srgbClr val="6B6B99"/>
        </a:dk1>
        <a:lt1>
          <a:srgbClr val="EAEAEA"/>
        </a:lt1>
        <a:dk2>
          <a:srgbClr val="666699"/>
        </a:dk2>
        <a:lt2>
          <a:srgbClr val="CCECFF"/>
        </a:lt2>
        <a:accent1>
          <a:srgbClr val="00CC66"/>
        </a:accent1>
        <a:accent2>
          <a:srgbClr val="54547A"/>
        </a:accent2>
        <a:accent3>
          <a:srgbClr val="B8B8CA"/>
        </a:accent3>
        <a:accent4>
          <a:srgbClr val="C8C8C8"/>
        </a:accent4>
        <a:accent5>
          <a:srgbClr val="AAE2B8"/>
        </a:accent5>
        <a:accent6>
          <a:srgbClr val="4B4B6E"/>
        </a:accent6>
        <a:hlink>
          <a:srgbClr val="65B2FF"/>
        </a:hlink>
        <a:folHlink>
          <a:srgbClr val="99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5">
        <a:dk1>
          <a:srgbClr val="00827F"/>
        </a:dk1>
        <a:lt1>
          <a:srgbClr val="FFFFFF"/>
        </a:lt1>
        <a:dk2>
          <a:srgbClr val="008080"/>
        </a:dk2>
        <a:lt2>
          <a:srgbClr val="FFFFCC"/>
        </a:lt2>
        <a:accent1>
          <a:srgbClr val="6D6FC7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BABBE0"/>
        </a:accent5>
        <a:accent6>
          <a:srgbClr val="005A58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6">
        <a:dk1>
          <a:srgbClr val="4D4D4D"/>
        </a:dk1>
        <a:lt1>
          <a:srgbClr val="FFFFFF"/>
        </a:lt1>
        <a:dk2>
          <a:srgbClr val="525252"/>
        </a:dk2>
        <a:lt2>
          <a:srgbClr val="C0C0C0"/>
        </a:lt2>
        <a:accent1>
          <a:srgbClr val="527C3A"/>
        </a:accent1>
        <a:accent2>
          <a:srgbClr val="444444"/>
        </a:accent2>
        <a:accent3>
          <a:srgbClr val="B3B3B3"/>
        </a:accent3>
        <a:accent4>
          <a:srgbClr val="DADADA"/>
        </a:accent4>
        <a:accent5>
          <a:srgbClr val="B3BFAE"/>
        </a:accent5>
        <a:accent6>
          <a:srgbClr val="3D3D3D"/>
        </a:accent6>
        <a:hlink>
          <a:srgbClr val="FAC458"/>
        </a:hlink>
        <a:folHlink>
          <a:srgbClr val="C7780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7">
        <a:dk1>
          <a:srgbClr val="516032"/>
        </a:dk1>
        <a:lt1>
          <a:srgbClr val="FFFFFF"/>
        </a:lt1>
        <a:dk2>
          <a:srgbClr val="546434"/>
        </a:dk2>
        <a:lt2>
          <a:srgbClr val="B2B68A"/>
        </a:lt2>
        <a:accent1>
          <a:srgbClr val="7D8C70"/>
        </a:accent1>
        <a:accent2>
          <a:srgbClr val="414E28"/>
        </a:accent2>
        <a:accent3>
          <a:srgbClr val="B3B8AE"/>
        </a:accent3>
        <a:accent4>
          <a:srgbClr val="DADADA"/>
        </a:accent4>
        <a:accent5>
          <a:srgbClr val="BFC5BB"/>
        </a:accent5>
        <a:accent6>
          <a:srgbClr val="3A4623"/>
        </a:accent6>
        <a:hlink>
          <a:srgbClr val="80C579"/>
        </a:hlink>
        <a:folHlink>
          <a:srgbClr val="7FADA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8">
        <a:dk1>
          <a:srgbClr val="D1CC00"/>
        </a:dk1>
        <a:lt1>
          <a:srgbClr val="FFFFFF"/>
        </a:lt1>
        <a:dk2>
          <a:srgbClr val="CCCC00"/>
        </a:dk2>
        <a:lt2>
          <a:srgbClr val="F3F5B1"/>
        </a:lt2>
        <a:accent1>
          <a:srgbClr val="808000"/>
        </a:accent1>
        <a:accent2>
          <a:srgbClr val="AEAA00"/>
        </a:accent2>
        <a:accent3>
          <a:srgbClr val="E2E2AA"/>
        </a:accent3>
        <a:accent4>
          <a:srgbClr val="DADADA"/>
        </a:accent4>
        <a:accent5>
          <a:srgbClr val="C0C0AA"/>
        </a:accent5>
        <a:accent6>
          <a:srgbClr val="9D9A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9">
        <a:dk1>
          <a:srgbClr val="000000"/>
        </a:dk1>
        <a:lt1>
          <a:srgbClr val="F8F8F8"/>
        </a:lt1>
        <a:dk2>
          <a:srgbClr val="336600"/>
        </a:dk2>
        <a:lt2>
          <a:srgbClr val="FBFBFB"/>
        </a:lt2>
        <a:accent1>
          <a:srgbClr val="009900"/>
        </a:accent1>
        <a:accent2>
          <a:srgbClr val="C6C6C6"/>
        </a:accent2>
        <a:accent3>
          <a:srgbClr val="FBFBFB"/>
        </a:accent3>
        <a:accent4>
          <a:srgbClr val="000000"/>
        </a:accent4>
        <a:accent5>
          <a:srgbClr val="AACAAA"/>
        </a:accent5>
        <a:accent6>
          <a:srgbClr val="B3B3B3"/>
        </a:accent6>
        <a:hlink>
          <a:srgbClr val="00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Fading Grid</Template>
  <TotalTime>6</TotalTime>
  <Words>137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Wingdings</vt:lpstr>
      <vt:lpstr>Quadriculado dégradé</vt:lpstr>
      <vt:lpstr>400 EM JESUS</vt:lpstr>
      <vt:lpstr>Em Jesus, vivendo cada dia, Em Jesus eu tenho alegria! Em Jesus, oh, doce harmonia! Em Jesus, desfruto a paz de Deus!</vt:lpstr>
      <vt:lpstr>Em Jesus, na rocha inabalável, Em Jesus, no homem incomparável! Em Jesus, no Deus tão adorável! Em Jesus, o mal não temerei!</vt:lpstr>
      <vt:lpstr>Em Jesus a graça é infinita, Em Jesus, oh! Benção inaudita; Em Jesus, minh’alma é bendita; Em Jesus eu tenho salvação!</vt:lpstr>
      <vt:lpstr>Em Jesus não temo o mal e a morte, Em Jesus estou firmado e forte! Em Jesus meu barco ruma ao norte; Em Jesus eu sempre hei de vencer!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Harpa Cristã  400</dc:title>
  <dc:creator>Jose Antonio de Bem</dc:creator>
  <cp:lastModifiedBy>Emerson Souza</cp:lastModifiedBy>
  <cp:revision>3</cp:revision>
  <dcterms:created xsi:type="dcterms:W3CDTF">2004-07-18T18:18:02Z</dcterms:created>
  <dcterms:modified xsi:type="dcterms:W3CDTF">2026-05-02T22:10:15Z</dcterms:modified>
</cp:coreProperties>
</file>