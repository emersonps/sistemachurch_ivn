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7B244-A1AE-705F-C8DF-D647748E4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DB999F-6683-2B30-017A-FFE0E6949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84EB20-4BFE-B497-6F21-5EA55079D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CE4A6F-E5FD-0DB3-521D-9FD0888F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3796BF-E2B8-FBB2-3CA1-68852CBA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34059-5A1D-42F9-BFA1-BF7E01646A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82917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D5819-33FB-0362-D370-8F210DFC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7264BD-C648-EBF9-2070-4125090CB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55F8E7-6246-49DF-625C-4E51E3B43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90DDE4-41FE-0B1E-A422-B2139746E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8B094C-CA5A-E9EE-20AF-068493F2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E3AC7-7573-4DAE-B478-EDC6056358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8668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2252D-DBC1-548F-BA37-108F12C4C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3F6559-3752-F509-64A2-1D4CD0D20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58B4DF-B337-0749-F75C-DDBDE78B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3B892B-5684-0E9F-D46F-CCB99B4F4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B336F6-7970-D5E9-C180-5271EAF3C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E6FEC5-37C0-43F8-B410-D6DAC01717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9346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4F5F9-C52B-C058-4830-8F7BC4BF9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998F7F-4719-251D-92E7-3879A80820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5BDD90-850B-A507-238E-9D37B1328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82E186-72A7-79F7-FE15-A0256023C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1A83C9-A645-06FE-3CDD-0FA88FFF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E89F3C-27F9-7661-F8AC-788267E91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8E4562-F433-403B-B52C-62E209CF32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3574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8457B-CDCB-2EBF-9BD2-7AE8D1099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83DFD6-C636-AD3C-BA46-26708F13D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036E59-8525-E1B5-5B00-8C4DC0EA7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DE35BFE-840E-7BF2-CD35-CF09444C4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B214ECC-BF61-06AC-CE13-A6F9C5925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58021CA-032D-F8ED-0B55-0CE079DC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62DE271-5FEC-3808-84D1-4A7D1DD8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25EA0A-BCD7-CC47-E0F9-C8BA19D2C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752FD0-27DE-43EA-AE49-D1EBC07083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9008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8AE77F-24D4-B59A-5BF9-838FD710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4207A0-CA13-632E-192E-97C4E0DC4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E131C8-7CF1-8230-7A55-393416928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2D679CF-2621-4DD9-0C62-EE22957A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8A62D4-259A-4E04-AB43-EFC406ACD3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0872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35081C-9032-4796-9E38-6E067809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0AAF4B-6E79-DF71-6BF8-A4E170FA9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6910FF-7879-9A9E-7A28-A820874DD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9603CA-AC6E-4BBC-A4BD-BE44304E10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643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1D346-DC11-9F67-3B6B-D6D3599A6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3F8FFA-92E8-2C9C-10DE-5DBDD2D7E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47FD52-E72D-D19B-2589-B06BBA7BA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4E9070-8281-FAC4-450E-4F7C00FF5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BF0ABF-9A2E-D8B3-5F8A-BF4BAD488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17A2BA-E35F-52C3-1278-83036429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34E81E-E6A1-48E5-A9F1-49CED19874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6410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EBD7A2-48AC-45C9-C9FB-66FCA1D23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DE8223F-1D16-26A3-D462-F7F00954CF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47C947A-6A5B-42D7-6CAB-44E854808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602700-D032-1370-A84E-A0AEE2C65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F6E847-E5DC-2BA4-F186-76AB805D5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3F3A82-F237-B040-3B22-D6A5BE08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880B37-2F49-419C-9FC3-A98C9418CB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7338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674A5-816F-250A-852A-A7C6579A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33AA81-5D82-2054-481B-9DE06AA44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7D5877-453C-C8F1-D927-F2410500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4960C7-BC9F-C700-4416-901ECFF7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FE6C8F-7AFD-438F-8465-B686A347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158768-9769-4EA2-8AA3-46E4AE37F4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350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0308A7D-8AD7-D91D-AB75-F6CA3D7B4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A5D5C60-40A7-FFA5-3A92-11F30620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BCB2DB-E607-4DA8-346A-695A3EEE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DFC917-F75D-56B4-F77E-21B35E2A7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41C899-9158-13FD-BCEE-980D208DF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B4D5D9-FD17-4743-BAC7-65BC53AFC2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8928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5E2A93-265D-80FD-072A-0D72B3349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E3B1FF0-CAB4-9CFD-BDC8-3818E2DAD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7E215EB-4E72-CA49-7AD2-F8D74F9A467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41C1B0D-7649-1F73-12F3-17B816F223F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ABB5EF5-AB9C-6C91-7E0F-FF1335B4B4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3D37FBB-454F-4D88-A591-5AC399A281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D2761FB-AA4D-3B27-EAD1-89AD0D6BA82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265</a:t>
            </a:r>
            <a:br>
              <a:rPr lang="pt-BR" altLang="pt-BR" sz="4400" b="1"/>
            </a:br>
            <a:r>
              <a:rPr lang="pt-BR" altLang="pt-BR" sz="4400" b="1"/>
              <a:t>DOCE É CRER EM CRISTO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57B26C1-C6ED-876C-0599-AA77908CE3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Oh! quão doce é crer em Cristo, </a:t>
            </a:r>
            <a:br>
              <a:rPr lang="pt-BR" altLang="pt-BR" sz="3600"/>
            </a:br>
            <a:r>
              <a:rPr lang="pt-BR" altLang="pt-BR" sz="3600"/>
              <a:t>E entregar-se a Jesus,</a:t>
            </a:r>
            <a:br>
              <a:rPr lang="pt-BR" altLang="pt-BR" sz="3600"/>
            </a:br>
            <a:r>
              <a:rPr lang="pt-BR" altLang="pt-BR" sz="3600"/>
              <a:t>Esperar em Suas promessas </a:t>
            </a:r>
            <a:br>
              <a:rPr lang="pt-BR" altLang="pt-BR" sz="3600"/>
            </a:br>
            <a:r>
              <a:rPr lang="pt-BR" altLang="pt-BR" sz="3600"/>
              <a:t>E andar na Sua luz!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08B58BF-01DB-3F83-8E57-97017D67F0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Jesus Cristo, Jesus Cristo,</a:t>
            </a:r>
            <a:br>
              <a:rPr lang="pt-BR" altLang="pt-BR" sz="3600" b="1" i="1"/>
            </a:br>
            <a:r>
              <a:rPr lang="pt-BR" altLang="pt-BR" sz="3600" b="1" i="1"/>
              <a:t>Teu amor me deste a mim!</a:t>
            </a:r>
            <a:br>
              <a:rPr lang="pt-BR" altLang="pt-BR" sz="3600" b="1" i="1"/>
            </a:br>
            <a:r>
              <a:rPr lang="pt-BR" altLang="pt-BR" sz="3600" b="1" i="1"/>
              <a:t>Jesus Cristo, Jesus Cristo,</a:t>
            </a:r>
            <a:br>
              <a:rPr lang="pt-BR" altLang="pt-BR" sz="3600" b="1" i="1"/>
            </a:br>
            <a:r>
              <a:rPr lang="pt-BR" altLang="pt-BR" sz="3600" b="1" i="1"/>
              <a:t>Sempre quero crer em </a:t>
            </a:r>
            <a:r>
              <a:rPr lang="pt-BR" altLang="pt-BR" sz="3600" i="1"/>
              <a:t>Ti.</a:t>
            </a:r>
            <a:endParaRPr lang="en-US" altLang="pt-BR" sz="36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AC95F6E-AAD7-F95A-B04E-46746CDB6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É mui doce crer em Cristo,</a:t>
            </a:r>
            <a:br>
              <a:rPr lang="pt-BR" altLang="pt-BR" sz="3600"/>
            </a:br>
            <a:r>
              <a:rPr lang="pt-BR" altLang="pt-BR" sz="3600"/>
              <a:t>E cumprir o Seu querer,</a:t>
            </a:r>
            <a:br>
              <a:rPr lang="pt-BR" altLang="pt-BR" sz="3600"/>
            </a:br>
            <a:r>
              <a:rPr lang="pt-BR" altLang="pt-BR" sz="3600"/>
              <a:t>Não descrendo em Sua Palavra, </a:t>
            </a:r>
            <a:br>
              <a:rPr lang="pt-BR" altLang="pt-BR" sz="3600"/>
            </a:br>
            <a:r>
              <a:rPr lang="pt-BR" altLang="pt-BR" sz="3600"/>
              <a:t>Que é luz p'ra nosso ser.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F3610E5-8571-7CF0-8D45-4E98267F31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E mui grato crer em Cristo; </a:t>
            </a:r>
            <a:br>
              <a:rPr lang="pt-BR" altLang="pt-BR" sz="3600"/>
            </a:br>
            <a:r>
              <a:rPr lang="pt-BR" altLang="pt-BR" sz="3600"/>
              <a:t>Quando busca o coração </a:t>
            </a:r>
            <a:br>
              <a:rPr lang="pt-BR" altLang="pt-BR" sz="3600"/>
            </a:br>
            <a:r>
              <a:rPr lang="pt-BR" altLang="pt-BR" sz="3600"/>
              <a:t>Os tesouros infinitos</a:t>
            </a:r>
            <a:br>
              <a:rPr lang="pt-BR" altLang="pt-BR" sz="3600"/>
            </a:br>
            <a:r>
              <a:rPr lang="pt-BR" altLang="pt-BR" sz="3600"/>
              <a:t>De amor, paz e perdão.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69A433F-C690-2A19-BD32-136DCC8900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Sempre em Ti confiar eu quero,</a:t>
            </a:r>
            <a:br>
              <a:rPr lang="pt-BR" altLang="pt-BR" sz="3600"/>
            </a:br>
            <a:r>
              <a:rPr lang="pt-BR" altLang="pt-BR" sz="3600"/>
              <a:t>Meu precioso Salvador;</a:t>
            </a:r>
            <a:br>
              <a:rPr lang="pt-BR" altLang="pt-BR" sz="3600"/>
            </a:br>
            <a:r>
              <a:rPr lang="pt-BR" altLang="pt-BR" sz="3600"/>
              <a:t>Na bonança e na luta,</a:t>
            </a:r>
            <a:br>
              <a:rPr lang="pt-BR" altLang="pt-BR" sz="3600"/>
            </a:br>
            <a:r>
              <a:rPr lang="pt-BR" altLang="pt-BR" sz="3600"/>
              <a:t>Me proteja o Teu amor.	</a:t>
            </a:r>
            <a:r>
              <a:rPr lang="pt-BR" altLang="pt-BR" sz="1400"/>
              <a:t>J.T.L.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265 DOCE É CRER EM CRISTO</vt:lpstr>
      <vt:lpstr>Oh! quão doce é crer em Cristo,  E entregar-se a Jesus, Esperar em Suas promessas  E andar na Sua luz! </vt:lpstr>
      <vt:lpstr>Jesus Cristo, Jesus Cristo, Teu amor me deste a mim! Jesus Cristo, Jesus Cristo, Sempre quero crer em Ti.</vt:lpstr>
      <vt:lpstr>É mui doce crer em Cristo, E cumprir o Seu querer, Não descrendo em Sua Palavra,  Que é luz p'ra nosso ser. </vt:lpstr>
      <vt:lpstr>E mui grato crer em Cristo;  Quando busca o coração  Os tesouros infinitos De amor, paz e perdão. </vt:lpstr>
      <vt:lpstr>Sempre em Ti confiar eu quero, Meu precioso Salvador; Na bonança e na luta, Me proteja o Teu amor. J.T.L.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265 - DOCE É CRER EM CRISTO</dc:title>
  <dc:creator>Montagna</dc:creator>
  <cp:lastModifiedBy>Emerson Souza</cp:lastModifiedBy>
  <cp:revision>2</cp:revision>
  <dcterms:created xsi:type="dcterms:W3CDTF">2005-10-19T00:26:50Z</dcterms:created>
  <dcterms:modified xsi:type="dcterms:W3CDTF">2026-05-02T21:59:00Z</dcterms:modified>
</cp:coreProperties>
</file>