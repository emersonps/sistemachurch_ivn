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0FC"/>
    <a:srgbClr val="F3E9EB"/>
    <a:srgbClr val="E4C6D9"/>
    <a:srgbClr val="F3E5EE"/>
    <a:srgbClr val="FFF3FF"/>
    <a:srgbClr val="FFB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5C58-F56E-9197-4DF0-209298B12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C2AB12-5ACF-0171-AAE8-56053120A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A65AF9-C2D9-6A61-B5E3-6E2109E6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09D797-2F24-4F1D-5B43-F6572704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10E754-DA3C-97B7-172D-898918B2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0425D-68FE-48D5-BB53-61B5066FF8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255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F015F-1833-05AF-1554-78F15B8E9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63D8C8-0999-63A8-0A39-12697B9B1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ECE711-9AD7-A306-1E44-AA22DFBF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8F3F59-BDA1-44DF-00CF-BFC21354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0FED40-F65C-B5B0-1027-01C92D07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0B1D7-BA06-46C5-8956-B453282874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054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02959-E490-3E67-7A7B-2D03715C4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F984AA-AD17-AE4B-4B31-99238797B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1C8775-02EF-FC85-1ED3-7050B849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00B8D0-6936-9B78-A8CA-336100F2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BDFF5D-D211-243C-325C-EDDCBD06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0CEF2-5A46-4A89-8475-296615F212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417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25FBA-A679-5FFC-E858-CC529486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D992CE-8BEB-AAC5-8DEE-0C5823B78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A848E7-945F-75AC-1E32-18C9B65A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8FA875-81ED-C244-D983-63FF64C5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AF1795-9F61-A25C-6E3E-454C27A3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4BF840-E907-B440-AD4B-22344032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7972A-F953-4E31-90BC-BEF27160F1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344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B5672-E9D9-FB13-3FDF-B495AEB4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E3D45C-B2DA-14C1-A4ED-1048F9FA0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78ADE8-935E-27BE-78CE-65444E7A5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76AA9B6-8609-0DFD-04E8-96BA71734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48881C-6D3E-6B89-69B2-19EFE9D8F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5B25BF-4B8C-9FE1-2BCA-06A0B040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87F9A7C-054E-0EAD-8226-FEDEAE18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4B0EE3-B1CD-2053-3948-E258A42B1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0BCC6A-42E6-44E5-A15A-B560E092EA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67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41114-91F1-2C0D-28A2-156AD1EB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9515E0-3462-1935-5477-B91ED9A52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F6F422-EA51-1713-6F02-D190A88A5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CA8493-F81A-328A-C41A-0B4C90AC9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B405B-E04E-4A4E-B711-C56AAA1098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2796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C198BBE-7385-E292-1045-9999C0EA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11DF59-1AA3-8988-BFC7-0A1A9409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60D10A-8D2D-073A-1B53-AA7D32B2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8FB2D5-1E76-45C3-B10F-ED32FD3189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939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50010-280E-28E4-7DF0-611D6E718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5141C7-32B3-0102-FB59-A72B9F253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80C5A5-5063-A04F-6E76-D39319584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A21952-6743-B50A-A785-924EDC324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B0E704-BD48-D982-3DF9-AE1B88ED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530071-1401-C92D-25BF-8B395DB4D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B5317E-9702-4E10-870D-C7510621C9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151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E5086-5B57-1C32-96D3-3F33EA5C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6E632B-FAB5-CC09-1873-193478BE1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519C33-97C7-65A1-4071-7F63A13A5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60CDE4-A347-D3EB-DEC9-8865FBC6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C5351B-45DD-1634-875F-EA5E480B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71D769-5715-4EE4-7B9C-4999F467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DDFDBB-5601-4FBC-8D00-7445F42296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158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22F90-40F3-299C-E2DA-09218E47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4DAC76-E25D-7602-66D8-CC2460D91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6FD14B-EDA3-3C0F-8787-7B607ABB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29BE4C-BBFF-82E0-C358-FBC3A2907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F0E378-2B41-C5DE-ED56-93EE8BE3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060E02-2360-4922-B5EA-EEFE8CA128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437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73399D-249D-853B-9BC4-EEBC6D5E2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D07435-BF5F-CA10-7679-9AF224FFB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ED9CE6-60B3-1E7F-B820-86E756B4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0B82AE-54B1-2678-CE7D-1D0B7CAF6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029F05-DB90-E24B-F38E-B8319F71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809AB3-2EDB-4899-8C3F-93779C871D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8187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9900AA-EFF0-1750-5A63-2193790B0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194BE2-F046-1D7F-B1A9-DFCE69710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963CFC9-4F60-B8E2-FF8A-23744CFC949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99316E7-2D8B-32E4-4219-925FA63BBF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B4D7E16-70DB-36D8-79AC-4D51BE3CC0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A48C496-933E-416B-89EB-2F27CD9D37B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0B97A4B-5817-84E6-DF42-FC9F76F37B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>
                <a:solidFill>
                  <a:srgbClr val="E2E0FC"/>
                </a:solidFill>
              </a:rPr>
              <a:t>255</a:t>
            </a:r>
            <a:br>
              <a:rPr lang="pt-BR" altLang="pt-BR" sz="4400" b="1">
                <a:solidFill>
                  <a:srgbClr val="E2E0FC"/>
                </a:solidFill>
              </a:rPr>
            </a:br>
            <a:r>
              <a:rPr lang="pt-BR" altLang="pt-BR" sz="4400" b="1">
                <a:solidFill>
                  <a:srgbClr val="E2E0FC"/>
                </a:solidFill>
              </a:rPr>
              <a:t>MEU REDENTOR</a:t>
            </a:r>
            <a:endParaRPr lang="en-US" altLang="pt-BR" sz="4400" b="1">
              <a:solidFill>
                <a:srgbClr val="E2E0F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BFBA24F-3A67-E283-F756-9FE8B81F2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>
                <a:solidFill>
                  <a:srgbClr val="E2E0FC"/>
                </a:solidFill>
              </a:rPr>
              <a:t>Na cruz morrendo meu Redentor;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Minhas maldades todas levou;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Se O recebes, tens Seu amor,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Pois teus pecados, Jesus perdoou.</a:t>
            </a:r>
            <a:r>
              <a:rPr lang="en-US" altLang="pt-BR">
                <a:solidFill>
                  <a:srgbClr val="E2E0F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111EEF6-A456-DCE9-C9E6-1C386768B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>
                <a:solidFill>
                  <a:srgbClr val="E2E0FC"/>
                </a:solidFill>
              </a:rPr>
              <a:t>Quando Deus, o sangue vir,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Que Jesus já verteu, 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Passará sem te ferir,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No Egito assim sucedeu.</a:t>
            </a:r>
            <a:endParaRPr lang="en-US" altLang="pt-BR" sz="3600" b="1" i="1">
              <a:solidFill>
                <a:srgbClr val="E2E0F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0F04AF2-FCB1-2970-04E3-8D9277F46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>
                <a:solidFill>
                  <a:srgbClr val="E2E0FC"/>
                </a:solidFill>
              </a:rPr>
              <a:t>Deus quer salvar ao vil malfeitor, 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Como promete, sempre fará; 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NEle confia, ó pecador,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E pela fé vida nova terás.</a:t>
            </a:r>
            <a:r>
              <a:rPr lang="en-US" altLang="pt-BR">
                <a:solidFill>
                  <a:srgbClr val="E2E0F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413F1C4-E065-7A82-0B7E-B716CEAAA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>
                <a:solidFill>
                  <a:srgbClr val="E2E0FC"/>
                </a:solidFill>
              </a:rPr>
              <a:t>Quando Deus, o sangue vir,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Que Jesus já verteu, 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Passará sem te ferir,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No Egito assim sucedeu.</a:t>
            </a:r>
            <a:endParaRPr lang="en-US" altLang="pt-BR" sz="3600" b="1" i="1">
              <a:solidFill>
                <a:srgbClr val="E2E0F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557C6DD-71C9-2EA1-5CC0-D054559C6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>
                <a:solidFill>
                  <a:srgbClr val="E2E0FC"/>
                </a:solidFill>
              </a:rPr>
              <a:t>Breve se finda a tua luz, 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E no juízo tu vais entrar;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Não te detenhas, vem a Jesus, 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Que teus pecados deseja apagar.</a:t>
            </a:r>
            <a:r>
              <a:rPr lang="en-US" altLang="pt-BR">
                <a:solidFill>
                  <a:srgbClr val="E2E0F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58756D6-9886-D97B-7140-F81FB8E46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>
                <a:solidFill>
                  <a:srgbClr val="E2E0FC"/>
                </a:solidFill>
              </a:rPr>
              <a:t>Quando Deus, o sangue vir,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Que Jesus já verteu, 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Passará sem te ferir,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No Egito assim sucedeu.</a:t>
            </a:r>
            <a:endParaRPr lang="en-US" altLang="pt-BR" sz="3600" b="1" i="1">
              <a:solidFill>
                <a:srgbClr val="E2E0F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927C7AA-5E05-2F7B-5597-D7676E69C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>
                <a:solidFill>
                  <a:srgbClr val="E2E0FC"/>
                </a:solidFill>
              </a:rPr>
              <a:t>Que maravilha, que grande amor!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Se hoje creres, salvo serás!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Cristo te chama, vem pecador,</a:t>
            </a:r>
            <a:br>
              <a:rPr lang="pt-BR" altLang="pt-BR" sz="3600">
                <a:solidFill>
                  <a:srgbClr val="E2E0FC"/>
                </a:solidFill>
              </a:rPr>
            </a:br>
            <a:r>
              <a:rPr lang="pt-BR" altLang="pt-BR" sz="3600">
                <a:solidFill>
                  <a:srgbClr val="E2E0FC"/>
                </a:solidFill>
              </a:rPr>
              <a:t>E gozo eterno no céu fruirás</a:t>
            </a:r>
            <a:r>
              <a:rPr lang="pt-BR" altLang="pt-BR">
                <a:solidFill>
                  <a:srgbClr val="E2E0FC"/>
                </a:solidFill>
              </a:rPr>
              <a:t>.</a:t>
            </a:r>
            <a:r>
              <a:rPr lang="pt-BR" altLang="pt-BR" sz="1600">
                <a:solidFill>
                  <a:srgbClr val="E2E0FC"/>
                </a:solidFill>
              </a:rPr>
              <a:t>	F.V.</a:t>
            </a:r>
            <a:r>
              <a:rPr lang="en-US" altLang="pt-BR">
                <a:solidFill>
                  <a:srgbClr val="E2E0F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4BC4D6E-976E-6A56-5627-68B379F75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>
                <a:solidFill>
                  <a:srgbClr val="E2E0FC"/>
                </a:solidFill>
              </a:rPr>
              <a:t>Quando Deus, o sangue vir,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Que Jesus já verteu, 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Passará sem te ferir,</a:t>
            </a:r>
            <a:br>
              <a:rPr lang="pt-BR" altLang="pt-BR" sz="3600" b="1" i="1">
                <a:solidFill>
                  <a:srgbClr val="E2E0FC"/>
                </a:solidFill>
              </a:rPr>
            </a:br>
            <a:r>
              <a:rPr lang="pt-BR" altLang="pt-BR" sz="3600" b="1" i="1">
                <a:solidFill>
                  <a:srgbClr val="E2E0FC"/>
                </a:solidFill>
              </a:rPr>
              <a:t>No Egito assim sucedeu.</a:t>
            </a:r>
            <a:endParaRPr lang="en-US" altLang="pt-BR" sz="3600" b="1" i="1">
              <a:solidFill>
                <a:srgbClr val="E2E0F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255 MEU REDENTOR</vt:lpstr>
      <vt:lpstr>Na cruz morrendo meu Redentor; Minhas maldades todas levou; Se O recebes, tens Seu amor, Pois teus pecados, Jesus perdoou. </vt:lpstr>
      <vt:lpstr>Quando Deus, o sangue vir, Que Jesus já verteu,  Passará sem te ferir, No Egito assim sucedeu.</vt:lpstr>
      <vt:lpstr>Deus quer salvar ao vil malfeitor,  Como promete, sempre fará;  NEle confia, ó pecador, E pela fé vida nova terás. </vt:lpstr>
      <vt:lpstr>Quando Deus, o sangue vir, Que Jesus já verteu,  Passará sem te ferir, No Egito assim sucedeu.</vt:lpstr>
      <vt:lpstr>Breve se finda a tua luz,  E no juízo tu vais entrar; Não te detenhas, vem a Jesus,  Que teus pecados deseja apagar. </vt:lpstr>
      <vt:lpstr>Quando Deus, o sangue vir, Que Jesus já verteu,  Passará sem te ferir, No Egito assim sucedeu.</vt:lpstr>
      <vt:lpstr>Que maravilha, que grande amor! Se hoje creres, salvo serás! Cristo te chama, vem pecador, E gozo eterno no céu fruirás. F.V. </vt:lpstr>
      <vt:lpstr>Quando Deus, o sangue vir, Que Jesus já verteu,  Passará sem te ferir, No Egito assim sucedeu.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255 - MEU REDENTOR</dc:title>
  <dc:creator>Montagna</dc:creator>
  <cp:lastModifiedBy>Emerson Souza</cp:lastModifiedBy>
  <cp:revision>3</cp:revision>
  <dcterms:created xsi:type="dcterms:W3CDTF">2005-10-18T21:58:24Z</dcterms:created>
  <dcterms:modified xsi:type="dcterms:W3CDTF">2026-05-02T21:58:10Z</dcterms:modified>
</cp:coreProperties>
</file>