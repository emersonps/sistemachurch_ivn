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71E8D-350D-AD3C-5B53-18249573E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99F279-F9B4-04A4-7881-007C37F41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340A5F-F01C-4ED5-F5E0-FBA98D10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325582-C5C0-64D2-0DB4-7147C9B6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FAC484-2B16-621C-CE74-C6E24954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33AA4C-306C-4401-832A-7A17C90B7C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896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EE903-BCE2-7714-FFB3-BBFB894D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814427-C60A-2F62-FD2C-4A94F2336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533554-C32E-0AB1-965D-7ED45B72A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138967-D0BE-EA00-38A2-001E74AE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5EA889-3C4C-7956-4F3C-5765EDF0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A9EFE-22F1-4E31-97B0-06020B255E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907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D8BB6-2933-35BB-904C-09A82C91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23D9D8-DDC3-CB24-9787-F00515444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372D68-C233-5E46-7A0F-263F8B5D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55EAA7-0F99-B27B-775F-CADBF943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23BF7-2A06-79CC-A1FD-F4890511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E17C48-CA56-4A22-86D8-ABBFAD06C4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099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7D147-F4A3-5CAB-C701-FF3007A6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EA146-9761-2038-FC38-2AAEFB56D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575007-5B68-6BB8-E966-ACC7FDA09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1F6BFB-1FFD-2EBE-2969-50CD8CAD7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F09A72-2370-7FA8-7B79-ED96D20F5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C236E1-3A8D-C93A-998D-DF4C18E4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932F3A-0B05-4B46-A6BE-E6A1C37BD9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607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A5C4C-92E2-210D-07C6-1D1AD8D3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484FA7-F752-5B58-7197-43B3A4CA8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AEDEA6-63AB-AA3B-7DF4-9D7851A03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44D165E-3000-DBD4-4DE2-93AF46164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22DCA9-F37F-268F-25AD-A9AC98186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5A7F7E-3B5E-BDB9-99F5-71C792C8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914DB7-F0B8-1037-FC37-E0E21C20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4C3260-91D6-BF12-89BC-B9E393A4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915A9-CBB1-456A-A864-CC830FFE0D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251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0F21E-CD74-1769-05A4-986C6A8CF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5C0412-7018-008F-DA57-651E91EB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788F5A-63A3-81B4-AE57-3FE1C1BB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8F825B-512D-5E60-7DCF-39460670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238AA-C79B-41CF-9161-DD7D642B98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6106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5948DF-FB0E-DE88-4B48-881D013E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7EFD7C-65BF-B7E2-B99E-901C0544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3B07DB-EA70-9854-CE91-537FBFF3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18696F-6AA0-4D31-A5F7-3ED58EAE61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564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F1D59-323D-7D8B-A8C5-C6AABF920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2E2312-E2FC-0349-29CA-D2F850B5F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50A5FE-B09D-28B4-38F1-5FC05BAC8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3E948A-91A2-C1C7-2078-AE911C0F3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84B8E3-9FA6-1844-083A-448C7D5A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FCB97F-F98D-1865-7840-B3681FD7A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F5DAD0-6E48-42B7-B72B-25F926AFE9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084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3AADA-192E-25DE-8FEB-E7C40072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85AB5B-D3FD-3D7E-0AD3-129530AB8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DFAB09-C621-7527-DDF5-4C052CB2D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CA6725-E7B3-E2E5-86BB-C29D8D21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4BA2A0-36DF-4CA4-030D-5360488C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C223FF-F41B-5F45-12B9-4D3C1839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EF6482-9E0B-4601-90F2-45C66EEC49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164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EB59F-6791-9675-295D-57907A45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38080A-2425-6E58-8086-FFE0CCA2B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3BC546-1B0B-E1A4-6E28-E0257877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54C5F1-07A3-C357-70C8-D19C1251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C1DF8B-428E-5FC6-5A69-AE358323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016C53-5CFE-461A-A791-1DAB05BC7B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4372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38E213-78BB-F8B0-DC39-F58037B4C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F77CAE-5AC8-FB28-A6D4-9B00A724C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C27082-1633-0B23-1053-670573C66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63815C-E4F8-D29C-11D4-50E53781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B5F285-6F16-6821-068E-4069F98B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E3583-DB1E-4F17-9A2E-CABB57100D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13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52911D7-5311-64DA-D8D6-FB4B6071E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746CE48-A8B5-267A-9491-A1D9BB227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37E737E-B250-65ED-D549-73EB540BFB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D72875D-6A38-5CE3-4807-EEB3E37A80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1521A0B-F36D-B400-C09B-FC0714A648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A8802E1-878A-4786-9A56-D864FDED625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D32215E-43A6-C147-521D-8D219E101F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575 – Espero em Ti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1CCF691-D0B3-8907-21A1-207286FF89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08CC61C-7A89-14A8-6252-8A42BA883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só espero em ti,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Cordeiro, que por mim,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Foste à cruz.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Ouve minha oração.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Dá-me a tua mão,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Enche meu coração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santa luz!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E5D594E-9EF7-7F71-846E-DADB81582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Dá-me consolação,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Guarda meu coração!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Teu grande amor,</a:t>
            </a:r>
            <a:r>
              <a:rPr lang="en-US" altLang="pt-BR" sz="4000"/>
              <a:t> </a:t>
            </a:r>
            <a:r>
              <a:rPr lang="en-US" altLang="pt-BR" sz="4000" i="1"/>
              <a:t>T</a:t>
            </a:r>
            <a:br>
              <a:rPr lang="en-US" altLang="pt-BR" sz="4000" i="1"/>
            </a:br>
            <a:r>
              <a:rPr lang="en-US" altLang="pt-BR" sz="4000" i="1"/>
              <a:t>eu sangue carmesim,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Deste na cruz por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eu viva para ti,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muito ardor!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D0CC1E6-9459-2E03-E728-E6838222F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 trilha seguirei,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provas eu terei.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Meu guia sê.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mal vem me livrar: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Puro me conservar!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sempre vou cantar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teu louvor.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575 – Espero em Ti   </vt:lpstr>
      <vt:lpstr>Eu só espero em ti,  Cordeiro, que por mim,  Foste à cruz.  Ouve minha oração.  Dá-me a tua mão,  Enche meu coração  Com santa luz!  </vt:lpstr>
      <vt:lpstr>Dá-me consolação,  Guarda meu coração!  Teu grande amor, T eu sangue carmesim,  Deste na cruz por mim.  Que eu viva para ti,  Com muito ardor! </vt:lpstr>
      <vt:lpstr>A trilha seguirei,  E provas eu terei.  Meu guia sê.  Do mal vem me livrar:  Puro me conservar!  Pra sempre vou cantar  O teu louvor.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575 – Espero em Ti   </dc:title>
  <dc:creator>Junior</dc:creator>
  <cp:lastModifiedBy>Emerson Souza</cp:lastModifiedBy>
  <cp:revision>1</cp:revision>
  <dcterms:created xsi:type="dcterms:W3CDTF">2005-12-27T01:41:43Z</dcterms:created>
  <dcterms:modified xsi:type="dcterms:W3CDTF">2026-05-02T22:25:24Z</dcterms:modified>
</cp:coreProperties>
</file>