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723D5-4367-3911-D01E-FFE00674E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83051-DE6C-0065-88CE-DF18B5B42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1241E-C337-6699-0D5A-1E829705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492E2D-B5EA-0B29-388E-25F0E540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A6A907-D748-B933-2952-B70F5DE1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8C92D6-CF2C-4394-AD8C-AC3535CDFF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004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1FF20-72B1-7B81-585F-849D2D97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BCF715-4658-EFED-3F5B-0AE3092B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791D3-4E6E-9777-7D5B-A2706F51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8B9108-220A-CB44-BC10-8E1C8B17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FC5DD8-C849-AA06-6EAC-0CEA0926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CEFBB7-E020-4121-9682-644F956055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938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7BEAE-67B1-8A88-692B-BB4989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D2DAFA-2F83-080E-58E2-11C908144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CA700-1313-9680-F458-67FC75AA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239C12-6C6F-4ECD-0692-A5F47103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E9DF00-2E20-608D-04C3-CD5CE807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69EE38-5D65-47D3-A32F-AA4B1EE54E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497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A9BB5-3F92-826D-23A6-5EF511FA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6D7FC4-D4C2-128B-83F1-2CD1C9944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BBAA45-5D5A-C982-F288-27F28F661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39B6CC-4077-F383-D73A-CC5EC5C1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20E955-AACE-F0A4-5E09-5E06F1BE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DD3BD8-71B6-BB3A-48E2-86EB27F6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04AC8-0833-4AC0-B58D-F1D98CC5A9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16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ACFDC-DF54-B4BF-1B7B-03345C786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E00666-BC0F-3806-3434-49F49E93E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6E19EB-AC59-3788-9595-C302FD9C0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FDF1BE-9A26-7739-0E42-AF927A669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873BDB-9093-8774-D54E-B0BFDE87A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8FA3A1-15F7-4475-1529-90454287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3D2C68-5872-FEAD-35E9-E4523540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84C0F6-CD36-A23A-0EC8-7BD4612A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6B642D-F99B-4CCF-B592-EBE5E49AC5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04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D3329-21D1-8374-8BBA-6DBCC76E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97FD88-4432-CB6E-D33F-F7EDED67E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9F1247-7CBB-2CFF-37E5-6D49E739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53C1A9-D1A0-2543-D846-E91CFF90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0B38D-D376-4814-B94B-90F182F494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922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0ECDAD-09E7-27B4-8B1B-5B81FE16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1E5802-FA83-DFEB-A95A-E5BDB517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5FB80C-E1E5-9C91-F4BD-067C52CD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BF5D0-773D-4142-AF02-6BFAF476E5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636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3FAEC-80C6-4A79-4D0C-9A14ACF3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65327-709B-8DA4-84AD-4579F108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60A76D-2137-05C5-19CD-B90AC750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476984-A861-9F65-066D-F00FE99F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1C2A6A-C33F-A377-176B-95F6872B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9A3C56-ADB8-055B-1067-74445F92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7CB7B8-FE1E-46E1-9F32-5164449570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0302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8D7D1-3030-3989-B19C-E2386EE0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CE7DD01-C7AF-24BD-8DF2-776351455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1543A2-8C6F-2CD6-ED23-B94F2B40D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80704E-F981-2323-ED1E-93E7742A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61F25D-F565-FE0E-21E4-AAFDC90D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5E482E-A724-C136-F471-571A9D64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BA77A-8D16-437E-AE58-D3110F39F0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33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3CA92-2309-AFEC-0856-B95A9ACD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72D9AA-3837-7DB0-A27D-A5FF56C65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CF1F7B-0AE9-6E4B-4990-66386FC6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17FEB7-B2A1-2500-3171-96A81D71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EBCD3C-D4A4-CB32-EBD2-F05030A7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F84D45-15CE-42CB-B0D3-808B436A98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58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07A50B-26D1-E48C-8029-A140D4F19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1EE0A4-FA2F-C5EA-B887-4DBB26568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2E6C31-A87B-D3DA-4A00-63050BB9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8A5D6-451A-3E63-FF9E-305F4AEE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639A4-BA9A-CEF8-A389-788687D2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DABF1-717B-4C60-AC09-E51125A813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223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54BEA3-F315-541E-69FA-493732AFA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7C6ECE-2769-5316-10E9-1E49D666A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A6CB15-703A-3C2B-E051-3D6185666A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DD82FE-C982-CB88-64BE-BAAFE221C3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81C7BC-FC67-48BD-4F89-1813CC7752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9C84D0-735A-4013-A5A9-516FA94888C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01D7FBA-A01E-A089-FAC8-0674FFA6A4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508 - Sua Palavra Revelada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52BE99-E625-F9D4-0782-B31A4C068A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5BE3B69-DF5C-4511-8EFA-4025F4D84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Justa, explícita e mui pura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a lei do meu Senhor;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os tristes dá ventura,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Libertando-os do temor.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8400F30-C77F-65B2-BDBA-2F8EAA0CA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Sua Palavra revelada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É caudal de gran poder.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Donde a alma atribulada,</a:t>
            </a:r>
            <a:br>
              <a:rPr lang="en-US" altLang="pt-BR" sz="4000"/>
            </a:br>
            <a:r>
              <a:rPr lang="en-US" altLang="pt-BR" sz="4000" i="1"/>
              <a:t>Pode a seu sabor beber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33CF76D-A148-8C29-43BB-3CCF06F5F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Olha para o céu tão belo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Onde está teu Redentor;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sempre cesse o duelo;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Faze a paz com teu Senhor.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430533-82D3-D9F9-3C63-CA9055B3F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Clama ao Salvador, e a alma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Lhe entrega, ó pecador!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paz dará e calma,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Dando fim à tua 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508 - Sua Palavra Revelada </vt:lpstr>
      <vt:lpstr>Justa, explícita e mui pura  É a lei do meu Senhor;  Para os tristes dá ventura,  Libertando-os do temor.  </vt:lpstr>
      <vt:lpstr>Sua Palavra revelada  É caudal de gran poder.  Donde a alma atribulada, Pode a seu sabor beber</vt:lpstr>
      <vt:lpstr>Olha para o céu tão belo  Onde está teu Redentor;  Para sempre cesse o duelo;  Faze a paz com teu Senhor.  </vt:lpstr>
      <vt:lpstr>Clama ao Salvador, e a alma  Lhe entrega, ó pecador!  Ele paz dará e calma,  Dando fim à tua dor!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508 - Sua Palavra Revelada </dc:title>
  <dc:creator>Junior</dc:creator>
  <cp:lastModifiedBy>Emerson Souza</cp:lastModifiedBy>
  <cp:revision>1</cp:revision>
  <dcterms:created xsi:type="dcterms:W3CDTF">2005-12-24T14:43:34Z</dcterms:created>
  <dcterms:modified xsi:type="dcterms:W3CDTF">2026-05-02T22:19:27Z</dcterms:modified>
</cp:coreProperties>
</file>