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C9"/>
    <a:srgbClr val="80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9" autoAdjust="0"/>
    <p:restoredTop sz="94718" autoAdjust="0"/>
  </p:normalViewPr>
  <p:slideViewPr>
    <p:cSldViewPr>
      <p:cViewPr varScale="1">
        <p:scale>
          <a:sx n="49" d="100"/>
          <a:sy n="49" d="100"/>
        </p:scale>
        <p:origin x="-528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F6A03B-5B54-C9BB-C0E5-8DA32EAC1F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BFC05E9-7731-4ABC-100C-162B3892B1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4856394-FF0B-4A7B-D0DE-D12D9DFFEB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1D1F9E9-FF7A-83C7-BF48-A038AE730B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0E62B14-F997-DF53-578F-EE7D2BA70C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812D53D-077A-40F4-9BC2-4CDABB70BD6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5493521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72B8B7-7002-A4A8-068E-923DA7165E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A79DBD8-F3F6-9B4C-B94D-34CB869C29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A55793E-E321-247E-87AB-3624D36DF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BF3D6BC-3012-FEF4-F8E6-081C2ABE2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0FFD049-86E8-F77C-2C19-A35986AEEE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6973728-EAAF-4AEE-A3F5-3946B4B8A01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7381384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82E3B1-74A6-4576-D791-645B822FC8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7184E80-F8AB-AFEF-ED24-4F346C4E09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21ABA21-9651-4CD3-4136-4E242D0EDD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7FD4E7B-7665-46E9-80CB-F174371BCA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8BFCDD3-4207-E176-998F-363DC4397E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C2009D0-BDE0-4445-9A33-882A515509E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3856773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7C2FB9F-C067-444F-5C72-9B4E9C4C6D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4A08C4F-C098-9CAA-F697-155DDB29CB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3679323-9E32-6669-3472-D9FCA484EA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D04DE5E-BFFC-1A51-BDB9-14964CE411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8771718-9722-F4A4-331E-B7C41484B6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5B6C73D-A07C-0EFD-42E8-6330D8B23C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B78C820-19D0-4589-B13A-1ECC565A060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2130420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B8615F-DEC5-D630-8900-AFB8ECD4C6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3B63CCC-8A5D-7E26-A6EA-8EB4FA41ED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919D2E3-0FD3-68BC-9157-10EB3549DF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2F40658B-6E8E-C08A-673E-F5FF517B067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EAD16F13-89F5-2988-8361-F9ECE689060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49BA67A9-BBB6-AA51-B6DF-8269077FC9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F0B5DC8D-B932-E832-7ADE-3DE8CEDF12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D16F32DB-3CDE-97E7-EEEA-61155329FD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9DD9836-3B88-4C80-A464-CBA35406C51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6082193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734E39-F5F0-EE2D-20C2-61141A4664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F3613211-961D-0003-81AC-1CB48A9DF0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F72B97F9-A730-55A7-564C-DDF3283F4A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7B9A8324-9F9E-398E-E7CF-24BE2FCB5E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2BCF2C-20B4-43FF-8A24-43FC052BE87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0977083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9CAEF0AF-2F80-A9FF-58D1-EB14BFB4A7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7A160DEC-DF8C-7638-111A-0E1D83A427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4EF0344-C7B5-4F9B-BC6C-154C81FCA2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FBB06D5-22BC-4397-AED5-3F16420C91E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7230134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3831881-0AB7-0AB2-970C-A49443C18B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5EB798F-35FF-978C-7AD2-FD9F65B075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556FD827-CC01-A4E6-4C0D-75475BB54A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EE170F8-3CDF-67BD-576A-D676771935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F6DDDB7-91E0-80A6-E8AF-89B5206A51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64ADA5A-EA2B-88A9-23EB-BA82E25F1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21924DA-F77C-4890-BF45-C9584D93828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8459027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3F8505-DBF2-277D-4697-D8302D6575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3D697BF9-1A25-884E-62C6-9795758456F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58C91FA-E587-FE38-1E88-7771C14BD1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07E576C-ADD3-E42D-82E5-08DFCBD38D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82D039E-3265-61AB-862C-0D82E533EF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3163638-45D1-DB44-3C15-1C7A39F33A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D80F066-C300-4097-8DE5-9E47A520541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7657761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93F6F1-2A66-1A7B-43B6-7341D1BB43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42A4534-47FC-CB09-B12F-0329F97CDB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8BF5D06-315F-894D-72D3-C264F86369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5D60414-1C84-03AF-0E44-8199979321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21D658E-D5C7-A423-FD2B-0D08A1D598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B90ACDA-B8C5-45AA-8B26-0371D65F785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0820903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5A33C09-C02A-1EDF-AEA2-73B7BF5E07E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D06D8B51-3A5B-B408-C22C-06CCDD0D73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AFB0B1B-3196-5598-0938-7FE5C7FE07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512966D-0783-1964-110C-1C07D23EA2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040C25E-D7B2-76B2-C910-641B45306C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E87EBF5-7694-4E29-B235-2D6D6AA0DC9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3620115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 shadeToTitle="1">
        <a:gradFill rotWithShape="0">
          <a:gsLst>
            <a:gs pos="0">
              <a:srgbClr val="808000"/>
            </a:gs>
            <a:gs pos="100000">
              <a:srgbClr val="808000">
                <a:gamma/>
                <a:tint val="73725"/>
                <a:invGamma/>
              </a:srgbClr>
            </a:gs>
          </a:gsLst>
          <a:path path="shap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EB4DC9AB-F753-B174-E022-11C2FDAAA98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AD619969-BC47-D18A-9770-44867A2EAB6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B2D12CE0-DB85-9959-194C-373A38DE096D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E31A7853-9954-E96D-7004-CF71B5AEC339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3F5AEF03-4B27-7366-489B-475368B4E697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4695520D-2682-4CE7-8C6A-BE01D526293C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D1A57A28-95B3-7585-57E4-0C7696D378D4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pt-BR" altLang="pt-BR" sz="4400" b="1">
                <a:solidFill>
                  <a:srgbClr val="FFFFC9"/>
                </a:solidFill>
              </a:rPr>
              <a:t>388</a:t>
            </a:r>
            <a:br>
              <a:rPr lang="pt-BR" altLang="pt-BR" sz="4400" b="1">
                <a:solidFill>
                  <a:srgbClr val="FFFFC9"/>
                </a:solidFill>
              </a:rPr>
            </a:br>
            <a:r>
              <a:rPr lang="pt-BR" altLang="pt-BR" sz="4400" b="1">
                <a:solidFill>
                  <a:srgbClr val="FFFFC9"/>
                </a:solidFill>
              </a:rPr>
              <a:t>CANTA, Ó CRENTE</a:t>
            </a:r>
            <a:endParaRPr lang="en-US" altLang="pt-BR" sz="4400" b="1">
              <a:solidFill>
                <a:srgbClr val="FFFFC9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4B403932-882C-AE04-CF4C-747071BB0E5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249987"/>
          </a:xfrm>
        </p:spPr>
        <p:txBody>
          <a:bodyPr/>
          <a:lstStyle/>
          <a:p>
            <a:r>
              <a:rPr lang="pt-BR" altLang="pt-BR" sz="4000" b="1">
                <a:solidFill>
                  <a:srgbClr val="FFFFC9"/>
                </a:solidFill>
              </a:rPr>
              <a:t>Canta com vida, ó crente! </a:t>
            </a:r>
            <a:br>
              <a:rPr lang="pt-BR" altLang="pt-BR" sz="4000" b="1">
                <a:solidFill>
                  <a:srgbClr val="FFFFC9"/>
                </a:solidFill>
              </a:rPr>
            </a:br>
            <a:r>
              <a:rPr lang="pt-BR" altLang="pt-BR" sz="4000" b="1">
                <a:solidFill>
                  <a:srgbClr val="FFFFC9"/>
                </a:solidFill>
              </a:rPr>
              <a:t>Doce será cantar!</a:t>
            </a:r>
            <a:br>
              <a:rPr lang="pt-BR" altLang="pt-BR" sz="4000" b="1">
                <a:solidFill>
                  <a:srgbClr val="FFFFC9"/>
                </a:solidFill>
              </a:rPr>
            </a:br>
            <a:r>
              <a:rPr lang="pt-BR" altLang="pt-BR" sz="4000" b="1">
                <a:solidFill>
                  <a:srgbClr val="FFFFC9"/>
                </a:solidFill>
              </a:rPr>
              <a:t>Anda só para a frente, </a:t>
            </a:r>
            <a:br>
              <a:rPr lang="pt-BR" altLang="pt-BR" sz="4000" b="1">
                <a:solidFill>
                  <a:srgbClr val="FFFFC9"/>
                </a:solidFill>
              </a:rPr>
            </a:br>
            <a:r>
              <a:rPr lang="pt-BR" altLang="pt-BR" sz="4000" b="1">
                <a:solidFill>
                  <a:srgbClr val="FFFFC9"/>
                </a:solidFill>
              </a:rPr>
              <a:t>Deixa o teu pesar;</a:t>
            </a:r>
            <a:br>
              <a:rPr lang="pt-BR" altLang="pt-BR" sz="4000" b="1">
                <a:solidFill>
                  <a:srgbClr val="FFFFC9"/>
                </a:solidFill>
              </a:rPr>
            </a:br>
            <a:r>
              <a:rPr lang="pt-BR" altLang="pt-BR" sz="4000" b="1">
                <a:solidFill>
                  <a:srgbClr val="FFFFC9"/>
                </a:solidFill>
              </a:rPr>
              <a:t>Canta nas noites tristes, </a:t>
            </a:r>
            <a:br>
              <a:rPr lang="pt-BR" altLang="pt-BR" sz="4000" b="1">
                <a:solidFill>
                  <a:srgbClr val="FFFFC9"/>
                </a:solidFill>
              </a:rPr>
            </a:br>
            <a:r>
              <a:rPr lang="pt-BR" altLang="pt-BR" sz="4000" b="1">
                <a:solidFill>
                  <a:srgbClr val="FFFFC9"/>
                </a:solidFill>
              </a:rPr>
              <a:t>Canta no sol, na luz;</a:t>
            </a:r>
            <a:br>
              <a:rPr lang="pt-BR" altLang="pt-BR" sz="4000" b="1">
                <a:solidFill>
                  <a:srgbClr val="FFFFC9"/>
                </a:solidFill>
              </a:rPr>
            </a:br>
            <a:r>
              <a:rPr lang="pt-BR" altLang="pt-BR" sz="4000" b="1">
                <a:solidFill>
                  <a:srgbClr val="FFFFC9"/>
                </a:solidFill>
              </a:rPr>
              <a:t>O mal assim resistes: </a:t>
            </a:r>
            <a:br>
              <a:rPr lang="pt-BR" altLang="pt-BR" sz="4000" b="1">
                <a:solidFill>
                  <a:srgbClr val="FFFFC9"/>
                </a:solidFill>
              </a:rPr>
            </a:br>
            <a:r>
              <a:rPr lang="pt-BR" altLang="pt-BR" sz="4000" b="1">
                <a:solidFill>
                  <a:srgbClr val="FFFFC9"/>
                </a:solidFill>
              </a:rPr>
              <a:t>Canta p'ra Jesus!</a:t>
            </a:r>
            <a:r>
              <a:rPr lang="en-US" altLang="pt-BR" sz="4000" b="1">
                <a:solidFill>
                  <a:srgbClr val="FFFFC9"/>
                </a:solidFill>
              </a:rPr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14F39FF1-24E1-8D9C-2001-5A5F59025EB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178550"/>
          </a:xfrm>
        </p:spPr>
        <p:txBody>
          <a:bodyPr/>
          <a:lstStyle/>
          <a:p>
            <a:r>
              <a:rPr lang="pt-BR" altLang="pt-BR" sz="4000" b="1">
                <a:solidFill>
                  <a:srgbClr val="FFFFC9"/>
                </a:solidFill>
              </a:rPr>
              <a:t>Canta com vida, ó crente, </a:t>
            </a:r>
            <a:br>
              <a:rPr lang="pt-BR" altLang="pt-BR" sz="4000" b="1">
                <a:solidFill>
                  <a:srgbClr val="FFFFC9"/>
                </a:solidFill>
              </a:rPr>
            </a:br>
            <a:r>
              <a:rPr lang="pt-BR" altLang="pt-BR" sz="4000" b="1">
                <a:solidFill>
                  <a:srgbClr val="FFFFC9"/>
                </a:solidFill>
              </a:rPr>
              <a:t>Alegra o coração!</a:t>
            </a:r>
            <a:br>
              <a:rPr lang="pt-BR" altLang="pt-BR" sz="4000" b="1">
                <a:solidFill>
                  <a:srgbClr val="FFFFC9"/>
                </a:solidFill>
              </a:rPr>
            </a:br>
            <a:r>
              <a:rPr lang="pt-BR" altLang="pt-BR" sz="4000" b="1">
                <a:solidFill>
                  <a:srgbClr val="FFFFC9"/>
                </a:solidFill>
              </a:rPr>
              <a:t>Louva ao Deus clemente, </a:t>
            </a:r>
            <a:br>
              <a:rPr lang="pt-BR" altLang="pt-BR" sz="4000" b="1">
                <a:solidFill>
                  <a:srgbClr val="FFFFC9"/>
                </a:solidFill>
              </a:rPr>
            </a:br>
            <a:r>
              <a:rPr lang="pt-BR" altLang="pt-BR" sz="4000" b="1">
                <a:solidFill>
                  <a:srgbClr val="FFFFC9"/>
                </a:solidFill>
              </a:rPr>
              <a:t>Com feliz canção!</a:t>
            </a:r>
            <a:br>
              <a:rPr lang="pt-BR" altLang="pt-BR" sz="4000" b="1">
                <a:solidFill>
                  <a:srgbClr val="FFFFC9"/>
                </a:solidFill>
              </a:rPr>
            </a:br>
            <a:r>
              <a:rPr lang="pt-BR" altLang="pt-BR" sz="4000" b="1">
                <a:solidFill>
                  <a:srgbClr val="FFFFC9"/>
                </a:solidFill>
              </a:rPr>
              <a:t>Cheio está o mundo</a:t>
            </a:r>
            <a:br>
              <a:rPr lang="pt-BR" altLang="pt-BR" sz="4000" b="1">
                <a:solidFill>
                  <a:srgbClr val="FFFFC9"/>
                </a:solidFill>
              </a:rPr>
            </a:br>
            <a:r>
              <a:rPr lang="pt-BR" altLang="pt-BR" sz="4000" b="1">
                <a:solidFill>
                  <a:srgbClr val="FFFFC9"/>
                </a:solidFill>
              </a:rPr>
              <a:t>De turbação e dor;</a:t>
            </a:r>
            <a:br>
              <a:rPr lang="pt-BR" altLang="pt-BR" sz="4000" b="1">
                <a:solidFill>
                  <a:srgbClr val="FFFFC9"/>
                </a:solidFill>
              </a:rPr>
            </a:br>
            <a:r>
              <a:rPr lang="pt-BR" altLang="pt-BR" sz="4000" b="1">
                <a:solidFill>
                  <a:srgbClr val="FFFFC9"/>
                </a:solidFill>
              </a:rPr>
              <a:t>Canta o amor profundo </a:t>
            </a:r>
            <a:br>
              <a:rPr lang="pt-BR" altLang="pt-BR" sz="4000" b="1">
                <a:solidFill>
                  <a:srgbClr val="FFFFC9"/>
                </a:solidFill>
              </a:rPr>
            </a:br>
            <a:r>
              <a:rPr lang="pt-BR" altLang="pt-BR" sz="4000" b="1">
                <a:solidFill>
                  <a:srgbClr val="FFFFC9"/>
                </a:solidFill>
              </a:rPr>
              <a:t>Do teu Salvador.</a:t>
            </a:r>
            <a:r>
              <a:rPr lang="en-US" altLang="pt-BR" sz="4000" b="1">
                <a:solidFill>
                  <a:srgbClr val="FFFFC9"/>
                </a:solidFill>
              </a:rPr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DA5BD793-FA5F-8758-CC83-F04A274BCAB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178550"/>
          </a:xfrm>
        </p:spPr>
        <p:txBody>
          <a:bodyPr/>
          <a:lstStyle/>
          <a:p>
            <a:r>
              <a:rPr lang="pt-BR" altLang="pt-BR" sz="4000" b="1">
                <a:solidFill>
                  <a:srgbClr val="FFFFC9"/>
                </a:solidFill>
              </a:rPr>
              <a:t>Canta com vida, ó crente! </a:t>
            </a:r>
            <a:br>
              <a:rPr lang="pt-BR" altLang="pt-BR" sz="4000" b="1">
                <a:solidFill>
                  <a:srgbClr val="FFFFC9"/>
                </a:solidFill>
              </a:rPr>
            </a:br>
            <a:r>
              <a:rPr lang="pt-BR" altLang="pt-BR" sz="4000" b="1">
                <a:solidFill>
                  <a:srgbClr val="FFFFC9"/>
                </a:solidFill>
              </a:rPr>
              <a:t>Deus teu socorro é; </a:t>
            </a:r>
            <a:br>
              <a:rPr lang="pt-BR" altLang="pt-BR" sz="4000" b="1">
                <a:solidFill>
                  <a:srgbClr val="FFFFC9"/>
                </a:solidFill>
              </a:rPr>
            </a:br>
            <a:r>
              <a:rPr lang="pt-BR" altLang="pt-BR" sz="4000" b="1">
                <a:solidFill>
                  <a:srgbClr val="FFFFC9"/>
                </a:solidFill>
              </a:rPr>
              <a:t>Guarda-te a mão potente, </a:t>
            </a:r>
            <a:br>
              <a:rPr lang="pt-BR" altLang="pt-BR" sz="4000" b="1">
                <a:solidFill>
                  <a:srgbClr val="FFFFC9"/>
                </a:solidFill>
              </a:rPr>
            </a:br>
            <a:r>
              <a:rPr lang="pt-BR" altLang="pt-BR" sz="4000" b="1">
                <a:solidFill>
                  <a:srgbClr val="FFFFC9"/>
                </a:solidFill>
              </a:rPr>
              <a:t>Se tiveres fé.</a:t>
            </a:r>
            <a:br>
              <a:rPr lang="pt-BR" altLang="pt-BR" sz="4000" b="1">
                <a:solidFill>
                  <a:srgbClr val="FFFFC9"/>
                </a:solidFill>
              </a:rPr>
            </a:br>
            <a:r>
              <a:rPr lang="pt-BR" altLang="pt-BR" sz="4000" b="1">
                <a:solidFill>
                  <a:srgbClr val="FFFFC9"/>
                </a:solidFill>
              </a:rPr>
              <a:t>Cristo, sim, te levanta, </a:t>
            </a:r>
            <a:br>
              <a:rPr lang="pt-BR" altLang="pt-BR" sz="4000" b="1">
                <a:solidFill>
                  <a:srgbClr val="FFFFC9"/>
                </a:solidFill>
              </a:rPr>
            </a:br>
            <a:r>
              <a:rPr lang="pt-BR" altLang="pt-BR" sz="4000" b="1">
                <a:solidFill>
                  <a:srgbClr val="FFFFC9"/>
                </a:solidFill>
              </a:rPr>
              <a:t>Quando medroso estás, </a:t>
            </a:r>
            <a:br>
              <a:rPr lang="pt-BR" altLang="pt-BR" sz="4000" b="1">
                <a:solidFill>
                  <a:srgbClr val="FFFFC9"/>
                </a:solidFill>
              </a:rPr>
            </a:br>
            <a:r>
              <a:rPr lang="pt-BR" altLang="pt-BR" sz="4000" b="1">
                <a:solidFill>
                  <a:srgbClr val="FFFFC9"/>
                </a:solidFill>
              </a:rPr>
              <a:t>Se confiando cantas </a:t>
            </a:r>
            <a:br>
              <a:rPr lang="pt-BR" altLang="pt-BR" sz="4000" b="1">
                <a:solidFill>
                  <a:srgbClr val="FFFFC9"/>
                </a:solidFill>
              </a:rPr>
            </a:br>
            <a:r>
              <a:rPr lang="pt-BR" altLang="pt-BR" sz="4000" b="1">
                <a:solidFill>
                  <a:srgbClr val="FFFFC9"/>
                </a:solidFill>
              </a:rPr>
              <a:t>Seu amor veraz.</a:t>
            </a:r>
            <a:r>
              <a:rPr lang="en-US" altLang="pt-BR" sz="4000" b="1">
                <a:solidFill>
                  <a:srgbClr val="FFFFC9"/>
                </a:solidFill>
              </a:rPr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146</Words>
  <Application>Microsoft Office PowerPoint</Application>
  <PresentationFormat>Apresentação na tela (4:3)</PresentationFormat>
  <Paragraphs>4</Paragraphs>
  <Slides>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6" baseType="lpstr">
      <vt:lpstr>Arial</vt:lpstr>
      <vt:lpstr>Design padrão</vt:lpstr>
      <vt:lpstr>388 CANTA, Ó CRENTE</vt:lpstr>
      <vt:lpstr>Canta com vida, ó crente!  Doce será cantar! Anda só para a frente,  Deixa o teu pesar; Canta nas noites tristes,  Canta no sol, na luz; O mal assim resistes:  Canta p'ra Jesus! </vt:lpstr>
      <vt:lpstr>Canta com vida, ó crente,  Alegra o coração! Louva ao Deus clemente,  Com feliz canção! Cheio está o mundo De turbação e dor; Canta o amor profundo  Do teu Salvador. </vt:lpstr>
      <vt:lpstr>Canta com vida, ó crente!  Deus teu socorro é;  Guarda-te a mão potente,  Se tiveres fé. Cristo, sim, te levanta,  Quando medroso estás,  Se confiando cantas  Seu amor veraz. </vt:lpstr>
    </vt:vector>
  </TitlesOfParts>
  <Company>IEAD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388 - CANTA, Ó CRENTE</dc:title>
  <dc:creator>Montagna</dc:creator>
  <cp:lastModifiedBy>Emerson Souza</cp:lastModifiedBy>
  <cp:revision>4</cp:revision>
  <dcterms:created xsi:type="dcterms:W3CDTF">2005-10-20T05:31:13Z</dcterms:created>
  <dcterms:modified xsi:type="dcterms:W3CDTF">2026-05-02T22:09:18Z</dcterms:modified>
</cp:coreProperties>
</file>