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DC1B5-7E3B-1F93-7CB4-53EC90599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2B475F-20DC-A451-E873-52AED9FE3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B319C-8A9F-6220-EE9C-D9801F14E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9BD227-B81E-26C4-F59B-73FD3027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E07CF-E7F9-82AB-2042-4ABCB1D9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DE5E0-8EC4-461F-917C-6054EAF945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511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9BE5A-706C-3FF7-AC7F-5611CC88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147C20-291F-1839-B241-AA2854F07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F0D70A-8F86-92AF-2E69-8DF62006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60CA85-CB1E-EA2C-6386-EF60E3A8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41213E-14F1-37F8-FAEB-BD45A474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D0B38-E25C-4F83-8EF4-A36A003481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53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93C37-487F-D920-2491-F4CAD912B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B59096-C08C-2F4F-767C-D918021A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6D1341-2960-BA23-4D21-0437BE947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76AFD-24DB-FC22-83BC-7CDF30C8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9F81D6-CF8A-8506-B8C9-ED4B39BE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64000-9FB5-45D3-AFBC-29FAA90594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698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0CB75-579A-92CF-8BFD-746D29D4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532B93-1308-7C39-3D48-AD41C68E8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390710-AF2F-998A-785F-F5BDE6D9B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DE77BE-672B-9B3B-5D0A-9308AEFD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A8988E-A207-7BF9-8E31-3ECC11F4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8AAE5F-8A7B-9F36-8AD7-A4766BC4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7C1F25-EBE6-4FCF-B27F-247D2602B4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362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D08F8-15B8-0AF2-A6A4-DA5AEC5E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2891BF-BF44-CD6F-0498-D5B95B030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72567A-EA38-ACD7-2A28-DD1C084D2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9CED8B-98DB-ED4D-6204-F94AF567F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AAAEE80-4D4D-3420-605A-B71B71868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61E4EF-AD56-2249-105D-AC93F021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A704C1B-0BD2-1C74-8264-7BC49951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46596B3-4A70-70B0-ED1C-6FDDDFC2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889E4-9524-4DCE-8050-5C4C3E5595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84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4F1DC-8C3D-BEB9-852B-98C4D1B49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BD83B7-177E-8F41-C7D1-72EF03A6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5F77ED-F320-72BB-74EB-759F4EF0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E0D41C-7593-5139-F0FC-907FB371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A3B32-4C2A-49E4-9ED5-317CC21818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093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C36B9C-15C7-D7FA-D803-244890A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E01AA0-B753-3B9A-7EDF-1F2BF183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1666CF-18CA-EAE2-E378-39B9068C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7D6996-AA6D-409C-974F-63676D1819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892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45893-102A-400C-8B5F-205301CA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E1DA5A-D105-3DE7-C939-C7332825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0EB8CD-21EF-DE5D-5D91-38B3CC8E5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CCE9F4-7FB3-3FDD-7597-0CC7399C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966527-E136-317A-2B9E-C872A44B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1D461A-3389-7C1B-3F07-3A1ABB3A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A3545-ABBD-4D7C-91E0-D326BCD643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716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DCC78-BBF4-9026-2C94-6EFB7D101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939F2D-7139-911D-1598-62D916BA1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FE7EFD-F50F-EA30-E440-6BDD32A67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BBA17F-5A5E-CA91-8826-7BF5D312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A8E242-0E91-27CE-353A-1079BCC7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095568-3767-A2B5-774D-5E944492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59BD6D-A470-4C55-9D65-3BA0736724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852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49231-6A3B-9C8D-DF10-7BFDCAE1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5902FF-1653-357C-B373-5EB36C358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B666F-F5DB-CD2E-87B0-1E4CD10D4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447EB9-3107-5513-7754-68A42A9B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28B5D4-BF57-245E-DB70-FE5DECFA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B90F2-4932-41ED-81CF-FF8BF6477B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995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75BB9F-5899-D8D1-433E-F8F97C304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5D4CB4-5665-A5A3-07B9-3533AAF51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82C42-F17D-48F8-B577-49A1906A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5DC6F3-03C5-005D-4B0D-6D6E76AB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D7ED54-1464-883C-C2F5-A7760170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FFE3C3-616A-4B21-B031-21EFD3C5EE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064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B2760C9-FE63-B31E-B18E-33397626A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715DB7-6D96-592E-E1CC-9E352BCAB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DE0364B-A46E-7BC2-B0E0-38F70543BD4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C1DCE4-8F62-5BE2-761A-AED474AF3B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E8930B7-86CF-C92F-73B5-067E8BF48F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93AEAE3-A2C4-43C5-A0CE-34DEAF81D3F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306364C-8778-945D-3CE6-4632DF48329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438</a:t>
            </a:r>
            <a:br>
              <a:rPr lang="pt-BR" altLang="pt-BR" sz="4400" b="1"/>
            </a:br>
            <a:r>
              <a:rPr lang="pt-BR" altLang="pt-BR" sz="4400" b="1"/>
              <a:t>VOLTAI-VOS PARA MIM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9F376B7-E9C1-A2CB-778B-960ECCF92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Assim a nós falou Jesus:</a:t>
            </a:r>
            <a:br>
              <a:rPr lang="pt-BR" altLang="pt-BR" sz="3600"/>
            </a:br>
            <a:r>
              <a:rPr lang="pt-BR" altLang="pt-BR" sz="3600"/>
              <a:t>"Voltai-vos para Mim,</a:t>
            </a:r>
            <a:br>
              <a:rPr lang="pt-BR" altLang="pt-BR" sz="3600"/>
            </a:br>
            <a:r>
              <a:rPr lang="pt-BR" altLang="pt-BR" sz="3600"/>
              <a:t>A salvação. a paz, a luz,</a:t>
            </a:r>
            <a:br>
              <a:rPr lang="pt-BR" altLang="pt-BR" sz="3600"/>
            </a:br>
            <a:r>
              <a:rPr lang="pt-BR" altLang="pt-BR" sz="3600"/>
              <a:t>Encontrareis enfim".</a:t>
            </a:r>
            <a:br>
              <a:rPr lang="pt-BR" altLang="pt-BR" sz="3600"/>
            </a:br>
            <a:r>
              <a:rPr lang="pt-BR" altLang="pt-BR" sz="3600"/>
              <a:t>O esperai o bom Jesus,</a:t>
            </a:r>
            <a:br>
              <a:rPr lang="pt-BR" altLang="pt-BR" sz="3600"/>
            </a:br>
            <a:r>
              <a:rPr lang="pt-BR" altLang="pt-BR" sz="3600"/>
              <a:t>A estrela da manhã,</a:t>
            </a:r>
            <a:br>
              <a:rPr lang="pt-BR" altLang="pt-BR" sz="3600"/>
            </a:br>
            <a:r>
              <a:rPr lang="pt-BR" altLang="pt-BR" sz="3600"/>
              <a:t>Pois Ele ao céu a vós conduz; </a:t>
            </a:r>
            <a:br>
              <a:rPr lang="pt-BR" altLang="pt-BR" sz="3600"/>
            </a:br>
            <a:r>
              <a:rPr lang="pt-BR" altLang="pt-BR" sz="3600"/>
              <a:t>Deixai a vida vã!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885F82-750B-2FC0-D5C1-3D5AEBBDB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Também Jesus vos disse assim: </a:t>
            </a:r>
            <a:br>
              <a:rPr lang="pt-BR" altLang="pt-BR" sz="3600"/>
            </a:br>
            <a:r>
              <a:rPr lang="pt-BR" altLang="pt-BR" sz="3600"/>
              <a:t>"Dá vida, água sou, </a:t>
            </a:r>
            <a:br>
              <a:rPr lang="pt-BR" altLang="pt-BR" sz="3600"/>
            </a:br>
            <a:r>
              <a:rPr lang="pt-BR" altLang="pt-BR" sz="3600"/>
              <a:t>E quem tem sede venha a Mim, </a:t>
            </a:r>
            <a:br>
              <a:rPr lang="pt-BR" altLang="pt-BR" sz="3600"/>
            </a:br>
            <a:r>
              <a:rPr lang="pt-BR" altLang="pt-BR" sz="3600"/>
              <a:t>De graça o dom lhe dou". </a:t>
            </a:r>
            <a:br>
              <a:rPr lang="pt-BR" altLang="pt-BR" sz="3600"/>
            </a:br>
            <a:r>
              <a:rPr lang="pt-BR" altLang="pt-BR" sz="3600"/>
              <a:t>E do seu ventre sairão </a:t>
            </a:r>
            <a:br>
              <a:rPr lang="pt-BR" altLang="pt-BR" sz="3600"/>
            </a:br>
            <a:r>
              <a:rPr lang="pt-BR" altLang="pt-BR" sz="3600"/>
              <a:t>Em glória ao Salvador, </a:t>
            </a:r>
            <a:br>
              <a:rPr lang="pt-BR" altLang="pt-BR" sz="3600"/>
            </a:br>
            <a:r>
              <a:rPr lang="pt-BR" altLang="pt-BR" sz="3600"/>
              <a:t>Torrentes vivas, que serão: </a:t>
            </a:r>
            <a:br>
              <a:rPr lang="pt-BR" altLang="pt-BR" sz="3600"/>
            </a:br>
            <a:r>
              <a:rPr lang="pt-BR" altLang="pt-BR" sz="3600"/>
              <a:t>A paz, a fé, o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D798F68-B7EA-E9BC-B522-8F1E75C8D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 sz="3600"/>
              <a:t>Ainda assim falou Jesus</a:t>
            </a:r>
            <a:br>
              <a:rPr lang="pt-BR" altLang="pt-BR" sz="3600"/>
            </a:br>
            <a:r>
              <a:rPr lang="pt-BR" altLang="pt-BR" sz="3600"/>
              <a:t>A ,todo o pecador:</a:t>
            </a:r>
            <a:br>
              <a:rPr lang="pt-BR" altLang="pt-BR" sz="3600"/>
            </a:br>
            <a:r>
              <a:rPr lang="pt-BR" altLang="pt-BR" sz="3600"/>
              <a:t>"O vinde a Mim, Eu sou a luz, </a:t>
            </a:r>
            <a:br>
              <a:rPr lang="pt-BR" altLang="pt-BR" sz="3600"/>
            </a:br>
            <a:r>
              <a:rPr lang="pt-BR" altLang="pt-BR" sz="3600"/>
              <a:t>Que brilha com fulgor";</a:t>
            </a:r>
            <a:br>
              <a:rPr lang="pt-BR" altLang="pt-BR" sz="3600"/>
            </a:br>
            <a:r>
              <a:rPr lang="pt-BR" altLang="pt-BR" sz="3600"/>
              <a:t>E tu, que jazes, ó mortal, </a:t>
            </a:r>
            <a:br>
              <a:rPr lang="pt-BR" altLang="pt-BR" sz="3600"/>
            </a:br>
            <a:r>
              <a:rPr lang="pt-BR" altLang="pt-BR" sz="3600"/>
              <a:t>Nas trevas de horror,</a:t>
            </a:r>
            <a:br>
              <a:rPr lang="pt-BR" altLang="pt-BR" sz="3600"/>
            </a:br>
            <a:r>
              <a:rPr lang="pt-BR" altLang="pt-BR" sz="3600"/>
              <a:t>O vem p'ra luz celestial,</a:t>
            </a:r>
            <a:br>
              <a:rPr lang="pt-BR" altLang="pt-BR" sz="3600"/>
            </a:br>
            <a:r>
              <a:rPr lang="pt-BR" altLang="pt-BR" sz="3600"/>
              <a:t>A Cristo, o Salvador!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97A5FB0-E30A-0549-9BB2-853AE0883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Os que remidos dEle são, </a:t>
            </a:r>
            <a:br>
              <a:rPr lang="pt-BR" altLang="pt-BR" sz="3600"/>
            </a:br>
            <a:r>
              <a:rPr lang="pt-BR" altLang="pt-BR" sz="3600"/>
              <a:t>Seus passos vão seguir;</a:t>
            </a:r>
            <a:br>
              <a:rPr lang="pt-BR" altLang="pt-BR" sz="3600"/>
            </a:br>
            <a:r>
              <a:rPr lang="pt-BR" altLang="pt-BR" sz="3600"/>
              <a:t>A Sua justiça, e Seu perdão, </a:t>
            </a:r>
            <a:br>
              <a:rPr lang="pt-BR" altLang="pt-BR" sz="3600"/>
            </a:br>
            <a:r>
              <a:rPr lang="pt-BR" altLang="pt-BR" sz="3600"/>
              <a:t>De graça vão fruir,</a:t>
            </a:r>
            <a:br>
              <a:rPr lang="pt-BR" altLang="pt-BR" sz="3600"/>
            </a:br>
            <a:r>
              <a:rPr lang="pt-BR" altLang="pt-BR" sz="3600"/>
              <a:t>Jesus é tudo para mim;</a:t>
            </a:r>
            <a:br>
              <a:rPr lang="pt-BR" altLang="pt-BR" sz="3600"/>
            </a:br>
            <a:r>
              <a:rPr lang="pt-BR" altLang="pt-BR" sz="3600"/>
              <a:t>O Rei, e meu Senhor;</a:t>
            </a:r>
            <a:br>
              <a:rPr lang="pt-BR" altLang="pt-BR" sz="3600"/>
            </a:br>
            <a:r>
              <a:rPr lang="pt-BR" altLang="pt-BR" sz="3600"/>
              <a:t>Olhando, eu tenho sim,</a:t>
            </a:r>
            <a:br>
              <a:rPr lang="pt-BR" altLang="pt-BR" sz="3600"/>
            </a:br>
            <a:r>
              <a:rPr lang="pt-BR" altLang="pt-BR" sz="3600"/>
              <a:t>Do céu real vigor!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438 VOLTAI-VOS PARA MIM</vt:lpstr>
      <vt:lpstr>Assim a nós falou Jesus: "Voltai-vos para Mim, A salvação. a paz, a luz, Encontrareis enfim". O esperai o bom Jesus, A estrela da manhã, Pois Ele ao céu a vós conduz;  Deixai a vida vã! </vt:lpstr>
      <vt:lpstr>Também Jesus vos disse assim:  "Dá vida, água sou,  E quem tem sede venha a Mim,  De graça o dom lhe dou".  E do seu ventre sairão  Em glória ao Salvador,  Torrentes vivas, que serão:  A paz, a fé, o amor! </vt:lpstr>
      <vt:lpstr>Ainda assim falou Jesus A ,todo o pecador: "O vinde a Mim, Eu sou a luz,  Que brilha com fulgor"; E tu, que jazes, ó mortal,  Nas trevas de horror, O vem p'ra luz celestial, A Cristo, o Salvador! </vt:lpstr>
      <vt:lpstr>Os que remidos dEle são,  Seus passos vão seguir; A Sua justiça, e Seu perdão,  De graça vão fruir, Jesus é tudo para mim; O Rei, e meu Senhor; Olhando, eu tenho sim, Do céu real vigor!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438- VOLTAI-VOS PARA MIM</dc:title>
  <dc:creator>Montagna</dc:creator>
  <cp:lastModifiedBy>Emerson Souza</cp:lastModifiedBy>
  <cp:revision>3</cp:revision>
  <dcterms:created xsi:type="dcterms:W3CDTF">2005-10-21T13:23:18Z</dcterms:created>
  <dcterms:modified xsi:type="dcterms:W3CDTF">2026-05-02T22:13:43Z</dcterms:modified>
</cp:coreProperties>
</file>