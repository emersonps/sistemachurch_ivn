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54C6A-63C5-2510-63C6-6BE10F3C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D00B20-434F-A79F-A768-5CE9CDB19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24D3D4-C779-E742-DCC1-AAA7F2F4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E8A6A4-CE95-1C3C-9CBA-F8DB0062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F0DD5B-94A3-E52C-D971-46234981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4C873-59D5-4E3D-AC02-BBCF043DD1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926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521DA-16EA-3371-A746-0C40D7D9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34C3B-2953-73B3-9F24-8CBE11AA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D65B0B-229A-C567-42E3-CB449AEF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F7B7DC-893F-EBFE-5BA2-B1DE2E04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B6C2D-C61F-BCE1-1FF7-E291A34E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E0ABF-C845-4F91-9CD5-CAEBCD115B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23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5D1EE-19EA-74DC-EB24-85F6A583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0A9EBC-58F3-511D-980A-F63A4AA90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D05B44-BBAB-F441-A6F0-66607D43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3396D1-BB38-48C5-9FF3-EE926BB5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F0CCEF-7CF0-E7E0-9D9E-BA5C2E9E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125F5-C401-40DB-82D7-588E09ABC1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676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1FD33-77F1-0FF2-EA93-B6EAC785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6B9C90-BA71-CB35-C1CF-34059D2F7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EA45D1-06D0-CE03-078A-3447419C8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D844F0-4EBD-260B-BD29-A13852E0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C1A437-C5AF-3198-8A6A-F54E8EFC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F4D614-8E99-854B-9A1C-A8E65245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5BAD1-A63D-42D4-B9D4-7683A1AF59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699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AA166-CFB9-EBD4-5309-42873137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BEBE5A-B382-7B77-96C9-ED8CC5E5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D0C86C-E833-5E5E-C459-577938AD2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F61D24B-98A0-8AA2-73B2-67F2036FD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F37D75-7C42-B218-5C7C-60EF1859F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297D7A-BD9D-AF1F-CBEA-F2EC78FF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D36996-E563-5590-616D-01B38A5C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371F18-B39A-B5BB-B34C-A8B952EA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9D089-59F4-43C6-BCCC-10932D345B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122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E6CDB-DDAA-295A-28DD-A76F101F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C2F73-F903-3C7A-6ADC-70A64844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951A88-A0D8-7ADA-F876-8F5FBC51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8982C-0D99-A40A-8BC3-D8DCB803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3D8CF6-71A0-49A2-9256-AB2B131EC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802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575FE5-BDB2-32C2-0E4E-35057A10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83A2A0-F09B-2909-417D-2E61D473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063BE5-EC13-F6A4-E6DA-0AB267CE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DCDC4-ABBF-429A-B63F-0FF438EA3F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104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C1552-4211-B911-B28A-60C566BA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A7076-DB4D-18B5-EE4A-250167501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127F4B-DA89-F9D0-7B34-C46F10E7B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125071-2031-8716-B504-37B5FBBCA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179A3C-365D-5E70-2610-4D5B0E4C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47930C-38BF-3913-7BE6-975BBC58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91045-89F2-461B-AD2B-45271C397B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3297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2837A-6122-3144-A99A-2624B55D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AFE32B-D951-0E4F-5F93-7BF8E934C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37D48E-E052-B1E4-5634-737FA5159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61F201-5EA5-C00E-308C-D046F1BC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5929E2-C002-5D9F-E804-79036F34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FFA78D-A284-2CEF-D2DA-EF79201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F3C64-0345-47FF-A9E7-EBF81001E9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383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1A76F-F983-9849-ECC4-D5D9E27E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14866B-26D7-C8E7-33DB-499A9C297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2DADAF-EABA-8398-21DA-CB2818AA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DB288E-7B5A-2662-3358-8AB9BEAD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F76DA5-0205-F4B2-7DA6-630E4485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3279B-CB04-4F5D-8E79-197F032814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829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26BDF6-021E-F5E7-A500-ADFF6DEA0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D7673B-FC0E-C62F-E8E6-7D1ACE87B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0943E3-E3F0-EA40-1CFA-0D1C0D28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3ED53B-B4C6-92CD-6AB3-305F0A05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51887B-2913-D9A0-D54A-A20E6C1F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E82D9-0128-4252-A7D4-C92D949C5B9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642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E234B8-D3C0-2E3A-09E9-4AED4C1B7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58B234-B96E-3CDB-CBB4-DCB78E7C2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CE8AB3F-C79E-F916-D787-3DD97C924D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EA683D-240A-40EB-4274-234F56AC045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46DA42-D488-9103-A60E-D4D8BE6131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065AFE4-B9E2-4296-B908-C01E926258B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2B7FB7C-B62A-57DB-7476-76C34E87BBF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233</a:t>
            </a:r>
            <a:br>
              <a:rPr lang="en-US" altLang="pt-BR" sz="4000" b="1"/>
            </a:br>
            <a:r>
              <a:rPr lang="en-US" altLang="pt-BR" sz="4000" b="1"/>
              <a:t>A CEIA DO SENHOR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3B2C574-38B8-9405-AB64-B22E72B0EE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4D0596C-6A06-4A15-39E6-70865AD9D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Ó Jesus Cristo, aqui estamos</a:t>
            </a:r>
            <a:br>
              <a:rPr lang="en-US" altLang="pt-BR" sz="4000" i="1"/>
            </a:br>
            <a:r>
              <a:rPr lang="en-US" altLang="pt-BR" sz="4000" i="1"/>
              <a:t>Unidos todos em um lugar,</a:t>
            </a:r>
            <a:br>
              <a:rPr lang="en-US" altLang="pt-BR" sz="4000" i="1"/>
            </a:br>
            <a:r>
              <a:rPr lang="en-US" altLang="pt-BR" sz="4000" i="1"/>
              <a:t>Pra Tua morte nós relembrarmos,</a:t>
            </a:r>
            <a:br>
              <a:rPr lang="en-US" altLang="pt-BR" sz="4000" i="1"/>
            </a:br>
            <a:r>
              <a:rPr lang="en-US" altLang="pt-BR" sz="4000" i="1"/>
              <a:t>Que Tu quiseste por nós provar.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058109C-5B67-1FE0-AD43-2D77CF08F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Alegra-nos, é Jesus amado,</a:t>
            </a:r>
            <a:br>
              <a:rPr lang="en-US" altLang="pt-BR" sz="4000" i="1"/>
            </a:br>
            <a:r>
              <a:rPr lang="en-US" altLang="pt-BR" sz="4000" i="1"/>
              <a:t>Enchendo-nos do Consolador;</a:t>
            </a:r>
            <a:br>
              <a:rPr lang="en-US" altLang="pt-BR" sz="4000" i="1"/>
            </a:br>
            <a:r>
              <a:rPr lang="en-US" altLang="pt-BR" sz="4000" i="1"/>
              <a:t>Ó grande graça Tu nos tens dado,</a:t>
            </a:r>
            <a:br>
              <a:rPr lang="en-US" altLang="pt-BR" sz="4000" i="1"/>
            </a:br>
            <a:r>
              <a:rPr lang="en-US" altLang="pt-BR" sz="4000" i="1"/>
              <a:t>Pois somos salvos p'lo Teu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C5E3A31-8A17-D093-09A0-812701DE0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Que nós sejamos abençoados; Também o pão e o vinho aqui, </a:t>
            </a:r>
            <a:br>
              <a:rPr lang="en-US" altLang="pt-BR" sz="4000" i="1"/>
            </a:br>
            <a:r>
              <a:rPr lang="en-US" altLang="pt-BR" sz="4000" i="1"/>
              <a:t>P'lo Teu poder sejam consagrados </a:t>
            </a:r>
            <a:br>
              <a:rPr lang="en-US" altLang="pt-BR" sz="4000" i="1"/>
            </a:br>
            <a:r>
              <a:rPr lang="en-US" altLang="pt-BR" sz="4000" i="1"/>
              <a:t>P'ra nos alimentarmos de Ti.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3DD149A-A1FD-F8AE-BF11-12336211F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E quando todos nos reunirmos, </a:t>
            </a:r>
            <a:br>
              <a:rPr lang="en-US" altLang="pt-BR" sz="4000" i="1"/>
            </a:br>
            <a:r>
              <a:rPr lang="en-US" altLang="pt-BR" sz="4000" i="1"/>
              <a:t>Um dia, lá no Teu lar, nos céus, </a:t>
            </a:r>
            <a:br>
              <a:rPr lang="en-US" altLang="pt-BR" sz="4000" i="1"/>
            </a:br>
            <a:r>
              <a:rPr lang="en-US" altLang="pt-BR" sz="4000" i="1"/>
              <a:t>Nós aleluias, sim, cantaremos, </a:t>
            </a:r>
            <a:br>
              <a:rPr lang="en-US" altLang="pt-BR" sz="4000" i="1"/>
            </a:br>
            <a:r>
              <a:rPr lang="en-US" altLang="pt-BR" sz="4000" i="1"/>
              <a:t>Eterno hino ao nosso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233 A CEIA DO SENHOR </vt:lpstr>
      <vt:lpstr>Ó Jesus Cristo, aqui estamos Unidos todos em um lugar, Pra Tua morte nós relembrarmos, Que Tu quiseste por nós provar.  </vt:lpstr>
      <vt:lpstr>Alegra-nos, é Jesus amado, Enchendo-nos do Consolador; Ó grande graça Tu nos tens dado, Pois somos salvos p'lo Teu amor.</vt:lpstr>
      <vt:lpstr>Que nós sejamos abençoados; Também o pão e o vinho aqui,  P'lo Teu poder sejam consagrados  P'ra nos alimentarmos de Ti.  </vt:lpstr>
      <vt:lpstr>E quando todos nos reunirmos,  Um dia, lá no Teu lar, nos céus,  Nós aleluias, sim, cantaremos,  Eterno hino ao nosso Deus.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233 A CEIA DO SENHOR </dc:title>
  <dc:creator>Junior</dc:creator>
  <cp:lastModifiedBy>Emerson Souza</cp:lastModifiedBy>
  <cp:revision>1</cp:revision>
  <dcterms:created xsi:type="dcterms:W3CDTF">2005-12-23T23:07:30Z</dcterms:created>
  <dcterms:modified xsi:type="dcterms:W3CDTF">2026-05-02T21:56:21Z</dcterms:modified>
</cp:coreProperties>
</file>