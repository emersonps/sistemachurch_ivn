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961E23-DE01-CAF5-2F4C-365CA38673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4453476-74B2-A9E5-144F-C1174D3253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09D1975-52AF-8533-4678-F4E5E4785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F3DD74D-13F4-D749-F75B-FEAAD80AD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4234E3A-6452-5D04-3D47-4362FFFEE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CCE72E-E3D8-455F-862B-18B57556995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33426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1EE434-4376-936B-93F0-5B08560E9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689B7B5-CA52-A2EE-021A-8A0CF9690C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68A2C6A-E425-90A3-D387-294C002DF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7200A96-DF36-18C7-86D7-C620EC5B8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CA2E295-D359-277D-4909-14BB4358B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864887E-CEB5-4D07-9FF5-5BE4C35C75A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300100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C759AC-5A9D-8669-42A8-9669F0E15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1CA0067-95E7-60DD-1256-51E1BC9871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8B3202C-9480-DEAC-C499-CFB1EC2D6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C265CBF-6389-2BB2-89F5-59F972A09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A9621DF-0021-195F-1B36-2D95E6E31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013F1F0-4C23-4002-8257-4FA6D7908A9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997405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7261EA-869A-7C94-DD38-3AD648C65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B95E24-2B61-198D-8703-2983740FE2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5596D80-E561-9EC2-06A4-93674DB7E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7ECBEBA-29DA-83E3-6C51-FAC142563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B66F1C9-372F-150F-C7D3-D7F02A3E1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04E7335-FE49-7502-AB1A-F5F09CBF1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1C0C4E9-9BC0-4B74-BF79-A1CA3EB547A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31912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12874A-9C08-A47A-2B64-4DD0053505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3BD1F06-14FC-755C-E421-5F95D18FD3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C10B521-F4EB-B105-6A00-5F46DF82EA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ECECF5B-B113-ED14-182F-BFDB8D776A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15FB1E2-BC04-E7FE-7868-8601354FFF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E3FFEE0-2626-9636-BDEB-5D03C0007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7CFFCAB-F780-C81E-5564-7A49294DD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2EF95B63-ACE1-75C6-E263-C401C6EE6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CEAC35-8A28-4F24-83E6-EA28FAD22E8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40100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CFA5B0-C585-055B-4F27-72EC0CCCF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0F07C7E-7505-2A59-459A-6BC88F053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6B24ACB-3FE0-A065-87B5-0C8B5A24F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B7CA691-C9D6-AFAD-53E7-C50E59E8A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F42DA34-347B-4FB3-A332-462394A16C8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63028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736C3B8-BBC9-4BA1-4B85-69F05B17D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5C2927E-6A23-7E5F-3B61-A2E2DE608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6DB62CD-B647-7124-302A-8E1EB130F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E1D3546-B6B1-45AD-828A-B1356F7C166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61697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6E55E8-D6A9-2A94-FF6F-B621D61D4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F5D07C2-D305-02C7-2FF0-22E6D2EF6B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5310862-8D3E-E444-A1ED-01383A1640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A402FFC-CACB-C1FC-983A-AFD3D2A68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BA76755-C970-11E7-0B50-6B3575598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F7591C5-C362-DE90-A66D-3A9F1A45F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C4ED1E1-5183-4972-9ED8-46DEFF4BB09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76886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450802-03C4-1768-0AF4-C0C4F3CC6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C0308F1-A6A1-BBEB-EB05-C1201B027D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E5E4140-0F6E-AFB3-3E57-ECA75A86CA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B201E92-2F5F-1A86-ED42-AEB984E10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BD5FE55-A366-08EA-D8D3-B23808745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007E3CD-BFA4-BC81-8ECB-7C10004B8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C0F9E97-7593-4C70-A573-E57958C3176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5227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92C241-BD28-82EC-CB3F-A01CFABC8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C9600D3-A78C-C446-34F2-CD8C4EAECE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DF7BB77-B229-3E2A-03C8-A866B16D0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DF0AFC4-F650-172D-6D3F-3BEDD6EE5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D28E878-C4B3-E4B9-B38F-4B959AD28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8638B1C-2626-41B1-B4F8-670A3EE652B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92717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B835E61-E6D9-0B36-30B6-951D583DB0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BF1656B-9124-6E68-F650-26F693F251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68D7A89-8D0C-3232-8247-3794D2BC8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1E7D3A3-6289-8B4B-E42B-C54ED6AB1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3A7691F-723F-5AEB-10D1-71F6B9D3F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288614-FE5C-418C-953E-2F60C5F73CF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205243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DFF7E989-B99F-6ECB-9FB5-0A7486C652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56C09760-BF2B-78CA-9E34-0E0588DD43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F9EDE26E-03AB-A1C6-0269-9AD1FC71811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AAF75D27-95CB-FAA5-03D1-DC7FF56AF9E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28FF3106-EA89-F43E-010F-BA8A954B6A3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29A2CF43-7180-4230-80B1-B468B226CE0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937B86AD-1FF1-C1F6-0F93-926FC0E8458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/>
              <a:t>556 – Lê a Bíblia</a:t>
            </a:r>
            <a:endParaRPr lang="en-US" altLang="pt-BR" sz="4000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B04116E6-2ED1-7082-421C-5213D95CE48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11D37F3B-6214-917D-9227-7F63E7CC17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Se desejas conhecer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A mensagem do Senhor,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Tua alma enriquecer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Na Verdade e no Amor,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0DED31D6-8769-1D78-E833-03F591D12A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b="1" i="1"/>
              <a:t>Lê a Bíblia! Teu fervor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Nela vem alimentar!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Tua vida redimida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No Senhor vai exultar.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Lê a Bíblia! Teu fervor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Nela vem alimentar!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Tua vida redimida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No Senhor vai exultar.</a:t>
            </a:r>
            <a:r>
              <a:rPr lang="en-US" altLang="pt-BR" sz="4000" i="1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07B20256-7A5E-45D6-48A0-D776791A5B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Se almejas alcançar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As promessas de Jesus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 pretendes caminhar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Sob a proteção da Cruz,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4B370631-DEAE-8E0C-845B-0057D32A8E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Se em verdade queres ir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Habitar com o Senhor,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Junto dele usufruir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Do mais rico e pleno amor.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110</Words>
  <Application>Microsoft Office PowerPoint</Application>
  <PresentationFormat>Apresentação na tela (4:3)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7" baseType="lpstr">
      <vt:lpstr>Arial</vt:lpstr>
      <vt:lpstr>Design padrão</vt:lpstr>
      <vt:lpstr>556 – Lê a Bíblia</vt:lpstr>
      <vt:lpstr>Se desejas conhecer  A mensagem do Senhor,  Tua alma enriquecer  Na Verdade e no Amor,  </vt:lpstr>
      <vt:lpstr>Lê a Bíblia! Teu fervor  Nela vem alimentar!  Tua vida redimida  No Senhor vai exultar.  Lê a Bíblia! Teu fervor  Nela vem alimentar!  Tua vida redimida  No Senhor vai exultar. </vt:lpstr>
      <vt:lpstr>Se almejas alcançar  As promessas de Jesus  E pretendes caminhar  Sob a proteção da Cruz,  </vt:lpstr>
      <vt:lpstr>Se em verdade queres ir  Habitar com o Senhor,  Junto dele usufruir  Do mais rico e pleno amor.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556 – Lê a Bíblia</dc:title>
  <dc:creator>Junior</dc:creator>
  <cp:lastModifiedBy>Emerson Souza</cp:lastModifiedBy>
  <cp:revision>1</cp:revision>
  <dcterms:created xsi:type="dcterms:W3CDTF">2005-12-27T00:32:00Z</dcterms:created>
  <dcterms:modified xsi:type="dcterms:W3CDTF">2026-05-02T22:23:40Z</dcterms:modified>
</cp:coreProperties>
</file>