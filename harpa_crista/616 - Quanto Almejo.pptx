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B0E33-702F-E241-F2F2-813630750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BFDCFB-00D9-B1BF-7E78-6D98C67FF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0D68C2-C863-EB58-A25D-904467FB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4320CB-F457-096B-1801-FE730222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E86D3C-2B56-A509-4EB7-A99428DC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CF2CA-DF98-439B-897F-722A0B48A6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618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CECD6-EFD0-72A8-5C95-259729184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E99356-5213-500C-D72D-D78E0061E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36B161-EA06-6BE0-4236-46598FAB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209734-724D-EA49-25D2-79E348970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3E065C-31C9-4DAA-8B31-F662EF05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98F97-47B8-4686-BF89-720F335513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731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0C9F3-786E-98C4-3EED-ADAAC0CF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84A7C1-9679-F838-A447-70D87F67E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FC6F15-358F-59EC-7EC4-1C857F0B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8DFD9F-C67F-E14D-84AE-E74B9D31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AEE7BA-85EB-D797-AD98-DBFEDD42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EE439-2883-428F-96E5-93E5CAC304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8657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2636E-0DD4-E164-385B-BC379AFB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9C479E-5C76-D6B9-368D-03BEDB23A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2B825A-C26D-2554-CEA8-F295E6A45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40AA96-4849-6726-FBA6-8664B306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FC92F8-5B89-C2D6-3DEA-199DC5BD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1E6D52-E5E8-CBCC-9073-F0E3B2E7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E0170-38CB-484B-9603-FF5BA38C8B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434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49295-07A6-4EAB-153B-FBD00085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A90750-5C3A-540A-0825-10490D3DA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3BA1CB-4D29-C0CF-BE0C-1BB51F959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9C3C37-D45D-F2DF-BA76-5EFA68CE0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8752FE-357E-D94E-4FA3-69693DC32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31484F-BA2A-B4C9-7B5F-1CF017DE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C73F2E-B0E8-C637-2995-9C3D827D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0170F2-775C-4E92-9FD4-928EF674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BA776-33CF-46EF-ADCA-53B545F803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612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13B40-D4EB-9C3A-9B21-F1384532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E526BE6-4FF3-64DE-B819-82E3816D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59B697-35EF-B7B9-ACA1-D95AA6DC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4BAB66-15D5-BF68-79B3-45911CB3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ABFA86-3A5B-4303-8A18-87336E283F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827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C7CAD2-8F75-45C5-9D59-BD83824F2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AEAFF6-BC63-7C74-7123-EB391FB5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FF9B2-1473-28B6-72B7-83F37EF4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CA0875-D9FE-430A-B8E8-CF63462A73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457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F6C8A-2B9B-7D81-81EB-ACE9025C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749AB5-0C3A-C757-F282-E75283235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D749A2-6001-3414-C7A8-55D94F0D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050193-E307-655C-8B0E-93C9C743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36C3F7-72CD-E6A9-D8DB-29F4C1F0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A6568-2DDC-97CC-8748-F3AEEBC5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E71A2F-F48B-49D9-A873-230A1BBD22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129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B562C-6374-17FC-EFA8-E472CE20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C51705-DFC2-DA1B-542D-6868CCC0A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3FAAA3-CE67-272A-34A6-73C99FC3A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B37D1C-3CAA-E70A-B980-1755AD25C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49C9A0-C990-C0B5-6FEE-43BABA06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4736A1-DB2E-1E2F-9EA3-C3D6ABB9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76E7C6-F1B8-47C1-B6CB-EE1259C920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295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C27AF-FFCB-127C-ACEA-31B7C837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D3E666-CBF7-5814-2B98-23C4CC6C4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14FF3D-834D-9BAB-C02A-160DF876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A40012-F82B-EA44-611A-57CE2384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015CF2-CB55-B14E-B4C9-66E544BA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5A8622-DE87-46A6-8790-6BC74F7060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164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B8A1E6-D6E9-4A87-7C5D-5874F2515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70D095-9DA0-87E2-F0E8-F0B7342EC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B23C59-B7CD-C6E9-E347-8D1C424F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89E927-1B48-F70D-9348-ED4C04C2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35766A-EBA1-744B-2D56-13940E5D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C34BB8-86E7-4249-99CE-71C70A1F37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502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26AFD84-D709-92A3-A001-E958396ED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2EDEA71-A977-47E2-4BFA-0D69569A5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C5BCB05-04EB-AC49-5E47-D1FF7E553C1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9AF158-2FE2-F1F5-AD4E-60941A7FBB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5A2FD0E-CB81-FE22-6949-D401D5C56F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0E37F00-9B9A-4241-8723-317C5D3742F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0EBE730-5AA4-593B-DE23-EA52572DCA4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616 - Quanto Almejo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CB5BD3F-1AC2-97E7-30B9-AFDF8A1AFF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5CBFD71-6E78-E2B6-C96C-54FD803E9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Quanto almejo, lar celeste,</a:t>
            </a:r>
            <a:br>
              <a:rPr lang="en-US" altLang="pt-BR" sz="4000" i="1"/>
            </a:br>
            <a:r>
              <a:rPr lang="en-US" altLang="pt-BR" sz="4000" i="1"/>
              <a:t>Tua glória ver!</a:t>
            </a:r>
            <a:br>
              <a:rPr lang="en-US" altLang="pt-BR" sz="4000" i="1"/>
            </a:br>
            <a:r>
              <a:rPr lang="en-US" altLang="pt-BR" sz="4000" i="1"/>
              <a:t>Vestes brancas, perenais,</a:t>
            </a:r>
            <a:br>
              <a:rPr lang="en-US" altLang="pt-BR" sz="4000" i="1"/>
            </a:br>
            <a:r>
              <a:rPr lang="en-US" altLang="pt-BR" sz="4000" i="1"/>
              <a:t>De Deus receber!</a:t>
            </a:r>
            <a:r>
              <a:rPr lang="en-US" altLang="pt-BR" sz="4000"/>
              <a:t>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ACA447B-C6D0-50E9-0AC0-7BFF89295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Quanto almejo junto aos coros</a:t>
            </a:r>
            <a:br>
              <a:rPr lang="en-US" altLang="pt-BR" sz="4000" i="1"/>
            </a:br>
            <a:r>
              <a:rPr lang="en-US" altLang="pt-BR" sz="4000" i="1"/>
              <a:t>Minha voz erguer!</a:t>
            </a:r>
            <a:br>
              <a:rPr lang="en-US" altLang="pt-BR" sz="4000" i="1"/>
            </a:br>
            <a:r>
              <a:rPr lang="en-US" altLang="pt-BR" sz="4000" i="1"/>
              <a:t>Com meu Mestre caminhar,</a:t>
            </a:r>
            <a:br>
              <a:rPr lang="en-US" altLang="pt-BR" sz="4000" i="1"/>
            </a:br>
            <a:r>
              <a:rPr lang="en-US" altLang="pt-BR" sz="4000" i="1"/>
              <a:t>Será meu prazer!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CDE4434-4D1D-B04C-7715-D89CE623A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Quanto almejo sua volta,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Vê-lo vir em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em breve desfrutar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paz com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616 - Quanto Almejo </vt:lpstr>
      <vt:lpstr>Quanto almejo, lar celeste, Tua glória ver! Vestes brancas, perenais, De Deus receber!  </vt:lpstr>
      <vt:lpstr>Quanto almejo junto aos coros Minha voz erguer! Com meu Mestre caminhar, Será meu prazer!  </vt:lpstr>
      <vt:lpstr>Quanto almejo sua volta,  Vê-lo vir em luz,  Para em breve desfrutar  A paz com Jesus!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616 - Quanto Almejo </dc:title>
  <dc:creator>Junior</dc:creator>
  <cp:lastModifiedBy>Emerson Souza</cp:lastModifiedBy>
  <cp:revision>1</cp:revision>
  <dcterms:created xsi:type="dcterms:W3CDTF">2005-12-27T17:50:35Z</dcterms:created>
  <dcterms:modified xsi:type="dcterms:W3CDTF">2026-05-02T22:28:53Z</dcterms:modified>
</cp:coreProperties>
</file>