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B3E13-A23F-7D64-2EC2-136B91946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B63CF-EA01-3449-810A-3D31F104B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64C991-8AE5-413F-534A-098BF36B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6B33B8-E278-AC2F-4F5E-A9FEA438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66B6E-B35A-6D01-59D0-3DC5A0BF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32470-1DA7-4057-9B72-A8A8774007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189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92B9B-118D-241D-F51D-B709858B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F4D32-233D-10ED-F06A-BDC4A425A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F58ECF-A6E2-2053-B25C-AB4BA16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3B5987-8BFA-8C2C-623F-E79E8C82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82ADE9-BC3A-AC5C-8A85-0BE7BCD9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CAD27-CAC7-405A-A07C-3B34ACAA64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029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0A20A-4F91-A820-CD95-75AD9CD6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A67302-94ED-A29E-3184-5309730E4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2079F5-1CA5-A313-39E4-C7B1CBE1D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135FC2-23C6-709E-F0F3-26777499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AAD6D7-309D-0470-7BA2-D169FEE0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8121E-7F72-4E31-AB64-DF270345DC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3992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AB315-DF3B-4682-EAE0-8DB9BDEA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D54869-E9D5-2D1F-7E82-98D8C26F4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3531C-1CFF-CF0C-02FB-E29B205E6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B74A59-4BC5-09BA-33CE-164F00B5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020705-8870-41DC-5C02-1BEF07B2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BFA648-28DC-6DBD-8F37-27C0C293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247F1-AEF2-4571-A7D4-51A3FF1DD5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838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7E9CA-C9EA-798C-D903-7F9B94CE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AABC33-A207-3C6F-E907-6AD0E26E3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B67E6F-A277-7368-5733-C6AB07E7D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46A2CD9-72A8-E84C-E9F6-245E69C66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8B7C81-31E9-2603-081F-CCAC592F4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FD08D8-2E66-A915-93BC-FBFE4947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78E7A8-38DA-D2EB-CF35-A708CDAF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74028F-AAF0-47AC-03A0-FFEDFA03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23A12-DB69-489D-A1DF-217BE45A3B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418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64211-8F0A-7458-3D66-9EFD3D97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A40542F-6523-29B7-D62A-FAE74FF2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04B58F-02F9-6F67-6CE9-4E7555CE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467339-01B2-3681-786B-511FD76A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7ECFEF-FB56-4B27-93FA-443B81CB79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074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E1B070-A496-CEDE-F936-3A2AE294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58F428-767C-1A85-F9D8-0082E31C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F46B27-7832-EBB5-CFAE-D17981A9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02473-0018-461C-9AA4-A0D5A4CAD5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249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D38EE-89BA-B5CD-5221-5819E5BE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31CD34-69EF-8B16-8DE5-5BF1C1D5A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8FD755-2A44-DA18-0F47-F07318A50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09DA0A-68A2-C4EC-598A-D6588746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D6736A-4D3A-448B-5175-2F4C9E8F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961578-A0CE-E64E-824C-F69260B5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F01A94-9246-41A7-B21F-54178DAE32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299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B6A30-534B-FABC-650B-35E7AB40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7C9382-7969-D8FC-4D3B-B919FFCEA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978EBC-24F7-4208-F4FA-EC0F9F0FE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4CAEBC-C274-4C40-D186-1D70C7E3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A8A939-0809-BCCB-AFAF-30EE0E2A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3F6AB4-AD33-1441-8B1C-5DC7922C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D4A85-6E13-4471-8721-05AE5F147D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883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8AEA8-B339-A2D4-A47C-C2B41D6F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974076-7978-0F96-1BC4-1D4BE718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6E8FD1-4239-CE57-274A-95AF8965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C115B8-6A16-1475-A67B-6173078C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39DA28-7B5C-03BC-4CD0-742755F5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EA6E2A-A85A-4AC7-8A05-7D49AC8738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282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5C0068-D2E1-D615-D87F-2F2D51A28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030F83-6693-6741-CE60-5CC260C5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A343F8-AA76-49C6-8DDF-3FF0FBEB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400E1-7200-BEC8-1289-9EA3055B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A1CE3A-3749-7BA5-E843-3E03D3B6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77A25E-AB06-4420-A120-72AD3EE5BF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582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53A93AE-938D-BA05-78B2-DC4031B23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25D9DF6-3BE0-E004-D34B-35DC1CC9D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345497C-8F7C-1AC5-EA3A-E90A92CDEDC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11294D-E125-73A8-B549-870FEFB0CB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BC3FA2-3A47-19AC-BABA-740C3642BC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14D80FF-3DCC-4FF3-92DB-75FC08763A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E3FF2CC-4E30-7934-B955-7705C561A8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320 – Seguir a Cristo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9D71CF3-FD96-6BE2-97CE-145DF4FBF4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2E15E52-068F-5166-F2F4-D64295EDF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Queres tu seguir a Cristo, </a:t>
            </a:r>
            <a:br>
              <a:rPr lang="en-US" altLang="pt-BR" sz="4000" i="1"/>
            </a:br>
            <a:r>
              <a:rPr lang="en-US" altLang="pt-BR" sz="4000" i="1"/>
              <a:t>E andar na Sua luz? </a:t>
            </a:r>
            <a:br>
              <a:rPr lang="en-US" altLang="pt-BR" sz="4000" i="1"/>
            </a:br>
            <a:r>
              <a:rPr lang="en-US" altLang="pt-BR" sz="4000" i="1"/>
              <a:t>Pelo mundo sempre visto, </a:t>
            </a:r>
            <a:br>
              <a:rPr lang="en-US" altLang="pt-BR" sz="4000" i="1"/>
            </a:br>
            <a:r>
              <a:rPr lang="en-US" altLang="pt-BR" sz="4000" i="1"/>
              <a:t>Por levar a sua cruz?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63565B0-A4AC-6D7B-DD8B-1A5B0A254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Queres hoje dar o passo, </a:t>
            </a:r>
            <a:br>
              <a:rPr lang="en-US" altLang="pt-BR" sz="4000" i="1"/>
            </a:br>
            <a:r>
              <a:rPr lang="en-US" altLang="pt-BR" sz="4000" i="1"/>
              <a:t>Para seres um cristão? </a:t>
            </a:r>
            <a:br>
              <a:rPr lang="en-US" altLang="pt-BR" sz="4000" i="1"/>
            </a:br>
            <a:r>
              <a:rPr lang="en-US" altLang="pt-BR" sz="4000" i="1"/>
              <a:t>Vem, quebranta triste laço </a:t>
            </a:r>
            <a:br>
              <a:rPr lang="en-US" altLang="pt-BR" sz="4000" i="1"/>
            </a:br>
            <a:r>
              <a:rPr lang="en-US" altLang="pt-BR" sz="4000" i="1"/>
              <a:t>Do pecado e sedução.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A1DF0A-B405-9C9A-B548-4E3C7B274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A cidade na montanha, </a:t>
            </a:r>
            <a:br>
              <a:rPr lang="en-US" altLang="pt-BR" sz="4000" i="1"/>
            </a:br>
            <a:r>
              <a:rPr lang="en-US" altLang="pt-BR" sz="4000" i="1"/>
              <a:t>Não se pode esconder,</a:t>
            </a:r>
            <a:br>
              <a:rPr lang="en-US" altLang="pt-BR" sz="4000" i="1"/>
            </a:br>
            <a:r>
              <a:rPr lang="en-US" altLang="pt-BR" sz="4000" i="1"/>
              <a:t>E também, até tamanha </a:t>
            </a:r>
            <a:br>
              <a:rPr lang="en-US" altLang="pt-BR" sz="4000" i="1"/>
            </a:br>
            <a:r>
              <a:rPr lang="en-US" altLang="pt-BR" sz="4000" i="1"/>
              <a:t>Que à vida deu poder.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E2A392C-6B9E-300A-DB9A-836949415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 Amas tu a Jesus Cristo, </a:t>
            </a:r>
            <a:br>
              <a:rPr lang="en-US" altLang="pt-BR" sz="4000" i="1"/>
            </a:br>
            <a:r>
              <a:rPr lang="en-US" altLang="pt-BR" sz="4000" i="1"/>
              <a:t>Que por ti Sua vida deu? </a:t>
            </a:r>
            <a:br>
              <a:rPr lang="en-US" altLang="pt-BR" sz="4000" i="1"/>
            </a:br>
            <a:r>
              <a:rPr lang="en-US" altLang="pt-BR" sz="4000" i="1"/>
              <a:t>Vem, então, declara isto </a:t>
            </a:r>
            <a:br>
              <a:rPr lang="en-US" altLang="pt-BR" sz="4000" i="1"/>
            </a:br>
            <a:r>
              <a:rPr lang="en-US" altLang="pt-BR" sz="4000" i="1"/>
              <a:t> Júbilo terás no céu.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69FDAB2-E99E-2688-4220-E4F5B9115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 Ó vê bem o teu intento, </a:t>
            </a:r>
            <a:br>
              <a:rPr lang="en-US" altLang="pt-BR" sz="4000" i="1"/>
            </a:br>
            <a:r>
              <a:rPr lang="en-US" altLang="pt-BR" sz="4000" i="1"/>
              <a:t>Custa tua vida, sim! </a:t>
            </a:r>
            <a:br>
              <a:rPr lang="en-US" altLang="pt-BR" sz="4000" i="1"/>
            </a:br>
            <a:r>
              <a:rPr lang="en-US" altLang="pt-BR" sz="4000" i="1"/>
              <a:t>Não resistas! Com alento, </a:t>
            </a:r>
            <a:br>
              <a:rPr lang="en-US" altLang="pt-BR" sz="4000" i="1"/>
            </a:br>
            <a:r>
              <a:rPr lang="en-US" altLang="pt-BR" sz="4000" i="1"/>
              <a:t>Vem a Cristo, a luz sem fim.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4FCC95B-A98F-675A-490B-49A7737C3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Vem, confessa teus pecados </a:t>
            </a:r>
            <a:br>
              <a:rPr lang="en-US" altLang="pt-BR" sz="4000" i="1"/>
            </a:br>
            <a:r>
              <a:rPr lang="en-US" altLang="pt-BR" sz="4000" i="1"/>
              <a:t>Junto à cruz do Salvador; </a:t>
            </a:r>
            <a:br>
              <a:rPr lang="en-US" altLang="pt-BR" sz="4000" i="1"/>
            </a:br>
            <a:r>
              <a:rPr lang="en-US" altLang="pt-BR" sz="4000" i="1"/>
              <a:t>Pede graça de segui-Lo, </a:t>
            </a:r>
            <a:br>
              <a:rPr lang="en-US" altLang="pt-BR" sz="4000" i="1"/>
            </a:br>
            <a:r>
              <a:rPr lang="en-US" altLang="pt-BR" sz="4000" i="1"/>
              <a:t>Com coragem e amor.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CB92670-45E6-4388-5895-2BEB8E2FD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 Considera o grande gozo </a:t>
            </a:r>
            <a:br>
              <a:rPr lang="en-US" altLang="pt-BR" sz="4000" i="1"/>
            </a:br>
            <a:r>
              <a:rPr lang="en-US" altLang="pt-BR" sz="4000" i="1"/>
              <a:t>Que no céu espera, sim; </a:t>
            </a:r>
            <a:br>
              <a:rPr lang="en-US" altLang="pt-BR" sz="4000" i="1"/>
            </a:br>
            <a:r>
              <a:rPr lang="en-US" altLang="pt-BR" sz="4000" i="1"/>
              <a:t>Aqui lutas, lá repouso, </a:t>
            </a:r>
            <a:br>
              <a:rPr lang="en-US" altLang="pt-BR" sz="4000" i="1"/>
            </a:br>
            <a:r>
              <a:rPr lang="en-US" altLang="pt-BR" sz="4000" i="1"/>
              <a:t>Galardão terás enfim.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320 – Seguir a Cristo </vt:lpstr>
      <vt:lpstr>Queres tu seguir a Cristo,  E andar na Sua luz?  Pelo mundo sempre visto,  Por levar a sua cruz?  </vt:lpstr>
      <vt:lpstr>Queres hoje dar o passo,  Para seres um cristão?  Vem, quebranta triste laço  Do pecado e sedução.  </vt:lpstr>
      <vt:lpstr>A cidade na montanha,  Não se pode esconder, E também, até tamanha  Que à vida deu poder. </vt:lpstr>
      <vt:lpstr> Amas tu a Jesus Cristo,  Que por ti Sua vida deu?  Vem, então, declara isto   Júbilo terás no céu.  </vt:lpstr>
      <vt:lpstr> Ó vê bem o teu intento,  Custa tua vida, sim!  Não resistas! Com alento,  Vem a Cristo, a luz sem fim.  </vt:lpstr>
      <vt:lpstr>Vem, confessa teus pecados  Junto à cruz do Salvador;  Pede graça de segui-Lo,  Com coragem e amor.  </vt:lpstr>
      <vt:lpstr> Considera o grande gozo  Que no céu espera, sim;  Aqui lutas, lá repouso,  Galardão terás enfim.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320 – Seguir a Cristo </dc:title>
  <dc:creator>Junior</dc:creator>
  <cp:lastModifiedBy>Emerson Souza</cp:lastModifiedBy>
  <cp:revision>1</cp:revision>
  <dcterms:created xsi:type="dcterms:W3CDTF">2005-12-26T22:15:13Z</dcterms:created>
  <dcterms:modified xsi:type="dcterms:W3CDTF">2026-05-02T22:03:34Z</dcterms:modified>
</cp:coreProperties>
</file>