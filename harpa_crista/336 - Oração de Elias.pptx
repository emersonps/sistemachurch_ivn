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C7845-3BB5-DBA7-4851-DB279727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7E962E-0134-6A42-7AE6-D59D6076C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A11652-3A77-5CFF-A555-7EBB23A2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0DC10-991E-2DBA-75CE-FCDD1458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4EB6DE-2CAB-DFB6-2CE2-A8EE2BCD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75673-1F24-4C34-A2D8-A9CC9A0ACD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495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EA8B7-E925-BA6B-2585-A46CCD0F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B1D105-266A-4739-3C13-D753590D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632B3C-A0DB-E579-50E3-CEEE3720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D57030-B041-3B5F-9DE8-3A1F2C2D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D16482-5F21-4650-1E76-149F4B8E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A14B6-DA2F-4950-89D1-50CA935A88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395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303FF-1C16-2F9B-75A6-C00A998A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C7EDF8-C7E7-F9EF-A842-0CB9DAB1A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2B194B-7822-46DA-20C6-BA6F47EF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CAB6F9-2983-5156-CE8B-9405C809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56A1E7-DFE6-8800-8134-4377EC49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6E02E-BE1F-454C-AC1E-774DA31AC8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942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79633-269F-B6E2-35E1-5E9D95D2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F1B3D2-585D-6CFD-DBC3-517F71AF5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BCF142-9A17-41A4-E25C-C00F91AD8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F2C7C2-1A55-0C51-646E-AD3BBD00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6E92B5-1D41-0030-20DA-A4529782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5E4054-BD2A-92C6-BF23-C1EA3F0E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79B4E9-94D3-40FE-A47B-1A74F7637E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084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CA0B7-68DA-BCA5-F2E9-FFB68799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997CA3-2E78-9E4A-2D88-835F59D72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17CF47-A422-B15D-4C75-D2B58CFF8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2C6DD2A-D8EE-381D-9076-213584846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46FB18-4CBF-3201-43BD-36447FC75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7249A8-67AF-5E0B-EAF0-CC2F0208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738E0F-1702-3542-0694-0903D416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DE6765-C196-C4EF-3447-937B78C7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B51DE2-3171-4261-8E9B-5D33B9E451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479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5EC4F-A8AE-6FF9-9756-FB1B929E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A91B61F-AC16-9450-DB87-518E571C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AD4852-BA9B-C8FC-031C-9716029C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B351FD-0761-4B3A-BD3F-668FB41C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276F7-AE78-414E-B40C-78D58BC6CF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456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B15CEE4-5DB9-63C8-9465-A511A1C07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D56098E-5638-9C47-D004-DB77B659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82279F-2A73-7EDB-C72F-2DC17565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79F633-75A6-4665-96CC-19924FFACA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687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0F4C8-3B86-2404-D0C4-43AA789D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B8867E-3CA0-10C8-7544-1FD79F9EA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1714C0-4DF0-2E4C-4956-E7C44EF2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7CCF68-027D-5D5D-0EB1-02F992BB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3E2457-68AD-9CE4-2DC8-739290F8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FB731-CC93-636F-BF52-9AA41A2A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715AC-FD3B-4049-B334-3B058D4372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912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5B123-DE65-C4A2-84A8-123ACD4F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5F2C8E-C9D4-9B85-B800-B563EB11A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0146D1-B371-99B7-77A9-C60E57C19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AC233C-682A-7067-B42A-D8AC90ED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640270-5211-C0D4-C563-9BDD258E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2FDA8D-3427-E07E-C643-94216F4D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317B3-0DD6-4488-86ED-182015C5D8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3254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9C79C-104D-4D46-28A1-A658FB7C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845487-168F-9D02-1FC4-81F059F0D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0210ED-8625-8F0A-8F27-0EB48A59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1CB4B-87E4-F80A-03C3-10BDDB0B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377C38-7973-5385-F036-DB82DC1F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DD220-2611-4ADE-B522-3282490D90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259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9A706F-0389-EFB5-0BE6-D6E9EF85E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B081C0-B022-AF70-6284-BD2D52E47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2DE5D-4758-DABE-0108-B6432E0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D4979-007F-02C0-B0AA-5180F176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7E46D0-94E8-A2B6-D5ED-261CD0E2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5BCE5-7734-45A6-AD24-B758251F0F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486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2DEA87-3580-9037-C0FE-B8ED92081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8BA6AE-91CE-A806-481E-A98C4632B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87F949-46D3-718D-A7A0-A2F12D2CB4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27CCBE-78FB-72EF-F5D7-F20649C3F9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C46D3C-6F97-A7F6-3B06-F473008814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1430B57-979E-4F66-A038-3542A8B989D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9CA174F-634D-A7A4-B406-8D25959FB3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336 – Oração de Elias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8D60C56-0D4B-F56A-F673-3801C5F91D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9387375-4CB1-4368-B4DC-B41E3418F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Elias no Carmelo orou </a:t>
            </a:r>
            <a:br>
              <a:rPr lang="en-US" altLang="pt-BR" sz="4000" i="1"/>
            </a:br>
            <a:r>
              <a:rPr lang="en-US" altLang="pt-BR" sz="4000" i="1"/>
              <a:t>Com insistência a Deus; </a:t>
            </a:r>
            <a:br>
              <a:rPr lang="en-US" altLang="pt-BR" sz="4000" i="1"/>
            </a:br>
            <a:r>
              <a:rPr lang="en-US" altLang="pt-BR" sz="4000" i="1"/>
              <a:t>Curvado ao pó, com fé clamou </a:t>
            </a:r>
            <a:br>
              <a:rPr lang="en-US" altLang="pt-BR" sz="4000" i="1"/>
            </a:br>
            <a:r>
              <a:rPr lang="en-US" altLang="pt-BR" sz="4000" i="1"/>
              <a:t>Por chuva lá dos céus.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A551A7C-FDB8-61CB-BC25-12098B177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Chuva, manda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do Santo Consolador;</a:t>
            </a:r>
            <a:r>
              <a:rPr lang="en-US" altLang="pt-BR" sz="4000" i="1"/>
              <a:t> </a:t>
            </a:r>
            <a:r>
              <a:rPr lang="en-US" altLang="pt-BR" sz="4000" b="1" i="1"/>
              <a:t>Manda chuva forte, Salvador: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Tua lgreja faz descer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de poder.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905D6EF-A96F-26C1-FD72-3EE716E21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Vai, servo meu, do monte olhar </a:t>
            </a:r>
            <a:br>
              <a:rPr lang="en-US" altLang="pt-BR" sz="4000" i="1"/>
            </a:br>
            <a:r>
              <a:rPr lang="en-US" altLang="pt-BR" sz="4000" i="1"/>
              <a:t>Se nuvens negras vêm; </a:t>
            </a:r>
            <a:br>
              <a:rPr lang="en-US" altLang="pt-BR" sz="4000" i="1"/>
            </a:br>
            <a:r>
              <a:rPr lang="en-US" altLang="pt-BR" sz="4000" i="1"/>
              <a:t>Pois pode agora Deus mandar </a:t>
            </a:r>
            <a:br>
              <a:rPr lang="en-US" altLang="pt-BR" sz="4000" i="1"/>
            </a:br>
            <a:r>
              <a:rPr lang="en-US" altLang="pt-BR" sz="4000" i="1"/>
              <a:t>A chuva a nós também.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7038755-979D-B278-2D79-42B96C4D0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Chuva, manda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do Santo Consolador;</a:t>
            </a:r>
            <a:r>
              <a:rPr lang="en-US" altLang="pt-BR" sz="4000" i="1"/>
              <a:t> </a:t>
            </a:r>
            <a:r>
              <a:rPr lang="en-US" altLang="pt-BR" sz="4000" b="1" i="1"/>
              <a:t>Manda chuva forte, Salvador: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Tua lgreja faz descer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de poder.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710E2E4-774A-7A89-A176-56C4CDEFB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 Uma nuvem surge qual uma mão, </a:t>
            </a:r>
            <a:br>
              <a:rPr lang="en-US" altLang="pt-BR" sz="4000" i="1"/>
            </a:br>
            <a:r>
              <a:rPr lang="en-US" altLang="pt-BR" sz="4000" i="1"/>
              <a:t>No horizonte além, </a:t>
            </a:r>
            <a:br>
              <a:rPr lang="en-US" altLang="pt-BR" sz="4000" i="1"/>
            </a:br>
            <a:r>
              <a:rPr lang="en-US" altLang="pt-BR" sz="4000" i="1"/>
              <a:t>Ao longe ouve-se um trovão: </a:t>
            </a:r>
            <a:br>
              <a:rPr lang="en-US" altLang="pt-BR" sz="4000" i="1"/>
            </a:br>
            <a:r>
              <a:rPr lang="en-US" altLang="pt-BR" sz="4000" i="1"/>
              <a:t>Sim, muita chuva vem.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F304205-11DE-F9EF-C3BC-1AED1ABB4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Chuva, manda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do Santo Consolador;</a:t>
            </a:r>
            <a:r>
              <a:rPr lang="en-US" altLang="pt-BR" sz="4000" i="1"/>
              <a:t> </a:t>
            </a:r>
            <a:r>
              <a:rPr lang="en-US" altLang="pt-BR" sz="4000" b="1" i="1"/>
              <a:t>Manda chuva forte, Salvador: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Tua lgreja faz descer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de poder.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C16FDA6-4A53-4D45-4FC1-03BBA6DE8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Ó crente frio, vai buscar</a:t>
            </a:r>
            <a:br>
              <a:rPr lang="en-US" altLang="pt-BR" sz="4000" i="1"/>
            </a:br>
            <a:r>
              <a:rPr lang="en-US" altLang="pt-BR" sz="4000" i="1"/>
              <a:t>A Deus em oração, </a:t>
            </a:r>
            <a:br>
              <a:rPr lang="en-US" altLang="pt-BR" sz="4000" i="1"/>
            </a:br>
            <a:r>
              <a:rPr lang="en-US" altLang="pt-BR" sz="4000" i="1"/>
              <a:t>E tua vida consagrar, </a:t>
            </a:r>
            <a:br>
              <a:rPr lang="en-US" altLang="pt-BR" sz="4000" i="1"/>
            </a:br>
            <a:r>
              <a:rPr lang="en-US" altLang="pt-BR" sz="4000" i="1"/>
              <a:t>P’ra receber a unção.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664493E-4E5E-0CD6-0CAE-7F5C13A0F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Chuva, manda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do Santo Consolador;</a:t>
            </a:r>
            <a:r>
              <a:rPr lang="en-US" altLang="pt-BR" sz="4000" i="1"/>
              <a:t> </a:t>
            </a:r>
            <a:r>
              <a:rPr lang="en-US" altLang="pt-BR" sz="4000" b="1" i="1"/>
              <a:t>Manda chuva forte, Salvador: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Tua lgreja faz descer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chuva de poder.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336 – Oração de Elias </vt:lpstr>
      <vt:lpstr>Elias no Carmelo orou  Com insistência a Deus;  Curvado ao pó, com fé clamou  Por chuva lá dos céus.  </vt:lpstr>
      <vt:lpstr>Chuva, manda Senhor,  A chuva do Santo Consolador; Manda chuva forte, Salvador:  Na Tua lgreja faz descer  A chuva de poder.  </vt:lpstr>
      <vt:lpstr>Vai, servo meu, do monte olhar  Se nuvens negras vêm;  Pois pode agora Deus mandar  A chuva a nós também.  </vt:lpstr>
      <vt:lpstr>Chuva, manda Senhor,  A chuva do Santo Consolador; Manda chuva forte, Salvador:  Na Tua lgreja faz descer  A chuva de poder.  </vt:lpstr>
      <vt:lpstr> Uma nuvem surge qual uma mão,  No horizonte além,  Ao longe ouve-se um trovão:  Sim, muita chuva vem.  </vt:lpstr>
      <vt:lpstr>Chuva, manda Senhor,  A chuva do Santo Consolador; Manda chuva forte, Salvador:  Na Tua lgreja faz descer  A chuva de poder.  </vt:lpstr>
      <vt:lpstr>Ó crente frio, vai buscar A Deus em oração,  E tua vida consagrar,  P’ra receber a unção.</vt:lpstr>
      <vt:lpstr>Chuva, manda Senhor,  A chuva do Santo Consolador; Manda chuva forte, Salvador:  Na Tua lgreja faz descer  A chuva de poder.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336 – Oração de Elias </dc:title>
  <dc:creator>Junior</dc:creator>
  <cp:lastModifiedBy>Emerson Souza</cp:lastModifiedBy>
  <cp:revision>1</cp:revision>
  <dcterms:created xsi:type="dcterms:W3CDTF">2005-12-26T21:49:46Z</dcterms:created>
  <dcterms:modified xsi:type="dcterms:W3CDTF">2026-05-02T22:04:56Z</dcterms:modified>
</cp:coreProperties>
</file>