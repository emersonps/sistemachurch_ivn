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50BAD-8EAA-D3B6-D6B8-00EAE0837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1CD052-5A8E-795C-4712-0E0B82163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90A31F-36A8-3F6D-EFF5-77A962B8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1611AB-1F67-BE32-76CA-9FB320A8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6CC433-0A1D-34B0-F962-EC3CED3F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899B5-B93F-4660-9A95-F31DB73691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18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0217F-8583-545C-83B6-D7B67452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A215A-EF1C-F040-8710-6769BE353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FA63B5-EBAD-2466-1222-21794805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AD8D6-DBB1-0279-9211-8E34622C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B3574B-6822-AEFC-2980-1453CB63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FF5D8-448E-4D75-8696-66E5079964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879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C083F-471D-9ED5-F97B-526F0725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725EAD-98CA-9CB5-D615-B85E95FA1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78493-556E-9082-C035-3F036321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237DDC-F735-FD74-D271-CAAA2820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FBE055-12CB-5DD1-F217-D085AE6E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534A9-D3DB-4DCC-AE65-329514DB91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276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DC4F5-D01A-167E-B9D5-EA4A5DB7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79ACB-0EFF-2017-2871-D3A9DE296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832ABF-06EA-4E14-BC70-CC0C9EA5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916EB0-C914-9657-F3F5-C42AFCF4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744E24-85D9-67E9-344C-421A85CF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2017DC-B290-B820-368C-D96EA80B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7D08B-E34E-4038-800B-711860FFFB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271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0216B-8C4E-6745-EA50-24147A8B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95B23D-EA2C-C5A6-7B1E-03C091031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5AFEA8-7B07-C011-BD93-81BE5FE0F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A715CD-3D3F-CEC6-DBE0-347059915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318E6C1-72ED-AC30-8CE9-47815AB9D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2A4877-54EC-5A1E-4EF3-6AF9F8E3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4DFB21-1786-78D9-020F-F26F6C9A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2B6545-A110-57AA-F5DC-6952767B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BF462-2552-4C7B-B5D4-5531BF5C3E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799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7AF10-DD16-07AC-7FB8-81A37482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2A8721-B694-5CD9-0A41-2AE66D4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85A8DF-C7D6-9C15-9631-6E565DA7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4D5D67-4F81-E300-7B3C-03CCC36A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70701-916C-4225-8D58-D8F46FF928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722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8CD943-61CE-6CAA-8AAE-C88C9087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424FBC-6064-4537-3BEF-EF6F2CED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B0D3E5-CFB1-C3A7-FF39-49925BFE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CC0D19-7858-4BCF-8878-082E819F6F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132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7D630-6CF6-2EA7-1BA1-AE94A6E7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E317EE-90B0-593D-419D-AA6022FA4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350F77-8519-0372-DBEE-9005B20C4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4B9F77-E4C6-6839-FF39-62875E06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FC1670-A8DE-0B18-A8A5-848F136D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9700F9-1B86-AB2F-9155-4D257318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2CE9A-486A-40DF-B3B4-35CC1F7A68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558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493CA-C3C5-6907-9961-3518F81B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CED3B6-33CC-9334-0634-F9F19153C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CCD6D3-85A1-308D-678A-E7CEEE0F8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09ACD4-977D-EC1C-5EE3-14069BF0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7DACD6-2226-42B5-7609-E6469BD8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2BC37A-63EE-3793-0BE8-962B5135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D53CF-13F1-46BC-A815-2BFA605458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809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84B3A-F62B-906A-DD7C-F303F890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12C28D-53F2-A9D9-81B1-51FFFB926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C04280-1D7D-57D6-ED22-098569CB7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A0B0D6-D80B-BE36-89FD-46D73E863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8504CE-76BA-D5A7-8CF3-2C4C6E52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A5DDE2-8D87-4F3C-8DA8-B833B2FAFF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800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279A2B-773F-5B44-08EF-D0E6B9370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52E84A-FA80-F813-6E06-1FB9C3587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40B8D-7BC8-7E8B-1686-E39806DA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D4ECA7-F752-BE04-94CC-FCADADBB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CCD06C-5826-8171-C080-512E4120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AAFE4B-1AD6-4465-B0C3-2E359AEA8B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956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367E3B0-FC5E-A4D4-3967-F4EE2A825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47C0C7-58CF-9BCB-2153-7CA7242A3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4C463D-5EF5-EA7D-D3F2-CB48B1D197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6FC175-7738-BE3E-B8E6-DB9A86A7D1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796F90-FFA8-9C46-8E82-397F2572E2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5834609-216B-46EA-B705-BBA9BEFAF62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29227E-9414-E0C0-7EBC-084A7D3315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385 – Amemos  o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125F6C5-7FC0-4ECD-5413-812861699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F08620F-B9B9-231C-8853-8D8C020A6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Irmãos, amemos o Senhor, </a:t>
            </a:r>
            <a:br>
              <a:rPr lang="en-US" altLang="pt-BR" sz="4000" i="1"/>
            </a:br>
            <a:r>
              <a:rPr lang="en-US" altLang="pt-BR" sz="4000" i="1"/>
              <a:t>Por Seu divinal amor; </a:t>
            </a:r>
            <a:br>
              <a:rPr lang="en-US" altLang="pt-BR" sz="4000" i="1"/>
            </a:br>
            <a:r>
              <a:rPr lang="en-US" altLang="pt-BR" sz="4000" i="1"/>
              <a:t>Pois a nossa culpa expiou, </a:t>
            </a:r>
            <a:br>
              <a:rPr lang="en-US" altLang="pt-BR" sz="4000" i="1"/>
            </a:br>
            <a:r>
              <a:rPr lang="en-US" altLang="pt-BR" sz="4000" i="1"/>
              <a:t>Com sangue que derramou.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619F02D-2087-F057-0DBA-8166B15C5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Irmãos, amemos o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Ele Já nos 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do pecado enganador,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3FFFF72-8131-BA52-2A3A-E45873582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Irmãos, amemos o Senhor, </a:t>
            </a:r>
            <a:br>
              <a:rPr lang="en-US" altLang="pt-BR" sz="4000" i="1"/>
            </a:br>
            <a:r>
              <a:rPr lang="en-US" altLang="pt-BR" sz="4000" i="1"/>
              <a:t>O nosso ensinador; </a:t>
            </a:r>
            <a:br>
              <a:rPr lang="en-US" altLang="pt-BR" sz="4000" i="1"/>
            </a:br>
            <a:r>
              <a:rPr lang="en-US" altLang="pt-BR" sz="4000" i="1"/>
              <a:t>Ele é a fonte do saber </a:t>
            </a:r>
            <a:br>
              <a:rPr lang="en-US" altLang="pt-BR" sz="4000" i="1"/>
            </a:br>
            <a:r>
              <a:rPr lang="en-US" altLang="pt-BR" sz="4000" i="1"/>
              <a:t>Pra todo que nEle crer.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F01DD7C-6E3B-F5D3-6036-74DAF55F1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Irmãos, amemos o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Ele Já nos 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do pecado enganador,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3D560B3-25E7-E9AB-9855-FAF8B4A9A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Irmãos, amemos o Senhor, </a:t>
            </a:r>
            <a:br>
              <a:rPr lang="en-US" altLang="pt-BR" sz="4000" i="1"/>
            </a:br>
            <a:r>
              <a:rPr lang="en-US" altLang="pt-BR" sz="4000" i="1"/>
              <a:t>O nosso bom Salvador; </a:t>
            </a:r>
            <a:br>
              <a:rPr lang="en-US" altLang="pt-BR" sz="4000" i="1"/>
            </a:br>
            <a:r>
              <a:rPr lang="en-US" altLang="pt-BR" sz="4000" i="1"/>
              <a:t>E o consumador daquela fé, </a:t>
            </a:r>
            <a:br>
              <a:rPr lang="en-US" altLang="pt-BR" sz="4000" i="1"/>
            </a:br>
            <a:r>
              <a:rPr lang="en-US" altLang="pt-BR" sz="4000" i="1"/>
              <a:t>Que desce do Deus, que “É”.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391AD62-7AFE-999E-26AE-C9310C4FB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Irmãos, amemos o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Ele Já nos 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do pecado enganador,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8850237-1D43-6157-337F-569063B58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Irmãos, amemos o Senhor, </a:t>
            </a:r>
            <a:br>
              <a:rPr lang="en-US" altLang="pt-BR" sz="4000" i="1"/>
            </a:br>
            <a:r>
              <a:rPr lang="en-US" altLang="pt-BR" sz="4000" i="1"/>
              <a:t>Também o Consolador, </a:t>
            </a:r>
            <a:br>
              <a:rPr lang="en-US" altLang="pt-BR" sz="4000" i="1"/>
            </a:br>
            <a:r>
              <a:rPr lang="en-US" altLang="pt-BR" sz="4000" i="1"/>
              <a:t>E a nosso Pai Celestial, </a:t>
            </a:r>
            <a:br>
              <a:rPr lang="en-US" altLang="pt-BR" sz="4000" i="1"/>
            </a:br>
            <a:r>
              <a:rPr lang="en-US" altLang="pt-BR" sz="4000" i="1"/>
              <a:t>Que paz nos dá eternal.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E50EAF7-8096-FE01-9835-5D94D9EA5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Irmãos, amemos o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Ele Já nos 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do pecado enganador,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385 – Amemos  o Senhor </vt:lpstr>
      <vt:lpstr>Irmãos, amemos o Senhor,  Por Seu divinal amor;  Pois a nossa culpa expiou,  Com sangue que derramou.  </vt:lpstr>
      <vt:lpstr>Irmãos, amemos o Senhor,  Pois Ele Já nos amou;  E do pecado enganador,  Com Seu sangue nos lavou.  </vt:lpstr>
      <vt:lpstr>Irmãos, amemos o Senhor,  O nosso ensinador;  Ele é a fonte do saber  Pra todo que nEle crer.  </vt:lpstr>
      <vt:lpstr>Irmãos, amemos o Senhor,  Pois Ele Já nos amou;  E do pecado enganador,  Com Seu sangue nos lavou.  </vt:lpstr>
      <vt:lpstr>Irmãos, amemos o Senhor,  O nosso bom Salvador;  E o consumador daquela fé,  Que desce do Deus, que “É”.  </vt:lpstr>
      <vt:lpstr>Irmãos, amemos o Senhor,  Pois Ele Já nos amou;  E do pecado enganador,  Com Seu sangue nos lavou.  </vt:lpstr>
      <vt:lpstr>Irmãos, amemos o Senhor,  Também o Consolador,  E a nosso Pai Celestial,  Que paz nos dá eternal.</vt:lpstr>
      <vt:lpstr>Irmãos, amemos o Senhor,  Pois Ele Já nos amou;  E do pecado enganador,  Com Seu sangue nos lavou.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385 – Amemos  o Senhor </dc:title>
  <dc:creator>Junior</dc:creator>
  <cp:lastModifiedBy>Emerson Souza</cp:lastModifiedBy>
  <cp:revision>1</cp:revision>
  <dcterms:created xsi:type="dcterms:W3CDTF">2005-12-26T20:57:30Z</dcterms:created>
  <dcterms:modified xsi:type="dcterms:W3CDTF">2026-05-02T22:09:02Z</dcterms:modified>
</cp:coreProperties>
</file>