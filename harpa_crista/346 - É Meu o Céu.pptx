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  <p:sldId id="261" r:id="rId9"/>
    <p:sldId id="265" r:id="rId10"/>
    <p:sldId id="262" r:id="rId11"/>
    <p:sldId id="266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BE00F0-7D5D-30FE-FEB3-679274E3B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C46BC1-588A-F56B-4DEE-0E35406516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819B9D8-F99A-7051-6AB9-1EAB6F250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5C595E-62EA-A812-E51D-731208123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40F730-D578-662F-E5BE-A11502F17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8DE7DB-69E4-43FC-829D-3D3E67FFF32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04535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59C95A-CE84-EF00-01B5-075E56C18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A117D6-0274-3E8D-74DC-DC53C7111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B2023C-C1DD-2B54-FFA2-336FA3913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C24270-89E6-F895-DDA4-BA5EB2612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CE3810-E789-94AD-8249-46055F5E3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D9CC79-57C6-4FFA-A484-151C3020010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60455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255C4B-4FB3-BB5E-40CA-892523B03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6E94F8B-56D5-0FB7-9DC6-73A7638D2E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D7BE57-2720-A9C9-AFAB-8102DA1EC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C15E2B7-CA43-AD9E-B603-1D43D1381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8F98955-742A-01D3-CF30-8B03E2B3D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D027FF-441F-4C70-8172-EA2B68C6F60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04496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BDD1E1-D041-75F1-71BB-2329B82B4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DCE3B4-E4A8-43AD-9E4D-E1D6E83D49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AB2492B-3391-B9D9-E8C2-51A43AFC4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DF13104-AB7E-2671-9CB9-872B3A4EB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DC4F3F9-3BCD-D015-52C6-97C9B3A27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65F8664-3DDF-68E9-E3A8-795DEFBC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EEE7D5-8A4D-4C8F-BD42-8ADE9F548A7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74509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D87FB7-DD31-66BE-6C2F-C26B2D1D5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ECD2FF1-A3B0-36F5-C128-458E38A38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407BD2C-460B-2FE5-12BC-58E0C9E77C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00D213C-FBEB-6522-2763-4B17D81CC4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7E52308-6002-BA10-1658-9768346D68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162A4B8-613D-9D0D-A637-517C4B5B7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2F0B118-7A5D-BEC6-ABBC-99D625C8E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E2D5C90-0CEC-2A04-2241-466E8774B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68EF82-8120-4CBD-8B2D-737C5570F92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21329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9245C1-B0C1-7D13-6314-875ECDE46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CB52031-6F6A-D2FC-1936-980FFDC53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BAE21E0-B39B-D211-6BDB-46E650260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B2690F9-DF48-168E-A3C0-987C729E5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2F8176-8665-4766-846E-08A623076B6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93160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0AAE318-89E5-4E4C-E520-588C51DA2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425FC0F-8EDD-ACC2-EF71-815A13752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7BB22B7-161D-BD2A-A832-984A18DEA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54CD86-A3E6-4EF6-9A2D-F98DBBAEC72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78697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8188BC-4078-1C07-3C81-4A19CF2AF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E08B28-58C6-93D8-0BC9-10062D911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15E4378-3663-EEAE-EB58-ECB6CB3A25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4C0E140-7FCB-52BD-80BF-2D7128871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7C2FE70-E4A6-524D-6CE5-4FA363277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A8565C7-DC81-D74D-4747-A489008F0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C1AB57-3008-4E94-A892-43EF7CA10AB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18859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CB8D8D-F3C7-7150-33D2-D6B86859F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6D49EED-5CEB-8065-EC03-E85E82E2E8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FA377E7-CB56-6BB4-3AA1-5CE32C64CC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3DEBB4B-0564-A3FA-B3D7-099F9E4EA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FDC14A2-242F-FF4B-AA95-72290BE1A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A5FBCE8-03DB-5BB9-A5C0-DE0534486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F05CC7-F9BA-4987-BE46-5E2406E279A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2052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C96E5B-B561-A001-9689-D23D50954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F1D9E19-B9AF-076F-75DF-C85B7E3E5D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8DDF76-02C2-7E6B-39C7-63200CAA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852199-889B-B8AB-6C37-50D673591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54BEE6E-D6B6-8DD6-1D27-BB269A1E9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3C38D5-5B04-4AB6-8CDB-E0AEE540604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67630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CED677-8F7B-A4B2-DAF4-F3804215D6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441A480-2EAB-4E22-D051-B5B49BCCB7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652DBF-9D83-2209-69CE-15D9B1D60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AF2466-7621-C91B-DFE7-6D2202E34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8C74737-95E6-A50F-CB31-F35E2F274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212C4F-A093-4BD8-93F9-FBF77F0C39E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71360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146D77B-2256-BB4B-38F4-36F76EC30B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F03C4A8-EF2A-0C6F-ABE9-3613F3A8DC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9D213F4-DAEF-0433-1662-6691C4ACAE2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E2F0C09-8C24-9322-53E3-13B353E435A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E9897E3-8631-64CD-278E-595BEDE5FD8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B8CB0F1-4BDE-4909-963E-A8B9B3E1C2F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B91C482-55EE-70C2-4958-3CFD0333AA2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 i="1"/>
              <a:t>346 - É Meu o Céu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84631C8-7F3F-796F-867F-A9A6B9F098B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889170B4-5328-BF4E-E0C8-364F7CEE0E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Que alegria agora, é meu o céu,</a:t>
            </a:r>
            <a:br>
              <a:rPr lang="en-US" altLang="pt-BR" sz="4000" i="1"/>
            </a:br>
            <a:r>
              <a:rPr lang="en-US" altLang="pt-BR" sz="4000" i="1"/>
              <a:t>Pois Jesus rasgou o sagrado véu;</a:t>
            </a:r>
            <a:br>
              <a:rPr lang="en-US" altLang="pt-BR" sz="4000" i="1"/>
            </a:br>
            <a:r>
              <a:rPr lang="en-US" altLang="pt-BR" sz="4000" i="1"/>
              <a:t>A condenação não mais temerei,</a:t>
            </a:r>
            <a:br>
              <a:rPr lang="en-US" altLang="pt-BR" sz="4000" i="1"/>
            </a:br>
            <a:r>
              <a:rPr lang="en-US" altLang="pt-BR" sz="4000" i="1"/>
              <a:t>E meu Redentor sempre louvarei. </a:t>
            </a:r>
            <a:br>
              <a:rPr lang="en-US" altLang="pt-BR" sz="4000" i="1"/>
            </a:b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D1237E1-CA23-776E-9B8B-4BF9EE7C88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b="1" i="1"/>
              <a:t>Lá no céu eu descansarei</a:t>
            </a:r>
            <a:br>
              <a:rPr lang="en-US" altLang="pt-BR" sz="4000" b="1" i="1"/>
            </a:br>
            <a:r>
              <a:rPr lang="en-US" altLang="pt-BR" sz="4000" b="1" i="1"/>
              <a:t>Com Jesus, o nosso Rei;</a:t>
            </a:r>
            <a:br>
              <a:rPr lang="en-US" altLang="pt-BR" sz="4000" b="1" i="1"/>
            </a:br>
            <a:r>
              <a:rPr lang="en-US" altLang="pt-BR" sz="4000" b="1" i="1"/>
              <a:t>Vem a Deus, ó pecador,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Pois no céu te espera com amor.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044438F-BE92-B717-DBC2-2D3FD67293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Pelo mundo eu solitário andei, </a:t>
            </a:r>
            <a:br>
              <a:rPr lang="en-US" altLang="pt-BR" sz="4000" i="1"/>
            </a:br>
            <a:r>
              <a:rPr lang="en-US" altLang="pt-BR" sz="4000" i="1"/>
              <a:t>Fora de Sodoma o céu avistei, </a:t>
            </a:r>
            <a:br>
              <a:rPr lang="en-US" altLang="pt-BR" sz="4000" i="1"/>
            </a:br>
            <a:r>
              <a:rPr lang="en-US" altLang="pt-BR" sz="4000" i="1"/>
              <a:t>Pois olhei pra cima, p’ra meu Jesus, Que por mim morreu </a:t>
            </a:r>
            <a:br>
              <a:rPr lang="en-US" altLang="pt-BR" sz="4000" i="1"/>
            </a:br>
            <a:r>
              <a:rPr lang="en-US" altLang="pt-BR" sz="4000" i="1"/>
              <a:t>Na sangrenta cruz.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C2D6159C-E0AB-9F8E-25A8-C357B64B6A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b="1" i="1"/>
              <a:t>Lá no céu eu descansarei</a:t>
            </a:r>
            <a:br>
              <a:rPr lang="en-US" altLang="pt-BR" sz="4000" b="1" i="1"/>
            </a:br>
            <a:r>
              <a:rPr lang="en-US" altLang="pt-BR" sz="4000" b="1" i="1"/>
              <a:t>Com Jesus, o nosso Rei;</a:t>
            </a:r>
            <a:br>
              <a:rPr lang="en-US" altLang="pt-BR" sz="4000" b="1" i="1"/>
            </a:br>
            <a:r>
              <a:rPr lang="en-US" altLang="pt-BR" sz="4000" b="1" i="1"/>
              <a:t>Vem a Deus, ó pecador,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Pois no céu te espera com amor.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78B8C04-CADB-176D-9442-B580FE74F1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Eu sou um soldado pra combater. </a:t>
            </a:r>
            <a:br>
              <a:rPr lang="en-US" altLang="pt-BR" sz="4000" i="1"/>
            </a:br>
            <a:r>
              <a:rPr lang="en-US" altLang="pt-BR" sz="4000" i="1"/>
              <a:t>E com Deus irei todo o mal vencer; </a:t>
            </a:r>
            <a:br>
              <a:rPr lang="en-US" altLang="pt-BR" sz="4000" i="1"/>
            </a:br>
            <a:r>
              <a:rPr lang="en-US" altLang="pt-BR" sz="4000" i="1"/>
              <a:t>A bandeira é o sangue de Jesus, </a:t>
            </a:r>
            <a:br>
              <a:rPr lang="en-US" altLang="pt-BR" sz="4000" i="1"/>
            </a:br>
            <a:r>
              <a:rPr lang="en-US" altLang="pt-BR" sz="4000" i="1"/>
              <a:t>Que por mim vertido foi lá na cruz. 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62B2CC5B-6C13-48B2-A431-8F3EC00092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b="1" i="1"/>
              <a:t>Lá no céu eu descansarei</a:t>
            </a:r>
            <a:br>
              <a:rPr lang="en-US" altLang="pt-BR" sz="4000" b="1" i="1"/>
            </a:br>
            <a:r>
              <a:rPr lang="en-US" altLang="pt-BR" sz="4000" b="1" i="1"/>
              <a:t>Com Jesus, o nosso Rei;</a:t>
            </a:r>
            <a:br>
              <a:rPr lang="en-US" altLang="pt-BR" sz="4000" b="1" i="1"/>
            </a:br>
            <a:r>
              <a:rPr lang="en-US" altLang="pt-BR" sz="4000" b="1" i="1"/>
              <a:t>Vem a Deus, ó pecador,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Pois no céu te espera com amor.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D0ABA216-ADF2-7281-EDD6-F5A492FBD7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Quando um dia eu venha a perecer, Sim, meu coração cesse de bater, Subirei ao céu, sem nenhum temor, Descansado nos braços do Senhor. 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2FEC90CB-133E-FC78-DD4B-B97DC59E14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b="1" i="1"/>
              <a:t>Lá no céu eu descansarei</a:t>
            </a:r>
            <a:br>
              <a:rPr lang="en-US" altLang="pt-BR" sz="4000" b="1" i="1"/>
            </a:br>
            <a:r>
              <a:rPr lang="en-US" altLang="pt-BR" sz="4000" b="1" i="1"/>
              <a:t>Com Jesus, o nosso Rei;</a:t>
            </a:r>
            <a:br>
              <a:rPr lang="en-US" altLang="pt-BR" sz="4000" b="1" i="1"/>
            </a:br>
            <a:r>
              <a:rPr lang="en-US" altLang="pt-BR" sz="4000" b="1" i="1"/>
              <a:t>Vem a Deus, ó pecador,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Pois no céu te espera com amor.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0E16640-1F65-942B-BC70-C96D290C8D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Ante o trono alegre eu estarei, </a:t>
            </a:r>
            <a:br>
              <a:rPr lang="en-US" altLang="pt-BR" sz="4000" i="1"/>
            </a:br>
            <a:r>
              <a:rPr lang="en-US" altLang="pt-BR" sz="4000" i="1"/>
              <a:t>E com Deus irei todo o mal vencer; </a:t>
            </a:r>
            <a:br>
              <a:rPr lang="en-US" altLang="pt-BR" sz="4000" i="1"/>
            </a:br>
            <a:r>
              <a:rPr lang="en-US" altLang="pt-BR" sz="4000" i="1"/>
              <a:t>Hei de ver as palmas da multIdão </a:t>
            </a:r>
            <a:br>
              <a:rPr lang="en-US" altLang="pt-BR" sz="4000" i="1"/>
            </a:br>
            <a:r>
              <a:rPr lang="en-US" altLang="pt-BR" sz="4000" i="1"/>
              <a:t>Que aleluias à Deus, sempre cantarão.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06CA815F-11D7-3266-9E21-3F293FEF90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b="1" i="1"/>
              <a:t>Lá no céu eu descansarei</a:t>
            </a:r>
            <a:br>
              <a:rPr lang="en-US" altLang="pt-BR" sz="4000" b="1" i="1"/>
            </a:br>
            <a:r>
              <a:rPr lang="en-US" altLang="pt-BR" sz="4000" b="1" i="1"/>
              <a:t>Com Jesus, o nosso Rei;</a:t>
            </a:r>
            <a:br>
              <a:rPr lang="en-US" altLang="pt-BR" sz="4000" b="1" i="1"/>
            </a:br>
            <a:r>
              <a:rPr lang="en-US" altLang="pt-BR" sz="4000" b="1" i="1"/>
              <a:t>Vem a Deus, ó pecador,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Pois no céu te espera com amor.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321</Words>
  <Application>Microsoft Office PowerPoint</Application>
  <PresentationFormat>Apresentação na tela (4:3)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3" baseType="lpstr">
      <vt:lpstr>Arial</vt:lpstr>
      <vt:lpstr>Design padrão</vt:lpstr>
      <vt:lpstr>346 - É Meu o Céu </vt:lpstr>
      <vt:lpstr>Que alegria agora, é meu o céu, Pois Jesus rasgou o sagrado véu; A condenação não mais temerei, E meu Redentor sempre louvarei.  </vt:lpstr>
      <vt:lpstr>Lá no céu eu descansarei Com Jesus, o nosso Rei; Vem a Deus, ó pecador,  Pois no céu te espera com amor.  </vt:lpstr>
      <vt:lpstr>Pelo mundo eu solitário andei,  Fora de Sodoma o céu avistei,  Pois olhei pra cima, p’ra meu Jesus, Que por mim morreu  Na sangrenta cruz.  </vt:lpstr>
      <vt:lpstr>Lá no céu eu descansarei Com Jesus, o nosso Rei; Vem a Deus, ó pecador,  Pois no céu te espera com amor.  </vt:lpstr>
      <vt:lpstr>Eu sou um soldado pra combater.  E com Deus irei todo o mal vencer;  A bandeira é o sangue de Jesus,  Que por mim vertido foi lá na cruz.  </vt:lpstr>
      <vt:lpstr>Lá no céu eu descansarei Com Jesus, o nosso Rei; Vem a Deus, ó pecador,  Pois no céu te espera com amor.  </vt:lpstr>
      <vt:lpstr>Quando um dia eu venha a perecer, Sim, meu coração cesse de bater, Subirei ao céu, sem nenhum temor, Descansado nos braços do Senhor.  </vt:lpstr>
      <vt:lpstr>Lá no céu eu descansarei Com Jesus, o nosso Rei; Vem a Deus, ó pecador,  Pois no céu te espera com amor.  </vt:lpstr>
      <vt:lpstr>Ante o trono alegre eu estarei,  E com Deus irei todo o mal vencer;  Hei de ver as palmas da multIdão  Que aleluias à Deus, sempre cantarão.</vt:lpstr>
      <vt:lpstr>Lá no céu eu descansarei Com Jesus, o nosso Rei; Vem a Deus, ó pecador,  Pois no céu te espera com amor.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346 - É Meu o Céu </dc:title>
  <dc:creator>Junior</dc:creator>
  <cp:lastModifiedBy>Emerson Souza</cp:lastModifiedBy>
  <cp:revision>1</cp:revision>
  <dcterms:created xsi:type="dcterms:W3CDTF">2005-12-26T21:28:03Z</dcterms:created>
  <dcterms:modified xsi:type="dcterms:W3CDTF">2026-05-02T22:05:48Z</dcterms:modified>
</cp:coreProperties>
</file>