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6D7B9-F625-F3E7-77C1-65D6953DC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A07671-E71D-6395-ECC5-06FA3FBFC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7DDBE6-EDBD-F985-A0FF-C83EFECE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55995C-2902-CD2E-F79D-64920AD8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AF35D2-8F62-B89F-7544-F47157CE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178281-21EA-4650-A169-65D415B6F9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2596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4F85D-2A50-AB36-4CE4-C8B929F9E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507FAF-6E17-5180-BF44-1A91AE7AC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00254B-017F-D33C-C521-41776422B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CB1F1-BC0C-2CEC-072B-A2FF9D8C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667967-ACDC-4377-8716-5A231F813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59BC71-90AE-4852-ADA7-2DFB476490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5359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DF619-A1BF-9C3B-DDA2-30B83EC68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12DC13-4EEB-8FCF-E527-6CDAC465A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545AFE-C2F0-757F-AC02-CEBC6AB7D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2560600-6F94-0C1B-6DCB-0A457776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B4FF6E-0700-5093-11D2-DE6EB4C8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61EF9F-3EBC-429D-AA51-0BEFDC4A0E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1373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1A47A-A695-FDAB-B844-A5F2CE53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AB1B84-4E2E-974D-9045-6E6A5E700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EC746A-D6CA-5A9E-0EE6-33708773E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FA229A-21EE-3BFC-2BCC-60E0C7C7B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5F97A3-4F4A-DCA7-2988-54B785C5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94E77-161B-2296-AA0C-F242329D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CB178A-4A9E-47B5-93E6-86FF31A43BB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7254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73737-842E-AC7D-A6F9-1C7C4A9E0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175978-782A-78B6-B8DD-AA500EBD3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77FD3C-43FA-572F-3325-7BE3870BA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6D21D1-369D-C907-61BE-3025E92AC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F38AA86-0CA8-33C2-9C6F-6FE2BCE977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F10495C-A541-5598-25C6-3CE6002C8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9020E6D-C468-5E82-CFF0-380EC30B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0F061AB-5444-268E-F219-3F5421C7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72D2EC-6474-4CE3-83B2-F79AA8750B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37628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6E320-C639-8DA2-72C2-39467A1C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4BCBE95-8482-5E91-1721-A4B52A510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DCC4AEC-5F9C-EF7D-BFC8-260517C0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97FB8E0-8E59-E1CE-D509-31FF1B49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34912B-7B4C-4F28-AE08-61C22EE387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553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07F4EF-7D50-C0F0-193F-2A17FFEA0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C490D0-4D5F-3C1E-156E-FD4E1F350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EC1204-FEB7-7020-2993-8B52FC5BF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EB1FDB-5341-433A-AA09-D637FDDEC7F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305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DB7BE-A0E8-D0ED-15DE-44BB3434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13C649-3713-9B72-37CB-E91032587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602385-1463-2E62-366C-1A76A838E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4A1DE1-5890-8A1B-F97F-FEA78688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A7724F-EABF-906C-B7F9-7BDD263FF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634037D-6791-6C9F-B131-AA6E0A7F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57666F-C351-472D-B96C-50B6D49845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5908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0A6BC-A7FE-7C03-8D53-7822712F0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1A50FA4-60B5-99ED-F334-3858365E94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FF1286-4C18-7EC9-CB75-619522AFD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613F7E-93C9-7055-DD16-02666939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034FD5C-B5BF-77D1-FAF5-8188A4BD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859BB3-E646-4E97-E71E-26E04E44A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9B5281-0251-471C-92B7-AF6E50DC3F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57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72071F-F8BF-6875-B0C5-EBE396AF0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47EE7D-9101-94AA-971C-B9BE390CF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15CDDC-5999-72FC-9D4F-C8C405723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3B8173-2DF8-A5B4-4980-1333781A3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D385FE-6B21-5B03-17E7-FE3EB15D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AB5BAD-EEFF-411B-A834-689565EBD6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880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D73C39-51FE-0A89-376E-16B02DA56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AFC1B0-45FC-D6BC-901D-83D6F202B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4335A5-9721-3815-26DE-57F010AB5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CEEF15-66D8-F62E-780B-699F5E611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675BF2-37B9-4F85-FDF4-45A8B24A4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9D91B4-5F66-4688-8C91-081C962AF4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254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5B010CA-D363-ED3C-8CCA-420DF6B865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C0C97E7-1913-740A-8611-06AA208DD7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C4A2A9-9A25-F518-10CA-D6EB9CF706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DCF748D-7411-FCE9-B154-BA91D73A00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E6D1824-04F5-902E-4EED-FC164FBF39B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29CF114-BC01-4AC8-93CC-BD3E12077E7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F7F8A95-2942-1D76-E4AF-C5B59314CD8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331 - Ó Caro Salvador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D8779D1-1555-8212-7FEB-C925283D9F0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E4481CD4-4A8A-CB3B-CBFD-667E675DC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O caro Salvador, manancial de amor, Te sinto em mim! </a:t>
            </a:r>
            <a:br>
              <a:rPr lang="en-US" altLang="pt-BR" sz="4000" i="1"/>
            </a:br>
            <a:r>
              <a:rPr lang="en-US" altLang="pt-BR" sz="4000" i="1"/>
              <a:t>Teu gozo a mim virá, jamais me faltará, O qual me levará ao céu enfim.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D67A435-3A76-9F7C-B00A-36AE4C491D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Ó caro Salvador, riqueza de amor, </a:t>
            </a:r>
            <a:br>
              <a:rPr lang="en-US" altLang="pt-BR" sz="4000" i="1"/>
            </a:br>
            <a:r>
              <a:rPr lang="en-US" altLang="pt-BR" sz="4000" i="1"/>
              <a:t>Vela por mim; Tem-me na </a:t>
            </a:r>
            <a:br>
              <a:rPr lang="en-US" altLang="pt-BR" sz="4000" i="1"/>
            </a:br>
            <a:r>
              <a:rPr lang="en-US" altLang="pt-BR" sz="4000" i="1"/>
              <a:t>Tua mão, ó grande Capitão, </a:t>
            </a:r>
            <a:br>
              <a:rPr lang="en-US" altLang="pt-BR" sz="4000" i="1"/>
            </a:br>
            <a:r>
              <a:rPr lang="en-US" altLang="pt-BR" sz="4000" i="1"/>
              <a:t>E lutarei, então, contigo assim.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F64A68E-A565-8A32-B009-7BDC86C4FC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Ó caro Salvador, meu vero intercessor. Ora por mim; </a:t>
            </a:r>
            <a:br>
              <a:rPr lang="en-US" altLang="pt-BR" sz="4000" i="1"/>
            </a:br>
            <a:r>
              <a:rPr lang="en-US" altLang="pt-BR" sz="4000" i="1"/>
              <a:t>Eu posso então falar, </a:t>
            </a:r>
            <a:br>
              <a:rPr lang="en-US" altLang="pt-BR" sz="4000" i="1"/>
            </a:br>
            <a:r>
              <a:rPr lang="en-US" altLang="pt-BR" sz="4000" i="1"/>
              <a:t>oh! deste amor sem par, </a:t>
            </a:r>
            <a:br>
              <a:rPr lang="en-US" altLang="pt-BR" sz="4000" i="1"/>
            </a:br>
            <a:r>
              <a:rPr lang="en-US" altLang="pt-BR" sz="4000" i="1"/>
              <a:t>Que veio me salvar do mundo, sim!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568B523-8BBC-6367-18E7-5AB82AFCF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Ó caro Salvador, </a:t>
            </a:r>
            <a:br>
              <a:rPr lang="en-US" altLang="pt-BR" sz="4000" i="1"/>
            </a:br>
            <a:r>
              <a:rPr lang="en-US" altLang="pt-BR" sz="4000" i="1"/>
              <a:t>Com Teu poder, Senhor, </a:t>
            </a:r>
            <a:br>
              <a:rPr lang="en-US" altLang="pt-BR" sz="4000" i="1"/>
            </a:br>
            <a:r>
              <a:rPr lang="en-US" altLang="pt-BR" sz="4000" i="1"/>
              <a:t>Opera em mim; </a:t>
            </a:r>
            <a:br>
              <a:rPr lang="en-US" altLang="pt-BR" sz="4000" i="1"/>
            </a:br>
            <a:r>
              <a:rPr lang="en-US" altLang="pt-BR" sz="4000" i="1"/>
              <a:t>Na senda de valor, repleto de vigor, Sem ter nenhum temor, irei assim!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331 - Ó Caro Salvador </vt:lpstr>
      <vt:lpstr>O caro Salvador, manancial de amor, Te sinto em mim!  Teu gozo a mim virá, jamais me faltará, O qual me levará ao céu enfim.  </vt:lpstr>
      <vt:lpstr>Ó caro Salvador, riqueza de amor,  Vela por mim; Tem-me na  Tua mão, ó grande Capitão,  E lutarei, então, contigo assim.  </vt:lpstr>
      <vt:lpstr>Ó caro Salvador, meu vero intercessor. Ora por mim;  Eu posso então falar,  oh! deste amor sem par,  Que veio me salvar do mundo, sim!  </vt:lpstr>
      <vt:lpstr>Ó caro Salvador,  Com Teu poder, Senhor,  Opera em mim;  Na senda de valor, repleto de vigor, Sem ter nenhum temor, irei assim!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331 - Ó Caro Salvador </dc:title>
  <dc:creator>Junior</dc:creator>
  <cp:lastModifiedBy>Emerson Souza</cp:lastModifiedBy>
  <cp:revision>1</cp:revision>
  <dcterms:created xsi:type="dcterms:W3CDTF">2005-12-26T21:56:37Z</dcterms:created>
  <dcterms:modified xsi:type="dcterms:W3CDTF">2026-05-02T22:04:30Z</dcterms:modified>
</cp:coreProperties>
</file>