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020A2-1A19-22CB-7BE6-0C6B32AE3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20611A-87AC-8BB3-5B3B-C6260ECE3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BF8269-F38E-45FE-F0F0-5344C9DD8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3CFED5-3069-B198-9F20-4AFA170A8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BC9FA1-226F-A08D-CFD5-5672EDCD0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8745F7-4E2B-4E8F-870C-B0AB6ED6DC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63549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F247C-2A22-F3A5-51A8-15C4F42A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50AA24-F2E5-09A9-3A34-7F839DE79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BC1675-D97B-F400-5404-805CCA9C1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F7782F-6015-0D8E-1B32-E128C97C2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F134BE-EDFE-8E3D-F1D4-69E2F6529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E7B711-76D4-41AB-8641-CA04A1FD3D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3629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881B8-14A1-E0C5-CE7A-E28AD62E8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580306A-C6AC-361B-1C03-A7F641A87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DC9953-E6B2-7D77-452C-D3D8583E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30F9FA-21B9-8B5D-58BF-46D0D665E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359E94-90B4-837D-6E60-3F6FE368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4DD22E-247A-4F1E-9B44-03FE070599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8770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45C69-B9BA-CB51-CB0E-CF733E7E5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D2FE1C-15BE-4358-F98C-568914ED20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0B3C4B-31F6-1364-9AD5-E2DA39687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23EA11-675E-9109-C372-B1EF5FBC6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E7E99E-0F90-9D91-937A-1558E0BE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6C3073-3A74-F6A2-4F5C-B551295F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B78AB2-CA70-4180-BA8F-FF6823EE40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6079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257467-D508-435C-023B-FA9F50DF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F3DBE3-9B58-108B-9429-51CBB3127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C4A34A-DA18-A0FD-F0E0-AEC54366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AE8CF07-1967-C3F0-2A75-305EA21A2B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983DD43-B8F2-6E9F-195F-052116BC7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44CDBB-3973-D4A4-6EC6-DE1D3AB4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0822B1A-8A08-609D-2047-03F3E05B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71B2B91-6759-DD1A-7F77-AFECB719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EFCBE-0AEC-445C-BD91-09E978DA2D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4361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78C655-5944-3E7A-7C9F-80D7F3A17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2D548A0-85C6-07DE-8C8D-B27846DF3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48E174-56C0-A4E8-24F9-3E2782038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673124D-5546-834A-77E8-050D7462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FA7978-6D7E-4E0F-978E-8666B6A006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1455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0F532E-C313-BF63-6674-39814691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46C937D-550C-4C83-9E17-26801C69B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233AF9-6814-6928-BB7F-CD38A2FBC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6DDB5-5891-4ED4-8566-4B0B99DC02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408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95B67-F747-9C2F-7704-08220348D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8C3E7D-7AB1-E52D-BE69-ADEE052BF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5C1D34-20E9-3686-32E3-D070CAB76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302693-17ED-50DA-CBA3-A85074128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43A9B8-93C6-60D8-422E-1DEBB4C09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5007D8-BEB6-6726-6E98-137CF780F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13FDF2-541D-4613-AB8A-39FE5C4D21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1124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E92220-F488-1803-3A89-4BE90C138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B5DA5FC-D76B-9826-57D1-372D8B3F2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9C51AF-7EFC-0475-861D-C54E88044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1B06FE-9FFF-B632-AF55-8CA28AA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5F17ED-CA47-FD33-AC33-5E98C6D8E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38C1329-C93C-B3D5-5472-F04AC504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E53992-CA9E-4D1A-B89A-6AF940F0E04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8246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A267A-64AA-AF3C-9516-B0CF8B51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2B4F35-BF0E-03C8-AB86-A3D6A7A80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87B3FB-AE05-EBC8-5AC4-3F666BF41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FA773A-BF20-BD2C-AB32-60950DED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0EB769-2B72-7D0C-2365-C8F1B58CB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10CB7F-3E89-4FAF-8C7F-F42EFA69E7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3585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856A05-1120-B4B7-C886-C0925C505A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B80F9E-6A8C-0841-3681-48AB4A663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C9971D-54CF-BE75-5FBA-73C5FB65E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119EB7-ABA2-733B-A3A4-12F9759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52CC36-CE1A-9926-3E41-AA1676E5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09C7C9-C992-4710-95D6-6697584116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15816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2667B64-E77B-2E09-B35B-2323C55C12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7097E5C-CF1C-2C39-6441-D16D87DA3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3078636-3BB2-95AC-9468-666F652E0A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21FD04B-7E2D-BFC2-A391-E9DE22FF39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4AE1797-32B1-C51C-B2E2-E0C4F467619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1874788-4148-4FE7-A2B5-69A43DF3D1C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72AA06E-CB8C-B49D-4665-9514D7AA186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506 – Bíblia Sagrada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2993FA2-B2CF-51B0-C033-00AD3ECE89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B0324A8-24C4-D03E-1676-A08DB75F7C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Bíblia Sagrada, de Deus mandada;</a:t>
            </a:r>
            <a:r>
              <a:rPr lang="en-US" altLang="pt-BR"/>
              <a:t> </a:t>
            </a:r>
            <a:r>
              <a:rPr lang="en-US" altLang="pt-BR" i="1"/>
              <a:t>Celeste tocha, de vera luz,</a:t>
            </a:r>
            <a:r>
              <a:rPr lang="en-US" altLang="pt-BR"/>
              <a:t> </a:t>
            </a:r>
            <a:r>
              <a:rPr lang="en-US" altLang="pt-BR" i="1"/>
              <a:t>Torna minh'alma cheia de calma,</a:t>
            </a:r>
            <a:r>
              <a:rPr lang="en-US" altLang="pt-BR"/>
              <a:t> </a:t>
            </a:r>
            <a:r>
              <a:rPr lang="en-US" altLang="pt-BR" i="1"/>
              <a:t>Pois nela ouço a voz de Jesus!</a:t>
            </a:r>
            <a:r>
              <a:rPr lang="en-US" altLang="pt-BR"/>
              <a:t> </a:t>
            </a:r>
            <a:r>
              <a:rPr lang="en-US" altLang="pt-BR" i="1"/>
              <a:t> 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B1DC0E8-3746-B039-2EDE-82D0499EF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2 Bíblia gloriosa, jóia preciosa,</a:t>
            </a:r>
            <a:r>
              <a:rPr lang="en-US" altLang="pt-BR"/>
              <a:t> </a:t>
            </a:r>
            <a:r>
              <a:rPr lang="en-US" altLang="pt-BR" i="1"/>
              <a:t>É meu tesouro do coração.</a:t>
            </a:r>
            <a:r>
              <a:rPr lang="en-US" altLang="pt-BR"/>
              <a:t> </a:t>
            </a:r>
            <a:r>
              <a:rPr lang="en-US" altLang="pt-BR" i="1"/>
              <a:t>Que me enriquece, me fortalece; Mostra-me em Cristo a salvação!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3E750E3-A573-E62A-C81E-7D51DCDB3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3 Bíblia bendita, graça infinita,</a:t>
            </a:r>
            <a:r>
              <a:rPr lang="en-US" altLang="pt-BR"/>
              <a:t> </a:t>
            </a:r>
            <a:r>
              <a:rPr lang="en-US" altLang="pt-BR" i="1"/>
              <a:t>De Deus revela, o Seu poder!</a:t>
            </a:r>
            <a:r>
              <a:rPr lang="en-US" altLang="pt-BR"/>
              <a:t> </a:t>
            </a:r>
            <a:r>
              <a:rPr lang="en-US" altLang="pt-BR" i="1"/>
              <a:t>Dom verdadeiro ao mundo inteiro,</a:t>
            </a:r>
            <a:r>
              <a:rPr lang="en-US" altLang="pt-BR"/>
              <a:t> </a:t>
            </a:r>
            <a:r>
              <a:rPr lang="en-US" altLang="pt-BR" i="1"/>
              <a:t>Dela obtenho sumo saber!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506 – Bíblia Sagrada </vt:lpstr>
      <vt:lpstr>Bíblia Sagrada, de Deus mandada; Celeste tocha, de vera luz, Torna minh'alma cheia de calma, Pois nela ouço a voz de Jesus!  </vt:lpstr>
      <vt:lpstr>2 Bíblia gloriosa, jóia preciosa, É meu tesouro do coração. Que me enriquece, me fortalece; Mostra-me em Cristo a salvação!  </vt:lpstr>
      <vt:lpstr>3 Bíblia bendita, graça infinita, De Deus revela, o Seu poder! Dom verdadeiro ao mundo inteiro, Dela obtenho sumo saber!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506 – Bíblia Sagrada </dc:title>
  <dc:creator>Junior</dc:creator>
  <cp:lastModifiedBy>Emerson Souza</cp:lastModifiedBy>
  <cp:revision>1</cp:revision>
  <dcterms:created xsi:type="dcterms:W3CDTF">2005-12-24T14:47:25Z</dcterms:created>
  <dcterms:modified xsi:type="dcterms:W3CDTF">2026-05-02T22:19:15Z</dcterms:modified>
</cp:coreProperties>
</file>