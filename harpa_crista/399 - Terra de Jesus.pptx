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0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104C47-0D06-ECAE-E619-E64239559F8F}"/>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3919583-85E6-4476-89C5-C394CB5B0EA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8FDFE-226B-C6B4-E6A6-228D8A8EEBAB}"/>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5256F1AB-40F1-35AE-3F52-190320D4213B}"/>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DC9DD087-58BA-D36C-739C-54091B065A74}"/>
              </a:ext>
            </a:extLst>
          </p:cNvPr>
          <p:cNvSpPr>
            <a:spLocks noGrp="1"/>
          </p:cNvSpPr>
          <p:nvPr>
            <p:ph type="sldNum" sz="quarter" idx="12"/>
          </p:nvPr>
        </p:nvSpPr>
        <p:spPr/>
        <p:txBody>
          <a:bodyPr/>
          <a:lstStyle>
            <a:lvl1pPr>
              <a:defRPr/>
            </a:lvl1pPr>
          </a:lstStyle>
          <a:p>
            <a:fld id="{D099215B-CFB2-4E7C-A8AC-58FF65C5B899}" type="slidenum">
              <a:rPr lang="en-US" altLang="pt-BR"/>
              <a:pPr/>
              <a:t>‹nº›</a:t>
            </a:fld>
            <a:endParaRPr lang="en-US" altLang="pt-BR"/>
          </a:p>
        </p:txBody>
      </p:sp>
    </p:spTree>
    <p:extLst>
      <p:ext uri="{BB962C8B-B14F-4D97-AF65-F5344CB8AC3E}">
        <p14:creationId xmlns:p14="http://schemas.microsoft.com/office/powerpoint/2010/main" val="4157193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059587-75EA-0639-BC86-A72464B0730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4DAD8D0-B726-DD5A-738F-114687F9695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7C1AB4A-DBF4-F826-D9CE-3BBCC670A11C}"/>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E9165DFA-F9B0-0264-7F14-4898B03EB84C}"/>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DDD20B70-693C-15A4-5D52-24EA823BD1C5}"/>
              </a:ext>
            </a:extLst>
          </p:cNvPr>
          <p:cNvSpPr>
            <a:spLocks noGrp="1"/>
          </p:cNvSpPr>
          <p:nvPr>
            <p:ph type="sldNum" sz="quarter" idx="12"/>
          </p:nvPr>
        </p:nvSpPr>
        <p:spPr/>
        <p:txBody>
          <a:bodyPr/>
          <a:lstStyle>
            <a:lvl1pPr>
              <a:defRPr/>
            </a:lvl1pPr>
          </a:lstStyle>
          <a:p>
            <a:fld id="{1BCB855F-44DE-4F25-A02E-184E5A7EC47E}" type="slidenum">
              <a:rPr lang="en-US" altLang="pt-BR"/>
              <a:pPr/>
              <a:t>‹nº›</a:t>
            </a:fld>
            <a:endParaRPr lang="en-US" altLang="pt-BR"/>
          </a:p>
        </p:txBody>
      </p:sp>
    </p:spTree>
    <p:extLst>
      <p:ext uri="{BB962C8B-B14F-4D97-AF65-F5344CB8AC3E}">
        <p14:creationId xmlns:p14="http://schemas.microsoft.com/office/powerpoint/2010/main" val="395528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00FC2-FC90-EDA0-E847-89A0A070F94E}"/>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B9E82A06-3E0D-E5C7-B287-9154C62A980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255F76A2-32CB-DA07-9CD4-3F1E5CB3AA77}"/>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73DF1BAD-D2F4-ADBD-D763-C6F2EEAF7ECC}"/>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E7050ACE-6D34-5258-4FBE-9F9719425704}"/>
              </a:ext>
            </a:extLst>
          </p:cNvPr>
          <p:cNvSpPr>
            <a:spLocks noGrp="1"/>
          </p:cNvSpPr>
          <p:nvPr>
            <p:ph type="sldNum" sz="quarter" idx="12"/>
          </p:nvPr>
        </p:nvSpPr>
        <p:spPr/>
        <p:txBody>
          <a:bodyPr/>
          <a:lstStyle>
            <a:lvl1pPr>
              <a:defRPr/>
            </a:lvl1pPr>
          </a:lstStyle>
          <a:p>
            <a:fld id="{E6D8173B-B14F-444A-9D95-C6982A890034}" type="slidenum">
              <a:rPr lang="en-US" altLang="pt-BR"/>
              <a:pPr/>
              <a:t>‹nº›</a:t>
            </a:fld>
            <a:endParaRPr lang="en-US" altLang="pt-BR"/>
          </a:p>
        </p:txBody>
      </p:sp>
    </p:spTree>
    <p:extLst>
      <p:ext uri="{BB962C8B-B14F-4D97-AF65-F5344CB8AC3E}">
        <p14:creationId xmlns:p14="http://schemas.microsoft.com/office/powerpoint/2010/main" val="3200473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0E1055-8DFA-1B46-7AF8-A3A803A0641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0D38BE0-1DB3-8B70-37FA-CD9A806EEC80}"/>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068B658F-9552-854E-34F4-706E4F99B4CD}"/>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4948B40-50DC-849D-22DA-BE231886A622}"/>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A7331EED-A421-3C11-B366-698CA621BF9F}"/>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3D8E8D72-12EF-8D2B-7A15-72029691400A}"/>
              </a:ext>
            </a:extLst>
          </p:cNvPr>
          <p:cNvSpPr>
            <a:spLocks noGrp="1"/>
          </p:cNvSpPr>
          <p:nvPr>
            <p:ph type="sldNum" sz="quarter" idx="12"/>
          </p:nvPr>
        </p:nvSpPr>
        <p:spPr/>
        <p:txBody>
          <a:bodyPr/>
          <a:lstStyle>
            <a:lvl1pPr>
              <a:defRPr/>
            </a:lvl1pPr>
          </a:lstStyle>
          <a:p>
            <a:fld id="{CBBAC90B-0794-4AA4-BFF7-1B276909E008}" type="slidenum">
              <a:rPr lang="en-US" altLang="pt-BR"/>
              <a:pPr/>
              <a:t>‹nº›</a:t>
            </a:fld>
            <a:endParaRPr lang="en-US" altLang="pt-BR"/>
          </a:p>
        </p:txBody>
      </p:sp>
    </p:spTree>
    <p:extLst>
      <p:ext uri="{BB962C8B-B14F-4D97-AF65-F5344CB8AC3E}">
        <p14:creationId xmlns:p14="http://schemas.microsoft.com/office/powerpoint/2010/main" val="20477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AF37C-F0CE-E8EC-7688-F3A7E6E10371}"/>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3CEA6860-FF09-7AA4-1EC0-9F2F3359432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F474E360-B4D7-1C4D-D6AE-6BF8902E1371}"/>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A67533D-99E6-6C2D-4E9E-111D161C0F9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FC62A20-3C17-D25D-1386-A16045D00F22}"/>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451A1EE-2658-DD65-E394-985749BCD61F}"/>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9FD93243-7133-3769-AB09-7B51CBFDFF01}"/>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925FC2A2-5469-A474-4C05-62E16B0D82C7}"/>
              </a:ext>
            </a:extLst>
          </p:cNvPr>
          <p:cNvSpPr>
            <a:spLocks noGrp="1"/>
          </p:cNvSpPr>
          <p:nvPr>
            <p:ph type="sldNum" sz="quarter" idx="12"/>
          </p:nvPr>
        </p:nvSpPr>
        <p:spPr/>
        <p:txBody>
          <a:bodyPr/>
          <a:lstStyle>
            <a:lvl1pPr>
              <a:defRPr/>
            </a:lvl1pPr>
          </a:lstStyle>
          <a:p>
            <a:fld id="{571D9C0E-5A32-4DCB-B1A3-66104BDA4616}" type="slidenum">
              <a:rPr lang="en-US" altLang="pt-BR"/>
              <a:pPr/>
              <a:t>‹nº›</a:t>
            </a:fld>
            <a:endParaRPr lang="en-US" altLang="pt-BR"/>
          </a:p>
        </p:txBody>
      </p:sp>
    </p:spTree>
    <p:extLst>
      <p:ext uri="{BB962C8B-B14F-4D97-AF65-F5344CB8AC3E}">
        <p14:creationId xmlns:p14="http://schemas.microsoft.com/office/powerpoint/2010/main" val="2775481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0B1E4E-23B7-10AD-A1FB-30206545452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B29B55B-E74A-799C-CAC4-66B202BCD9AA}"/>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75F651A7-EF8C-F4AD-7521-94D5B87DF41E}"/>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58B64334-A970-43D8-478F-B38ABF43299B}"/>
              </a:ext>
            </a:extLst>
          </p:cNvPr>
          <p:cNvSpPr>
            <a:spLocks noGrp="1"/>
          </p:cNvSpPr>
          <p:nvPr>
            <p:ph type="sldNum" sz="quarter" idx="12"/>
          </p:nvPr>
        </p:nvSpPr>
        <p:spPr/>
        <p:txBody>
          <a:bodyPr/>
          <a:lstStyle>
            <a:lvl1pPr>
              <a:defRPr/>
            </a:lvl1pPr>
          </a:lstStyle>
          <a:p>
            <a:fld id="{CB1759B9-A867-4A7B-843E-C442AED26C1E}" type="slidenum">
              <a:rPr lang="en-US" altLang="pt-BR"/>
              <a:pPr/>
              <a:t>‹nº›</a:t>
            </a:fld>
            <a:endParaRPr lang="en-US" altLang="pt-BR"/>
          </a:p>
        </p:txBody>
      </p:sp>
    </p:spTree>
    <p:extLst>
      <p:ext uri="{BB962C8B-B14F-4D97-AF65-F5344CB8AC3E}">
        <p14:creationId xmlns:p14="http://schemas.microsoft.com/office/powerpoint/2010/main" val="268734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B5C26FF-296D-7AAF-C982-1578FA389690}"/>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0CE1637B-561E-0684-7679-89D6EE588AB4}"/>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1B571CCC-9BF6-F85A-48D9-711A8C5B203B}"/>
              </a:ext>
            </a:extLst>
          </p:cNvPr>
          <p:cNvSpPr>
            <a:spLocks noGrp="1"/>
          </p:cNvSpPr>
          <p:nvPr>
            <p:ph type="sldNum" sz="quarter" idx="12"/>
          </p:nvPr>
        </p:nvSpPr>
        <p:spPr/>
        <p:txBody>
          <a:bodyPr/>
          <a:lstStyle>
            <a:lvl1pPr>
              <a:defRPr/>
            </a:lvl1pPr>
          </a:lstStyle>
          <a:p>
            <a:fld id="{F2C71E88-178D-4674-AC6A-0054EABDD4B2}" type="slidenum">
              <a:rPr lang="en-US" altLang="pt-BR"/>
              <a:pPr/>
              <a:t>‹nº›</a:t>
            </a:fld>
            <a:endParaRPr lang="en-US" altLang="pt-BR"/>
          </a:p>
        </p:txBody>
      </p:sp>
    </p:spTree>
    <p:extLst>
      <p:ext uri="{BB962C8B-B14F-4D97-AF65-F5344CB8AC3E}">
        <p14:creationId xmlns:p14="http://schemas.microsoft.com/office/powerpoint/2010/main" val="364584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D9DE0A-4C6A-01CE-BDFC-B60A96510783}"/>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D8ED99CF-EA62-294E-6D7C-56121A7E95C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DD570314-B3A5-555F-A3AA-9EC01124375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369A3D8-C51C-ED82-A64B-F8F8114D6980}"/>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85ADDDA2-2D7C-0952-4F8F-6F4DC98F9D2F}"/>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54D186AF-F5FA-58B7-1B1C-F274CDE52AB0}"/>
              </a:ext>
            </a:extLst>
          </p:cNvPr>
          <p:cNvSpPr>
            <a:spLocks noGrp="1"/>
          </p:cNvSpPr>
          <p:nvPr>
            <p:ph type="sldNum" sz="quarter" idx="12"/>
          </p:nvPr>
        </p:nvSpPr>
        <p:spPr/>
        <p:txBody>
          <a:bodyPr/>
          <a:lstStyle>
            <a:lvl1pPr>
              <a:defRPr/>
            </a:lvl1pPr>
          </a:lstStyle>
          <a:p>
            <a:fld id="{65BEA1B7-C21C-4E8A-9C7E-297EAABCDBEA}" type="slidenum">
              <a:rPr lang="en-US" altLang="pt-BR"/>
              <a:pPr/>
              <a:t>‹nº›</a:t>
            </a:fld>
            <a:endParaRPr lang="en-US" altLang="pt-BR"/>
          </a:p>
        </p:txBody>
      </p:sp>
    </p:spTree>
    <p:extLst>
      <p:ext uri="{BB962C8B-B14F-4D97-AF65-F5344CB8AC3E}">
        <p14:creationId xmlns:p14="http://schemas.microsoft.com/office/powerpoint/2010/main" val="3002372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675C98-20FF-061A-5BF0-C68AC80F8BF6}"/>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1711714-6839-8442-AED2-CD6799F4219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978A2F2-7EB7-BA92-568F-67799992066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041BA89-18F1-9F14-3715-F0012656A43B}"/>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AFE313CE-735F-6CB9-A5AA-3D0381112D70}"/>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98A0A6E7-FFDF-39EE-495D-01BE3C4E899E}"/>
              </a:ext>
            </a:extLst>
          </p:cNvPr>
          <p:cNvSpPr>
            <a:spLocks noGrp="1"/>
          </p:cNvSpPr>
          <p:nvPr>
            <p:ph type="sldNum" sz="quarter" idx="12"/>
          </p:nvPr>
        </p:nvSpPr>
        <p:spPr/>
        <p:txBody>
          <a:bodyPr/>
          <a:lstStyle>
            <a:lvl1pPr>
              <a:defRPr/>
            </a:lvl1pPr>
          </a:lstStyle>
          <a:p>
            <a:fld id="{8BBE513D-530B-4E2C-A21A-32A1D7399568}" type="slidenum">
              <a:rPr lang="en-US" altLang="pt-BR"/>
              <a:pPr/>
              <a:t>‹nº›</a:t>
            </a:fld>
            <a:endParaRPr lang="en-US" altLang="pt-BR"/>
          </a:p>
        </p:txBody>
      </p:sp>
    </p:spTree>
    <p:extLst>
      <p:ext uri="{BB962C8B-B14F-4D97-AF65-F5344CB8AC3E}">
        <p14:creationId xmlns:p14="http://schemas.microsoft.com/office/powerpoint/2010/main" val="191525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4367E-BFD4-87D2-616C-B3B3F72A118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5B552B40-E47A-0ADA-51E2-208F013F1A6E}"/>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05BED9-8EF2-9E8B-DE45-A2D4B0323920}"/>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00DD30CE-D0E4-C238-A4E9-E63380FDB401}"/>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E127F791-10D3-1EEE-A33B-55BC6A18BAEA}"/>
              </a:ext>
            </a:extLst>
          </p:cNvPr>
          <p:cNvSpPr>
            <a:spLocks noGrp="1"/>
          </p:cNvSpPr>
          <p:nvPr>
            <p:ph type="sldNum" sz="quarter" idx="12"/>
          </p:nvPr>
        </p:nvSpPr>
        <p:spPr/>
        <p:txBody>
          <a:bodyPr/>
          <a:lstStyle>
            <a:lvl1pPr>
              <a:defRPr/>
            </a:lvl1pPr>
          </a:lstStyle>
          <a:p>
            <a:fld id="{1A17BB47-17A7-4A32-B2D0-9618BAC6A211}" type="slidenum">
              <a:rPr lang="en-US" altLang="pt-BR"/>
              <a:pPr/>
              <a:t>‹nº›</a:t>
            </a:fld>
            <a:endParaRPr lang="en-US" altLang="pt-BR"/>
          </a:p>
        </p:txBody>
      </p:sp>
    </p:spTree>
    <p:extLst>
      <p:ext uri="{BB962C8B-B14F-4D97-AF65-F5344CB8AC3E}">
        <p14:creationId xmlns:p14="http://schemas.microsoft.com/office/powerpoint/2010/main" val="174384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E915160-7C88-1865-33B7-ED227E1BDF74}"/>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FFE0EE4-03AB-8398-7198-15FDF5EF30C5}"/>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EFF57C8-33F2-808A-5FCF-569957385EF6}"/>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60C35EC9-4009-87CC-CF80-48F646DD3025}"/>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F0DE79F-4AF7-51C2-7200-C08C75D35786}"/>
              </a:ext>
            </a:extLst>
          </p:cNvPr>
          <p:cNvSpPr>
            <a:spLocks noGrp="1"/>
          </p:cNvSpPr>
          <p:nvPr>
            <p:ph type="sldNum" sz="quarter" idx="12"/>
          </p:nvPr>
        </p:nvSpPr>
        <p:spPr/>
        <p:txBody>
          <a:bodyPr/>
          <a:lstStyle>
            <a:lvl1pPr>
              <a:defRPr/>
            </a:lvl1pPr>
          </a:lstStyle>
          <a:p>
            <a:fld id="{D454CCCB-9803-4A7B-83D6-BADE67F31C60}" type="slidenum">
              <a:rPr lang="en-US" altLang="pt-BR"/>
              <a:pPr/>
              <a:t>‹nº›</a:t>
            </a:fld>
            <a:endParaRPr lang="en-US" altLang="pt-BR"/>
          </a:p>
        </p:txBody>
      </p:sp>
    </p:spTree>
    <p:extLst>
      <p:ext uri="{BB962C8B-B14F-4D97-AF65-F5344CB8AC3E}">
        <p14:creationId xmlns:p14="http://schemas.microsoft.com/office/powerpoint/2010/main" val="508906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A9AB260-C1F1-79C9-9C09-6C1E810954C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350626D9-C054-342D-9BD6-EFBF01B9C163}"/>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ECB600EB-DF1C-07DB-C2A2-70757C776D9B}"/>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88902CF8-3FEA-5EDF-72F6-79B0D92382CF}"/>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4D507A52-AAFF-AAC8-05C1-D8320959A9A1}"/>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F1C0349-0904-4893-BBF7-743ED8C98943}"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a:extLst>
              <a:ext uri="{FF2B5EF4-FFF2-40B4-BE49-F238E27FC236}">
                <a16:creationId xmlns:a16="http://schemas.microsoft.com/office/drawing/2014/main" id="{F0A698BA-3F0B-F6E2-4CDD-BD9384314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2050" name="Rectangle 2">
            <a:extLst>
              <a:ext uri="{FF2B5EF4-FFF2-40B4-BE49-F238E27FC236}">
                <a16:creationId xmlns:a16="http://schemas.microsoft.com/office/drawing/2014/main" id="{247D1330-81F9-2B0A-F932-5E8911FFD8D3}"/>
              </a:ext>
            </a:extLst>
          </p:cNvPr>
          <p:cNvSpPr>
            <a:spLocks noGrp="1" noChangeArrowheads="1"/>
          </p:cNvSpPr>
          <p:nvPr>
            <p:ph type="ctrTitle"/>
          </p:nvPr>
        </p:nvSpPr>
        <p:spPr>
          <a:xfrm>
            <a:off x="685800" y="2130425"/>
            <a:ext cx="7772400" cy="1470025"/>
          </a:xfrm>
        </p:spPr>
        <p:txBody>
          <a:bodyPr anchor="ctr"/>
          <a:lstStyle/>
          <a:p>
            <a:r>
              <a:rPr lang="pt-BR" altLang="pt-BR"/>
              <a:t>399</a:t>
            </a:r>
            <a:br>
              <a:rPr lang="pt-BR" altLang="pt-BR"/>
            </a:br>
            <a:r>
              <a:rPr lang="pt-BR" altLang="pt-BR"/>
              <a:t>Terra de Jesus</a:t>
            </a:r>
            <a:endParaRPr lang="en-US" altLang="pt-B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04AB7EDB-F117-9AA6-4CB2-8DEEFD7C17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3077" name="Rectangle 5">
            <a:extLst>
              <a:ext uri="{FF2B5EF4-FFF2-40B4-BE49-F238E27FC236}">
                <a16:creationId xmlns:a16="http://schemas.microsoft.com/office/drawing/2014/main" id="{D397AFD6-370D-954B-6834-6E76617F695F}"/>
              </a:ext>
            </a:extLst>
          </p:cNvPr>
          <p:cNvSpPr>
            <a:spLocks noGrp="1" noChangeArrowheads="1"/>
          </p:cNvSpPr>
          <p:nvPr>
            <p:ph type="title"/>
          </p:nvPr>
        </p:nvSpPr>
        <p:spPr>
          <a:xfrm>
            <a:off x="457200" y="274638"/>
            <a:ext cx="8229600" cy="5668962"/>
          </a:xfrm>
          <a:noFill/>
          <a:ln/>
        </p:spPr>
        <p:txBody>
          <a:bodyPr/>
          <a:lstStyle/>
          <a:p>
            <a:r>
              <a:rPr lang="pt-BR" altLang="pt-BR"/>
              <a:t>Deste mundo, sim, além,</a:t>
            </a:r>
            <a:br>
              <a:rPr lang="pt-BR" altLang="pt-BR"/>
            </a:br>
            <a:r>
              <a:rPr lang="pt-BR" altLang="pt-BR"/>
              <a:t>Há um pais de luz;</a:t>
            </a:r>
            <a:br>
              <a:rPr lang="pt-BR" altLang="pt-BR"/>
            </a:br>
            <a:r>
              <a:rPr lang="pt-BR" altLang="pt-BR"/>
              <a:t>Oh! Não queres ir lá?</a:t>
            </a:r>
            <a:br>
              <a:rPr lang="pt-BR" altLang="pt-BR"/>
            </a:br>
            <a:r>
              <a:rPr lang="pt-BR" altLang="pt-BR"/>
              <a:t> Oh! Não queres ir lá?</a:t>
            </a:r>
            <a:br>
              <a:rPr lang="pt-BR" altLang="pt-BR"/>
            </a:br>
            <a:r>
              <a:rPr lang="pt-BR" altLang="pt-BR"/>
              <a:t>Onde as trevas não se vêem,</a:t>
            </a:r>
            <a:br>
              <a:rPr lang="pt-BR" altLang="pt-BR"/>
            </a:br>
            <a:r>
              <a:rPr lang="pt-BR" altLang="pt-BR"/>
              <a:t>Pois brilha ali Jesus;</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a:extLst>
              <a:ext uri="{FF2B5EF4-FFF2-40B4-BE49-F238E27FC236}">
                <a16:creationId xmlns:a16="http://schemas.microsoft.com/office/drawing/2014/main" id="{EFCD07FE-F438-6BBD-F3F1-AE6AAE75C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4100" name="Rectangle 4">
            <a:extLst>
              <a:ext uri="{FF2B5EF4-FFF2-40B4-BE49-F238E27FC236}">
                <a16:creationId xmlns:a16="http://schemas.microsoft.com/office/drawing/2014/main" id="{273A6AC0-1815-6E58-6868-67D536E52522}"/>
              </a:ext>
            </a:extLst>
          </p:cNvPr>
          <p:cNvSpPr>
            <a:spLocks noGrp="1" noChangeArrowheads="1"/>
          </p:cNvSpPr>
          <p:nvPr>
            <p:ph type="title"/>
          </p:nvPr>
        </p:nvSpPr>
        <p:spPr>
          <a:xfrm>
            <a:off x="457200" y="274638"/>
            <a:ext cx="8229600" cy="5973762"/>
          </a:xfrm>
        </p:spPr>
        <p:txBody>
          <a:bodyPr/>
          <a:lstStyle/>
          <a:p>
            <a:r>
              <a:rPr lang="pt-BR" altLang="pt-BR"/>
              <a:t>Terra de Jesus</a:t>
            </a:r>
            <a:br>
              <a:rPr lang="pt-BR" altLang="pt-BR"/>
            </a:br>
            <a:r>
              <a:rPr lang="pt-BR" altLang="pt-BR"/>
              <a:t>Terra de amor!</a:t>
            </a:r>
            <a:br>
              <a:rPr lang="pt-BR" altLang="pt-BR"/>
            </a:br>
            <a:r>
              <a:rPr lang="pt-BR" altLang="pt-BR"/>
              <a:t>Oh! Não queres ir lá?</a:t>
            </a:r>
            <a:br>
              <a:rPr lang="pt-BR" altLang="pt-BR"/>
            </a:br>
            <a:r>
              <a:rPr lang="pt-BR" altLang="pt-BR"/>
              <a:t> Oh! Não queres ir lá?</a:t>
            </a:r>
            <a:br>
              <a:rPr lang="pt-BR" altLang="pt-BR"/>
            </a:br>
            <a:r>
              <a:rPr lang="pt-BR" altLang="pt-BR"/>
              <a:t>Onde brilha a luz</a:t>
            </a:r>
            <a:br>
              <a:rPr lang="pt-BR" altLang="pt-BR"/>
            </a:br>
            <a:r>
              <a:rPr lang="pt-BR" altLang="pt-BR"/>
              <a:t>Do meu Salvador;</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a:extLst>
              <a:ext uri="{FF2B5EF4-FFF2-40B4-BE49-F238E27FC236}">
                <a16:creationId xmlns:a16="http://schemas.microsoft.com/office/drawing/2014/main" id="{8CF8B9E8-D98E-4FBD-B511-D8771E1A27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5124" name="Rectangle 4">
            <a:extLst>
              <a:ext uri="{FF2B5EF4-FFF2-40B4-BE49-F238E27FC236}">
                <a16:creationId xmlns:a16="http://schemas.microsoft.com/office/drawing/2014/main" id="{3C8DFE26-4DCB-9C56-EF95-A2D67433BA87}"/>
              </a:ext>
            </a:extLst>
          </p:cNvPr>
          <p:cNvSpPr>
            <a:spLocks noGrp="1" noChangeArrowheads="1"/>
          </p:cNvSpPr>
          <p:nvPr>
            <p:ph type="title"/>
          </p:nvPr>
        </p:nvSpPr>
        <p:spPr>
          <a:xfrm>
            <a:off x="457200" y="274638"/>
            <a:ext cx="8229600" cy="6202362"/>
          </a:xfrm>
        </p:spPr>
        <p:txBody>
          <a:bodyPr/>
          <a:lstStyle/>
          <a:p>
            <a:r>
              <a:rPr lang="pt-BR" altLang="pt-BR"/>
              <a:t>Pelas porta de fulgor,</a:t>
            </a:r>
            <a:br>
              <a:rPr lang="pt-BR" altLang="pt-BR"/>
            </a:br>
            <a:r>
              <a:rPr lang="pt-BR" altLang="pt-BR"/>
              <a:t>Não pode o mal entrar;</a:t>
            </a:r>
            <a:br>
              <a:rPr lang="pt-BR" altLang="pt-BR"/>
            </a:br>
            <a:r>
              <a:rPr lang="pt-BR" altLang="pt-BR"/>
              <a:t> Oh! Não queres ir lá?</a:t>
            </a:r>
            <a:br>
              <a:rPr lang="pt-BR" altLang="pt-BR"/>
            </a:br>
            <a:r>
              <a:rPr lang="pt-BR" altLang="pt-BR"/>
              <a:t> Oh! Não queres ir lá?</a:t>
            </a:r>
            <a:br>
              <a:rPr lang="pt-BR" altLang="pt-BR"/>
            </a:br>
            <a:r>
              <a:rPr lang="pt-BR" altLang="pt-BR"/>
              <a:t>Nem a morte, luto ou dor,</a:t>
            </a:r>
            <a:br>
              <a:rPr lang="pt-BR" altLang="pt-BR"/>
            </a:br>
            <a:r>
              <a:rPr lang="pt-BR" altLang="pt-BR"/>
              <a:t>No céu terão lugar,</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AC954EBC-5D63-DCEA-80D4-40D8BE163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6149" name="Rectangle 5">
            <a:extLst>
              <a:ext uri="{FF2B5EF4-FFF2-40B4-BE49-F238E27FC236}">
                <a16:creationId xmlns:a16="http://schemas.microsoft.com/office/drawing/2014/main" id="{E116E245-96C3-3DD7-2E5B-CBD5DE60C2D9}"/>
              </a:ext>
            </a:extLst>
          </p:cNvPr>
          <p:cNvSpPr>
            <a:spLocks noGrp="1" noChangeArrowheads="1"/>
          </p:cNvSpPr>
          <p:nvPr>
            <p:ph type="title"/>
          </p:nvPr>
        </p:nvSpPr>
        <p:spPr>
          <a:xfrm>
            <a:off x="457200" y="274638"/>
            <a:ext cx="8229600" cy="6049962"/>
          </a:xfrm>
          <a:noFill/>
          <a:ln/>
        </p:spPr>
        <p:txBody>
          <a:bodyPr/>
          <a:lstStyle/>
          <a:p>
            <a:r>
              <a:rPr lang="pt-BR" altLang="pt-BR"/>
              <a:t>Terra de Jesus</a:t>
            </a:r>
            <a:br>
              <a:rPr lang="pt-BR" altLang="pt-BR"/>
            </a:br>
            <a:r>
              <a:rPr lang="pt-BR" altLang="pt-BR"/>
              <a:t>Terra de amor!</a:t>
            </a:r>
            <a:br>
              <a:rPr lang="pt-BR" altLang="pt-BR"/>
            </a:br>
            <a:r>
              <a:rPr lang="pt-BR" altLang="pt-BR"/>
              <a:t>Oh! Não queres ir lá?</a:t>
            </a:r>
            <a:br>
              <a:rPr lang="pt-BR" altLang="pt-BR"/>
            </a:br>
            <a:r>
              <a:rPr lang="pt-BR" altLang="pt-BR"/>
              <a:t> Oh! Não queres ir lá?</a:t>
            </a:r>
            <a:br>
              <a:rPr lang="pt-BR" altLang="pt-BR"/>
            </a:br>
            <a:r>
              <a:rPr lang="pt-BR" altLang="pt-BR"/>
              <a:t>Onde brilha a luz</a:t>
            </a:r>
            <a:br>
              <a:rPr lang="pt-BR" altLang="pt-BR"/>
            </a:br>
            <a:r>
              <a:rPr lang="pt-BR" altLang="pt-BR"/>
              <a:t>Do meu Salvador;</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5">
            <a:extLst>
              <a:ext uri="{FF2B5EF4-FFF2-40B4-BE49-F238E27FC236}">
                <a16:creationId xmlns:a16="http://schemas.microsoft.com/office/drawing/2014/main" id="{60A1C435-F727-EB28-8B8E-7292DEFED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7172" name="Rectangle 4">
            <a:extLst>
              <a:ext uri="{FF2B5EF4-FFF2-40B4-BE49-F238E27FC236}">
                <a16:creationId xmlns:a16="http://schemas.microsoft.com/office/drawing/2014/main" id="{36888091-3D35-5B30-67C2-E8E8EC73795D}"/>
              </a:ext>
            </a:extLst>
          </p:cNvPr>
          <p:cNvSpPr>
            <a:spLocks noGrp="1" noChangeArrowheads="1"/>
          </p:cNvSpPr>
          <p:nvPr>
            <p:ph type="title"/>
          </p:nvPr>
        </p:nvSpPr>
        <p:spPr>
          <a:xfrm>
            <a:off x="457200" y="274638"/>
            <a:ext cx="8229600" cy="6202362"/>
          </a:xfrm>
        </p:spPr>
        <p:txBody>
          <a:bodyPr/>
          <a:lstStyle/>
          <a:p>
            <a:r>
              <a:rPr lang="pt-BR" altLang="pt-BR"/>
              <a:t>Oh! Que divinal mansão,</a:t>
            </a:r>
            <a:br>
              <a:rPr lang="pt-BR" altLang="pt-BR"/>
            </a:br>
            <a:r>
              <a:rPr lang="pt-BR" altLang="pt-BR"/>
              <a:t>Jesus nos preparou!</a:t>
            </a:r>
            <a:br>
              <a:rPr lang="pt-BR" altLang="pt-BR"/>
            </a:br>
            <a:r>
              <a:rPr lang="pt-BR" altLang="pt-BR"/>
              <a:t> Oh! Não queres ir lá?</a:t>
            </a:r>
            <a:br>
              <a:rPr lang="pt-BR" altLang="pt-BR"/>
            </a:br>
            <a:r>
              <a:rPr lang="pt-BR" altLang="pt-BR"/>
              <a:t> Oh! Não queres ir lá?</a:t>
            </a:r>
            <a:br>
              <a:rPr lang="pt-BR" altLang="pt-BR"/>
            </a:br>
            <a:r>
              <a:rPr lang="pt-BR" altLang="pt-BR"/>
              <a:t>Onde todos os irmãos</a:t>
            </a:r>
            <a:br>
              <a:rPr lang="pt-BR" altLang="pt-BR"/>
            </a:br>
            <a:r>
              <a:rPr lang="pt-BR" altLang="pt-BR"/>
              <a:t>Vão ver quem os salvou</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8" name="Picture 6">
            <a:extLst>
              <a:ext uri="{FF2B5EF4-FFF2-40B4-BE49-F238E27FC236}">
                <a16:creationId xmlns:a16="http://schemas.microsoft.com/office/drawing/2014/main" id="{7F7125F0-EC97-C133-2D4C-02862B4DF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8197" name="Rectangle 5">
            <a:extLst>
              <a:ext uri="{FF2B5EF4-FFF2-40B4-BE49-F238E27FC236}">
                <a16:creationId xmlns:a16="http://schemas.microsoft.com/office/drawing/2014/main" id="{473C95A2-B6CC-195A-D2AF-A2F831FD556F}"/>
              </a:ext>
            </a:extLst>
          </p:cNvPr>
          <p:cNvSpPr>
            <a:spLocks noGrp="1" noChangeArrowheads="1"/>
          </p:cNvSpPr>
          <p:nvPr>
            <p:ph type="title"/>
          </p:nvPr>
        </p:nvSpPr>
        <p:spPr>
          <a:xfrm>
            <a:off x="457200" y="274638"/>
            <a:ext cx="8229600" cy="6202362"/>
          </a:xfrm>
          <a:noFill/>
          <a:ln/>
        </p:spPr>
        <p:txBody>
          <a:bodyPr/>
          <a:lstStyle/>
          <a:p>
            <a:r>
              <a:rPr lang="pt-BR" altLang="pt-BR"/>
              <a:t>Terra de Jesus</a:t>
            </a:r>
            <a:br>
              <a:rPr lang="pt-BR" altLang="pt-BR"/>
            </a:br>
            <a:r>
              <a:rPr lang="pt-BR" altLang="pt-BR"/>
              <a:t>Terra de amor!</a:t>
            </a:r>
            <a:br>
              <a:rPr lang="pt-BR" altLang="pt-BR"/>
            </a:br>
            <a:r>
              <a:rPr lang="pt-BR" altLang="pt-BR"/>
              <a:t>Oh! Não queres ir lá?</a:t>
            </a:r>
            <a:br>
              <a:rPr lang="pt-BR" altLang="pt-BR"/>
            </a:br>
            <a:r>
              <a:rPr lang="pt-BR" altLang="pt-BR"/>
              <a:t> Oh! Não queres ir lá?</a:t>
            </a:r>
            <a:br>
              <a:rPr lang="pt-BR" altLang="pt-BR"/>
            </a:br>
            <a:r>
              <a:rPr lang="pt-BR" altLang="pt-BR"/>
              <a:t>Onde brilha a luz</a:t>
            </a:r>
            <a:br>
              <a:rPr lang="pt-BR" altLang="pt-BR"/>
            </a:br>
            <a:r>
              <a:rPr lang="pt-BR" altLang="pt-BR"/>
              <a:t>Do meu Salvador;</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6" name="Picture 6">
            <a:extLst>
              <a:ext uri="{FF2B5EF4-FFF2-40B4-BE49-F238E27FC236}">
                <a16:creationId xmlns:a16="http://schemas.microsoft.com/office/drawing/2014/main" id="{6B4F28F9-300F-7794-468F-5A70B640C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25605" name="Rectangle 5">
            <a:extLst>
              <a:ext uri="{FF2B5EF4-FFF2-40B4-BE49-F238E27FC236}">
                <a16:creationId xmlns:a16="http://schemas.microsoft.com/office/drawing/2014/main" id="{1139A34D-BB08-4726-8D70-C3F734189510}"/>
              </a:ext>
            </a:extLst>
          </p:cNvPr>
          <p:cNvSpPr>
            <a:spLocks noGrp="1" noChangeArrowheads="1"/>
          </p:cNvSpPr>
          <p:nvPr>
            <p:ph type="title"/>
          </p:nvPr>
        </p:nvSpPr>
        <p:spPr>
          <a:xfrm>
            <a:off x="457200" y="304800"/>
            <a:ext cx="8229600" cy="6096000"/>
          </a:xfrm>
          <a:noFill/>
          <a:ln/>
        </p:spPr>
        <p:txBody>
          <a:bodyPr/>
          <a:lstStyle/>
          <a:p>
            <a:r>
              <a:rPr lang="pt-BR" altLang="pt-BR"/>
              <a:t>Terra de Jesus</a:t>
            </a:r>
            <a:br>
              <a:rPr lang="pt-BR" altLang="pt-BR"/>
            </a:br>
            <a:r>
              <a:rPr lang="pt-BR" altLang="pt-BR"/>
              <a:t>Terra de amor!</a:t>
            </a:r>
            <a:br>
              <a:rPr lang="pt-BR" altLang="pt-BR"/>
            </a:br>
            <a:r>
              <a:rPr lang="pt-BR" altLang="pt-BR"/>
              <a:t>Oh! Não queres ir lá?</a:t>
            </a:r>
            <a:br>
              <a:rPr lang="pt-BR" altLang="pt-BR"/>
            </a:br>
            <a:r>
              <a:rPr lang="pt-BR" altLang="pt-BR"/>
              <a:t> Oh! Não queres ir lá?</a:t>
            </a:r>
            <a:br>
              <a:rPr lang="pt-BR" altLang="pt-BR"/>
            </a:br>
            <a:r>
              <a:rPr lang="pt-BR" altLang="pt-BR"/>
              <a:t>Onde brilha a luz</a:t>
            </a:r>
            <a:br>
              <a:rPr lang="pt-BR" altLang="pt-BR"/>
            </a:br>
            <a:r>
              <a:rPr lang="pt-BR" altLang="pt-BR"/>
              <a:t>Do meu Salvador;</a:t>
            </a:r>
            <a:br>
              <a:rPr lang="pt-BR" altLang="pt-BR"/>
            </a:br>
            <a:r>
              <a:rPr lang="pt-BR" altLang="pt-BR"/>
              <a:t> Oh! Não queres ir lá?</a:t>
            </a:r>
            <a:br>
              <a:rPr lang="pt-BR" altLang="pt-BR"/>
            </a:br>
            <a:r>
              <a:rPr lang="pt-BR" altLang="pt-BR"/>
              <a:t> Oh! Não queres ir lá?</a:t>
            </a:r>
            <a:endParaRPr lang="en-US" altLang="pt-B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401</Words>
  <Application>Microsoft Office PowerPoint</Application>
  <PresentationFormat>Apresentação na tela (4:3)</PresentationFormat>
  <Paragraphs>8</Paragraphs>
  <Slides>8</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8</vt:i4>
      </vt:variant>
    </vt:vector>
  </HeadingPairs>
  <TitlesOfParts>
    <vt:vector size="10" baseType="lpstr">
      <vt:lpstr>Arial</vt:lpstr>
      <vt:lpstr>Design padrão</vt:lpstr>
      <vt:lpstr>399 Terra de Jesus</vt:lpstr>
      <vt:lpstr>Deste mundo, sim, além, Há um pais de luz; Oh! Não queres ir lá?  Oh! Não queres ir lá? Onde as trevas não se vêem, Pois brilha ali Jesus;  Oh! Não queres ir lá?  Oh! Não queres ir lá?</vt:lpstr>
      <vt:lpstr>Terra de Jesus Terra de amor! Oh! Não queres ir lá?  Oh! Não queres ir lá? Onde brilha a luz Do meu Salvador;  Oh! Não queres ir lá?  Oh! Não queres ir lá?</vt:lpstr>
      <vt:lpstr>Pelas porta de fulgor, Não pode o mal entrar;  Oh! Não queres ir lá?  Oh! Não queres ir lá? Nem a morte, luto ou dor, No céu terão lugar,  Oh! Não queres ir lá?  Oh! Não queres ir lá?</vt:lpstr>
      <vt:lpstr>Terra de Jesus Terra de amor! Oh! Não queres ir lá?  Oh! Não queres ir lá? Onde brilha a luz Do meu Salvador;  Oh! Não queres ir lá?  Oh! Não queres ir lá?</vt:lpstr>
      <vt:lpstr>Oh! Que divinal mansão, Jesus nos preparou!  Oh! Não queres ir lá?  Oh! Não queres ir lá? Onde todos os irmãos Vão ver quem os salvou  Oh! Não queres ir lá?  Oh! Não queres ir lá?</vt:lpstr>
      <vt:lpstr>Terra de Jesus Terra de amor! Oh! Não queres ir lá?  Oh! Não queres ir lá? Onde brilha a luz Do meu Salvador;  Oh! Não queres ir lá?  Oh! Não queres ir lá?</vt:lpstr>
      <vt:lpstr>Terra de Jesus Terra de amor! Oh! Não queres ir lá?  Oh! Não queres ir lá? Onde brilha a luz Do meu Salvador;  Oh! Não queres ir lá?  Oh! Não queres ir lá?</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399 Terra de Jesus</dc:title>
  <dc:creator>Junior</dc:creator>
  <cp:lastModifiedBy>Emerson Souza</cp:lastModifiedBy>
  <cp:revision>2</cp:revision>
  <dcterms:created xsi:type="dcterms:W3CDTF">2005-08-21T17:40:25Z</dcterms:created>
  <dcterms:modified xsi:type="dcterms:W3CDTF">2026-05-02T22:10:09Z</dcterms:modified>
</cp:coreProperties>
</file>