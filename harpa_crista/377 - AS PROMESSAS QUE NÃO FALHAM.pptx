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7" r:id="rId12"/>
    <p:sldId id="263" r:id="rId13"/>
    <p:sldId id="268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0C27B-7EA1-D06C-2EA2-FDD3B150C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8EEA80-8121-204F-5448-EF0A80FBC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7B0C64-7C6B-80DE-B927-7CFF1608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541DE2-F914-9B6C-C138-BC4C3C22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9688F2-E658-F370-DBB5-7E21366B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F72DF2-1A32-4F7F-A665-2A6BC87208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4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C4638-094C-9550-3653-61A66F1D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7DEDC3-4AE2-2BC5-D7E5-69C8CD080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05A20A-2B4D-260A-C094-248C3BEC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9B03E3-902B-6708-4FB9-387F878B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2CF2A7-B52C-6299-86A2-7550F8E0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7EB962-97FB-4696-9782-9E7C8A287E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728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C6A84-8B7B-C8FC-5243-F4DC9587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99BC99-8292-B615-1761-8BCAAD67B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9F260D-272A-A9F3-C212-E69562D9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33D73-B37A-943F-4001-0EBCE623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CE339-85DA-7DA7-B4E9-DC844857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FC35A3-8139-4276-B51C-DD8698AB61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1673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ABFB1-912B-FF83-0E69-A0B36750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5676E4-9FBC-545F-AFAD-7F0EBA93D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3520C2-7D6F-C66F-C0DC-BEB74E9D8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48DC36-D4D4-D70C-0590-D3702CEC2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FA4645-6106-84DC-C7DD-0DB6978D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4B782A-33E1-6047-11D4-FC47F52B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F324B5-FF45-4A46-9046-D884932BBB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634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E417B-A256-28CC-C520-A05BE951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F9680A-8010-1E20-FB0D-00284BC6B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B9FAB9-8F42-7F23-879B-3BE7BDF56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CFC0B6-154A-936D-2C4A-B49DDD465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13E937-02E2-5EAD-E8F1-7D06B2CA7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05DDAA7-28AD-B3D0-EAC5-A527A417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58DDD9-6533-9565-277F-28F221AC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06B1F1-C45D-5BCF-D735-9DBAF120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25412-69C8-4E80-A03F-406F2BFF70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0273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9D6BA-AB68-E735-B007-F75AFA63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EA5E4E-2F99-2BA2-8BE5-8292A1D92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252215D-0CA4-1991-1049-1AD32AAA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880FAC-6CA0-4BC8-B20C-F9276937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1B3284-C4B5-4BAC-91E2-2AE94F0269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277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0FD18B5-6ACA-B3A2-2D6C-E7CD5B40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FE74E5-164B-A53A-404C-6161DCED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C451F9-EE4E-0BCA-ED0F-60F90F05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F78489-F78F-4409-A3EB-F3EE19BED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815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DD484-2B3C-59CB-986F-BFE8FC31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6ECDBC-1EA9-0F19-54CF-667F19CC2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77CB3A-A86C-2875-702C-EFF66967F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6B0432-B9B2-41AA-1525-CF5F79E3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AA2BE8-70BD-0546-793A-F390EA18E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5248E7-174D-67FD-2F5A-F2A5E904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AA88E-2B70-4368-AC4D-7E962D9D3C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3256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4EDB2-E2DF-BD72-61CB-C93E86E7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D9825D-65B6-0740-A319-ABC6B19BF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AFF902-3BB3-CEF5-3620-0CD8906F3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7810E7-83A1-91F4-48A8-E826710DD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4E9FA0-7986-5EC5-B853-BD7C0E7B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C7CE03-EEDF-0551-C523-CB2F3A6D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0B940-D08A-4E86-ADD5-7810E7C5C8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379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34E7C-379A-CAB2-5175-B014B5F01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412CD5-8B9D-7F66-3EEB-CFDAD3D52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7B20B3-BF0E-1121-CC17-A0035D3B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8E3A5F-6F52-DE71-4C55-D3224612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56EFF5-CE46-69C6-73B2-D5D60E45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C8FC1-4472-40B1-A0F4-F7E31DABC0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756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9551DB-6507-9AE1-CE39-D527DDE62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D3F1DE-BE71-2A11-8751-8FE0EC09B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5E8BF0-ABEA-413D-E723-7F797B557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482673-D406-68B0-BBEF-1D9CFBD3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F38476-567A-3804-1FAE-92D3C3F5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C45673-C84A-44D3-9B3D-85BABE4370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707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EA0B1C-963C-32B0-401F-6FBDD5BEF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6824AA-71B3-8CFC-0B8F-E530603FA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57586D-6115-882C-C820-0460024F2B6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817A217-E856-B379-98D0-D17C7D02D9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7B6452-BE95-6C5E-52BE-DE78EF4BD1A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5A37CF8-CBE8-417E-991E-BC22D9C53F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FBB2E46-9330-AB09-7DBC-99A6E41E77C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377</a:t>
            </a:r>
            <a:br>
              <a:rPr lang="pt-BR" altLang="pt-BR" sz="4000" b="1"/>
            </a:br>
            <a:r>
              <a:rPr lang="pt-BR" altLang="pt-BR" sz="4000" b="1"/>
              <a:t>AS PROMESSAS QUE NÃO FALHAM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1AB48E0-CDDD-CF8B-666C-AE0035EA4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De Deus as santas promessas, </a:t>
            </a:r>
            <a:br>
              <a:rPr lang="pt-BR" altLang="pt-BR" sz="3600"/>
            </a:br>
            <a:r>
              <a:rPr lang="pt-BR" altLang="pt-BR" sz="3600"/>
              <a:t>Hoje se cumprirão.</a:t>
            </a:r>
            <a:br>
              <a:rPr lang="pt-BR" altLang="pt-BR" sz="3600"/>
            </a:br>
            <a:r>
              <a:rPr lang="pt-BR" altLang="pt-BR" sz="3600"/>
              <a:t>Desde que a Deus sempre peças, </a:t>
            </a:r>
            <a:br>
              <a:rPr lang="pt-BR" altLang="pt-BR" sz="3600"/>
            </a:br>
            <a:r>
              <a:rPr lang="pt-BR" altLang="pt-BR" sz="3600"/>
              <a:t>Crendo de coração.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4EB748F-5C48-63E8-C3C7-9709E5E1F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Terra e céus ardendo,</a:t>
            </a:r>
            <a:br>
              <a:rPr lang="pt-BR" altLang="pt-BR" sz="3600" b="1" i="1"/>
            </a:br>
            <a:r>
              <a:rPr lang="pt-BR" altLang="pt-BR" sz="3600" b="1" i="1"/>
              <a:t>Os montes `stão tremendo, </a:t>
            </a:r>
            <a:br>
              <a:rPr lang="pt-BR" altLang="pt-BR" sz="3600" b="1" i="1"/>
            </a:br>
            <a:r>
              <a:rPr lang="pt-BR" altLang="pt-BR" sz="3600" b="1" i="1"/>
              <a:t>Mas, nas promessas crendo, </a:t>
            </a:r>
            <a:br>
              <a:rPr lang="pt-BR" altLang="pt-BR" sz="3600" b="1" i="1"/>
            </a:br>
            <a:r>
              <a:rPr lang="pt-BR" altLang="pt-BR" sz="3600" b="1" i="1"/>
              <a:t>Deus sempre as vai cumprir!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18DD953-B92D-D251-BECB-1912FFAB9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Contando Abraão as estrelas </a:t>
            </a:r>
            <a:br>
              <a:rPr lang="pt-BR" altLang="pt-BR" sz="3600"/>
            </a:br>
            <a:r>
              <a:rPr lang="pt-BR" altLang="pt-BR" sz="3600"/>
              <a:t>Na vastidão dos céus, </a:t>
            </a:r>
            <a:br>
              <a:rPr lang="pt-BR" altLang="pt-BR" sz="3600"/>
            </a:br>
            <a:r>
              <a:rPr lang="pt-BR" altLang="pt-BR" sz="3600"/>
              <a:t>Vendo-as brilhantes, tão belas!</a:t>
            </a:r>
            <a:br>
              <a:rPr lang="pt-BR" altLang="pt-BR" sz="3600"/>
            </a:br>
            <a:r>
              <a:rPr lang="pt-BR" altLang="pt-BR" sz="3600"/>
              <a:t>Creu inda mais em Deus!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0D47FF1-BE3C-E50F-B8D9-3EA1FD124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Terra e céus ardendo,</a:t>
            </a:r>
            <a:br>
              <a:rPr lang="pt-BR" altLang="pt-BR" sz="3600" b="1" i="1"/>
            </a:br>
            <a:r>
              <a:rPr lang="pt-BR" altLang="pt-BR" sz="3600" b="1" i="1"/>
              <a:t>Os montes `stão tremendo, </a:t>
            </a:r>
            <a:br>
              <a:rPr lang="pt-BR" altLang="pt-BR" sz="3600" b="1" i="1"/>
            </a:br>
            <a:r>
              <a:rPr lang="pt-BR" altLang="pt-BR" sz="3600" b="1" i="1"/>
              <a:t>Mas, nas promessas crendo, </a:t>
            </a:r>
            <a:br>
              <a:rPr lang="pt-BR" altLang="pt-BR" sz="3600" b="1" i="1"/>
            </a:br>
            <a:r>
              <a:rPr lang="pt-BR" altLang="pt-BR" sz="3600" b="1" i="1"/>
              <a:t>Deus sempre as vai cumprir!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81C524-645A-3951-0B0A-B90DB1AF5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Se tens em ti amargura, </a:t>
            </a:r>
            <a:br>
              <a:rPr lang="pt-BR" altLang="pt-BR" sz="3600"/>
            </a:br>
            <a:r>
              <a:rPr lang="pt-BR" altLang="pt-BR" sz="3600"/>
              <a:t>Firma-te, sim, em Deus, </a:t>
            </a:r>
            <a:br>
              <a:rPr lang="pt-BR" altLang="pt-BR" sz="3600"/>
            </a:br>
            <a:r>
              <a:rPr lang="pt-BR" altLang="pt-BR" sz="3600"/>
              <a:t>Breve, a noite escura </a:t>
            </a:r>
            <a:br>
              <a:rPr lang="pt-BR" altLang="pt-BR" sz="3600"/>
            </a:br>
            <a:r>
              <a:rPr lang="pt-BR" altLang="pt-BR" sz="3600"/>
              <a:t>Há de findar p'ros Seus.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8ACE510-A7DD-2B86-9572-AB2825EF8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Terra e céus ardendo,</a:t>
            </a:r>
            <a:br>
              <a:rPr lang="pt-BR" altLang="pt-BR" sz="3600" b="1" i="1"/>
            </a:br>
            <a:r>
              <a:rPr lang="pt-BR" altLang="pt-BR" sz="3600" b="1" i="1"/>
              <a:t>Os montes `stão tremendo, </a:t>
            </a:r>
            <a:br>
              <a:rPr lang="pt-BR" altLang="pt-BR" sz="3600" b="1" i="1"/>
            </a:br>
            <a:r>
              <a:rPr lang="pt-BR" altLang="pt-BR" sz="3600" b="1" i="1"/>
              <a:t>Mas, nas promessas crendo, </a:t>
            </a:r>
            <a:br>
              <a:rPr lang="pt-BR" altLang="pt-BR" sz="3600" b="1" i="1"/>
            </a:br>
            <a:r>
              <a:rPr lang="pt-BR" altLang="pt-BR" sz="3600" b="1" i="1"/>
              <a:t>Deus sempre as vai cumprir!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5B9587B-3E5E-6B7A-5519-2DC23B28A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Se fores tu perseguido,</a:t>
            </a:r>
            <a:br>
              <a:rPr lang="pt-BR" altLang="pt-BR" sz="3600"/>
            </a:br>
            <a:r>
              <a:rPr lang="pt-BR" altLang="pt-BR" sz="3600"/>
              <a:t>Só Deus te livrará;</a:t>
            </a:r>
            <a:br>
              <a:rPr lang="pt-BR" altLang="pt-BR" sz="3600"/>
            </a:br>
            <a:r>
              <a:rPr lang="pt-BR" altLang="pt-BR" sz="3600"/>
              <a:t>O Filho de Deus, o Ungido, </a:t>
            </a:r>
            <a:br>
              <a:rPr lang="pt-BR" altLang="pt-BR" sz="3600"/>
            </a:br>
            <a:r>
              <a:rPr lang="pt-BR" altLang="pt-BR" sz="3600"/>
              <a:t>Por ti combaterá.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8CA594F-B4C0-66F8-D714-FF8B8965B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Terra e céus ardendo,</a:t>
            </a:r>
            <a:br>
              <a:rPr lang="pt-BR" altLang="pt-BR" sz="3600" b="1" i="1"/>
            </a:br>
            <a:r>
              <a:rPr lang="pt-BR" altLang="pt-BR" sz="3600" b="1" i="1"/>
              <a:t>Os montes `stão tremendo, </a:t>
            </a:r>
            <a:br>
              <a:rPr lang="pt-BR" altLang="pt-BR" sz="3600" b="1" i="1"/>
            </a:br>
            <a:r>
              <a:rPr lang="pt-BR" altLang="pt-BR" sz="3600" b="1" i="1"/>
              <a:t>Mas, nas promessas crendo, </a:t>
            </a:r>
            <a:br>
              <a:rPr lang="pt-BR" altLang="pt-BR" sz="3600" b="1" i="1"/>
            </a:br>
            <a:r>
              <a:rPr lang="pt-BR" altLang="pt-BR" sz="3600" b="1" i="1"/>
              <a:t>Deus sempre as vai cumprir!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2BA05D3-24C2-E43C-3046-4A124C0E7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Se os teus se tornam inimigos, </a:t>
            </a:r>
            <a:br>
              <a:rPr lang="pt-BR" altLang="pt-BR" sz="3600"/>
            </a:br>
            <a:r>
              <a:rPr lang="pt-BR" altLang="pt-BR" sz="3600"/>
              <a:t>Querem te abandonar,</a:t>
            </a:r>
            <a:br>
              <a:rPr lang="pt-BR" altLang="pt-BR" sz="3600"/>
            </a:br>
            <a:r>
              <a:rPr lang="pt-BR" altLang="pt-BR" sz="3600"/>
              <a:t>Cristo, o melhor dos amigos </a:t>
            </a:r>
            <a:br>
              <a:rPr lang="pt-BR" altLang="pt-BR" sz="3600"/>
            </a:br>
            <a:r>
              <a:rPr lang="pt-BR" altLang="pt-BR" sz="3600"/>
              <a:t>Quer ao teu lado estar.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5769308-C768-A24C-F6B1-7C0764396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Terra e céus ardendo,</a:t>
            </a:r>
            <a:br>
              <a:rPr lang="pt-BR" altLang="pt-BR" sz="3600" b="1" i="1"/>
            </a:br>
            <a:r>
              <a:rPr lang="pt-BR" altLang="pt-BR" sz="3600" b="1" i="1"/>
              <a:t>Os montes `stão tremendo, </a:t>
            </a:r>
            <a:br>
              <a:rPr lang="pt-BR" altLang="pt-BR" sz="3600" b="1" i="1"/>
            </a:br>
            <a:r>
              <a:rPr lang="pt-BR" altLang="pt-BR" sz="3600" b="1" i="1"/>
              <a:t>Mas, nas promessas crendo, </a:t>
            </a:r>
            <a:br>
              <a:rPr lang="pt-BR" altLang="pt-BR" sz="3600" b="1" i="1"/>
            </a:br>
            <a:r>
              <a:rPr lang="pt-BR" altLang="pt-BR" sz="3600" b="1" i="1"/>
              <a:t>Deus sempre as vai cumprir!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5E5EC09-7647-DB77-BCC7-5880DD392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Crê, pois a fé alivia</a:t>
            </a:r>
            <a:br>
              <a:rPr lang="pt-BR" altLang="pt-BR" sz="3600"/>
            </a:br>
            <a:r>
              <a:rPr lang="pt-BR" altLang="pt-BR" sz="3600"/>
              <a:t>Teu sofrimento e dor</a:t>
            </a:r>
            <a:br>
              <a:rPr lang="pt-BR" altLang="pt-BR" sz="3600"/>
            </a:br>
            <a:r>
              <a:rPr lang="pt-BR" altLang="pt-BR" sz="3600"/>
              <a:t>Quem nas promessas confia,</a:t>
            </a:r>
            <a:br>
              <a:rPr lang="pt-BR" altLang="pt-BR" sz="3600"/>
            </a:br>
            <a:r>
              <a:rPr lang="pt-BR" altLang="pt-BR" sz="3600"/>
              <a:t>No céu dará louvor!</a:t>
            </a:r>
            <a:r>
              <a:rPr lang="pt-BR" altLang="pt-BR" sz="1600"/>
              <a:t>	</a:t>
            </a:r>
            <a:br>
              <a:rPr lang="pt-BR" altLang="pt-BR" sz="1600"/>
            </a:br>
            <a:r>
              <a:rPr lang="pt-BR" altLang="pt-BR" sz="16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DA1446F-266F-017E-A8DB-91DFE71FD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Terra e céus ardendo,</a:t>
            </a:r>
            <a:br>
              <a:rPr lang="pt-BR" altLang="pt-BR" sz="3600" b="1" i="1"/>
            </a:br>
            <a:r>
              <a:rPr lang="pt-BR" altLang="pt-BR" sz="3600" b="1" i="1"/>
              <a:t>Os montes `stão tremendo, </a:t>
            </a:r>
            <a:br>
              <a:rPr lang="pt-BR" altLang="pt-BR" sz="3600" b="1" i="1"/>
            </a:br>
            <a:r>
              <a:rPr lang="pt-BR" altLang="pt-BR" sz="3600" b="1" i="1"/>
              <a:t>Mas, nas promessas crendo, </a:t>
            </a:r>
            <a:br>
              <a:rPr lang="pt-BR" altLang="pt-BR" sz="3600" b="1" i="1"/>
            </a:br>
            <a:r>
              <a:rPr lang="pt-BR" altLang="pt-BR" sz="3600" b="1" i="1"/>
              <a:t>Deus sempre as vai cumprir!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Apresentação na tela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Arial</vt:lpstr>
      <vt:lpstr>Design padrão</vt:lpstr>
      <vt:lpstr>377 AS PROMESSAS QUE NÃO FALHAM</vt:lpstr>
      <vt:lpstr>De Deus as santas promessas,  Hoje se cumprirão. Desde que a Deus sempre peças,  Crendo de coração. </vt:lpstr>
      <vt:lpstr>Terra e céus ardendo, Os montes `stão tremendo,  Mas, nas promessas crendo,  Deus sempre as vai cumprir!</vt:lpstr>
      <vt:lpstr>Contando Abraão as estrelas  Na vastidão dos céus,  Vendo-as brilhantes, tão belas! Creu inda mais em Deus! </vt:lpstr>
      <vt:lpstr>Terra e céus ardendo, Os montes `stão tremendo,  Mas, nas promessas crendo,  Deus sempre as vai cumprir!</vt:lpstr>
      <vt:lpstr>Se tens em ti amargura,  Firma-te, sim, em Deus,  Breve, a noite escura  Há de findar p'ros Seus. </vt:lpstr>
      <vt:lpstr>Terra e céus ardendo, Os montes `stão tremendo,  Mas, nas promessas crendo,  Deus sempre as vai cumprir!</vt:lpstr>
      <vt:lpstr>Se fores tu perseguido, Só Deus te livrará; O Filho de Deus, o Ungido,  Por ti combaterá. </vt:lpstr>
      <vt:lpstr>Terra e céus ardendo, Os montes `stão tremendo,  Mas, nas promessas crendo,  Deus sempre as vai cumprir!</vt:lpstr>
      <vt:lpstr>Se os teus se tornam inimigos,  Querem te abandonar, Cristo, o melhor dos amigos  Quer ao teu lado estar. </vt:lpstr>
      <vt:lpstr>Terra e céus ardendo, Os montes `stão tremendo,  Mas, nas promessas crendo,  Deus sempre as vai cumprir!</vt:lpstr>
      <vt:lpstr>Crê, pois a fé alivia Teu sofrimento e dor Quem nas promessas confia, No céu dará louvor!  P.L.M. </vt:lpstr>
      <vt:lpstr>Terra e céus ardendo, Os montes `stão tremendo,  Mas, nas promessas crendo,  Deus sempre as vai cumprir!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377 - AS PROMESSAS QUE NÃO FALHAM</dc:title>
  <dc:creator>Montagna</dc:creator>
  <cp:lastModifiedBy>Emerson Souza</cp:lastModifiedBy>
  <cp:revision>2</cp:revision>
  <dcterms:created xsi:type="dcterms:W3CDTF">2005-10-20T23:25:06Z</dcterms:created>
  <dcterms:modified xsi:type="dcterms:W3CDTF">2026-05-02T22:08:22Z</dcterms:modified>
</cp:coreProperties>
</file>