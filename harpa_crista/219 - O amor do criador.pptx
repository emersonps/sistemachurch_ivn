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DF7D0B-55E3-4033-5788-3B99E7E2EB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470CB86-CC63-CE61-39AE-0B4D126929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8F3C3E-747D-45F5-F580-F1210C05C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758C7E1-882E-D8E0-4C56-63E7475CB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6E3D7D4-D3B7-7854-2E19-EEECCB483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2A9FFB-28B3-4DDA-AD3A-D5B07AA2EEA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33838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21E4C1-92A8-EA32-AA81-86252F785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5850993-A80E-AEBA-3C9B-26D8A160E0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8931DE-9374-6DE3-7F8A-AA79749FB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BBBCCDE-511B-D98D-8C5A-DBBEC0C4A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23BB65-EC86-B5A1-7B05-55B3B215E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75B3D9-A01E-4D3F-950B-29C8F284E86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19187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BAA077-6535-32F4-10C1-36DDCA1C9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68EADF0-AFE5-92A9-9BD6-1FB4C1EC3B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77AA276-0670-8181-3D35-460A0110D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42BAD89-6345-A95F-E128-55CDC6D7D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3774AC4-1A68-B06C-9032-14DA9C8C1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24CA0B-6E7E-47CE-A235-6298CFE59CE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89970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AF9E0E-8F96-B0E2-B3A0-0B5FE5615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A932D47-FDAF-863C-B5DB-6C83C9C03B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4EE73F8-21F7-F4C1-3A28-CF17BAC0C5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6482ECD-4966-5849-3F6D-F172BC8D1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8FF3064-9789-579F-C281-BD9195B45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CE0C45E-5535-5187-DF0A-239D33091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E9EC6D-DCED-4520-9E26-83F319B5F6B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05569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DD2833-FB1C-3F5B-F684-BC69B37A7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1C6D626-9946-94B9-CA97-F0438F3A3C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C9169A1-6306-CA5C-131A-7546611E54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05DF074-1872-349C-552A-DB3B35FB8D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AE1E0DF-39D7-E4F4-E1BD-2755917CCB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665783C-8FD2-441D-A3EE-DA0B0C5A0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D5A9F07-AF4F-A2C8-7389-B0C9FA16F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43A91F9-A9C7-587A-DECA-5316983F2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FA6A15-908A-4A0D-826F-83AF2BFF4AF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93275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3F4D1A-446A-1AC4-9788-F20340E46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57768C5-B75A-78E4-944C-83297A07D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A23560F-50A6-701E-3559-C203A95E4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A7B62A9-B81B-90A3-571A-05AB549CD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71650A-C0DB-4DD3-B0CC-AB219D8B5F3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75539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E6BF68A-1771-5AAB-6BEC-DC5A79F37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1E23C59-253E-908A-0F17-EBE3FE55B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F3A4520-BD51-9C06-1F2D-24F5DA212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4ED85E-462B-4993-BD21-2B48537CB53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6278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A90E3D-2B7A-E093-F4D9-987596C4F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C18D743-5EEB-3A41-0E63-587222C872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39085A6-3EE2-1FA3-0621-E202C518B6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B2A90D8-D480-CE11-9547-5E208D213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F78AC8E-DDC5-2FD5-84A8-A183193D5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942F534-8749-B729-EF4E-5F4364A0A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64B0AD-F615-4F6A-9447-2C052C8954A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76407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19FFAB-4FEA-6873-5B4F-E7000B729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E8AE55A-4257-0043-C661-BB98CCF5CE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0CF56BB-3525-ED2E-1205-FAE6728844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CB9BBC8-D07C-31E7-5339-571E49E86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B1B82E9-C2CB-F940-D670-2EE8B357F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CE3CEF0-D165-758F-4E0E-8F8DCE9AA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55CE72-CC4C-46DA-896F-326A1B30449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89484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0BCCB4-C92C-DA36-2078-F1E5F46D5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A6DE783-16D5-7CF6-53C7-D098A2BDA9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E1351EB-249F-DF8D-E355-949EC48E0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7936849-1A35-5BD1-513B-2E3F2E457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5EDEE2C-3C8E-026A-E9FB-04FC73A7E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E55223-FDA2-4B31-B443-6DD4485720F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82320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03B2999-965A-AA95-3B01-0ED1E7FCD1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BA21DCC-F8E6-2FE8-3BE5-DA3C3FB69C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D1D7A4C-D15A-53C7-8DB0-4CD61300A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E4D4093-83CF-309C-1201-E2B72F2A5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BA3AA8-2418-9301-305C-3C04589EB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B61374-2E78-4F1B-93F2-F266EC46023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56406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7414F2E-E5A1-EDDC-7985-D53A35DD61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208B245-7CC3-7A04-A1A7-040289AE28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DE64B39-B845-8D70-471E-598D0E47A44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F6C9F13-6BB9-8C1B-CB97-F12564256F8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61A3E12-6E9A-1175-1691-32FE981FE59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8839EDC0-3CCE-4FCB-A93C-70665EEC1E3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BEB8EE5B-EA00-85F1-058E-094DF7497F9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219</a:t>
            </a:r>
            <a:br>
              <a:rPr lang="en-US" altLang="pt-BR" sz="4000" b="1"/>
            </a:br>
            <a:r>
              <a:rPr lang="en-US" altLang="pt-BR" sz="4000" b="1"/>
              <a:t>O AMOR DO CRIADOR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D835EF66-251E-009F-F035-1D27AC4AEA1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E7B6B621-5794-678F-DB20-50F20F1133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867400"/>
          </a:xfrm>
        </p:spPr>
        <p:txBody>
          <a:bodyPr/>
          <a:lstStyle/>
          <a:p>
            <a:r>
              <a:rPr lang="en-US" altLang="pt-BR" sz="4000" i="1"/>
              <a:t>Os raios do amor de Deus, </a:t>
            </a:r>
            <a:br>
              <a:rPr lang="en-US" altLang="pt-BR" sz="4000" i="1"/>
            </a:br>
            <a:r>
              <a:rPr lang="en-US" altLang="pt-BR" sz="4000" i="1"/>
              <a:t>Brilharam na minh’alma, </a:t>
            </a:r>
            <a:br>
              <a:rPr lang="en-US" altLang="pt-BR" sz="4000" i="1"/>
            </a:br>
            <a:r>
              <a:rPr lang="en-US" altLang="pt-BR" sz="4000" i="1"/>
              <a:t>E o fim eu vi dos dias meus, </a:t>
            </a:r>
            <a:br>
              <a:rPr lang="en-US" altLang="pt-BR" sz="4000" i="1"/>
            </a:br>
            <a:r>
              <a:rPr lang="en-US" altLang="pt-BR" sz="4000" i="1"/>
              <a:t>Também um que me salva; </a:t>
            </a:r>
            <a:br>
              <a:rPr lang="en-US" altLang="pt-BR" sz="4000" i="1"/>
            </a:br>
            <a:r>
              <a:rPr lang="en-US" altLang="pt-BR" sz="4000" i="1"/>
              <a:t>Eu tenho já do céu a luz. </a:t>
            </a:r>
            <a:br>
              <a:rPr lang="en-US" altLang="pt-BR" sz="4000" i="1"/>
            </a:br>
            <a:r>
              <a:rPr lang="en-US" altLang="pt-BR" sz="4000" i="1"/>
              <a:t>Das trevas fui liberto, </a:t>
            </a:r>
            <a:br>
              <a:rPr lang="en-US" altLang="pt-BR" sz="4000" i="1"/>
            </a:br>
            <a:r>
              <a:rPr lang="en-US" altLang="pt-BR" sz="4000" i="1"/>
              <a:t>Agora Cristo me conduz </a:t>
            </a:r>
            <a:br>
              <a:rPr lang="en-US" altLang="pt-BR" sz="4000" i="1"/>
            </a:br>
            <a:r>
              <a:rPr lang="en-US" altLang="pt-BR" sz="4000" i="1"/>
              <a:t>Nas plagas do deserto!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182D266B-C5F2-92E8-2779-FA8A8FB962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867400"/>
          </a:xfrm>
        </p:spPr>
        <p:txBody>
          <a:bodyPr/>
          <a:lstStyle/>
          <a:p>
            <a:r>
              <a:rPr lang="en-US" altLang="pt-BR" sz="4000" b="1" i="1"/>
              <a:t>O Teu amor, ó Criador,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Se revelou ali na cruz.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Quando expirou em meu lugar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Quem me salvou: - o meu Jesus.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BA3A2C46-DDA8-B7F3-651A-2FBCB99719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867400"/>
          </a:xfrm>
        </p:spPr>
        <p:txBody>
          <a:bodyPr/>
          <a:lstStyle/>
          <a:p>
            <a:r>
              <a:rPr lang="en-US" altLang="pt-BR" sz="4000" i="1"/>
              <a:t>Ao meu Jesus darei louvor, </a:t>
            </a:r>
            <a:br>
              <a:rPr lang="en-US" altLang="pt-BR" sz="4000" i="1"/>
            </a:br>
            <a:r>
              <a:rPr lang="en-US" altLang="pt-BR" sz="4000" i="1"/>
              <a:t>Pois hoje compreendo, </a:t>
            </a:r>
            <a:br>
              <a:rPr lang="en-US" altLang="pt-BR" sz="4000" i="1"/>
            </a:br>
            <a:r>
              <a:rPr lang="en-US" altLang="pt-BR" sz="4000" i="1"/>
              <a:t>Que o amor do grande Redentor,</a:t>
            </a:r>
            <a:br>
              <a:rPr lang="en-US" altLang="pt-BR" sz="4000" i="1"/>
            </a:br>
            <a:r>
              <a:rPr lang="en-US" altLang="pt-BR" sz="4000" i="1"/>
              <a:t>Vai tudo me provendo; </a:t>
            </a:r>
            <a:br>
              <a:rPr lang="en-US" altLang="pt-BR" sz="4000" i="1"/>
            </a:br>
            <a:r>
              <a:rPr lang="en-US" altLang="pt-BR" sz="4000" i="1"/>
              <a:t>Já dantes desta criação </a:t>
            </a:r>
            <a:br>
              <a:rPr lang="en-US" altLang="pt-BR" sz="4000" i="1"/>
            </a:br>
            <a:r>
              <a:rPr lang="en-US" altLang="pt-BR" sz="4000" i="1"/>
              <a:t>Jesus me preparava </a:t>
            </a:r>
            <a:br>
              <a:rPr lang="en-US" altLang="pt-BR" sz="4000" i="1"/>
            </a:br>
            <a:r>
              <a:rPr lang="en-US" altLang="pt-BR" sz="4000" i="1"/>
              <a:t>A mais perfeita salvação; </a:t>
            </a:r>
            <a:br>
              <a:rPr lang="en-US" altLang="pt-BR" sz="4000" i="1"/>
            </a:br>
            <a:r>
              <a:rPr lang="en-US" altLang="pt-BR" sz="4000" i="1"/>
              <a:t>Oh! Quanto a mim amava!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087F85A4-06C2-6A73-737A-A5412933AA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867400"/>
          </a:xfrm>
        </p:spPr>
        <p:txBody>
          <a:bodyPr/>
          <a:lstStyle/>
          <a:p>
            <a:r>
              <a:rPr lang="en-US" altLang="pt-BR" sz="4000" b="1" i="1"/>
              <a:t>O Teu amor, ó Criador,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Se revelou ali na cruz.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Quando expirou em meu lugar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Quem me salvou: - o meu Jesus.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1DF825D3-4525-84E0-8A08-663B59A61F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867400"/>
          </a:xfrm>
        </p:spPr>
        <p:txBody>
          <a:bodyPr/>
          <a:lstStyle/>
          <a:p>
            <a:r>
              <a:rPr lang="en-US" altLang="pt-BR" sz="4000" i="1"/>
              <a:t>O dom precioso de Jesus, </a:t>
            </a:r>
            <a:br>
              <a:rPr lang="en-US" altLang="pt-BR" sz="4000" i="1"/>
            </a:br>
            <a:r>
              <a:rPr lang="en-US" altLang="pt-BR" sz="4000" i="1"/>
              <a:t>Oh! Deus, me revelaste! </a:t>
            </a:r>
            <a:br>
              <a:rPr lang="en-US" altLang="pt-BR" sz="4000" i="1"/>
            </a:br>
            <a:r>
              <a:rPr lang="en-US" altLang="pt-BR" sz="4000" i="1"/>
              <a:t>E Teu amor, celeste luz, </a:t>
            </a:r>
            <a:br>
              <a:rPr lang="en-US" altLang="pt-BR" sz="4000" i="1"/>
            </a:br>
            <a:r>
              <a:rPr lang="en-US" altLang="pt-BR" sz="4000" i="1"/>
              <a:t>Em mim Tu derramaste! </a:t>
            </a:r>
            <a:br>
              <a:rPr lang="en-US" altLang="pt-BR" sz="4000" i="1"/>
            </a:br>
            <a:r>
              <a:rPr lang="en-US" altLang="pt-BR" sz="4000" i="1"/>
              <a:t>Quem medirá o amor de Deus, </a:t>
            </a:r>
            <a:br>
              <a:rPr lang="en-US" altLang="pt-BR" sz="4000" i="1"/>
            </a:br>
            <a:r>
              <a:rPr lang="en-US" altLang="pt-BR" sz="4000" i="1"/>
              <a:t>Tão santo, insondável, </a:t>
            </a:r>
            <a:br>
              <a:rPr lang="en-US" altLang="pt-BR" sz="4000" i="1"/>
            </a:br>
            <a:r>
              <a:rPr lang="en-US" altLang="pt-BR" sz="4000" i="1"/>
              <a:t>O qual enche os mais altos céus; </a:t>
            </a:r>
            <a:br>
              <a:rPr lang="en-US" altLang="pt-BR" sz="4000" i="1"/>
            </a:br>
            <a:r>
              <a:rPr lang="en-US" altLang="pt-BR" sz="4000" i="1"/>
              <a:t>Amor inesgotável!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D7CED02D-3F06-AA3C-B6CC-725298A4FB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867400"/>
          </a:xfrm>
        </p:spPr>
        <p:txBody>
          <a:bodyPr/>
          <a:lstStyle/>
          <a:p>
            <a:r>
              <a:rPr lang="en-US" altLang="pt-BR" sz="4000" b="1" i="1"/>
              <a:t>O Teu amor, ó Criador,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Se revelou ali na cruz.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Quando expirou em meu lugar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Quem me salvou: - o meu Jesus.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254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219 O AMOR DO CRIADOR </vt:lpstr>
      <vt:lpstr>Os raios do amor de Deus,  Brilharam na minh’alma,  E o fim eu vi dos dias meus,  Também um que me salva;  Eu tenho já do céu a luz.  Das trevas fui liberto,  Agora Cristo me conduz  Nas plagas do deserto! </vt:lpstr>
      <vt:lpstr>O Teu amor, ó Criador,  Se revelou ali na cruz.  Quando expirou em meu lugar  Quem me salvou: - o meu Jesus. </vt:lpstr>
      <vt:lpstr>Ao meu Jesus darei louvor,  Pois hoje compreendo,  Que o amor do grande Redentor, Vai tudo me provendo;  Já dantes desta criação  Jesus me preparava  A mais perfeita salvação;  Oh! Quanto a mim amava! </vt:lpstr>
      <vt:lpstr>O Teu amor, ó Criador,  Se revelou ali na cruz.  Quando expirou em meu lugar  Quem me salvou: - o meu Jesus. </vt:lpstr>
      <vt:lpstr>O dom precioso de Jesus,  Oh! Deus, me revelaste!  E Teu amor, celeste luz,  Em mim Tu derramaste!  Quem medirá o amor de Deus,  Tão santo, insondável,  O qual enche os mais altos céus;  Amor inesgotável! </vt:lpstr>
      <vt:lpstr>O Teu amor, ó Criador,  Se revelou ali na cruz.  Quando expirou em meu lugar  Quem me salvou: - o meu Jesus.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219 O AMOR DO CRIADOR </dc:title>
  <dc:creator>Junior</dc:creator>
  <cp:lastModifiedBy>Emerson Souza</cp:lastModifiedBy>
  <cp:revision>1</cp:revision>
  <dcterms:created xsi:type="dcterms:W3CDTF">2005-12-23T22:04:46Z</dcterms:created>
  <dcterms:modified xsi:type="dcterms:W3CDTF">2026-05-02T21:55:08Z</dcterms:modified>
</cp:coreProperties>
</file>