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24D06-2EEF-8EFA-DDE0-81BBB0DD1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D5FDAC-1C10-0070-4288-9C1F2A4FB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A9B3E5-45EE-6D61-29A2-CDA4877A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3D21D5-C3FA-E509-19AC-C37CD51A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90CD3F-20F1-3AE3-6404-06C7FB25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AA8E1F-2F78-4C6F-B288-69ECAA68BC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7993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6C6546-4380-00A7-14C1-84459AB01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36DAB4-AB33-4439-C763-FB9D20626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3A7B4B-2FD2-18F6-D0B3-E2AACED5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E57BEE-B55B-BEAC-23AC-667542046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B11751-4B53-F5D1-2050-2919FA25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5ECE6-588C-41AA-8B20-EAF747CD4F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540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A6976-189F-CE95-B869-2920C389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3F8A5B-DAF3-46C4-ED54-F87028188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48F16-A4AC-0266-4615-037885F66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3F2A0-8D21-7444-ABD3-827CF32C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E41C47-71D4-45C2-F20F-C702BDDD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C37C7E-846B-44CC-945B-A0C3F81296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5694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9CD51-6301-4E46-4286-1A6CD71E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E41544-E4DB-1341-9B9C-BBBBAFFF5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EC352E-2AA4-3CCC-B3D7-EAE34C9B6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5B18D3-D439-5944-4F46-AC86F401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F5F79F-7B57-1E86-23B6-9485D3ED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F84589-838D-A46C-B816-95B933CE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054EDE-AABA-44A9-A607-75CCE6FCA3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30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C8020-95F9-0B7E-C8D6-F5594525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77A83C-0082-9016-7B63-B01FF3108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0C7F63-4D78-8C57-8AEF-009605B2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70FA0F3-678B-AA7E-48E2-E19E4B2DA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BD51142-5773-3D9D-3F4A-8ECC3315B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7F2DB6-5D27-40BC-A5F4-FE6D935E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C049CD-AE9A-FA1F-2ED5-AFDBA6E1F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72FA37-F2CC-F774-042E-5F714278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3A6F9-AEB4-4806-8018-D410EFC2B0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3090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B3745-04CD-5D62-2330-1663D00D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5C2A9BC-0BB5-2F61-F766-2DBE07BFE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72C5A7-0484-CDF9-1F21-260411B3E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D87D4D-B590-DDD2-1FD2-33C46520C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D830D6-5DDB-4508-844A-DA3D0BDDC4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0136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38F3FA-26EC-B115-04C7-C38EE4508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94E37D-0193-8B0E-3F8C-76DB404BC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7ED96B-831D-CB19-6E46-145A9D2C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BD1161-6B42-4C91-A75F-CC13E30C1A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914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42AF7-B16E-C0B7-0C01-79A1B06D5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836BBD-78A9-C948-49EC-84256E5FA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8D9670-5465-4CE1-6C58-5892B8CD6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95BF7E-4300-4949-9267-245AB5C4D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B0D0CE-35D8-91D3-A47D-BFFB8A52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8EDDE1-2A19-C7F4-2118-726671C7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5B3AFD-C7DA-4B56-B5CF-C4D9CAE503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040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5CE41-AD96-6614-2F16-915BA066B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9C917A-B776-1351-DE2D-BB09415A2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D491CB-F8E7-F301-E2D4-8487CC091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213F70-CDDB-0F3B-0F30-073AF404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64FDAA-DEC2-8B05-930A-A930230C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5FFD0D-0969-F727-47E3-8503A956C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78587-4B06-4D8C-A341-A33B15946E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2539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7F790-9BEE-46FC-6BEE-ADF0AD5A4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084014-960E-ABC7-3E56-7919DCCF9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4CDF3B-F3AA-FEAB-369A-FEF71E55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00EC67-1F99-DCE0-4AAD-8E5A5A00E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11A55A-8D3F-BFC8-1811-D0236B6A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7455A6-8ECA-4BD1-BF87-BDCB301062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0668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627CA5-6D59-AF98-CB85-40D4EF3A2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C78B0D-211C-555D-B154-AAF635E21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E3CE3A-92B9-7C20-DE39-82C48B9C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B4AAC1-F647-E7DD-1C55-D326015A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CAB12-05F0-F676-E775-ED8D326D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7AC3C-F845-4900-9680-8FB1DDEC9E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250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B512F5-C6D7-10D4-B1F3-980F777CE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58475F2-9B45-2A93-51C2-E349864AD2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2E36005-61EE-AD8C-682E-740A6F4FC59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6F6D14-27FA-5AD9-48DD-5C6439CEAD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1524EC2-BEE3-9200-57F1-46F2BD89C2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CFBB8A7-C955-41FE-B078-E0346F86F82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6137A97-2481-9C64-7557-D5B1D532569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51</a:t>
            </a:r>
            <a:br>
              <a:rPr lang="en-US" altLang="pt-BR" sz="4000" b="1" i="1"/>
            </a:br>
            <a:r>
              <a:rPr lang="en-US" altLang="pt-BR" sz="4000" b="1" i="1"/>
              <a:t>ADORAÇÃO RECONHECIDA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6C42273-66D9-7982-05AE-A725277848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3E70C84-3DFD-5670-71EB-96C97B53A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Ó minh'alma, sem demora, </a:t>
            </a:r>
            <a:br>
              <a:rPr lang="en-US" altLang="pt-BR" sz="4000" i="1"/>
            </a:br>
            <a:r>
              <a:rPr lang="en-US" altLang="pt-BR" sz="4000" i="1"/>
              <a:t>Ergue-te para entoar, </a:t>
            </a:r>
            <a:br>
              <a:rPr lang="en-US" altLang="pt-BR" sz="4000" i="1"/>
            </a:br>
            <a:r>
              <a:rPr lang="en-US" altLang="pt-BR" sz="4000" i="1"/>
              <a:t>Os louvores do teu Cristo, </a:t>
            </a:r>
            <a:br>
              <a:rPr lang="en-US" altLang="pt-BR" sz="4000" i="1"/>
            </a:br>
            <a:r>
              <a:rPr lang="en-US" altLang="pt-BR" sz="4000" i="1"/>
              <a:t>E Seu nome celebrar! </a:t>
            </a:r>
            <a:br>
              <a:rPr lang="en-US" altLang="pt-BR" sz="4000" i="1"/>
            </a:br>
            <a:r>
              <a:rPr lang="en-US" altLang="pt-BR" sz="4000" i="1"/>
              <a:t>P'ra remir-te, p'ra remir-te, </a:t>
            </a:r>
            <a:br>
              <a:rPr lang="en-US" altLang="pt-BR" sz="4000" i="1"/>
            </a:br>
            <a:r>
              <a:rPr lang="en-US" altLang="pt-BR" sz="4000" i="1"/>
              <a:t>Sua vida Ele quis dar!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9FE18F8-6A0F-AE8F-CA44-7FD84B27A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Minha condição tão triste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Conheceu meu Salvador; </a:t>
            </a:r>
            <a:br>
              <a:rPr lang="en-US" altLang="pt-BR" sz="4000" i="1"/>
            </a:br>
            <a:r>
              <a:rPr lang="en-US" altLang="pt-BR" sz="4000" i="1"/>
              <a:t>Que dos céus desceu à terra,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ser meu Redentor! </a:t>
            </a:r>
            <a:br>
              <a:rPr lang="en-US" altLang="pt-BR" sz="4000" i="1"/>
            </a:br>
            <a:r>
              <a:rPr lang="en-US" altLang="pt-BR" sz="4000" i="1"/>
              <a:t>Oh! Quão grande! Oh! Quão grande!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o amor de meu Senhor!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62FD5DF-ABB5-FA49-DE8B-02DB46BE7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Condenado, justamente, </a:t>
            </a:r>
            <a:br>
              <a:rPr lang="en-US" altLang="pt-BR" sz="4000" i="1"/>
            </a:br>
            <a:r>
              <a:rPr lang="en-US" altLang="pt-BR" sz="4000" i="1"/>
              <a:t>Que podia eu fazer, </a:t>
            </a:r>
            <a:br>
              <a:rPr lang="en-US" altLang="pt-BR" sz="4000" i="1"/>
            </a:br>
            <a:r>
              <a:rPr lang="en-US" altLang="pt-BR" sz="4000" i="1"/>
              <a:t>Dessa pena p'ra livrar-me, </a:t>
            </a:r>
            <a:br>
              <a:rPr lang="en-US" altLang="pt-BR" sz="4000" i="1"/>
            </a:br>
            <a:r>
              <a:rPr lang="en-US" altLang="pt-BR" sz="4000" i="1"/>
              <a:t>O perdão p’ra merecer?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Seu sangue, o Seu sangue, </a:t>
            </a:r>
            <a:br>
              <a:rPr lang="en-US" altLang="pt-BR" sz="4000" i="1"/>
            </a:br>
            <a:r>
              <a:rPr lang="en-US" altLang="pt-BR" sz="4000" i="1"/>
              <a:t>Quis Jesus por mim verter!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FA2FB34-1CC8-57C0-8F58-84AC7CC87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Com meus crimes carregado, </a:t>
            </a:r>
            <a:br>
              <a:rPr lang="en-US" altLang="pt-BR" sz="4000" i="1"/>
            </a:br>
            <a:r>
              <a:rPr lang="en-US" altLang="pt-BR" sz="4000" i="1"/>
              <a:t>Lá na cruz, em meu lugar,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Foi Jesus crucificado, </a:t>
            </a:r>
            <a:br>
              <a:rPr lang="en-US" altLang="pt-BR" sz="4000" i="1"/>
            </a:br>
            <a:r>
              <a:rPr lang="en-US" altLang="pt-BR" sz="4000" i="1"/>
              <a:t>A minh'alma pra salvar; </a:t>
            </a:r>
            <a:br>
              <a:rPr lang="en-US" altLang="pt-BR" sz="4000" i="1"/>
            </a:br>
            <a:r>
              <a:rPr lang="en-US" altLang="pt-BR" sz="4000" i="1"/>
              <a:t>Vinde todos! Vinde todos, </a:t>
            </a:r>
            <a:br>
              <a:rPr lang="en-US" altLang="pt-BR" sz="4000" i="1"/>
            </a:br>
            <a:r>
              <a:rPr lang="en-US" altLang="pt-BR" sz="4000" i="1"/>
              <a:t>Já comigo, O adorar!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51 ADORAÇÃO RECONHECIDA </vt:lpstr>
      <vt:lpstr>Ó minh'alma, sem demora,  Ergue-te para entoar,  Os louvores do teu Cristo,  E Seu nome celebrar!  P'ra remir-te, p'ra remir-te,  Sua vida Ele quis dar! </vt:lpstr>
      <vt:lpstr>Minha condição tão triste  Conheceu meu Salvador;  Que dos céus desceu à terra,  Para ser meu Redentor!  Oh! Quão grande! Oh! Quão grande!  E o amor de meu Senhor!   </vt:lpstr>
      <vt:lpstr>Condenado, justamente,  Que podia eu fazer,  Dessa pena p'ra livrar-me,  O perdão p’ra merecer?  O Seu sangue, o Seu sangue,  Quis Jesus por mim verter! </vt:lpstr>
      <vt:lpstr>Com meus crimes carregado,  Lá na cruz, em meu lugar,  Foi Jesus crucificado,  A minh'alma pra salvar;  Vinde todos! Vinde todos,  Já comigo, O adorar!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51 ADORAÇÃO RECONHECIDA </dc:title>
  <dc:creator>Junior</dc:creator>
  <cp:lastModifiedBy>Emerson Souza</cp:lastModifiedBy>
  <cp:revision>1</cp:revision>
  <dcterms:created xsi:type="dcterms:W3CDTF">2005-12-23T02:08:10Z</dcterms:created>
  <dcterms:modified xsi:type="dcterms:W3CDTF">2026-05-02T21:41:10Z</dcterms:modified>
</cp:coreProperties>
</file>