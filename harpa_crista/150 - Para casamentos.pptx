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4BB7C-324E-B247-4F66-335280B95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6F96E4-7C02-5516-220B-A638B6975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552A54-7F57-5C16-54A3-B61D0F82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23D403-3A93-AB5D-05F0-CDDF48EA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F60A26-76B0-D7FE-C553-89B7A271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EDF8ED-07BF-452F-8464-B68094B6C3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2520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DEACA-1689-9629-574C-0645A181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256B55-173B-49F9-0EAB-2C05F0D55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6CCC11-72C3-FFFB-6A1F-C5B14EC5E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94E727-98AB-84A9-85EE-B4A6A9FD5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DD9DA0-DCE8-4D88-6347-A71BE99A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54B29D-EA54-4ECB-B2D7-C5BA70FF24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982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9978F-DFD1-66D7-39BB-D41011F3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EDD062-338A-71C8-D628-AD5D8C5C1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BEB5D7-D1C7-69AF-A7D4-2609798A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839F01-742A-EE80-BB78-52EF0612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0C7D48-7DDC-865B-F34D-8E4D1DE0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AA1E10-6463-4D96-83EA-C6AEAC27BB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7775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65769-F1FC-06D5-1391-0803F1235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D5D9B6-0175-A6C4-91D0-72E4691FD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1E5FF6-2B59-A727-D813-6DA5B44BD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4642C4-E7E9-0D94-9E04-DE6C3292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6245A7-CC89-A9A1-D852-948FAD4F3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308737-3F3D-D264-8DA5-F9E09085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0AAA71-8AAA-4A26-B16A-CDAF5FB15D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655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6A517-5899-1C8B-A69C-60EAD6CCE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866A7C-581D-C7F3-E6F6-E042C7F83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6F8CB1-07C5-3B66-C74D-D5CB1E77F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61E1FD7-F694-7119-5D95-D64540CE1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8BA97E-7C0A-1CDB-114C-5D9EBE645C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D22F953-A51E-1038-00B3-A5F33006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A49DA33-2239-407A-2179-FDA86C68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81D78B-FD37-466E-8A8F-89F57CB31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F346AF-8697-4165-B795-2ED8EFCB1A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8875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7F959-B817-8CF8-A960-2F2538ED7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7F0326A-E2BE-466D-0E2E-C1DC8BB99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B7C3F8-068A-A78A-A18F-A5BA0EC05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EF3960-4AD5-39E6-75D8-74034F7A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04D2F0-5EA7-4929-8D79-0A79CF4AA4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934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01A10EE-EBC6-D528-EE87-BE3103F51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34CA061-2509-0B80-8372-CACC4720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FE0AF4-F8E9-0CB5-4101-BC8F3853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30781B-83B5-4C21-B585-4ADD4D4481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949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0B854-996D-EC6A-B557-29D0E22A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67C606-E230-9EF0-B2AA-0F4F293EC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FBC3E4-DD1F-9C68-5CF7-857D78CB1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D899E8-7093-799D-54AD-ED1FB398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012877-604F-F12B-8C61-987626E05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34D683-CABB-2C44-F26C-E670783E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F3443C-FAF5-4570-AAF5-451E37481F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3153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ECEF-71EF-3B4A-A87B-EC06FC2D9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0628D7-A19D-8D66-0036-0B5649D2A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A328A3-3E3C-A5ED-FB16-60196D4CC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D51953-9DB3-E90B-7ADB-BB5E7E22B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8012A5-D9FC-5E39-8009-806B4A6C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68BF67-9377-5DC9-5B54-96B26304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C70B08-0924-431B-BA6A-F9BEECDB3B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026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038CF-104E-97BD-C235-4F1749D9F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910875B-F114-2BD4-EF62-9D5F63C0B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3ECFEF-1FE7-3B9D-ACEA-7D37A508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92A579-7C93-9ED7-CB03-1D1F6F481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ACF4AF-88CA-1439-8558-425ADAB8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215B4D-D8FE-4365-8CA3-7B8A403A43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005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B53FB1-9C58-9472-F9D6-0007FC259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EC2717-7DF8-9FE8-FA47-B111E20DE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5C9BC3-4FD5-4CFC-1A7F-F8E1B837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6919B2-3333-BB47-6538-199A6578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B64CD4-FDF0-7513-13E5-0D6B2C7F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CC8CDD-F0E0-4FBD-A179-2CA9350778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205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12C5E37-3E56-BC35-A34F-C1AE80F32D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61E68C5-9280-7355-A096-8ED308502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62235EF-C701-FDF5-1E55-EE6540ED4AD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6F69D8-2687-544C-B6D9-64070F4997A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6B33381-8352-FEC4-6D34-C088D587A2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C1BF96D-1FC5-4EEB-8F34-4847F7FE963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514969F-D171-DD7A-9E6A-F71C03A9EE2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/>
              <a:t> </a:t>
            </a:r>
            <a:r>
              <a:rPr lang="en-US" altLang="pt-BR" sz="4400" b="1" i="1"/>
              <a:t>150</a:t>
            </a:r>
            <a:br>
              <a:rPr lang="en-US" altLang="pt-BR" sz="4400" b="1" i="1"/>
            </a:br>
            <a:r>
              <a:rPr lang="en-US" altLang="pt-BR" sz="4400" b="1" i="1"/>
              <a:t>PARA CASAMENTOS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4EECCF5-D1EC-1187-3C3D-A6DB2C53CF6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6A0DCE8-DAAF-D84E-6E08-31713BC6E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Cheios de contentamento </a:t>
            </a:r>
            <a:br>
              <a:rPr lang="en-US" altLang="pt-BR" sz="4000" i="1"/>
            </a:br>
            <a:r>
              <a:rPr lang="en-US" altLang="pt-BR" sz="4000" i="1"/>
              <a:t>Estamos, Senhor amado, </a:t>
            </a:r>
            <a:br>
              <a:rPr lang="en-US" altLang="pt-BR" sz="4000" i="1"/>
            </a:br>
            <a:r>
              <a:rPr lang="en-US" altLang="pt-BR" sz="4000" i="1"/>
              <a:t>Porque é o casamento </a:t>
            </a:r>
            <a:br>
              <a:rPr lang="en-US" altLang="pt-BR" sz="4000" i="1"/>
            </a:br>
            <a:r>
              <a:rPr lang="en-US" altLang="pt-BR" sz="4000" i="1"/>
              <a:t>Um Teu bom mandado.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3E7F8C8-BC4C-88F5-E4AF-BEB274226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Aos noivos dá proteção,</a:t>
            </a:r>
            <a:r>
              <a:rPr lang="en-US" altLang="pt-BR" sz="4000" i="1"/>
              <a:t> </a:t>
            </a:r>
            <a:r>
              <a:rPr lang="en-US" altLang="pt-BR" sz="4000" b="1" i="1"/>
              <a:t>Concedendo o Teu amor,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Para eles em união,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Viverem p’ra Teu louvor.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CD2734C-A149-EDA9-B0BB-BE5FE7182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Faze viverem guardados </a:t>
            </a:r>
            <a:br>
              <a:rPr lang="en-US" altLang="pt-BR" sz="4000" i="1"/>
            </a:br>
            <a:r>
              <a:rPr lang="en-US" altLang="pt-BR" sz="4000" i="1"/>
              <a:t>Na Tua santa doutrina </a:t>
            </a:r>
            <a:br>
              <a:rPr lang="en-US" altLang="pt-BR" sz="4000" i="1"/>
            </a:br>
            <a:r>
              <a:rPr lang="en-US" altLang="pt-BR" sz="4000" i="1"/>
              <a:t>E só andarem guiados </a:t>
            </a:r>
            <a:br>
              <a:rPr lang="en-US" altLang="pt-BR" sz="4000" i="1"/>
            </a:br>
            <a:r>
              <a:rPr lang="en-US" altLang="pt-BR" sz="4000" i="1"/>
              <a:t>Por Tua mão divina.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12D01AF-046A-8C07-B84A-902464B01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Aos noivos dá proteção,</a:t>
            </a:r>
            <a:r>
              <a:rPr lang="en-US" altLang="pt-BR" sz="4000" i="1"/>
              <a:t> </a:t>
            </a:r>
            <a:r>
              <a:rPr lang="en-US" altLang="pt-BR" sz="4000" b="1" i="1"/>
              <a:t>Concedendo o Teu amor,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Para eles em união,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Viverem p’ra Teu louvor.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9D8A3DC-3C2A-A368-A047-C4B166A35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Confirma esta aliança, </a:t>
            </a:r>
            <a:br>
              <a:rPr lang="en-US" altLang="pt-BR" sz="4000" i="1"/>
            </a:br>
            <a:r>
              <a:rPr lang="en-US" altLang="pt-BR" sz="4000" i="1"/>
              <a:t>Nós Te pedimos ainda, </a:t>
            </a:r>
            <a:br>
              <a:rPr lang="en-US" altLang="pt-BR" sz="4000" i="1"/>
            </a:br>
            <a:r>
              <a:rPr lang="en-US" altLang="pt-BR" sz="4000" i="1"/>
              <a:t>Enchendo-os da esperança </a:t>
            </a:r>
            <a:br>
              <a:rPr lang="en-US" altLang="pt-BR" sz="4000" i="1"/>
            </a:br>
            <a:r>
              <a:rPr lang="en-US" altLang="pt-BR" sz="4000" i="1"/>
              <a:t>Da Tua santa vinda.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CBDE438-FE73-32F8-5360-AA0918AD0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Aos noivos dá proteção,</a:t>
            </a:r>
            <a:r>
              <a:rPr lang="en-US" altLang="pt-BR" sz="4000" i="1"/>
              <a:t> </a:t>
            </a:r>
            <a:r>
              <a:rPr lang="en-US" altLang="pt-BR" sz="4000" b="1" i="1"/>
              <a:t>Concedendo o Teu amor,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Para eles em união,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Viverem p’ra Teu louvor.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 150 PARA CASAMENTOS</vt:lpstr>
      <vt:lpstr>Cheios de contentamento  Estamos, Senhor amado,  Porque é o casamento  Um Teu bom mandado. </vt:lpstr>
      <vt:lpstr>Aos noivos dá proteção, Concedendo o Teu amor,  Para eles em união,  Viverem p’ra Teu louvor. </vt:lpstr>
      <vt:lpstr>Faze viverem guardados  Na Tua santa doutrina  E só andarem guiados  Por Tua mão divina. </vt:lpstr>
      <vt:lpstr>Aos noivos dá proteção, Concedendo o Teu amor,  Para eles em união,  Viverem p’ra Teu louvor. </vt:lpstr>
      <vt:lpstr>Confirma esta aliança,  Nós Te pedimos ainda,  Enchendo-os da esperança  Da Tua santa vinda. </vt:lpstr>
      <vt:lpstr>Aos noivos dá proteção, Concedendo o Teu amor,  Para eles em união,  Viverem p’ra Teu louvor.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150 PARA CASAMENTOS</dc:title>
  <dc:creator>Junior</dc:creator>
  <cp:lastModifiedBy>Emerson Souza</cp:lastModifiedBy>
  <cp:revision>1</cp:revision>
  <dcterms:created xsi:type="dcterms:W3CDTF">2005-12-23T15:34:12Z</dcterms:created>
  <dcterms:modified xsi:type="dcterms:W3CDTF">2026-05-02T21:49:18Z</dcterms:modified>
</cp:coreProperties>
</file>