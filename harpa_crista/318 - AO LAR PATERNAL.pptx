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9E343-4E83-0275-96B6-B19DD2FD4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9811EF-0F55-CEFD-83AB-25044431F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55782A-713D-C508-D011-FB07390B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AA72E0-C48A-B46C-B8EE-51F67A08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30C403-0D38-72D5-C481-92F127C7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D156E-671A-4987-A186-8DBB3BFEF2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711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3B1F3-02F9-9130-E525-29D37F3F5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96F6DB-BDA1-66D3-4617-535704BF8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AD580E-0D62-55A9-F8E7-22823105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DA0D5C-CBE5-055D-83EE-7755721D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675E7B-01D9-6A8E-026E-8B20A42A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00301A-AF3D-4732-9B0B-F449C28609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919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54A9F-863D-CAD0-B571-9384E6C2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1B0D6-0D1F-FF6C-9765-BA9617902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29DA19-7F70-3910-839D-1A9450A2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A9BA73-4294-F1AC-BDFC-7D9BEE35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EFEFFA-37B3-4432-DD3E-F56FD09A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57D846-DB75-4175-B3E8-A9FA3E61F4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164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D8AF-F346-B45C-01BF-3CC37F34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854D3C-9B08-6420-F2AC-4C8569B35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06100A-628E-6E89-73F1-2F9B4D2F5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0A1F41-D0B2-DD95-4B99-0F360224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FA3BA7-D08C-02D5-7DC9-55179FB1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8F756C-FC26-D0FB-4D0D-072B1508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3F1C3-677E-4619-904C-3F8CE92CDA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011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E5BE1-47EB-317B-2805-BAD1BE36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CB07F5-1995-45F8-2950-44C9F7FF4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EFF32D-F9AE-AF5E-C8BA-E0DCF2387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51EE71-EFDE-7A71-E2CC-D40A5D7B6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3FBB22-F97A-386E-564D-4BEE24ACC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8ECA9A-D2D6-69BB-AD9F-719CB03A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E14F2B-ED3D-DE11-5404-1EB73B1F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65D2926-4BCC-B92E-ECAD-CD522108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35CC3-937C-4406-A366-21C9152DA3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917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CC53A-9453-32F4-8328-100AB2C2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CE7D29F-8A51-5F3C-03FE-55864191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7C4348-C05C-25EA-E7DE-73A37D11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CFF548-8CA0-0CA9-6144-D923E258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145903-7A84-47BE-AEE6-39BEEA36CF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90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15D4316-FB56-F896-3D0F-FA7BC562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01A198-28BD-055A-F56D-5CBA4D18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2165DC-0993-ED33-7AA2-B74B3A84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CF4DD-348E-456E-9193-49116E9E3F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708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9AF4D-604F-832A-A275-82E2E4A6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C6C3F1-8B88-D8D1-B676-A96C70BBF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BD4FBF-D542-CE00-5665-2F9F2237D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69D352-06CD-E1F1-A776-555F7611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549222-9F63-7BFB-599D-C1735E544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7BD8B4-DFAD-93B5-B555-0D5B0F8E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D26A4-2EF5-4D05-AA03-5613E05079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152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A4B9A-FE7D-FD8B-5205-7C7033F8E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F37524-1D20-7222-D835-E9A82709D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1AE881-08FB-2D25-3457-0C3DC943C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0B1744-B049-FD38-4123-4E916320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835642-FC7F-303D-70A1-731DE646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090AA6-073A-B51C-8B9E-F8482919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E1EA9-0882-4486-8587-4200F0890E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5039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15CA1-5B8C-B6C6-584D-7AEEFC15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857E85-92D9-7A12-54EF-7B4AB7A6D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819B8C-F6FF-FD0D-3F19-B4CB38B54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00DD1B-CF2F-859C-C770-81E70E43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59C162-3E83-EA1F-1774-44306182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7704B-9E3E-4BDF-BA24-4CB8D852C6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4635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56D84D-325C-3D7A-CF66-0E712ED7D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A20992-75A5-6B2B-CEC2-019454EA2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31F42B-49DA-D394-2491-5122585D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8D0E77-1DEC-FE96-AE4B-37102723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687DDA-4F53-68E1-E46F-E994F1AA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547AC-525F-44EA-89D8-A146FFFFD2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8214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E09B90-430F-E7B7-D7B5-45000C83A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6B8D57-8975-13E1-59C9-4B7AFBE5B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20719FC-6E33-40DD-42B6-EB0D34DC2D6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BA2C966-A01F-AC9A-B806-BCED67D5E36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41B72A-A433-5690-7941-A818A694A3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546C8E2-C577-4747-8196-599B39DCA9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8CE640C-A4DC-658A-9044-0AEF36EBCD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318</a:t>
            </a:r>
            <a:br>
              <a:rPr lang="pt-BR" altLang="pt-BR" sz="4400" b="1"/>
            </a:br>
            <a:r>
              <a:rPr lang="pt-BR" altLang="pt-BR" sz="4400" b="1"/>
              <a:t>AO LAR PATERNAL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6DF8668-A1E1-14D4-107B-76F714DEE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Quero vos contar a história dum varão, </a:t>
            </a:r>
            <a:br>
              <a:rPr lang="pt-BR" altLang="pt-BR" sz="3600"/>
            </a:br>
            <a:r>
              <a:rPr lang="pt-BR" altLang="pt-BR" sz="3600"/>
              <a:t>Que Jesus outrora relatou,</a:t>
            </a:r>
            <a:br>
              <a:rPr lang="pt-BR" altLang="pt-BR" sz="3600"/>
            </a:br>
            <a:r>
              <a:rPr lang="pt-BR" altLang="pt-BR" sz="3600"/>
              <a:t>O qual tinha dois filhos em feliz mansão, </a:t>
            </a:r>
            <a:br>
              <a:rPr lang="pt-BR" altLang="pt-BR" sz="3600"/>
            </a:br>
            <a:r>
              <a:rPr lang="pt-BR" altLang="pt-BR" sz="3600"/>
              <a:t>Té que o mais jovem o deixou.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1643D03-2996-CB4F-28E0-F1E09B457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Filho desleal ao lar paternal, </a:t>
            </a:r>
            <a:br>
              <a:rPr lang="pt-BR" altLang="pt-BR" sz="3600" b="1" i="1"/>
            </a:br>
            <a:r>
              <a:rPr lang="pt-BR" altLang="pt-BR" sz="3600" b="1" i="1"/>
              <a:t>Queiras hoje regressar!</a:t>
            </a:r>
            <a:br>
              <a:rPr lang="pt-BR" altLang="pt-BR" sz="3600" b="1" i="1"/>
            </a:br>
            <a:r>
              <a:rPr lang="pt-BR" altLang="pt-BR" sz="3600" b="1" i="1"/>
              <a:t>Pois o Pai está por ti esperando lá; </a:t>
            </a:r>
            <a:br>
              <a:rPr lang="pt-BR" altLang="pt-BR" sz="3600" b="1" i="1"/>
            </a:br>
            <a:r>
              <a:rPr lang="pt-BR" altLang="pt-BR" sz="3600" b="1" i="1"/>
              <a:t>Pecador, ó volta p'ra teu lar!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D7D023B-02F4-6477-8D61-3FC57A5BD7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O mais moço disse ao seu bondoso pai: </a:t>
            </a:r>
            <a:br>
              <a:rPr lang="pt-BR" altLang="pt-BR" sz="3600"/>
            </a:br>
            <a:r>
              <a:rPr lang="pt-BR" altLang="pt-BR" sz="3600"/>
              <a:t>"A herança minha queiras dar";</a:t>
            </a:r>
            <a:br>
              <a:rPr lang="pt-BR" altLang="pt-BR" sz="3600"/>
            </a:br>
            <a:r>
              <a:rPr lang="pt-BR" altLang="pt-BR" sz="3600"/>
              <a:t>E a sua fazenda, alegremente vai </a:t>
            </a:r>
            <a:br>
              <a:rPr lang="pt-BR" altLang="pt-BR" sz="3600"/>
            </a:br>
            <a:r>
              <a:rPr lang="pt-BR" altLang="pt-BR" sz="3600"/>
              <a:t>Num país distante desfrutar.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31794F8-BF07-77AF-1C0E-0C2A8C5C8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Filho desleal ao lar paternal, </a:t>
            </a:r>
            <a:br>
              <a:rPr lang="pt-BR" altLang="pt-BR" sz="3600" b="1" i="1"/>
            </a:br>
            <a:r>
              <a:rPr lang="pt-BR" altLang="pt-BR" sz="3600" b="1" i="1"/>
              <a:t>Queiras hoje regressar!</a:t>
            </a:r>
            <a:br>
              <a:rPr lang="pt-BR" altLang="pt-BR" sz="3600" b="1" i="1"/>
            </a:br>
            <a:r>
              <a:rPr lang="pt-BR" altLang="pt-BR" sz="3600" b="1" i="1"/>
              <a:t>Pois o Pai está por ti esperando lá; </a:t>
            </a:r>
            <a:br>
              <a:rPr lang="pt-BR" altLang="pt-BR" sz="3600" b="1" i="1"/>
            </a:br>
            <a:r>
              <a:rPr lang="pt-BR" altLang="pt-BR" sz="3600" b="1" i="1"/>
              <a:t>Pecador, ó volta p'ra teu lar!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6B3BAB2-5DE4-5A9E-100B-0BC4A66B8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O incauto jovem os seus bens esbanjou </a:t>
            </a:r>
            <a:br>
              <a:rPr lang="pt-BR" altLang="pt-BR" sz="3600"/>
            </a:br>
            <a:r>
              <a:rPr lang="pt-BR" altLang="pt-BR" sz="3600"/>
              <a:t>Com seus camaradas, no prazer;</a:t>
            </a:r>
            <a:br>
              <a:rPr lang="pt-BR" altLang="pt-BR" sz="3600"/>
            </a:br>
            <a:r>
              <a:rPr lang="pt-BR" altLang="pt-BR" sz="3600"/>
              <a:t>Eis que vindo a fome, do seu pai se lembrou </a:t>
            </a:r>
            <a:br>
              <a:rPr lang="pt-BR" altLang="pt-BR" sz="3600"/>
            </a:br>
            <a:r>
              <a:rPr lang="pt-BR" altLang="pt-BR" sz="3600"/>
              <a:t>Que pudera sempre o suster.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2D95648-CB04-9DFE-6122-F0445DF99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Filho desleal ao lar paternal, </a:t>
            </a:r>
            <a:br>
              <a:rPr lang="pt-BR" altLang="pt-BR" sz="3600" b="1" i="1"/>
            </a:br>
            <a:r>
              <a:rPr lang="pt-BR" altLang="pt-BR" sz="3600" b="1" i="1"/>
              <a:t>Queiras hoje regressar!</a:t>
            </a:r>
            <a:br>
              <a:rPr lang="pt-BR" altLang="pt-BR" sz="3600" b="1" i="1"/>
            </a:br>
            <a:r>
              <a:rPr lang="pt-BR" altLang="pt-BR" sz="3600" b="1" i="1"/>
              <a:t>Pois o Pai está por ti esperando lá; </a:t>
            </a:r>
            <a:br>
              <a:rPr lang="pt-BR" altLang="pt-BR" sz="3600" b="1" i="1"/>
            </a:br>
            <a:r>
              <a:rPr lang="pt-BR" altLang="pt-BR" sz="3600" b="1" i="1"/>
              <a:t>Pecador, ó volta p'ra teu lar!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600FF3C-F15D-6523-1D5E-CEE104D35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O perdido filho, ao lar por fim, voltou, </a:t>
            </a:r>
            <a:br>
              <a:rPr lang="pt-BR" altLang="pt-BR" sz="3600"/>
            </a:br>
            <a:r>
              <a:rPr lang="pt-BR" altLang="pt-BR" sz="3600"/>
              <a:t>Mui arrependido do que fez;</a:t>
            </a:r>
            <a:br>
              <a:rPr lang="pt-BR" altLang="pt-BR" sz="3600"/>
            </a:br>
            <a:r>
              <a:rPr lang="pt-BR" altLang="pt-BR" sz="3600"/>
              <a:t>E o pai contente, amoroso o beijou, </a:t>
            </a:r>
            <a:br>
              <a:rPr lang="pt-BR" altLang="pt-BR" sz="3600"/>
            </a:br>
            <a:r>
              <a:rPr lang="pt-BR" altLang="pt-BR" sz="3600"/>
              <a:t>Pois seu filho via outra vez!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CB92816-6D0D-0917-82B6-07536E1D7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Filho desleal ao lar paternal, </a:t>
            </a:r>
            <a:br>
              <a:rPr lang="pt-BR" altLang="pt-BR" sz="3600" b="1" i="1"/>
            </a:br>
            <a:r>
              <a:rPr lang="pt-BR" altLang="pt-BR" sz="3600" b="1" i="1"/>
              <a:t>Queiras hoje regressar!</a:t>
            </a:r>
            <a:br>
              <a:rPr lang="pt-BR" altLang="pt-BR" sz="3600" b="1" i="1"/>
            </a:br>
            <a:r>
              <a:rPr lang="pt-BR" altLang="pt-BR" sz="3600" b="1" i="1"/>
              <a:t>Pois o Pai está por ti esperando lá; </a:t>
            </a:r>
            <a:br>
              <a:rPr lang="pt-BR" altLang="pt-BR" sz="3600" b="1" i="1"/>
            </a:br>
            <a:r>
              <a:rPr lang="pt-BR" altLang="pt-BR" sz="3600" b="1" i="1"/>
              <a:t>Pecador, ó volta p'ra teu lar!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318 AO LAR PATERNAL</vt:lpstr>
      <vt:lpstr>Quero vos contar a história dum varão,  Que Jesus outrora relatou, O qual tinha dois filhos em feliz mansão,  Té que o mais jovem o deixou. </vt:lpstr>
      <vt:lpstr>Filho desleal ao lar paternal,  Queiras hoje regressar! Pois o Pai está por ti esperando lá;  Pecador, ó volta p'ra teu lar!</vt:lpstr>
      <vt:lpstr>O mais moço disse ao seu bondoso pai:  "A herança minha queiras dar"; E a sua fazenda, alegremente vai  Num país distante desfrutar. </vt:lpstr>
      <vt:lpstr>Filho desleal ao lar paternal,  Queiras hoje regressar! Pois o Pai está por ti esperando lá;  Pecador, ó volta p'ra teu lar!</vt:lpstr>
      <vt:lpstr>O incauto jovem os seus bens esbanjou  Com seus camaradas, no prazer; Eis que vindo a fome, do seu pai se lembrou  Que pudera sempre o suster. </vt:lpstr>
      <vt:lpstr>Filho desleal ao lar paternal,  Queiras hoje regressar! Pois o Pai está por ti esperando lá;  Pecador, ó volta p'ra teu lar!</vt:lpstr>
      <vt:lpstr>O perdido filho, ao lar por fim, voltou,  Mui arrependido do que fez; E o pai contente, amoroso o beijou,  Pois seu filho via outra vez! </vt:lpstr>
      <vt:lpstr>Filho desleal ao lar paternal,  Queiras hoje regressar! Pois o Pai está por ti esperando lá;  Pecador, ó volta p'ra teu lar!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318 - AO LAR PATERNAL</dc:title>
  <dc:creator>Montagna</dc:creator>
  <cp:lastModifiedBy>Emerson Souza</cp:lastModifiedBy>
  <cp:revision>2</cp:revision>
  <dcterms:created xsi:type="dcterms:W3CDTF">2005-10-19T10:14:59Z</dcterms:created>
  <dcterms:modified xsi:type="dcterms:W3CDTF">2026-05-02T22:03:26Z</dcterms:modified>
</cp:coreProperties>
</file>