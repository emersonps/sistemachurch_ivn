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EBCFA-0BEA-1DB3-76FE-BE3C7FAE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AA465C-4613-4566-9342-73D424574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CF8C0-15BA-8210-D517-BCD614ED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1FC00E-554F-3CB7-1B97-9FCD9446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BB05B-43E2-B5DD-F78F-40002C88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B5744C-197D-4000-A116-0C93086C42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871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82AE0-9BD3-BA91-441E-2A8FFC87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A7AAC3-58E8-3853-0430-CE0227F4B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589FBB-78EE-499E-FBA6-47E1C9D5B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153CAE-0B3A-11D9-DD5E-9052E75B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117A93-84EF-DB37-CE70-6793FFBD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CFFA5-20D2-4F86-A3BB-A8CAC8744E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176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9DA47-7F9D-6531-520A-51CD1A1FF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A06466-A4BC-2BAA-641C-9B77865D4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148E29-2822-6170-B7AB-238EC32C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F21918-9F35-1BF8-E585-37909523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A5B92E-E3DA-46EB-2F5E-E571E67F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F222D-C405-454B-B64F-95B655DA58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599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C4AA2-E02A-FA89-47C4-47416142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8C427F-15B6-4A71-F3F2-1D5BC4EB4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5A5536-106F-014E-4B8C-DD01B62F9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0CCA81-717E-BF8C-2750-DC56CB7A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F6B995-1487-B754-5412-9447D1CB7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303DF8-539D-F207-F138-72AEEEE9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61F99D-C33B-4A9C-8D36-33371C9C05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877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EFB5F-CBA9-6E1E-2CF7-060BE48B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4851E5-53AC-D821-6735-AC69DA344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442FC7-132D-8EA1-552B-45FFD3030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D78C845-360A-2FF6-2D46-5EFCFB8CA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F5ED429-05BB-1485-370F-A86623E69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DC69325-B723-D098-17B8-BCE51A47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01E941B-1503-4D72-1D7C-ADE10FED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ACED3E6-4A03-B8A1-387F-1D3E908D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7B80B0-E10C-4869-936F-264BE29CEE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383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CD15A-A0BA-092D-AAEE-70E4B8142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FE30F1-02D2-75CD-A0BC-43923AC37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6084BE-AF85-B146-01E4-55B1DE56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445628-57D8-A195-EA07-0CA7E2A73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A85226-D19F-4383-86A7-F3F08D5CF1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590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8F0455-AD14-C62F-E613-8CE79DEA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4D7F86-4457-69D2-FA5A-6C38CFF0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A190D-A3CB-DA9F-D401-37F45F4F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EA73D-AACA-4205-B313-29C741D757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081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3AAA5-BC1A-6BA9-4AED-94F35329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AED58-E42A-CB58-E170-50AD97ABE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45163D-D082-1433-7CEC-72655B203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CCB284-2B26-3DEA-9490-A5998DB28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1257B0-9FE5-68A3-2B4A-0210DD99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5643FB-09D7-FA5B-34E8-E757C99E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274233-DFE6-4079-AAF2-43248C6AF0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852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E888A-AA85-7BE8-FDEA-869E5167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9235E6-38A5-2244-6503-EB2378F90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92E3FD-980C-B11D-4853-948D09F80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DA78DD-AD9A-C171-240A-D37927603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66BBFB-1D5D-11D7-D2BE-AFB79F3F3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5F9078-3F2D-6248-80DA-7AD0A5DA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1674A-0EBA-40BF-8C17-477E9F18D2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577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7D5A3-7B5B-37DC-A04A-6462D5D0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3D4450-F5EF-CCD6-484D-EF523A7D1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D17AE1-6237-6D01-DA67-B247DC69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AC21B9-4FE5-5161-E3DF-C7CC50E4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4D675E-2EB3-7943-FE5A-4CADB0CB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94C37A-3177-4466-A206-5DC95BA6A3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376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DD3721-6DA2-4EE3-D1E5-914C231E0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07E26F-9550-87F6-89AB-D6938DFF9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893173-B750-1AA6-FC53-FC37555E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5344FB-2B1C-8EA7-1A57-8A65D2BC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B60893-56CD-E5EF-4836-D99879D0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0A0444-D741-4CB8-BA72-F7C131C831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720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DA7840-83D9-DAE5-30F9-7FDFD3D71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0E7E152-1C65-BBDA-4BE1-584C52169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D5D3C48-634E-5DFD-3A28-DFE3FDF6045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D42C6B7-E844-02B2-9AE2-6F9FBD0A02C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6C35B7-705F-C600-092E-755DB3DC5A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CA6FBF8-373E-4200-AE51-E65798E038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9032DF-2C97-81DC-F34C-4658A25790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530 – Vivifica a Tua Igreja</a:t>
            </a:r>
            <a:endParaRPr lang="en-US" altLang="pt-BR" sz="4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506EFE8-9738-1AB9-7FAB-93E2C0ECA7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0A311B9-3FD1-BFF0-2DAF-840924F67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i="1"/>
              <a:t>Vivifica a tua igreja,</a:t>
            </a:r>
            <a:br>
              <a:rPr lang="en-US" altLang="pt-BR" i="1"/>
            </a:br>
            <a:r>
              <a:rPr lang="en-US" altLang="pt-BR" i="1"/>
              <a:t>Ó bendito Salvador!</a:t>
            </a:r>
            <a:br>
              <a:rPr lang="en-US" altLang="pt-BR" i="1"/>
            </a:br>
            <a:r>
              <a:rPr lang="en-US" altLang="pt-BR" i="1"/>
              <a:t>Sem tua graça, ela murcha</a:t>
            </a:r>
            <a:br>
              <a:rPr lang="en-US" altLang="pt-BR" i="1"/>
            </a:br>
            <a:r>
              <a:rPr lang="en-US" altLang="pt-BR" i="1"/>
              <a:t>Ficará, e sem vigor.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AFC7BD6-7140-55ED-DD11-B64BC9CF7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i="1"/>
              <a:t>Vivifica! - vivifica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Nossas almas, oh! Senhor!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Vivifica! - vivifica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Nossas almas, oh!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Apresentação na tela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Arial</vt:lpstr>
      <vt:lpstr>Design padrão</vt:lpstr>
      <vt:lpstr>530 – Vivifica a Tua Igreja</vt:lpstr>
      <vt:lpstr>Vivifica a tua igreja, Ó bendito Salvador! Sem tua graça, ela murcha Ficará, e sem vigor.  </vt:lpstr>
      <vt:lpstr>Vivifica! - vivifica  Nossas almas, oh! Senhor!  Vivifica! - vivifica  Nossas almas, oh! Senhor!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530 – Vivifica a Tua Igreja</dc:title>
  <dc:creator>Junior</dc:creator>
  <cp:lastModifiedBy>Emerson Souza</cp:lastModifiedBy>
  <cp:revision>1</cp:revision>
  <dcterms:created xsi:type="dcterms:W3CDTF">2005-12-26T23:07:22Z</dcterms:created>
  <dcterms:modified xsi:type="dcterms:W3CDTF">2026-05-02T22:21:30Z</dcterms:modified>
</cp:coreProperties>
</file>