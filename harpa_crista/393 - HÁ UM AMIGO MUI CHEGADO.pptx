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FB621-E3F0-2844-7CE7-6EAAE2E1F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0D62FB-99A8-A1AE-EABA-5F3C65B65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8A0F6F-8F23-6B70-D8B3-A0319DC6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621F69-9887-3732-C6BE-45963658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B354A5-1884-BC1E-0B87-6250A197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3F6FB-BCB4-483B-805C-26735A47B4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078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10E2A-AD62-34CF-97C9-7BFF83BB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90199-CD83-3E4E-4076-669C6329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BF63F3-ABE1-FFB2-8BB4-8BEE63E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78BD38-F6CE-5D47-AC58-2CB36B30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9A4C4-5967-2D12-FCAF-DAF62741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F68D1-000D-4837-9BC5-8A404FE2CF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647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CC710-BE25-F263-30E5-BD97768B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434B31-FAB2-9295-9058-7C59A61A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194FD9-9B81-E4F8-CF6E-FB9BECF6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F00CFB-F1BA-4A82-05F6-E2555833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2F3411-44B0-4AB5-270E-6C2D73AC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C7B95-A3A3-4B98-A8B0-F0F2321027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557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0CABE-0F28-76FF-F790-9D905A1A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1EDA0-6B27-C53F-699B-AEDA51725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CF6DAE-92A5-1921-833D-8D1119ECA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2B113E-42D3-6FC1-7BD1-B892CC92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019332-BB25-2071-AECB-E7D484C8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6E0593-6F18-9C1A-910E-ADF54CFF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9AC2C-78ED-4749-A898-04363E9213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733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2E541-BB8A-5CB0-B18F-4C088A19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1ABD77-1E2B-62A9-E17B-6E84A1491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D0DE94-F958-8C07-3BE8-238C62FCC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15D1E2-A194-5B8F-4689-382D18B5F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4FAE40-63BB-817D-F543-D8031CF64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F41D30-EC40-5FB0-7681-73E264A3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967C14-2ED9-3C8F-097B-28968300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E2116E-0D9D-3FFC-E6BD-9CDD09F3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354653-FB8F-456F-BE2B-DD628C43A3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195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7B022-0D49-87B7-EDFC-12F8A2F6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E1B571-6298-D678-5092-7D157A7D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0216BD-12F3-92BF-A1E3-56ACB466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A9C8B2-C2B2-98E8-1563-EED3CE16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34EDE5-1041-4234-BA77-78D388402C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245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0EC74A-CF9C-9BF4-9A64-4F18F1B7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1B7339-76B7-923F-DD5F-727CC959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B1871F-31AF-FD9B-D4C8-DD908AC5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8BD5F7-C3EA-4F74-906C-0153E99E76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439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B60F3-361B-FC15-A865-46A9BEAD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9D47B-5B9C-E549-4BC6-6B17E688E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D4F358-2C03-1245-2407-338AF008B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7B19ED-62C0-0E95-EF92-9DA14A3F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54515D-2C46-4B88-8C8C-FB8DBA1F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83CED6-8E4D-470C-B9DE-AE341A7B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1D88D-42E4-4997-B4D5-9DD828EFB0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949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723E6-58AD-A449-2E18-E2096611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B4C26B-1B11-4399-3268-AADF9FE87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16B445-0814-ED11-64F7-A6872EFF4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7CB61-39EA-6AC5-09FA-24B7D219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0BB9EE-A876-87EC-11C9-5D4ECCC0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EE850E-F86F-FE68-A9FB-7D39DB25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C0E4C-E2AB-4F46-8DB3-85C138439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49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A8350-5A02-ACA5-F09E-CE5B1636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203469-1CF7-A931-3E9E-C044DBD5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74B422-4C7D-615F-67D6-62D89496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7218D-543E-FCB9-F1E3-8A06D284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7D39C-3896-2488-5FF5-4252D2F5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DCA69A-F667-4302-8F4A-2BFEBFBCFD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652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4B72EC-ACCF-FE71-D4F9-F271DB629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7B65AE-9779-7B15-020C-9AC2DBBBD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F1286-D48F-F4B4-7F45-A71D6C45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B01622-D544-1A42-3D1F-D894C380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83964-4718-9EB5-94B6-69B8C011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7B1F3-B914-4D73-8A26-B34334494A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443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A6A6D6-4D67-17F2-F073-EFEE7E78A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12C90D5-86BB-E090-80A1-36C93B892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620FE4-6B27-F03E-1257-705D6065D6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B72591E-1F23-F615-3146-781C1DA56A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C249F0F-BB20-9DA9-6A0D-7436A46ED7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7F86C0A-E407-42CD-9249-7BE37FEDAE4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EFCE36-3F10-930C-B33A-1E3E74C6FC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393</a:t>
            </a:r>
            <a:br>
              <a:rPr lang="pt-BR" altLang="pt-BR" sz="4000" b="1"/>
            </a:br>
            <a:r>
              <a:rPr lang="pt-BR" altLang="pt-BR" sz="4000" b="1"/>
              <a:t>HÁ UM AMIGO MUI CHEGADO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76D0AC9-F3FA-BFE1-C238-CAEFF0C9A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Há um amigo mui chegado</a:t>
            </a:r>
            <a:br>
              <a:rPr lang="pt-BR" altLang="pt-BR" sz="3600"/>
            </a:br>
            <a:r>
              <a:rPr lang="pt-BR" altLang="pt-BR" sz="3600"/>
              <a:t>Cristo Senhor, </a:t>
            </a:r>
            <a:br>
              <a:rPr lang="pt-BR" altLang="pt-BR" sz="3600"/>
            </a:br>
            <a:r>
              <a:rPr lang="pt-BR" altLang="pt-BR" sz="3600"/>
              <a:t>Pois salvou-nos do pecado e do temor; </a:t>
            </a:r>
            <a:br>
              <a:rPr lang="pt-BR" altLang="pt-BR" sz="3600"/>
            </a:br>
            <a:r>
              <a:rPr lang="pt-BR" altLang="pt-BR" sz="3600"/>
              <a:t>Este amigo agonizava,</a:t>
            </a:r>
            <a:br>
              <a:rPr lang="pt-BR" altLang="pt-BR" sz="3600"/>
            </a:br>
            <a:r>
              <a:rPr lang="pt-BR" altLang="pt-BR" sz="3600"/>
              <a:t>Quando o mundo resgatava,</a:t>
            </a:r>
            <a:br>
              <a:rPr lang="pt-BR" altLang="pt-BR" sz="3600"/>
            </a:br>
            <a:r>
              <a:rPr lang="pt-BR" altLang="pt-BR" sz="3600"/>
              <a:t>E de Deus o amor mostrava; </a:t>
            </a:r>
            <a:br>
              <a:rPr lang="pt-BR" altLang="pt-BR" sz="3600"/>
            </a:br>
            <a:r>
              <a:rPr lang="pt-BR" altLang="pt-BR" sz="3600"/>
              <a:t>dai-Lhe louvor!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0895614-4755-1059-3ED1-0F720604B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Conhecê-Lo é ter vida, Cristo Senhor. </a:t>
            </a:r>
            <a:br>
              <a:rPr lang="pt-BR" altLang="pt-BR" sz="3600"/>
            </a:br>
            <a:r>
              <a:rPr lang="pt-BR" altLang="pt-BR" sz="3600"/>
              <a:t>NEle nos é permitida paz no labor; </a:t>
            </a:r>
            <a:br>
              <a:rPr lang="pt-BR" altLang="pt-BR" sz="3600"/>
            </a:br>
            <a:r>
              <a:rPr lang="pt-BR" altLang="pt-BR" sz="3600"/>
              <a:t>Ele sobre nós derrama</a:t>
            </a:r>
            <a:br>
              <a:rPr lang="pt-BR" altLang="pt-BR" sz="3600"/>
            </a:br>
            <a:r>
              <a:rPr lang="pt-BR" altLang="pt-BR" sz="3600"/>
              <a:t>Sua graça, pois nos ama,</a:t>
            </a:r>
            <a:br>
              <a:rPr lang="pt-BR" altLang="pt-BR" sz="3600"/>
            </a:br>
            <a:r>
              <a:rPr lang="pt-BR" altLang="pt-BR" sz="3600"/>
              <a:t>E p'ra Si a todos chama; dai-Lhe louvor!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89B9A76-484F-7A79-DB47-3AEFC75C7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Sempre é o mesmo, nunca muda, Cristo Senhor </a:t>
            </a:r>
            <a:br>
              <a:rPr lang="pt-BR" altLang="pt-BR" sz="3600"/>
            </a:br>
            <a:r>
              <a:rPr lang="pt-BR" altLang="pt-BR" sz="3600"/>
              <a:t>E a pedra de ajuda; vem, pecador!</a:t>
            </a:r>
            <a:br>
              <a:rPr lang="pt-BR" altLang="pt-BR" sz="3600"/>
            </a:br>
            <a:r>
              <a:rPr lang="pt-BR" altLang="pt-BR" sz="3600"/>
              <a:t>Bom maná é no deserto,</a:t>
            </a:r>
            <a:br>
              <a:rPr lang="pt-BR" altLang="pt-BR" sz="3600"/>
            </a:br>
            <a:r>
              <a:rPr lang="pt-BR" altLang="pt-BR" sz="3600"/>
              <a:t>Nosso guia, amigo certo,</a:t>
            </a:r>
            <a:br>
              <a:rPr lang="pt-BR" altLang="pt-BR" sz="3600"/>
            </a:br>
            <a:r>
              <a:rPr lang="pt-BR" altLang="pt-BR" sz="3600"/>
              <a:t>Seu amoré céu aberto; dai-Lhe louvor!</a:t>
            </a:r>
            <a:r>
              <a:rPr lang="pt-BR" altLang="pt-BR" sz="1400"/>
              <a:t>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393 HÁ UM AMIGO MUI CHEGADO</vt:lpstr>
      <vt:lpstr>Há um amigo mui chegado Cristo Senhor,  Pois salvou-nos do pecado e do temor;  Este amigo agonizava, Quando o mundo resgatava, E de Deus o amor mostrava;  dai-Lhe louvor! </vt:lpstr>
      <vt:lpstr>Conhecê-Lo é ter vida, Cristo Senhor.  NEle nos é permitida paz no labor;  Ele sobre nós derrama Sua graça, pois nos ama, E p'ra Si a todos chama; dai-Lhe louvor! </vt:lpstr>
      <vt:lpstr>Sempre é o mesmo, nunca muda, Cristo Senhor  E a pedra de ajuda; vem, pecador! Bom maná é no deserto, Nosso guia, amigo certo, Seu amoré céu aberto; dai-Lhe louvor!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393 - HÁ UM AMIGO MUI CHEGADO</dc:title>
  <dc:creator>Montagna</dc:creator>
  <cp:lastModifiedBy>Emerson Souza</cp:lastModifiedBy>
  <cp:revision>2</cp:revision>
  <dcterms:created xsi:type="dcterms:W3CDTF">2005-10-21T05:41:20Z</dcterms:created>
  <dcterms:modified xsi:type="dcterms:W3CDTF">2026-05-02T22:09:40Z</dcterms:modified>
</cp:coreProperties>
</file>