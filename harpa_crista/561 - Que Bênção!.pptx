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BA33B-050E-63E5-151A-7D117FE91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4077CC-61DD-46F6-1D01-8B253E11B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1CDE35-C201-DDB2-9694-39E54CFB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D96D59-6687-9C54-00CC-34F85F17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D0A696-E8A1-1668-EC7E-EEFD3206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82073-865E-43E9-BD92-B2A79785DC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519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8994D-9834-D5A6-4169-A14C17A2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CBDCA-9760-B8FB-1E2C-7F1F10778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004BD0-C37A-439C-5D86-8ADCFA93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0CDFEB-BEDB-1B5C-F865-6D25BF81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E995B9-1BB8-3AA2-034E-95151D2A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2DCE1-6BEE-428E-A384-0156B01912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007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0F692-ED42-49A3-0D9B-0F21FFBE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C37E99-4A42-C3FD-9E5B-28284BD5C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75353E-CF08-0A0D-3E25-5ECD63F6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EA7D24-F2AC-7A12-2FE0-F3FA3EF1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B47653-5293-0E77-3173-4D68FE10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44D05C-27F9-4A9F-A9A8-9C47ABBEAD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110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114F0-B6E7-A022-1319-53BA748D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82CB9B-4757-1513-8C38-D81A0626E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279FCD-D009-8B75-4B45-7D2C0B02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7BF88E-7819-ECC7-B7EB-2EF0ABCC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B9A7FC-44E9-D558-D942-7B28AEF2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1A0C3A-E581-DDF3-85AA-9BCE79B7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153836-03FD-4863-896B-0735E91ABB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064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8E137-8B3C-D791-AA3E-249215D2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AFDEF3-3C34-3319-9EC8-6D8AA1BB9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BC95B9-A60F-C281-CF1D-3C77074C7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1F69A5-5319-208B-081B-FF974433E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E8570B-34FD-0400-BE2A-7943838C2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3453410-54AD-9837-5C5A-FA9B3DB9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70D9CF-07F4-2668-248B-AC7863D5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2E69FA-51B3-17C5-D6B5-265D7B9A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81511-CDD1-4494-AC27-E84731C7B3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256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8897E-A6C5-1AAC-D4DC-496306AD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84389F-709F-B5F9-E20D-5869AEA7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A45DF1-B5B9-F602-B53F-59275C20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6DD75A-226C-7527-D5AD-342EE3F7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AEAA76-366B-448E-AF86-3489499FF0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645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7A4D85-5D70-64FA-5700-D95FC375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E35470-CBB5-07C2-86A7-1BA1A034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4547B4-E832-D71C-EA22-507B9668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DBCCB-9285-473C-8F93-79910EEEFF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328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48210-AC2A-1BC6-BA2A-4F702010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73FF50-E4AC-62B1-6083-3C69D62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55C85C-6AD2-1159-9E4B-37468EA45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69A7CA-6C0C-0D51-CAE9-4B0D7DB82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48631-C238-5781-DBED-10B8010C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AE0E15-911D-57D0-F58B-8764C81C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F3FEF-6147-4BAC-926E-C2DEB2915D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025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A6573-2180-2932-19C5-5B48D645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8D9FC1-0F0F-BCC4-3468-0D3101333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C111FA-EE0F-BE9A-D1E3-61B0B1A12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7DCF6D-8B79-E0C4-6007-5B530D2A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F4AC92-C105-756D-DCC1-86474F6C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04D1E6-7CA5-2E63-6D2D-0D590BC1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BE2D52-5773-42EF-BFD9-9E1A147A46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268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A9181-B86C-591F-9CC5-7E24DBA6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182052-808D-F4BE-C566-D86AD9957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E55AA-F81F-ACB3-E548-88C015B0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318F51-1266-2350-A918-98BA466C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1FB83C-B1AC-8F17-EDBF-F6F119DD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B9ABF-F109-4F6D-9841-7109BBCD4C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013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0C4FBF-4897-A6D3-2F8B-E4A04D93A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FD0A3D-2EC9-447C-09EA-3A6F644A3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9D0896-E028-08BE-14F5-8C03DE71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36F15-9011-15E3-0896-C60AF35C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1BC321-D521-179D-BA45-AFE9A8C4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DE25C-2854-4019-B8FD-A01E733E58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513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B1999D-9897-AA80-D1C4-FD4F75FA2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EA40C7-2ECE-42FC-3E13-238A1800A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E3C699A-08EB-71D1-44C9-9681AB5D97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27C99A-0575-728B-C10C-4A416FB61E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D115FD-0ABF-660D-BAA8-3467ABA41F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D2F01B-89A3-40EA-9EC5-4B071291862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2C8EC59-F08B-DFF7-C1EB-1704F490B7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561 - Que Bênção!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C69AB2B-34FF-4D6E-D896-FAD4B46E9E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9E8B565-0703-A3D0-F075-3E4AA4734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Que bênção: a lua brilhando no espaço!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bênção: as ondas que rolam no mar!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bênção: as flores brotando nos campos!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a maior bênção eu vou te contar: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C6B53BE-5041-9D50-5971-5575739CC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AF03E0-3A53-3CBD-1567-1CD09AB6F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Que bênção: as aves que cantam e encantam!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bênção: crianças em simples brincar!</a:t>
            </a:r>
            <a:r>
              <a:rPr lang="en-US" altLang="pt-BR" sz="3600"/>
              <a:t> </a:t>
            </a:r>
            <a:r>
              <a:rPr lang="en-US" altLang="pt-BR" sz="3600" i="1"/>
              <a:t>Que bênção: rebanhos pastando entre os rios!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a maior bênção eu vou te contar: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DB2980-C409-728C-8FAD-58AA2A362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639C3C-32C5-0D61-AF1D-26D32CC65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Que bênção: amigos que a mim procuram!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bênção: a Pátria, a qual posso amar!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bênção: família, saúde, fartura!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a maior bênção eu vou te contar: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756A043-8BDB-52EF-C9E7-07429B746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Jesus me salvou, dos pecados meus,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bênção, Jesus! que bênção, </a:t>
            </a:r>
            <a:br>
              <a:rPr lang="en-US" altLang="pt-BR" sz="3600" b="1" i="1"/>
            </a:br>
            <a:r>
              <a:rPr lang="en-US" altLang="pt-BR" sz="3600" b="1" i="1"/>
              <a:t>Meu Deus!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561 - Que Bênção! </vt:lpstr>
      <vt:lpstr>Que bênção: a lua brilhando no espaço!  Que bênção: as ondas que rolam no mar!  Que bênção: as flores brotando nos campos!  Mas a maior bênção eu vou te contar:  </vt:lpstr>
      <vt:lpstr>Jesus me salvou, dos pecados meus,  Que bênção, Jesus! que bênção,  Meu Deus!  Jesus me salvou, dos pecados meus,  Que bênção, Jesus! que bênção,  Meu Deus!  </vt:lpstr>
      <vt:lpstr>Que bênção: as aves que cantam e encantam!  Que bênção: crianças em simples brincar! Que bênção: rebanhos pastando entre os rios!  Mas a maior bênção eu vou te contar:  </vt:lpstr>
      <vt:lpstr>Jesus me salvou, dos pecados meus,  Que bênção, Jesus! que bênção,  Meu Deus!  Jesus me salvou, dos pecados meus,  Que bênção, Jesus! que bênção,  Meu Deus!  </vt:lpstr>
      <vt:lpstr>Que bênção: amigos que a mim procuram!  Que bênção: a Pátria, a qual posso amar!  Que bênção: família, saúde, fartura!  Mas a maior bênção eu vou te contar:</vt:lpstr>
      <vt:lpstr>Jesus me salvou, dos pecados meus,  Que bênção, Jesus! que bênção,  Meu Deus!  Jesus me salvou, dos pecados meus,  Que bênção, Jesus! que bênção,  Meu Deus!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561 - Que Bênção! </dc:title>
  <dc:creator>Junior</dc:creator>
  <cp:lastModifiedBy>Emerson Souza</cp:lastModifiedBy>
  <cp:revision>1</cp:revision>
  <dcterms:created xsi:type="dcterms:W3CDTF">2005-12-27T01:05:43Z</dcterms:created>
  <dcterms:modified xsi:type="dcterms:W3CDTF">2026-05-02T22:24:06Z</dcterms:modified>
</cp:coreProperties>
</file>