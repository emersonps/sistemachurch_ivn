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1BD40-7538-A2F4-4DA9-9AB539199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DEB9E7-7862-DE1B-00AC-29C0E7863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2D236-8804-EDBF-0543-12D4FFDC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E2999A-6B09-D38A-34B3-63A2E66E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0BBA63-6C2D-991B-D92E-2CA56F60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ECEBF7-9689-4F87-BDEC-76578ED1E6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757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94279-ACA8-1B3B-D99C-CAC33303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DAFCC-18A5-CFAC-6D39-66C0CC8BC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869033-09AC-2F87-469D-EDAA7052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4DA1C5-8032-02C3-26D2-67F11DF2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2EA90E-085B-0E58-2E94-B8B7FE0F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A4AAA3-9355-43BD-96BC-EE19163786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976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189A6-B608-E340-9086-62809EA83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E874BB-03F9-0534-EBD6-8F250FF2C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633AE7-244E-79AA-7447-97670023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0E94FF-DCFB-116E-EC6E-7E9B6C75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477BCC-65E6-43D9-9757-7AB6C3FB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2BA26-7412-46FC-BE7B-751FD008A0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08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17564-ECB3-4877-A9EF-99CBE763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B93FC0-58CA-2AB2-1C05-EE09A9C3D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8F367E-C9E2-35CF-D9F5-18AC4077C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17ECE7-9601-AFFB-0D48-7781BBD7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801DD1-DD48-35C4-F19F-4F926AD3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EB2A70-52DB-40E5-3266-403978C3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19F60-E046-43A4-9C61-005ACF5D90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40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2F571-328D-C72A-DEA9-50E3A818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9DB1EF-478F-7D0A-5F8B-3DB2EAC75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C2845B-0838-BFCA-2C23-27F779B38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3E42CB-160D-FCB6-F991-8C115E0D4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E68D83-508B-5C1E-7B50-7D02CBDB7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96497F-B451-E139-C006-811D795AA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A62938-601B-BE8A-C30F-AEB30E1E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7C487E-B135-FA1D-8732-8A16A382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75C9F7-D2AB-46CE-BD5A-BDA8E4CDDB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329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5DE30-DA49-6913-1666-DBF8B59F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E259E2-B122-9D84-2EA2-EBAE8F3BB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27920A-F3DF-37E7-33CD-4EC20054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ADC87A-E8C0-38EA-2063-EFE3D12D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463D69-4A2F-40C2-941B-DB351A25C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975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90EE2FF-A197-C696-5695-D8CE40604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907BD2-D3CF-012F-BDA2-CA1B7516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F696A8-CAA8-2F91-725A-6B41DCF1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9C6FBE-0F3B-448F-86CB-6D806F389D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726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27DD8-6738-A8E3-ECAA-E1BB62D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56907A-5269-35B5-06A1-F180B41D9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E31C04-2C62-CB11-AF20-E6C03B989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E71EDD-756C-74FE-8785-E61290B86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BA979C-6D27-EC56-D369-AB5045FF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5245E9-E9FE-BCDF-4FF9-D48ADF8DA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43213-4BE8-4509-865F-ED5E81BB0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273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49F04-9B7A-0832-C1EB-C4C98FE6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E864A3-E7BF-EFDC-6EDC-D9B88C32C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E26BA-40A6-0F72-DC67-BE16CF450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E95943-9750-8EBD-60BF-E8275AA2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9DD2EE-8089-B76F-C179-2ACD27D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A23BF7-F9A0-B5E4-F95A-FA69AA73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507FD-4227-46C0-9188-0C6001C0B2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776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376EE-67E1-9DE1-1CB0-9AFF204F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A3EE66-9F36-6EAF-FE23-30A921D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63C37E-19D2-7B75-6DA6-B212E7C3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7E7E32-CFC6-F096-C22D-45640F2F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768839-78C5-A0C3-5E14-E7C79063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5E8182-198C-4E48-B397-9929CD0008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985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6BB736-078F-02D5-33BB-55DC121A3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4E0535-7D66-614D-2FA3-7F3D32398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6AD253-BA6B-57B1-F623-CF286736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CD215-5589-EA20-BE44-64C5EB69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937C6-9E70-97AB-6B35-A74C2EA0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6B70B-3A76-4BAB-B032-0B5318344A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343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0FAEB2D-DF5C-12E1-C275-5CCE6B9D3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38C103-A6CE-9474-06BE-A5A8CBC6B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4FA0126-8B69-DCC6-F2A0-95EAB41A0B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6646964-AE7F-040A-327D-D12D082FA5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1A04886-5FC3-6DB7-426C-01AE3E5F140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2AC8953-4ADE-49D4-A82E-B790139C3D9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D50BC36-E66A-BC59-9C8E-621224D990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207</a:t>
            </a:r>
            <a:br>
              <a:rPr lang="en-US" altLang="pt-BR" sz="4000" b="1"/>
            </a:br>
            <a:r>
              <a:rPr lang="en-US" altLang="pt-BR" sz="4000" b="1"/>
              <a:t>JERUSALÉM DIVINA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062B555-46FD-0E39-48B0-EF85935162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2993DC1-6EA6-8C14-36FF-C794CEADE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Jerusalém divina Visão de paz ditosa, De Cristo, santa esposa, </a:t>
            </a:r>
            <a:br>
              <a:rPr lang="en-US" altLang="pt-BR" sz="4000" i="1"/>
            </a:br>
            <a:r>
              <a:rPr lang="en-US" altLang="pt-BR" sz="4000" i="1"/>
              <a:t>Radiante de esplendor; </a:t>
            </a:r>
            <a:br>
              <a:rPr lang="en-US" altLang="pt-BR" sz="4000" i="1"/>
            </a:br>
            <a:r>
              <a:rPr lang="en-US" altLang="pt-BR" sz="4000" i="1"/>
              <a:t>Tens fontes cristalinas, </a:t>
            </a:r>
            <a:br>
              <a:rPr lang="en-US" altLang="pt-BR" sz="4000" i="1"/>
            </a:br>
            <a:r>
              <a:rPr lang="en-US" altLang="pt-BR" sz="4000" i="1"/>
              <a:t>São vivos teus altares </a:t>
            </a:r>
            <a:br>
              <a:rPr lang="en-US" altLang="pt-BR" sz="4000" i="1"/>
            </a:br>
            <a:r>
              <a:rPr lang="en-US" altLang="pt-BR" sz="4000" i="1"/>
              <a:t>E os anjos, aos milhares, </a:t>
            </a:r>
            <a:br>
              <a:rPr lang="en-US" altLang="pt-BR" sz="4000" i="1"/>
            </a:br>
            <a:r>
              <a:rPr lang="en-US" altLang="pt-BR" sz="4000" i="1"/>
              <a:t>Te cingem ao redor.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ECD25C4-0C68-E1B7-5BD9-6FA1A4B07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Mansão do Rei bendito, </a:t>
            </a:r>
            <a:br>
              <a:rPr lang="en-US" altLang="pt-BR" sz="4000" i="1"/>
            </a:br>
            <a:r>
              <a:rPr lang="en-US" altLang="pt-BR" sz="4000" i="1"/>
              <a:t>São doze tuas portas </a:t>
            </a:r>
            <a:br>
              <a:rPr lang="en-US" altLang="pt-BR" sz="4000" i="1"/>
            </a:br>
            <a:r>
              <a:rPr lang="en-US" altLang="pt-BR" sz="4000" i="1"/>
              <a:t>Que sempre são transpostas </a:t>
            </a:r>
            <a:br>
              <a:rPr lang="en-US" altLang="pt-BR" sz="4000" i="1"/>
            </a:br>
            <a:r>
              <a:rPr lang="en-US" altLang="pt-BR" sz="4000" i="1"/>
              <a:t>Por seres imortais; </a:t>
            </a:r>
            <a:br>
              <a:rPr lang="en-US" altLang="pt-BR" sz="4000" i="1"/>
            </a:br>
            <a:r>
              <a:rPr lang="en-US" altLang="pt-BR" sz="4000" i="1"/>
              <a:t>Teus livros têm escritos </a:t>
            </a:r>
            <a:br>
              <a:rPr lang="en-US" altLang="pt-BR" sz="4000" i="1"/>
            </a:br>
            <a:r>
              <a:rPr lang="en-US" altLang="pt-BR" sz="4000" i="1"/>
              <a:t>Os nomes dos remidos; </a:t>
            </a:r>
            <a:br>
              <a:rPr lang="en-US" altLang="pt-BR" sz="4000" i="1"/>
            </a:br>
            <a:r>
              <a:rPr lang="en-US" altLang="pt-BR" sz="4000" i="1"/>
              <a:t>Em ti, serão ouvidos </a:t>
            </a:r>
            <a:br>
              <a:rPr lang="en-US" altLang="pt-BR" sz="4000" i="1"/>
            </a:br>
            <a:r>
              <a:rPr lang="en-US" altLang="pt-BR" sz="4000" i="1"/>
              <a:t>Os hinos celestiais.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57ED40-75B0-AD6D-7856-1D35DBE18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Teus Santos moradores, </a:t>
            </a:r>
            <a:br>
              <a:rPr lang="en-US" altLang="pt-BR" sz="4000" i="1"/>
            </a:br>
            <a:r>
              <a:rPr lang="en-US" altLang="pt-BR" sz="4000" i="1"/>
              <a:t>Um glorioso canto </a:t>
            </a:r>
            <a:br>
              <a:rPr lang="en-US" altLang="pt-BR" sz="4000" i="1"/>
            </a:br>
            <a:r>
              <a:rPr lang="en-US" altLang="pt-BR" sz="4000" i="1"/>
              <a:t>Proferem ao Deus santo </a:t>
            </a:r>
            <a:br>
              <a:rPr lang="en-US" altLang="pt-BR" sz="4000" i="1"/>
            </a:br>
            <a:r>
              <a:rPr lang="en-US" altLang="pt-BR" sz="4000" i="1"/>
              <a:t>Que já lhes perdoou; </a:t>
            </a:r>
            <a:br>
              <a:rPr lang="en-US" altLang="pt-BR" sz="4000" i="1"/>
            </a:br>
            <a:r>
              <a:rPr lang="en-US" altLang="pt-BR" sz="4000" i="1"/>
              <a:t>Entoam mil louvores </a:t>
            </a:r>
            <a:br>
              <a:rPr lang="en-US" altLang="pt-BR" sz="4000" i="1"/>
            </a:br>
            <a:r>
              <a:rPr lang="en-US" altLang="pt-BR" sz="4000" i="1"/>
              <a:t>A Cristo, qual cordeiro, </a:t>
            </a:r>
            <a:br>
              <a:rPr lang="en-US" altLang="pt-BR" sz="4000" i="1"/>
            </a:br>
            <a:r>
              <a:rPr lang="en-US" altLang="pt-BR" sz="4000" i="1"/>
              <a:t>Que manso, num madeiro </a:t>
            </a:r>
            <a:br>
              <a:rPr lang="en-US" altLang="pt-BR" sz="4000" i="1"/>
            </a:br>
            <a:r>
              <a:rPr lang="en-US" altLang="pt-BR" sz="4000" i="1"/>
              <a:t>Por eles se imolou!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55331AA-495E-0584-7D01-DFB7EEFFE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Ao mesmo Cristo amemos, </a:t>
            </a:r>
            <a:br>
              <a:rPr lang="en-US" altLang="pt-BR" sz="4000" i="1"/>
            </a:br>
            <a:r>
              <a:rPr lang="en-US" altLang="pt-BR" sz="4000" i="1"/>
              <a:t>Ao mesmo Deus temamos, </a:t>
            </a:r>
            <a:br>
              <a:rPr lang="en-US" altLang="pt-BR" sz="4000" i="1"/>
            </a:br>
            <a:r>
              <a:rPr lang="en-US" altLang="pt-BR" sz="4000" i="1"/>
              <a:t>Nós que por fé andamos, </a:t>
            </a:r>
            <a:br>
              <a:rPr lang="en-US" altLang="pt-BR" sz="4000" i="1"/>
            </a:br>
            <a:r>
              <a:rPr lang="en-US" altLang="pt-BR" sz="4000" i="1"/>
              <a:t>Levando a Sua cruz; </a:t>
            </a:r>
            <a:br>
              <a:rPr lang="en-US" altLang="pt-BR" sz="4000" i="1"/>
            </a:br>
            <a:r>
              <a:rPr lang="en-US" altLang="pt-BR" sz="4000" i="1"/>
              <a:t>E prontos fruiremos, </a:t>
            </a:r>
            <a:br>
              <a:rPr lang="en-US" altLang="pt-BR" sz="4000" i="1"/>
            </a:br>
            <a:r>
              <a:rPr lang="en-US" altLang="pt-BR" sz="4000" i="1"/>
              <a:t>Os teus umbrais passados, </a:t>
            </a:r>
            <a:br>
              <a:rPr lang="en-US" altLang="pt-BR" sz="4000" i="1"/>
            </a:br>
            <a:r>
              <a:rPr lang="en-US" altLang="pt-BR" sz="4000" i="1"/>
              <a:t>Mil gozos preparados, </a:t>
            </a:r>
            <a:br>
              <a:rPr lang="en-US" altLang="pt-BR" sz="4000" i="1"/>
            </a:br>
            <a:r>
              <a:rPr lang="en-US" altLang="pt-BR" sz="4000" i="1"/>
              <a:t>Na glória, com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207 JERUSALÉM DIVINA </vt:lpstr>
      <vt:lpstr>Jerusalém divina Visão de paz ditosa, De Cristo, santa esposa,  Radiante de esplendor;  Tens fontes cristalinas,  São vivos teus altares  E os anjos, aos milhares,  Te cingem ao redor. </vt:lpstr>
      <vt:lpstr>Mansão do Rei bendito,  São doze tuas portas  Que sempre são transpostas  Por seres imortais;  Teus livros têm escritos  Os nomes dos remidos;  Em ti, serão ouvidos  Os hinos celestiais. </vt:lpstr>
      <vt:lpstr>Teus Santos moradores,  Um glorioso canto  Proferem ao Deus santo  Que já lhes perdoou;  Entoam mil louvores  A Cristo, qual cordeiro,  Que manso, num madeiro  Por eles se imolou! </vt:lpstr>
      <vt:lpstr>Ao mesmo Cristo amemos,  Ao mesmo Deus temamos,  Nós que por fé andamos,  Levando a Sua cruz;  E prontos fruiremos,  Os teus umbrais passados,  Mil gozos preparados,  Na glória, com Jesus!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207 JERUSALÉM DIVINA </dc:title>
  <dc:creator>Junior</dc:creator>
  <cp:lastModifiedBy>Emerson Souza</cp:lastModifiedBy>
  <cp:revision>1</cp:revision>
  <dcterms:created xsi:type="dcterms:W3CDTF">2005-12-23T20:15:27Z</dcterms:created>
  <dcterms:modified xsi:type="dcterms:W3CDTF">2026-05-02T21:54:03Z</dcterms:modified>
</cp:coreProperties>
</file>