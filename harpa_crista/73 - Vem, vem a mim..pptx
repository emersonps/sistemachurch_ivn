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99FFCC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3070B-F0FA-45F6-FFF6-337A9071D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35CEFF-FAD2-3622-5674-BB9855610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66CEA9-3957-E01C-EB19-5A93CA9F1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A77FD7-1AA5-A94A-5C31-40F9DE076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454B96-DFBC-5EC5-CA11-0017EF3E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8D8D39-77CD-4AF0-8F70-6E8F3E96AE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004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2AC33-2651-5326-FF99-825E2549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1A5CBB-5B40-FDB5-CDE0-4C0E05CF2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1A96D7-80BA-EFA1-50FC-EEE8EF19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066C8A-8595-E8BB-6BB6-80CF998C0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D59C23-D1FD-8348-2513-983EE3CE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1225A9-4579-442C-8CD7-E25E72F99A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460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DDF95-10A7-C6BD-5353-696104350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6770B7-AB01-630D-6CBF-0083A4929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02F98B-0A31-303B-6FD3-F6944715D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2F55C7-E194-EB03-E010-887222D5F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0F6BD1-3212-D540-A6E2-0C51FFAE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5A6901-60EB-4371-9D84-B4FB71CD64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6925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CBA3B-1B24-E0C5-9C13-105C80F5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7007F8-994F-A945-E452-4D183FCD7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ECD10F-2BFD-9C91-73F7-1CEE0E934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D7FC90-0854-9734-361A-089671F6F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2F7C00-3FD8-090A-CF53-31E6E7E83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29F073-6C2C-120E-97C4-49A1E20D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34D4D3-A754-41C4-8CEC-4910B07790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514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F09A02-097D-AD1F-EA2D-22C1FE6AD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BDDABA-158B-225B-8ADD-D874DEDAD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2FC393-660B-DABB-254D-422945BA3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943DE1D-8842-0A61-FDD9-8DB762204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18323D-5E64-1959-776A-058B0B0887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D733D82-CD71-949E-00E3-89FA35E1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7B9631-5B44-0066-46E4-38342F2B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6DED4B0-5306-DC9D-70B7-221B47966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3FAC74-490E-438D-853B-86CBCC44BB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2124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9A3F2-C284-931B-DD09-00E2CBEC4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0DEB32B-2E3F-D914-D60F-C6B67B72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A9571D-154D-11DB-3332-7B6FB306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41E00DB-73C3-B76E-0B96-54F7F7C7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8800B0-094F-4F91-BDFA-2EF2833817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927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48AF657-E44A-FC67-81AB-7AAB6DC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D3BAA74-1E50-50FD-C20C-912014B35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368847-C9EF-CE59-152C-B7919E52C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F13741-1E69-4A0F-8FA7-08559B39B4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7526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DB885-310F-7BC8-E13F-F88FE269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949F61-3493-AA70-E5AD-1EBA0C12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8756B7-E319-1649-3ACD-EED77F191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AA2476-75C8-640A-353F-64C0DEFF8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219E9C-6B3A-BB39-6340-27D3B67C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068719-7DE1-C195-1105-2623AE4FA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00FA74-4C57-4D66-A9C8-8B673BC560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4722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0484B-A342-085E-1E57-23F428CF2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CB64FE-DDA3-AD19-43EB-CDD97F493A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48BE72-0F47-0FD9-9F93-76E8C8584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FD8472-3BE8-A4D4-59F9-3AFA4FE4F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35C436-09AB-9EF5-8C0D-C8E9B3CBC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3B435D-1B48-595B-5606-D3ACEE93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70C945-97CF-47CF-8468-4890DE15A9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9803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912F2-9A86-018F-E3F7-D5D7A4B7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F0C3C9-5D93-1BCA-C80F-DA8A3AD00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7EB5F0-0944-E1BF-D05A-3C6C3BBC2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C41A73-6D65-19BA-DA4E-CE06CDA3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947AB9-AC57-7D0D-3D8E-4DA6B3EF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3AA3F9-16E1-4E6E-91F2-3FE9B6D4E6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0903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BD8FC4-3BF6-F8C1-6A81-9E5D8987E2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E6F016-A494-2765-4C89-DF8D5A041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30441C-28F7-9124-02BE-C772A5ABA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2ED18F-EA02-993E-D2DC-2280EC5F4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519D9F-2A86-E976-F861-324CE7EAA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96D313-5E12-468E-9A0E-645353A276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6902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1FED380-75A8-8B8E-31D8-DFE52B9BC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51AF0B6-12E4-DA0E-EB65-785F7EFFF5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54A3D31-03E3-FC51-D9D4-782FE2FC53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F79EA15-BFCF-CD61-852D-483254F8DFB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6515614-4EF6-B508-8305-98918506D91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F525BD3-875C-4405-91D1-B7D6EB5CCB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93225CAF-F532-7E5A-71C5-EA2EEF3CAD2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>
                <a:solidFill>
                  <a:srgbClr val="CCECFF"/>
                </a:solidFill>
              </a:rPr>
              <a:t>73</a:t>
            </a:r>
            <a:br>
              <a:rPr lang="pt-BR" altLang="pt-BR" sz="4400">
                <a:solidFill>
                  <a:srgbClr val="CCECFF"/>
                </a:solidFill>
              </a:rPr>
            </a:br>
            <a:r>
              <a:rPr lang="pt-BR" altLang="pt-BR" sz="4400">
                <a:solidFill>
                  <a:srgbClr val="CCECFF"/>
                </a:solidFill>
              </a:rPr>
              <a:t>Vem, Vem a Mim</a:t>
            </a:r>
            <a:endParaRPr lang="en-US" altLang="pt-BR" sz="4400">
              <a:solidFill>
                <a:srgbClr val="CCEC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>
            <a:extLst>
              <a:ext uri="{FF2B5EF4-FFF2-40B4-BE49-F238E27FC236}">
                <a16:creationId xmlns:a16="http://schemas.microsoft.com/office/drawing/2014/main" id="{85EB9E3C-95CB-0C5B-AC33-F7B60C1C71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6689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CCECFF"/>
                </a:solidFill>
              </a:rPr>
              <a:t>Pecador escuta a voz do Senhor: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“Se estás cansado, ó vem descansar;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Vem, não te detenhas;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Sem nenhum temor,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Deixa o teu fardo e vem repousar”.</a:t>
            </a:r>
            <a:endParaRPr lang="en-US" altLang="pt-BR">
              <a:solidFill>
                <a:srgbClr val="CCEC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636C1A3D-A9CD-6EAA-7EB0-43BB52A68E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pt-BR" altLang="pt-BR">
                <a:solidFill>
                  <a:srgbClr val="CCECFF"/>
                </a:solidFill>
              </a:rPr>
              <a:t>Vem, vem a Mim e descansarás;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Toma o Meu jugo e Te guiarei;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Sou humilde e manso,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Dou-te minha paz;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Ó vem, hoje mesmo,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E te salvarei</a:t>
            </a:r>
            <a:endParaRPr lang="en-US" altLang="pt-BR">
              <a:solidFill>
                <a:srgbClr val="CCEC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D51F6BF1-F9D1-94B9-8DE7-41DC34CB2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257800"/>
          </a:xfrm>
        </p:spPr>
        <p:txBody>
          <a:bodyPr/>
          <a:lstStyle/>
          <a:p>
            <a:r>
              <a:rPr lang="pt-BR" altLang="pt-BR">
                <a:solidFill>
                  <a:srgbClr val="CCECFF"/>
                </a:solidFill>
              </a:rPr>
              <a:t>Vem a Deus, faminto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Pobre mesmo assim;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Há maná celeste , preparado já;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Grátis é a festa, pra Ti e pra mim,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Cristo te convida, vem e cearás</a:t>
            </a:r>
            <a:endParaRPr lang="en-US" altLang="pt-BR">
              <a:solidFill>
                <a:srgbClr val="CCEC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4472C444-79B5-EBDC-E86D-AF0C7821E3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102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CCECFF"/>
                </a:solidFill>
              </a:rPr>
              <a:t>Vem, vem a Mim e descansarás;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Toma o Meu jugo e Te guiarei;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Sou humilde e manso,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Dou-te minha paz;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Ó vem, hoje mesmo,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E te salvarei</a:t>
            </a:r>
            <a:endParaRPr lang="en-US" altLang="pt-BR">
              <a:solidFill>
                <a:srgbClr val="CCEC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76408568-4395-063C-86E9-94A0FB1EF0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410200"/>
          </a:xfrm>
        </p:spPr>
        <p:txBody>
          <a:bodyPr/>
          <a:lstStyle/>
          <a:p>
            <a:r>
              <a:rPr lang="pt-BR" altLang="pt-BR">
                <a:solidFill>
                  <a:srgbClr val="CCECFF"/>
                </a:solidFill>
              </a:rPr>
              <a:t>Andas desviado, longe do redil?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Deixa de vagar 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E vem ao bom Pastor;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Pelos montes, vales, 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Há perigos mil?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Volta ao rebanho do teu Salvador.</a:t>
            </a:r>
            <a:endParaRPr lang="en-US" altLang="pt-BR">
              <a:solidFill>
                <a:srgbClr val="CCEC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AB8D2A2B-1EF4-E2A8-AF09-F72B84BCDA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49530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CCECFF"/>
                </a:solidFill>
              </a:rPr>
              <a:t>Vem, vem a Mim e descansarás;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Toma o Meu jugo e Te guiarei;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Sou humilde e manso,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Dou-te minha paz;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Ó vem, hoje mesmo,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E te salvarei</a:t>
            </a:r>
            <a:endParaRPr lang="en-US" altLang="pt-BR">
              <a:solidFill>
                <a:srgbClr val="CCEC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42DCED1C-6730-DCB4-BCFD-625F08FEC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668962"/>
          </a:xfrm>
        </p:spPr>
        <p:txBody>
          <a:bodyPr/>
          <a:lstStyle/>
          <a:p>
            <a:r>
              <a:rPr lang="pt-BR" altLang="pt-BR">
                <a:solidFill>
                  <a:srgbClr val="CCECFF"/>
                </a:solidFill>
              </a:rPr>
              <a:t>Crendo tu, em Cristo,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Salvação terás;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Gozo, paz perfeita, 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Tudo que é mister;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Cristo não despreza, nem rejeitará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Todo o que contrito a Ele vier.</a:t>
            </a:r>
            <a:endParaRPr lang="en-US" altLang="pt-BR">
              <a:solidFill>
                <a:srgbClr val="CCEC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>
            <a:extLst>
              <a:ext uri="{FF2B5EF4-FFF2-40B4-BE49-F238E27FC236}">
                <a16:creationId xmlns:a16="http://schemas.microsoft.com/office/drawing/2014/main" id="{4320BA64-4F5B-70A3-7FD1-0EDC8EFF7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50292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CCECFF"/>
                </a:solidFill>
              </a:rPr>
              <a:t>Vem, vem a Mim e descansarás;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Toma o Meu jugo e Te guiarei;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Sou humilde e manso,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Dou-te minha paz;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Ó vem, hoje mesmo,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E te salvarei</a:t>
            </a:r>
            <a:endParaRPr lang="en-US" altLang="pt-BR">
              <a:solidFill>
                <a:srgbClr val="CCEC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E5E7744-2647-0C43-C18D-89E1EE402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50292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CCECFF"/>
                </a:solidFill>
              </a:rPr>
              <a:t>Vem, vem a Mim e descansarás;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Toma o Meu jugo e Te guiarei;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Sou humilde e manso,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Dou-te minha paz;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Ó vem, hoje mesmo,</a:t>
            </a:r>
            <a:br>
              <a:rPr lang="pt-BR" altLang="pt-BR">
                <a:solidFill>
                  <a:srgbClr val="CCECFF"/>
                </a:solidFill>
              </a:rPr>
            </a:br>
            <a:r>
              <a:rPr lang="pt-BR" altLang="pt-BR">
                <a:solidFill>
                  <a:srgbClr val="CCECFF"/>
                </a:solidFill>
              </a:rPr>
              <a:t>E te salvarei</a:t>
            </a:r>
            <a:endParaRPr lang="en-US" altLang="pt-BR">
              <a:solidFill>
                <a:srgbClr val="CCEC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353</Words>
  <Application>Microsoft Office PowerPoint</Application>
  <PresentationFormat>Apresentação na tela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Arial</vt:lpstr>
      <vt:lpstr>Design padrão</vt:lpstr>
      <vt:lpstr>73 Vem, Vem a Mim</vt:lpstr>
      <vt:lpstr>Pecador escuta a voz do Senhor: “Se estás cansado, ó vem descansar; Vem, não te detenhas; Sem nenhum temor, Deixa o teu fardo e vem repousar”.</vt:lpstr>
      <vt:lpstr>Vem, vem a Mim e descansarás; Toma o Meu jugo e Te guiarei; Sou humilde e manso, Dou-te minha paz; Ó vem, hoje mesmo, E te salvarei</vt:lpstr>
      <vt:lpstr>Vem a Deus, faminto Pobre mesmo assim; Há maná celeste , preparado já; Grátis é a festa, pra Ti e pra mim, Cristo te convida, vem e cearás</vt:lpstr>
      <vt:lpstr>Vem, vem a Mim e descansarás; Toma o Meu jugo e Te guiarei; Sou humilde e manso, Dou-te minha paz; Ó vem, hoje mesmo, E te salvarei</vt:lpstr>
      <vt:lpstr>Andas desviado, longe do redil? Deixa de vagar  E vem ao bom Pastor; Pelos montes, vales,  Há perigos mil? Volta ao rebanho do teu Salvador.</vt:lpstr>
      <vt:lpstr>Vem, vem a Mim e descansarás; Toma o Meu jugo e Te guiarei; Sou humilde e manso, Dou-te minha paz; Ó vem, hoje mesmo, E te salvarei</vt:lpstr>
      <vt:lpstr>Crendo tu, em Cristo, Salvação terás; Gozo, paz perfeita,  Tudo que é mister; Cristo não despreza, nem rejeitará Todo o que contrito a Ele vier.</vt:lpstr>
      <vt:lpstr>Vem, vem a Mim e descansarás; Toma o Meu jugo e Te guiarei; Sou humilde e manso, Dou-te minha paz; Ó vem, hoje mesmo, E te salvarei</vt:lpstr>
      <vt:lpstr>Vem, vem a Mim e descansarás; Toma o Meu jugo e Te guiarei; Sou humilde e manso, Dou-te minha paz; Ó vem, hoje mesmo, E te salvarei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73 Vem, Vem a Mim</dc:title>
  <dc:creator>Junior</dc:creator>
  <cp:lastModifiedBy>Emerson Souza</cp:lastModifiedBy>
  <cp:revision>2</cp:revision>
  <dcterms:created xsi:type="dcterms:W3CDTF">2005-08-21T22:29:45Z</dcterms:created>
  <dcterms:modified xsi:type="dcterms:W3CDTF">2026-05-02T21:42:54Z</dcterms:modified>
</cp:coreProperties>
</file>