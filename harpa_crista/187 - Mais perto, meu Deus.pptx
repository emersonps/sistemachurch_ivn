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CB2D8-3D78-5484-A843-9BD50E78B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AB51C-442D-4495-6215-5CA1ACFAC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D7061B-A9B5-F653-F61E-B1825CB2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BD342D-58C7-AFDE-48FA-B7FCD6385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AD6479-B37F-0232-4560-D2DD92E2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3BF268-E333-4A15-BF53-96B9A9ADBB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417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13FAD-7233-0D4E-D68B-CB78E170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3C5975-0372-6D65-26C2-85F251441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9D98F2-6BBD-2ACF-014F-5B83224E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A70C98-861E-71FA-A9F9-60163B686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800741-F98F-659A-20AF-73028921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17CFBF-371B-430B-A52D-4A5C686165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791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FF097-108C-5195-18F1-E660E95B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89BD77-A723-E7F3-A30C-B69075FEB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971DC2-1272-D03C-3F26-F7FE8B16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0FD4B4-3D46-9C87-DE75-BBCC7173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26E2E1-8230-D6A3-9256-58D74FC9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94B157-84CD-4239-A9D8-9275131C0B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285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73442-C41F-496B-5F1B-C014B7BD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D8C008-B31E-F470-B9C6-79D0BE5C0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B260C9-D949-F996-9075-6C451FB85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87267E-B66C-EAD9-122F-26641834B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EA1723-C315-5247-8B86-B54D101D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ED1287-7119-E800-C116-C7C9B4BE2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958FD-B3C6-4DA5-B058-B644661DC5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8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37922-AF95-F44C-9F74-5B0858D4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4E0570-DEBE-D1F3-22BF-5ECA6B786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3B6E20-14B3-3873-7592-AB9D96C87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EF27E2A-1A62-093A-FA81-D9DE0C208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C947DB6-637A-0ECB-3A8D-4EC69D04D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8685B5-5827-CCE5-645B-D0B816A74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18D82D8-9B0C-E6A6-09F1-1C21CA5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93ECAD5-49D0-34E5-882A-E9147194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AF1608-2696-41BF-B3AA-CBCCA60AC2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99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27D23-98F8-1AC9-E7BF-491BE19C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92E687-7127-B12A-4790-B60999913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1BF2DC-DE63-94DD-364E-4D31F12E7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92059A-B881-E0BF-F949-62F6789D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C6B49-0681-4608-A457-A2AE7CC186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255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44B770D-80F3-6A70-9145-C8D2316E9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339BD9-DF7C-F3E9-5CA3-FA6FE79A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999AB3-AF81-5062-66C3-E0824D05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769943-75B1-4563-AB69-015998D4EE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573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50CE3-94A6-0C16-BE54-E2437EBB3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A3A90-BF10-25FB-3B3C-BDA608CA1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4A1CD8-3F93-1109-FC55-A416DAE12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59B23A-25DA-8B31-E59F-7C20806A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6108BC-07F5-0E88-29D5-30A5F4EC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1301A6-9DD8-2BA9-8D7B-7D0E9A22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26ADF7-C149-44A2-B1F8-4E37FC3C25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83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DA161-5CA1-282F-3AAB-6694DDB3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D1FABA8-8362-2A3F-E9DE-27A3EB626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0AE9F9-43E8-5F6F-FBBA-9B86C52E4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7A84D6-1F39-A6EA-B4A7-F4BABFF0E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4D8EAD-D487-AE59-5DDF-C2379B3F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EC8AB7-84F8-8480-C70E-13460900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0EA744-6CDE-414C-B968-5261880584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85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4A849-E9F0-0BB5-EF56-D32403FA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874F04-3B9C-88D5-0055-CAE4E695B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D834E9-B2E6-60C5-9FEA-BFD8DB3CB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8D6147-E0C3-9800-08FD-49B7ED09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8271AD-3FF9-699F-05F6-EE42E751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57A71-A83C-4E1A-9378-A67DC107F9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0461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C6E38D-6142-26DA-3C14-0AF81A88A3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9724F6-176F-2818-CBB1-6B55D3A62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4FF344-99CD-173E-F0E3-B6FA35D3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6AB5EC-245B-AF41-3C24-A288D609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082739-C350-38DA-1F7E-927DDBA7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952598-A91C-4726-A025-A7A7580CF9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817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D99CCDC-847F-9BEE-5E58-4B6363382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98F0D0C-7539-8DF1-0E7C-177F739AC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E0769F9-F23A-5A2E-F15D-68215D0CEE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A2AAB9F-A0E7-52FD-8D13-3AEAA09870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559523A-5FB3-F5D1-2ADA-43171972804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FE8F5EF-6AD6-49C2-9A66-B7AE0D148E3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BB18CEE-3FFD-8D7F-EE37-58301B28D9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187</a:t>
            </a:r>
            <a:br>
              <a:rPr lang="en-US" altLang="pt-BR" sz="4000" b="1"/>
            </a:br>
            <a:r>
              <a:rPr lang="en-US" altLang="pt-BR" sz="4000" b="1"/>
              <a:t>MAIS PERTO, MEU DEUS, DE TI!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CCDE334-761C-E35D-52D1-F1A9A19573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EA2C87C-522D-C092-FEA4-FD7698602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Mais perto quero estar</a:t>
            </a:r>
            <a:br>
              <a:rPr lang="en-US" altLang="pt-BR" sz="4000"/>
            </a:br>
            <a:r>
              <a:rPr lang="en-US" altLang="pt-BR" sz="4000"/>
              <a:t>Meu Deus, de Ti!</a:t>
            </a:r>
            <a:br>
              <a:rPr lang="en-US" altLang="pt-BR" sz="4000"/>
            </a:br>
            <a:r>
              <a:rPr lang="en-US" altLang="pt-BR" sz="4000"/>
              <a:t>Inda que seja a dor</a:t>
            </a:r>
            <a:br>
              <a:rPr lang="en-US" altLang="pt-BR" sz="4000"/>
            </a:br>
            <a:r>
              <a:rPr lang="en-US" altLang="pt-BR" sz="4000"/>
              <a:t>Que me una a Ti,</a:t>
            </a:r>
            <a:br>
              <a:rPr lang="en-US" altLang="pt-BR" sz="4000"/>
            </a:br>
            <a:r>
              <a:rPr lang="en-US" altLang="pt-BR" sz="4000"/>
              <a:t>Sempre hei de suplicar</a:t>
            </a:r>
            <a:br>
              <a:rPr lang="en-US" altLang="pt-BR" sz="4000"/>
            </a:br>
            <a:r>
              <a:rPr lang="en-US" altLang="pt-BR" sz="4000"/>
              <a:t>Mais perto quero estar</a:t>
            </a:r>
            <a:br>
              <a:rPr lang="en-US" altLang="pt-BR" sz="4000"/>
            </a:br>
            <a:r>
              <a:rPr lang="en-US" altLang="pt-BR" sz="4000"/>
              <a:t>Mais perto quero estar</a:t>
            </a:r>
            <a:br>
              <a:rPr lang="en-US" altLang="pt-BR" sz="4000"/>
            </a:br>
            <a:r>
              <a:rPr lang="en-US" altLang="pt-BR" sz="4000"/>
              <a:t>Meu Deus, de Ti!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2638F2D-2E56-F372-B50B-E6E6C67A2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Andando triste, aqui </a:t>
            </a:r>
            <a:br>
              <a:rPr lang="en-US" altLang="pt-BR" sz="4000" i="1"/>
            </a:br>
            <a:r>
              <a:rPr lang="en-US" altLang="pt-BR" sz="4000" i="1"/>
              <a:t>Na solidão, </a:t>
            </a:r>
            <a:br>
              <a:rPr lang="en-US" altLang="pt-BR" sz="4000" i="1"/>
            </a:br>
            <a:r>
              <a:rPr lang="en-US" altLang="pt-BR" sz="4000" i="1"/>
              <a:t>Paz e descanso a mim </a:t>
            </a:r>
            <a:br>
              <a:rPr lang="en-US" altLang="pt-BR" sz="4000" i="1"/>
            </a:br>
            <a:r>
              <a:rPr lang="en-US" altLang="pt-BR" sz="4000" i="1"/>
              <a:t>Teus braços dão; </a:t>
            </a:r>
            <a:br>
              <a:rPr lang="en-US" altLang="pt-BR" sz="4000" i="1"/>
            </a:br>
            <a:r>
              <a:rPr lang="en-US" altLang="pt-BR" sz="4000" i="1"/>
              <a:t>Nas trevas vou sonhar, </a:t>
            </a:r>
            <a:br>
              <a:rPr lang="en-US" altLang="pt-BR" sz="4000" i="1"/>
            </a:br>
            <a:r>
              <a:rPr lang="en-US" altLang="pt-BR" sz="4000" i="1"/>
              <a:t>Maia perto quero estar, </a:t>
            </a:r>
            <a:br>
              <a:rPr lang="en-US" altLang="pt-BR" sz="4000" i="1"/>
            </a:br>
            <a:r>
              <a:rPr lang="en-US" altLang="pt-BR" sz="4000" i="1"/>
              <a:t>Mais perto quero estar, </a:t>
            </a:r>
            <a:br>
              <a:rPr lang="en-US" altLang="pt-BR" sz="4000" i="1"/>
            </a:br>
            <a:r>
              <a:rPr lang="en-US" altLang="pt-BR" sz="4000" i="1"/>
              <a:t>Meu Deus, de Ti!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28FB0EE-20F8-9C9F-BADE-FF4AFC683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Minh'alma cantará </a:t>
            </a:r>
            <a:br>
              <a:rPr lang="en-US" altLang="pt-BR" sz="4000" i="1"/>
            </a:br>
            <a:r>
              <a:rPr lang="en-US" altLang="pt-BR" sz="4000" i="1"/>
              <a:t>A Ti, Senhor! </a:t>
            </a:r>
            <a:br>
              <a:rPr lang="en-US" altLang="pt-BR" sz="4000" i="1"/>
            </a:br>
            <a:r>
              <a:rPr lang="en-US" altLang="pt-BR" sz="4000" i="1"/>
              <a:t>E em Betel alçará Padrão de amor, </a:t>
            </a:r>
            <a:br>
              <a:rPr lang="en-US" altLang="pt-BR" sz="4000" i="1"/>
            </a:br>
            <a:r>
              <a:rPr lang="en-US" altLang="pt-BR" sz="4000" i="1"/>
              <a:t>Eu sempre hei de rogar </a:t>
            </a:r>
            <a:br>
              <a:rPr lang="en-US" altLang="pt-BR" sz="4000" i="1"/>
            </a:br>
            <a:r>
              <a:rPr lang="en-US" altLang="pt-BR" sz="4000" i="1"/>
              <a:t>Mais perto quero estar, </a:t>
            </a:r>
            <a:br>
              <a:rPr lang="en-US" altLang="pt-BR" sz="4000" i="1"/>
            </a:br>
            <a:r>
              <a:rPr lang="en-US" altLang="pt-BR" sz="4000" i="1"/>
              <a:t>Mais perto quero estar, </a:t>
            </a:r>
            <a:br>
              <a:rPr lang="en-US" altLang="pt-BR" sz="4000" i="1"/>
            </a:br>
            <a:r>
              <a:rPr lang="en-US" altLang="pt-BR" sz="4000" i="1"/>
              <a:t>Meu Deus, de Ti!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A5A0304-5603-E41F-965A-7B8AB0CEB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E, quando Cristo, enfim, </a:t>
            </a:r>
            <a:br>
              <a:rPr lang="en-US" altLang="pt-BR" sz="4000" i="1"/>
            </a:br>
            <a:r>
              <a:rPr lang="en-US" altLang="pt-BR" sz="4000" i="1"/>
              <a:t>Me vier chamar,</a:t>
            </a:r>
            <a:br>
              <a:rPr lang="en-US" altLang="pt-BR" sz="4000" i="1"/>
            </a:br>
            <a:r>
              <a:rPr lang="en-US" altLang="pt-BR" sz="4000" i="1"/>
              <a:t>Nos céus com serafins, Irei morar. Então me alegrarei </a:t>
            </a:r>
            <a:br>
              <a:rPr lang="en-US" altLang="pt-BR" sz="4000" i="1"/>
            </a:br>
            <a:r>
              <a:rPr lang="en-US" altLang="pt-BR" sz="4000" i="1"/>
              <a:t>Perto de Ti, meu Rei. </a:t>
            </a:r>
            <a:br>
              <a:rPr lang="en-US" altLang="pt-BR" sz="4000" i="1"/>
            </a:br>
            <a:r>
              <a:rPr lang="en-US" altLang="pt-BR" sz="4000" i="1"/>
              <a:t>Perto de TI, meu Rei, </a:t>
            </a:r>
            <a:br>
              <a:rPr lang="en-US" altLang="pt-BR" sz="4000" i="1"/>
            </a:br>
            <a:r>
              <a:rPr lang="en-US" altLang="pt-BR" sz="4000" i="1"/>
              <a:t>Meus Deus, de Ti!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187 MAIS PERTO, MEU DEUS, DE TI! </vt:lpstr>
      <vt:lpstr>Mais perto quero estar Meu Deus, de Ti! Inda que seja a dor Que me una a Ti, Sempre hei de suplicar Mais perto quero estar Mais perto quero estar Meu Deus, de Ti! </vt:lpstr>
      <vt:lpstr>Andando triste, aqui  Na solidão,  Paz e descanso a mim  Teus braços dão;  Nas trevas vou sonhar,  Maia perto quero estar,  Mais perto quero estar,  Meu Deus, de Ti! </vt:lpstr>
      <vt:lpstr>Minh'alma cantará  A Ti, Senhor!  E em Betel alçará Padrão de amor,  Eu sempre hei de rogar  Mais perto quero estar,  Mais perto quero estar,  Meu Deus, de Ti! </vt:lpstr>
      <vt:lpstr>E, quando Cristo, enfim,  Me vier chamar, Nos céus com serafins, Irei morar. Então me alegrarei  Perto de Ti, meu Rei.  Perto de TI, meu Rei,  Meus Deus, de Ti!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187 MAIS PERTO, MEU DEUS, DE TI! </dc:title>
  <dc:creator>Junior</dc:creator>
  <cp:lastModifiedBy>Emerson Souza</cp:lastModifiedBy>
  <cp:revision>1</cp:revision>
  <dcterms:created xsi:type="dcterms:W3CDTF">2005-12-23T17:18:17Z</dcterms:created>
  <dcterms:modified xsi:type="dcterms:W3CDTF">2026-05-02T21:52:24Z</dcterms:modified>
</cp:coreProperties>
</file>