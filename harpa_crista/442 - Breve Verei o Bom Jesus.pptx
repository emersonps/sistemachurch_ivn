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0" autoAdjust="0"/>
    <p:restoredTop sz="94577" autoAdjust="0"/>
  </p:normalViewPr>
  <p:slideViewPr>
    <p:cSldViewPr>
      <p:cViewPr varScale="1">
        <p:scale>
          <a:sx n="46" d="100"/>
          <a:sy n="46" d="100"/>
        </p:scale>
        <p:origin x="-96" y="-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1FB9AC12-268E-DB50-A39D-48D4EFB662C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12291" name="Rectangle 3">
              <a:extLst>
                <a:ext uri="{FF2B5EF4-FFF2-40B4-BE49-F238E27FC236}">
                  <a16:creationId xmlns:a16="http://schemas.microsoft.com/office/drawing/2014/main" id="{801D3B71-FE6C-908C-68CF-A7EF360C1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2292" name="Group 4">
              <a:extLst>
                <a:ext uri="{FF2B5EF4-FFF2-40B4-BE49-F238E27FC236}">
                  <a16:creationId xmlns:a16="http://schemas.microsoft.com/office/drawing/2014/main" id="{D23B5432-66F3-903A-4D43-93895019B3C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2293" name="Rectangle 5">
                <a:extLst>
                  <a:ext uri="{FF2B5EF4-FFF2-40B4-BE49-F238E27FC236}">
                    <a16:creationId xmlns:a16="http://schemas.microsoft.com/office/drawing/2014/main" id="{1D914A12-2060-F211-440F-F905BC11FD96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4" name="Rectangle 6">
                <a:extLst>
                  <a:ext uri="{FF2B5EF4-FFF2-40B4-BE49-F238E27FC236}">
                    <a16:creationId xmlns:a16="http://schemas.microsoft.com/office/drawing/2014/main" id="{4E11BFC7-F42F-6FBB-69F9-7300977175CE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5" name="Line 7">
                <a:extLst>
                  <a:ext uri="{FF2B5EF4-FFF2-40B4-BE49-F238E27FC236}">
                    <a16:creationId xmlns:a16="http://schemas.microsoft.com/office/drawing/2014/main" id="{4C57D018-988A-45C0-1389-29D014034D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296" name="Group 8">
              <a:extLst>
                <a:ext uri="{FF2B5EF4-FFF2-40B4-BE49-F238E27FC236}">
                  <a16:creationId xmlns:a16="http://schemas.microsoft.com/office/drawing/2014/main" id="{D2CB5EBD-F589-3D00-8DF8-6A7B506B730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12297" name="Rectangle 9">
                <a:extLst>
                  <a:ext uri="{FF2B5EF4-FFF2-40B4-BE49-F238E27FC236}">
                    <a16:creationId xmlns:a16="http://schemas.microsoft.com/office/drawing/2014/main" id="{EFC82FC9-F4FB-1EF3-C707-E6EB76E16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8" name="Line 10">
                <a:extLst>
                  <a:ext uri="{FF2B5EF4-FFF2-40B4-BE49-F238E27FC236}">
                    <a16:creationId xmlns:a16="http://schemas.microsoft.com/office/drawing/2014/main" id="{D8562B8C-6480-6E9E-A0BE-7069737B8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F12943D8-7573-C291-FA50-D8CD7D92B6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pt-BR" altLang="pt-BR" noProof="0"/>
              <a:t>Clique para editar o estilo do título mestre</a:t>
            </a: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96DF1EE3-66B7-203C-F682-85A079BA9B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pt-BR" altLang="pt-BR" noProof="0"/>
              <a:t>Clique para editar o estilo do subtítulo mestre</a:t>
            </a:r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59FB6206-36CC-D2FC-BA1D-C911561950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12302" name="Rectangle 14">
            <a:extLst>
              <a:ext uri="{FF2B5EF4-FFF2-40B4-BE49-F238E27FC236}">
                <a16:creationId xmlns:a16="http://schemas.microsoft.com/office/drawing/2014/main" id="{E414D607-A079-3707-9845-26090A36F4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B648639D-EBA7-8AAA-3037-3FC27502F7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6DD7E50-7A6D-4BF5-AFEC-AE339A74AF94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6B24A-13D1-19CF-C06B-5D6ED33B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EFF192-32FF-6880-B96A-405835224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E972B9-1257-A5A5-6C16-3D0E1250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6A0B0B-0E31-1CDA-AF96-276F37AF4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0E81DF-4F0C-10FF-7643-1F61E19A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C000D2-8A7A-4A13-8943-B034E02771C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597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A80C4-8570-3D95-BC33-62EE232A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E46962-03E9-08A4-49A2-2ADDBB4AD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AEF67D-98E0-0C32-1B9E-A8855EFA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BA15EA-02EC-68A0-93C5-E88F61CCC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4459AD-C314-8BA7-9702-29B6E710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54A11-55E4-4BDC-856F-DA977B980A9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5677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5DECF-7289-FF27-0BF4-094A008D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61201C-1972-1486-2535-B43DAC912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884039-E226-A16E-A0B6-2CAFE2524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F09207-8568-011D-9544-45D0D2F5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4F59FD-495A-4B45-9F33-F025DF80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3EEE09-5E4C-A587-9BC7-BE023591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45BA3-A1E0-459C-B428-E63B3BE0A45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26429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C36F5-1713-9836-4970-8C1D3532E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5AECDB-4502-ECF7-AC52-D0EFAE492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C7AF38-9DAA-581E-036D-61604A1CE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DA2C00-C6D6-BDCF-5330-FC20A3BD1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34823D-9CE6-1CE5-0D32-151A9CDE2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CBF674-5F12-344F-D302-F8FDBB63D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4786BA-9CFF-6C6A-7EAA-CE7D0F73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251BE2A-1504-4858-3CC7-2B9122A2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DB802C-D06E-4614-B3EB-B904F360D14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3399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D1632-5553-C421-A16C-E8FC95C2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12B92E-9315-1492-1D16-8E45E9B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769A89-DE69-DAE2-5B98-8DDBCFEE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CD5A3FF-768E-5E5F-7E81-D634DFD7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AC138-D7FF-4617-8C20-0821CDF3C91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4674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32DAE7-572E-60D6-D66F-D73C2EA2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2A8A51A-3007-7372-575B-13E4C925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3BBE78-373E-9B19-0945-EA26504E9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D96BD7-2542-4792-A0E1-9A00E5FD8DA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9760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E4990-D5F0-C0D4-54E6-F902A426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A858DE-E87E-5D02-6F75-D64622EA8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683B0F-2EC3-B149-D4F8-2D872BE82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CC6E32-FBF2-33DA-AB01-0CA57DC48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8FF3B6-22E2-5B5D-C62F-23744CA2C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A2686E-58FE-8197-9010-FD784432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2B04D-9BAE-428F-8F02-A38011110A8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14540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924B8-C8C4-433D-190E-027F7E70C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D081074-A1FE-F31F-DE55-0DE03AF4C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DA893D-F78E-0BD8-00F7-51EAD6CD0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EC0AD6-53E1-6191-B2D8-DCF69715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565691-02A3-C69E-091E-602A9104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9BEAB3-C347-094F-92C0-EB6B0488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34DB31-1CFC-4983-BD00-0094269CEAA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10251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DF564-47C9-074B-98C1-E3A6C9DD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6BCEF4-88EA-ABAD-83E9-EBFCC29BD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BE9357-36B6-50E0-488C-E650A3035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BCE797-9533-CA5A-869A-66F1092E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CD767-69AC-C2B5-708E-605E01EC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F5F56B-B3A0-47E3-A728-ED5AD3FCACA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164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A8A959-56D8-F333-9AD4-305AA3ADE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775E3B-F869-04F5-F6C6-2352049AF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CC3A28-74CF-ABC8-4DCF-54BD7A60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6FA886-AE74-0FCF-4CE0-A9FC17F5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89A199-17A1-309A-CE3A-A5E72606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06E701-D3A4-499C-A6B7-5FFA26B5070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1308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>
            <a:extLst>
              <a:ext uri="{FF2B5EF4-FFF2-40B4-BE49-F238E27FC236}">
                <a16:creationId xmlns:a16="http://schemas.microsoft.com/office/drawing/2014/main" id="{4EFB9D92-3DD8-773E-9716-59772D7A3EA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1267" name="Rectangle 3">
              <a:extLst>
                <a:ext uri="{FF2B5EF4-FFF2-40B4-BE49-F238E27FC236}">
                  <a16:creationId xmlns:a16="http://schemas.microsoft.com/office/drawing/2014/main" id="{6E1A7EAA-E73A-D860-07ED-3E124954D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268" name="Group 4">
              <a:extLst>
                <a:ext uri="{FF2B5EF4-FFF2-40B4-BE49-F238E27FC236}">
                  <a16:creationId xmlns:a16="http://schemas.microsoft.com/office/drawing/2014/main" id="{5D9184E0-F183-F598-76D9-B4C1411CD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1269" name="Rectangle 5">
                <a:extLst>
                  <a:ext uri="{FF2B5EF4-FFF2-40B4-BE49-F238E27FC236}">
                    <a16:creationId xmlns:a16="http://schemas.microsoft.com/office/drawing/2014/main" id="{A370F79E-3330-C4CF-46EA-19AFBBAAC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0" name="Line 6">
                <a:extLst>
                  <a:ext uri="{FF2B5EF4-FFF2-40B4-BE49-F238E27FC236}">
                    <a16:creationId xmlns:a16="http://schemas.microsoft.com/office/drawing/2014/main" id="{8F723563-A65B-477C-84F7-B3D4774340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1271" name="Rectangle 7">
            <a:extLst>
              <a:ext uri="{FF2B5EF4-FFF2-40B4-BE49-F238E27FC236}">
                <a16:creationId xmlns:a16="http://schemas.microsoft.com/office/drawing/2014/main" id="{81B65E0F-8269-6F86-3EC9-1D07A8F7B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1272" name="Rectangle 8">
            <a:extLst>
              <a:ext uri="{FF2B5EF4-FFF2-40B4-BE49-F238E27FC236}">
                <a16:creationId xmlns:a16="http://schemas.microsoft.com/office/drawing/2014/main" id="{D209849D-9227-ED58-79F5-2AA5EB378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1273" name="Rectangle 9">
            <a:extLst>
              <a:ext uri="{FF2B5EF4-FFF2-40B4-BE49-F238E27FC236}">
                <a16:creationId xmlns:a16="http://schemas.microsoft.com/office/drawing/2014/main" id="{01F89A5A-5C08-AE78-F0EE-7C0AB081695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pt-BR" altLang="pt-BR"/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5F4F5B8D-76AE-6B6F-C45D-C02658B353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pt-BR" altLang="pt-BR"/>
          </a:p>
        </p:txBody>
      </p:sp>
      <p:sp>
        <p:nvSpPr>
          <p:cNvPr id="11275" name="Rectangle 11">
            <a:extLst>
              <a:ext uri="{FF2B5EF4-FFF2-40B4-BE49-F238E27FC236}">
                <a16:creationId xmlns:a16="http://schemas.microsoft.com/office/drawing/2014/main" id="{0BC9F8B3-A457-5B3F-5059-0C1061308A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2213B6DF-BB8C-4991-9831-CEBB85A3095B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11276" name="Line 12">
            <a:extLst>
              <a:ext uri="{FF2B5EF4-FFF2-40B4-BE49-F238E27FC236}">
                <a16:creationId xmlns:a16="http://schemas.microsoft.com/office/drawing/2014/main" id="{4FB5885C-16C5-E29A-0F61-F3B7BC642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113455B-4EF0-FB25-098D-384F2CFCA0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altLang="pt-BR" sz="4000" b="1">
                <a:latin typeface="Sylfaen" panose="010A0502050306030303" pitchFamily="18" charset="0"/>
              </a:rPr>
              <a:t>442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BREVE VEREI O BOM JESUS</a:t>
            </a:r>
            <a:endParaRPr lang="en-US" altLang="pt-BR" sz="4000" b="1">
              <a:latin typeface="Sylfaen" panose="010A050205030603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1C0B61C-64EC-63C5-233D-82054F8E9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74638"/>
            <a:ext cx="8532812" cy="6034087"/>
          </a:xfrm>
        </p:spPr>
        <p:txBody>
          <a:bodyPr/>
          <a:lstStyle/>
          <a:p>
            <a:r>
              <a:rPr lang="pt-BR" altLang="pt-BR" sz="4000">
                <a:latin typeface="Sylfaen" panose="010A0502050306030303" pitchFamily="18" charset="0"/>
              </a:rPr>
              <a:t>Breve no céu, Jesus há de aparecer </a:t>
            </a:r>
            <a:br>
              <a:rPr lang="pt-BR" altLang="pt-BR" sz="4000">
                <a:latin typeface="Sylfaen" panose="010A0502050306030303" pitchFamily="18" charset="0"/>
              </a:rPr>
            </a:br>
            <a:r>
              <a:rPr lang="pt-BR" altLang="pt-BR" sz="4000">
                <a:latin typeface="Sylfaen" panose="010A0502050306030303" pitchFamily="18" charset="0"/>
              </a:rPr>
              <a:t>Em gloriosa luz; todos O hão de ver </a:t>
            </a:r>
            <a:br>
              <a:rPr lang="pt-BR" altLang="pt-BR" sz="4000">
                <a:latin typeface="Sylfaen" panose="010A0502050306030303" pitchFamily="18" charset="0"/>
              </a:rPr>
            </a:br>
            <a:r>
              <a:rPr lang="pt-BR" altLang="pt-BR" sz="4000">
                <a:latin typeface="Sylfaen" panose="010A0502050306030303" pitchFamily="18" charset="0"/>
              </a:rPr>
              <a:t>Naquele dia, então, eu hei de receber </a:t>
            </a:r>
            <a:br>
              <a:rPr lang="pt-BR" altLang="pt-BR" sz="4000">
                <a:latin typeface="Sylfaen" panose="010A0502050306030303" pitchFamily="18" charset="0"/>
              </a:rPr>
            </a:br>
            <a:r>
              <a:rPr lang="pt-BR" altLang="pt-BR" sz="4000">
                <a:latin typeface="Sylfaen" panose="010A0502050306030303" pitchFamily="18" charset="0"/>
              </a:rPr>
              <a:t>De Cristo galardão; oh! que prazer!</a:t>
            </a:r>
            <a:r>
              <a:rPr lang="en-US" altLang="pt-BR" sz="4000">
                <a:latin typeface="Sylfaen" panose="010A05020503060303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255FF62-806D-ECFC-E8B4-8BF3A417E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274638"/>
            <a:ext cx="8243887" cy="6178550"/>
          </a:xfrm>
        </p:spPr>
        <p:txBody>
          <a:bodyPr/>
          <a:lstStyle/>
          <a:p>
            <a:r>
              <a:rPr lang="pt-BR" altLang="pt-BR" sz="4000" b="1">
                <a:latin typeface="Sylfaen" panose="010A0502050306030303" pitchFamily="18" charset="0"/>
              </a:rPr>
              <a:t>Breve verei o bom Jesus, 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E viverei em plena luz;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No lindo céu eu gozarei...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De toda a dor, por Deus, livre serei.</a:t>
            </a:r>
            <a:endParaRPr lang="en-US" altLang="pt-BR" sz="4000" b="1">
              <a:latin typeface="Sylfaen" panose="010A050205030603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EB3FAAF-8044-A64A-7E78-FE31CBDA7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4638"/>
            <a:ext cx="8604250" cy="6178550"/>
          </a:xfrm>
        </p:spPr>
        <p:txBody>
          <a:bodyPr/>
          <a:lstStyle/>
          <a:p>
            <a:r>
              <a:rPr lang="pt-BR" altLang="pt-BR" sz="4000">
                <a:latin typeface="Sylfaen" panose="010A0502050306030303" pitchFamily="18" charset="0"/>
              </a:rPr>
              <a:t>Na vinda do Senhor irei eu receber,</a:t>
            </a:r>
            <a:br>
              <a:rPr lang="pt-BR" altLang="pt-BR" sz="4000">
                <a:latin typeface="Sylfaen" panose="010A0502050306030303" pitchFamily="18" charset="0"/>
              </a:rPr>
            </a:br>
            <a:r>
              <a:rPr lang="pt-BR" altLang="pt-BR" sz="4000">
                <a:latin typeface="Sylfaen" panose="010A0502050306030303" pitchFamily="18" charset="0"/>
              </a:rPr>
              <a:t>Do Seu eterno amor, repouso e prazer,</a:t>
            </a:r>
            <a:br>
              <a:rPr lang="pt-BR" altLang="pt-BR" sz="4000">
                <a:latin typeface="Sylfaen" panose="010A0502050306030303" pitchFamily="18" charset="0"/>
              </a:rPr>
            </a:br>
            <a:r>
              <a:rPr lang="pt-BR" altLang="pt-BR" sz="4000">
                <a:latin typeface="Sylfaen" panose="010A0502050306030303" pitchFamily="18" charset="0"/>
              </a:rPr>
              <a:t>Disso, meu bom Jesus, tem-me falado já </a:t>
            </a:r>
            <a:br>
              <a:rPr lang="pt-BR" altLang="pt-BR" sz="4000">
                <a:latin typeface="Sylfaen" panose="010A0502050306030303" pitchFamily="18" charset="0"/>
              </a:rPr>
            </a:br>
            <a:r>
              <a:rPr lang="pt-BR" altLang="pt-BR" sz="4000">
                <a:latin typeface="Sylfaen" panose="010A0502050306030303" pitchFamily="18" charset="0"/>
              </a:rPr>
              <a:t>E da celeste luz de Jeová!</a:t>
            </a:r>
            <a:r>
              <a:rPr lang="en-US" altLang="pt-BR" sz="4000">
                <a:latin typeface="Sylfaen" panose="010A05020503060303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8758C70-C370-7E1C-413C-AE362A174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74638"/>
            <a:ext cx="8002587" cy="6178550"/>
          </a:xfrm>
        </p:spPr>
        <p:txBody>
          <a:bodyPr/>
          <a:lstStyle/>
          <a:p>
            <a:r>
              <a:rPr lang="pt-BR" altLang="pt-BR" sz="4000" b="1">
                <a:latin typeface="Sylfaen" panose="010A0502050306030303" pitchFamily="18" charset="0"/>
              </a:rPr>
              <a:t>Breve verei o bom Jesus, 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E viverei em plena luz;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No lindo céu eu gozarei...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De toda a dor, por Deus, livre serei.</a:t>
            </a:r>
            <a:endParaRPr lang="en-US" altLang="pt-BR" sz="4000" b="1">
              <a:latin typeface="Sylfaen" panose="010A050205030603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27E9F5E-FFE9-B6F0-1ADC-9C0F55D10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692150"/>
            <a:ext cx="8459787" cy="5903913"/>
          </a:xfrm>
        </p:spPr>
        <p:txBody>
          <a:bodyPr/>
          <a:lstStyle/>
          <a:p>
            <a:r>
              <a:rPr lang="pt-BR" altLang="pt-BR" sz="4000">
                <a:latin typeface="Sylfaen" panose="010A0502050306030303" pitchFamily="18" charset="0"/>
              </a:rPr>
              <a:t>Na vinda do Senhor desfrutarei prazer,</a:t>
            </a:r>
            <a:br>
              <a:rPr lang="pt-BR" altLang="pt-BR" sz="4000">
                <a:latin typeface="Sylfaen" panose="010A0502050306030303" pitchFamily="18" charset="0"/>
              </a:rPr>
            </a:br>
            <a:r>
              <a:rPr lang="pt-BR" altLang="pt-BR" sz="4000">
                <a:latin typeface="Sylfaen" panose="010A0502050306030303" pitchFamily="18" charset="0"/>
              </a:rPr>
              <a:t>Quando meu Salvador em glória aparecer;</a:t>
            </a:r>
            <a:br>
              <a:rPr lang="pt-BR" altLang="pt-BR" sz="4000">
                <a:latin typeface="Sylfaen" panose="010A0502050306030303" pitchFamily="18" charset="0"/>
              </a:rPr>
            </a:br>
            <a:r>
              <a:rPr lang="pt-BR" altLang="pt-BR" sz="4000">
                <a:latin typeface="Sylfaen" panose="010A0502050306030303" pitchFamily="18" charset="0"/>
              </a:rPr>
              <a:t>Eis que Ele breve vem, os santos levará</a:t>
            </a:r>
            <a:br>
              <a:rPr lang="pt-BR" altLang="pt-BR" sz="4000">
                <a:latin typeface="Sylfaen" panose="010A0502050306030303" pitchFamily="18" charset="0"/>
              </a:rPr>
            </a:br>
            <a:r>
              <a:rPr lang="pt-BR" altLang="pt-BR" sz="4000">
                <a:latin typeface="Sylfaen" panose="010A0502050306030303" pitchFamily="18" charset="0"/>
              </a:rPr>
              <a:t>Para a mansão de além, donde virá!</a:t>
            </a:r>
            <a:r>
              <a:rPr lang="en-US" altLang="pt-BR" sz="4000">
                <a:latin typeface="Sylfaen" panose="010A05020503060303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A4C29C4-9248-EBC3-0D8C-D5D14CBB4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74638"/>
            <a:ext cx="8002587" cy="6178550"/>
          </a:xfrm>
        </p:spPr>
        <p:txBody>
          <a:bodyPr/>
          <a:lstStyle/>
          <a:p>
            <a:r>
              <a:rPr lang="pt-BR" altLang="pt-BR" sz="4000" b="1">
                <a:latin typeface="Sylfaen" panose="010A0502050306030303" pitchFamily="18" charset="0"/>
              </a:rPr>
              <a:t>Breve verei o bom Jesus, 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E viverei em plena luz;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No lindo céu eu gozarei...</a:t>
            </a:r>
            <a:br>
              <a:rPr lang="pt-BR" altLang="pt-BR" sz="4000" b="1">
                <a:latin typeface="Sylfaen" panose="010A0502050306030303" pitchFamily="18" charset="0"/>
              </a:rPr>
            </a:br>
            <a:r>
              <a:rPr lang="pt-BR" altLang="pt-BR" sz="4000" b="1">
                <a:latin typeface="Sylfaen" panose="010A0502050306030303" pitchFamily="18" charset="0"/>
              </a:rPr>
              <a:t>De toda a dor, por Deus, livre serei.</a:t>
            </a:r>
            <a:endParaRPr lang="en-US" altLang="pt-BR" sz="4000" b="1">
              <a:latin typeface="Sylfaen" panose="010A050205030603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adas">
  <a:themeElements>
    <a:clrScheme name="Camada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Camad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amada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Camadas</Template>
  <TotalTime>4</TotalTime>
  <Words>212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Wingdings</vt:lpstr>
      <vt:lpstr>Sylfaen</vt:lpstr>
      <vt:lpstr>Camadas</vt:lpstr>
      <vt:lpstr>442 BREVE VEREI O BOM JESUS</vt:lpstr>
      <vt:lpstr>Breve no céu, Jesus há de aparecer  Em gloriosa luz; todos O hão de ver  Naquele dia, então, eu hei de receber  De Cristo galardão; oh! que prazer! </vt:lpstr>
      <vt:lpstr>Breve verei o bom Jesus,  E viverei em plena luz; No lindo céu eu gozarei... De toda a dor, por Deus, livre serei.</vt:lpstr>
      <vt:lpstr>Na vinda do Senhor irei eu receber, Do Seu eterno amor, repouso e prazer, Disso, meu bom Jesus, tem-me falado já  E da celeste luz de Jeová! </vt:lpstr>
      <vt:lpstr>Breve verei o bom Jesus,  E viverei em plena luz; No lindo céu eu gozarei... De toda a dor, por Deus, livre serei.</vt:lpstr>
      <vt:lpstr>Na vinda do Senhor desfrutarei prazer, Quando meu Salvador em glória aparecer; Eis que Ele breve vem, os santos levará Para a mansão de além, donde virá! </vt:lpstr>
      <vt:lpstr>Breve verei o bom Jesus,  E viverei em plena luz; No lindo céu eu gozarei... De toda a dor, por Deus, livre serei.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442 - BREVE VEREI O BOM JESUS</dc:title>
  <dc:creator>Montagna</dc:creator>
  <cp:lastModifiedBy>Emerson Souza</cp:lastModifiedBy>
  <cp:revision>3</cp:revision>
  <dcterms:created xsi:type="dcterms:W3CDTF">2005-10-21T07:30:18Z</dcterms:created>
  <dcterms:modified xsi:type="dcterms:W3CDTF">2026-05-02T22:14:03Z</dcterms:modified>
</cp:coreProperties>
</file>