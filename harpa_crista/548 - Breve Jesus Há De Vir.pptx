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3" d="100"/>
          <a:sy n="63" d="100"/>
        </p:scale>
        <p:origin x="-114" y="-16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491BA52-CBF0-8248-DD82-4F47A996FE7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7E1EE2D5-AD01-33C1-9A5F-DCE15675D19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F4B54EA5-CC6F-5609-C915-A0440F5C02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58B9AB27-2271-540C-8D1D-5EEE086074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2A1AFC68-A386-616E-5204-DC5052892B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82A08F8-BA11-4C9C-AB85-E223B6F4FC79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67392447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62143D4-B5E8-F84E-0D35-E222456723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6582A2B9-5219-7E53-FB11-3AD2C8BC1E0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062A97BC-1F9E-94E5-8BFF-05AF82DA53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2DACA914-C02D-4B65-EEF9-2301C152EE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EFF4E98-35C5-9A73-D031-EC1AA99DB6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B863387-C040-4E2F-8037-B443C8F5F11B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39904596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83766C4-61CE-9213-0367-65C95958D8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8762A3C0-C7A8-5DAD-97B3-D689BF061E9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6E6A5B39-57B3-F188-35A0-2E71788BCA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90CCDAD5-D3F4-3F3A-B491-C5ADE4ACE2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84357895-4965-D715-AC69-06B4CF33AA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28962D7-3CEA-490E-9D58-13F4CB353DB4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88270758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1525C9B-DB2F-D3BF-A5D0-E49D5750CD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C6A81BEB-6F46-0E60-CE65-B020BB96251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3ECDACB9-8431-973F-1482-1C0ECB5CE77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F4F69A71-FD99-3F4E-2E2D-AB4B1EC31D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69D4F72C-0F0C-CCCA-5B75-02FF8A6261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78D2A8DF-8341-4993-E2A5-8C6391DFB3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B10FDD2-CA50-4DE6-87D6-31803DB5D35E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6259546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A60D50B-3BF9-100D-2B3D-6BCE3CEF23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9449E398-9366-757F-8A0F-5392876F922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1B5A3F2E-4C2D-2927-668F-CC4845BCB6D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06912407-ECA6-F7DA-D4DA-F36AEDC7EAC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1EF2791D-C9C5-CE4A-4C83-18D17C40CB4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2F635605-986D-991D-F398-F68174429B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477EF0BF-551D-5E2A-F728-013953053C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E3B9860F-DF5D-DC7C-4EC3-504A5CBBCB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A66E3A1-E27F-4E20-8FCF-D0831ADDC930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3554978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7701B9C-8C57-9AB9-0783-CD9AF1DC75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51857029-5CEE-FB7E-7464-9FADA385F9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F5E312AC-6D5D-1565-30A6-FA034EB4D3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2E7FE703-E68A-2AF4-4408-6869DD8A17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B9C834D-8EC5-4349-B898-CDF2F14D4A4A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71044409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DE3567F5-6B6F-578A-C37B-6372390A04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80E93D06-8F2B-4A70-CCFC-CC8B7D4A0A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09A3A9C1-65AA-DE8C-0FDF-B260AF97B0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5C06DD3-03AF-456B-9F4B-AE86E34DE392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24853951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CEF3577-6839-EE2E-981E-973EDF88E0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4622309A-BB51-68E2-E125-885C700DA25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B5580810-89DD-D99D-E893-40C64CAD11E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7AA561AC-1A6F-70FB-C874-708BCABFF2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793EB742-25A6-1060-159A-F2F11CD808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474C0171-04E9-F82A-6E7E-B0B926A565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B5E47D5-929C-43FA-A88D-061E93F97B26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68296025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CF1C35E-04BA-5441-8494-44C036B8F4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AECE680F-A445-1B7E-1C74-F356F4A3FEA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A7254E58-A849-429D-8B71-BACD2F094BF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99E2BC72-2A1D-EDDD-B248-3BBC586077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C07DAD69-A79A-F0D1-C72A-26F027CFEA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BFE3BC75-4859-E250-7ED0-4340DC01D5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9A789B7-EF11-4546-8A09-9D11D30139F4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33282855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B991494-8EEB-35B7-E686-E112BA5EA0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C36568EB-32FB-4897-15B7-CCC0697EF7F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21C0181F-61D3-A2C7-6E72-88AB5CF521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632FE167-BBAD-29D6-5192-7B71C08357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7AB02BE7-BDDE-0321-B6B3-65B5CB92D4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2ADC298-7206-4945-BBF9-982F49F8BD59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48806045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A5C39669-F449-AA98-8149-41CAFF2B074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EB1689E6-247B-918B-A85E-AF6B91AC8C6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541B0F1B-471E-B5FA-D518-4F7B63A0D7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7BB0BA5F-FC29-DC01-A3B0-9F6B854E66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5D8085AB-38DF-BEB4-65E1-FFF77F69B1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7E70413-4667-452D-A94F-FA29C2321BDB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422943688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63162724-91F7-8DCE-E084-B83A86DD288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pt-BR"/>
              <a:t>Clique para editar o estilo do título mestre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CF2C5DEC-3E80-CEAC-B00E-39EC746477C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pt-BR"/>
              <a:t>Clique para editar os estilos do texto mestre</a:t>
            </a:r>
          </a:p>
          <a:p>
            <a:pPr lvl="1"/>
            <a:r>
              <a:rPr lang="en-US" altLang="pt-BR"/>
              <a:t>Segundo nível</a:t>
            </a:r>
          </a:p>
          <a:p>
            <a:pPr lvl="2"/>
            <a:r>
              <a:rPr lang="en-US" altLang="pt-BR"/>
              <a:t>Terceiro nível</a:t>
            </a:r>
          </a:p>
          <a:p>
            <a:pPr lvl="3"/>
            <a:r>
              <a:rPr lang="en-US" altLang="pt-BR"/>
              <a:t>Quarto nível</a:t>
            </a:r>
          </a:p>
          <a:p>
            <a:pPr lvl="4"/>
            <a:r>
              <a:rPr lang="en-US" altLang="pt-BR"/>
              <a:t>Quinto nível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8A4CDCD5-14FA-ACEF-6D97-D92FC6CFE2CB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endParaRPr lang="en-US" altLang="pt-BR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DBCBBD66-E306-5768-3987-019D61C3D586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endParaRPr lang="en-US" altLang="pt-BR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A2176E8A-283F-008E-B120-12A00F2960CD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fld id="{3A0BC202-26CC-4976-8C67-F99141EE4806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fontAlgn="base">
        <a:spcBef>
          <a:spcPct val="0"/>
        </a:spcBef>
        <a:spcAft>
          <a:spcPct val="0"/>
        </a:spcAft>
        <a:defRPr sz="4400" kern="1200">
          <a:solidFill>
            <a:schemeClr val="tx2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2pPr>
      <a:lvl3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3pPr>
      <a:lvl4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4pPr>
      <a:lvl5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>
            <a:extLst>
              <a:ext uri="{FF2B5EF4-FFF2-40B4-BE49-F238E27FC236}">
                <a16:creationId xmlns:a16="http://schemas.microsoft.com/office/drawing/2014/main" id="{26D09328-3E87-E4F9-170B-659F0C937A0D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0" y="2133600"/>
            <a:ext cx="9144000" cy="1470025"/>
          </a:xfrm>
        </p:spPr>
        <p:txBody>
          <a:bodyPr anchor="ctr"/>
          <a:lstStyle/>
          <a:p>
            <a:r>
              <a:rPr lang="en-US" altLang="pt-BR" sz="4000" b="1"/>
              <a:t>548 - Breve Jesus Há De Vir</a:t>
            </a:r>
            <a:r>
              <a:rPr lang="en-US" altLang="pt-BR" sz="4000"/>
              <a:t> </a:t>
            </a:r>
          </a:p>
        </p:txBody>
      </p:sp>
      <p:sp>
        <p:nvSpPr>
          <p:cNvPr id="2051" name="Rectangle 3">
            <a:extLst>
              <a:ext uri="{FF2B5EF4-FFF2-40B4-BE49-F238E27FC236}">
                <a16:creationId xmlns:a16="http://schemas.microsoft.com/office/drawing/2014/main" id="{6DE13E9F-DF51-A2AD-CC94-81797678A74E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/>
          <a:p>
            <a:endParaRPr lang="pt-BR" altLang="pt-BR" sz="32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6" name="Rectangle 4">
            <a:extLst>
              <a:ext uri="{FF2B5EF4-FFF2-40B4-BE49-F238E27FC236}">
                <a16:creationId xmlns:a16="http://schemas.microsoft.com/office/drawing/2014/main" id="{F5E9FC3F-FA78-751E-08C3-918430E67E7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r>
              <a:rPr lang="en-US" altLang="pt-BR" sz="4000" i="1"/>
              <a:t>Breve Jesus há de vir lá do Céu, buscar-nos para o Lar. </a:t>
            </a:r>
            <a:br>
              <a:rPr lang="en-US" altLang="pt-BR" sz="4000" i="1"/>
            </a:br>
            <a:r>
              <a:rPr lang="en-US" altLang="pt-BR" sz="4000" i="1"/>
              <a:t>Devo estar pronto, ao Jesus chegar, e assim vou para o Lar.</a:t>
            </a:r>
            <a:r>
              <a:rPr lang="en-US" altLang="pt-BR" sz="4000"/>
              <a:t>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esign padrão">
  <a:themeElements>
    <a:clrScheme name="Design padrão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sign padrão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>
    <a:extraClrScheme>
      <a:clrScheme name="Design padrão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37</Words>
  <Application>Microsoft Office PowerPoint</Application>
  <PresentationFormat>Apresentação na tela (4:3)</PresentationFormat>
  <Paragraphs>2</Paragraphs>
  <Slides>2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1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2</vt:i4>
      </vt:variant>
    </vt:vector>
  </HeadingPairs>
  <TitlesOfParts>
    <vt:vector size="4" baseType="lpstr">
      <vt:lpstr>Arial</vt:lpstr>
      <vt:lpstr>Design padrão</vt:lpstr>
      <vt:lpstr>548 - Breve Jesus Há De Vir </vt:lpstr>
      <vt:lpstr>Breve Jesus há de vir lá do Céu, buscar-nos para o Lar.  Devo estar pronto, ao Jesus chegar, e assim vou para o Lar. </vt:lpstr>
    </vt:vector>
  </TitlesOfParts>
  <Company>Home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548 - Breve Jesus Há De Vir </dc:title>
  <dc:creator>Junior</dc:creator>
  <cp:lastModifiedBy>Emerson Souza</cp:lastModifiedBy>
  <cp:revision>1</cp:revision>
  <dcterms:created xsi:type="dcterms:W3CDTF">2005-12-27T00:10:48Z</dcterms:created>
  <dcterms:modified xsi:type="dcterms:W3CDTF">2026-05-02T22:23:01Z</dcterms:modified>
</cp:coreProperties>
</file>