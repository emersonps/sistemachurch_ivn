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08" y="-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C6FC3F-6E74-890D-FF3F-482BB807D8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172D2B-00E7-275F-9521-582F4BFA1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11E53D-36E0-875E-24F5-10312CA19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9A3709-E19E-187D-DFE8-F9DA5021F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628D97-3421-2FCC-3838-152EC54D5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3F4090-AACD-493B-9B7A-FD00067F070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56384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38F8BB-8010-3291-335D-209370B03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908BB2-460F-6DCA-50BD-48CCE224B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658069-4F51-BFA4-39F1-1548B6AFD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7005B1-6604-1588-1620-56BDBD49D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266D30-16C1-DEF3-8761-210B33B2F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8A5BE2-BC3C-4D97-9FFD-6A1C372DCA5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74603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37E648-B047-9454-E1E5-254826936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2302D1A-C2E1-E42F-0A1E-BA4912F80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F691EA-A89D-E0D5-6B12-0D1D0D157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E7C5D0-A2B2-1DCE-D821-59449C46A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601E54-8ACB-695E-B5EB-1C73F5515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8A8125-CD9D-49A1-BE49-5BA6C769A9C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75895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405821-4D08-6F9C-C5D8-32B214CF2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69179F-53C1-11F5-7799-ADC6D409AE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9EEF3CA-0D8B-CFCD-E234-94F8F7F98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EFA48FF-11D8-C7A9-4E81-087892FB9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397B37-831E-A9DD-AFDB-E1C21E496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83A60E9-94BA-3207-4332-8715A9CDF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81F7B2-2BC5-4CC1-8183-FA61EC4429D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8996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AD3268-9620-115D-B4AD-215269A87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05CD28E-ABA5-6E0D-A325-BBFD516E5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E8B4D8A-3529-B2E4-ED5E-CF822A3848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9E1ED80-D200-1FC6-5C69-DDF76321E4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3727100-7D85-BCEB-410A-369838ABC5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75F5577-A45F-799A-92E6-1DB2EA580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DB2CB21-F478-9729-6229-2FB86BE3C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8F1374F-BFAF-4895-2A0D-A9B613E6B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483AD5-8F6C-4744-9144-8C84F3660D7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29001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EE47D-937C-9740-C842-48E8E357B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9C72F0E-0E92-6B93-0A46-D80625386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8E9C478-0F5E-B8BC-C1C9-F5072664B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75E30C9-494D-D72E-ECC9-6717AE9AD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CB8845-7053-4B17-B8F4-BB0F52FDDFA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06422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7FFA9BF-8BE0-4175-E839-BAED4DBBD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8345B7E-8913-ED99-AC07-6C6555D86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8BD1245-C545-9F49-90D4-96511A3D9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2773C9-B371-4F0A-A6AF-0C7DB29B2E8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06851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A667AD-D8D1-C8B5-B1E2-2BD1FB1D6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E59E98-9918-B14A-623C-8DE4D69C5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E0D22EB-EF4F-A917-E00F-0BBF6A03C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CFC5791-4DC0-926F-3C90-7A45FEE6B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ACB795A-6A22-0A21-A1F0-3DB06CBB9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D8BE73-AB1A-8372-E452-0ED8AB6FB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CC4153-B7F9-4FB1-88D1-BB16EC771C9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22338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825BE4-B1FB-1DFC-5E24-46ED42B21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3F5D6D6-7E59-C8EF-9CD7-B19E70675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18840BF-471E-9E47-2D5B-BC3A4FC17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F886A14-03FE-4D6C-65EF-6DBA4FB40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C871BCD-6CED-7CBB-A03E-CB082E1DE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43119B1-F3D4-1D98-93D9-ED2300674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533447-9A77-4598-86B8-3BE44C95B76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60314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0DE992-4F1E-D1CB-12FB-54933CD8A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A413F2B-CB69-32A9-C82B-B9A7EB3C9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CFF77C-4139-C25D-E81D-8486CF3C1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E8B44B-C8B9-0F18-766C-5EEDE2416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FF8CEC-9BDE-08B2-9D7B-0F96EBD87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D641AD-B9B7-44E6-B50C-2633F04466E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08451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C675088-0A1D-F025-E69C-DA083E23B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52827DE-9F52-8BEA-720D-A4C5A493E3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1496C3-1A8F-2897-E84F-0D9127383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39F975-52C2-BFF1-5B24-F72E9924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50E0B8-EE8D-4353-1376-2CA38FDD4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15D625-E28F-466E-89FC-D5EF88DCA86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45567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CD54048-7CA0-6E0B-5A44-856BD7EAD5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6F00D7C-B2D5-CD05-7CD7-9FB1923D01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7E22949-6A68-FA90-75C6-86E205625BD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5CADA2D-9DFB-38C5-9CB3-7F192EB71DD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9D1E265-9156-B49B-2361-FF8A269B289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B2E0E98-D647-43C4-9ACC-02A192DC30B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6ABAB540-D8E7-F6D2-AE51-D6D2A43C9C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6019800"/>
          </a:xfrm>
        </p:spPr>
        <p:txBody>
          <a:bodyPr/>
          <a:lstStyle/>
          <a:p>
            <a:r>
              <a:rPr lang="en-US" altLang="pt-BR" b="1" i="1"/>
              <a:t>626 - Tríplice Amém</a:t>
            </a:r>
            <a:r>
              <a:rPr lang="en-US" altLang="pt-BR" i="1"/>
              <a:t>   </a:t>
            </a:r>
            <a:br>
              <a:rPr lang="en-US" altLang="pt-BR" i="1"/>
            </a:br>
            <a:br>
              <a:rPr lang="en-US" altLang="pt-BR" i="1"/>
            </a:br>
            <a:br>
              <a:rPr lang="en-US" altLang="pt-BR" i="1"/>
            </a:br>
            <a:r>
              <a:rPr lang="en-US" altLang="pt-BR" i="1"/>
              <a:t>Amém, Amém, Amém!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Apresentação na tela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3" baseType="lpstr">
      <vt:lpstr>Arial</vt:lpstr>
      <vt:lpstr>Design padrão</vt:lpstr>
      <vt:lpstr>626 - Tríplice Amém      Amém, Amém, Amém!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626 - Tríplice Amém      Amém, Amém, Amém! </dc:title>
  <dc:creator>Junior</dc:creator>
  <cp:lastModifiedBy>Emerson Souza</cp:lastModifiedBy>
  <cp:revision>1</cp:revision>
  <dcterms:created xsi:type="dcterms:W3CDTF">2005-12-27T17:58:13Z</dcterms:created>
  <dcterms:modified xsi:type="dcterms:W3CDTF">2026-05-02T22:29:50Z</dcterms:modified>
</cp:coreProperties>
</file>