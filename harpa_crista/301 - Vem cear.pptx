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CF306-E14C-F180-4A92-EF7616765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316D6F-2F3E-88CC-401E-4D2EF55E5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20964D-CA6E-4776-BC53-FC2BD369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35E0D7-AF67-90A7-7035-C0EE7622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02B815-43F0-DC44-7B06-6D2BD50E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C1B0C1-7A0A-452B-8BB6-289E783772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2956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3B40F-AEEE-79A2-F02D-BCF585B7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3F1FAB-C44B-0084-5A53-19F312668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C731F5-9FEC-563D-851F-0DA3B1A4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032557-F140-1555-E053-7ACEAA31B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64E966-58B9-7287-7360-8A9BC357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A3C181-5938-42EC-932A-CA5B3FEFFA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405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35478-4D9B-238F-3EA5-3F345A68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963FCE-5D2E-F452-B513-BCB9F630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F4F0A0-D240-CF38-B49A-68426B2A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830AB6-6F67-5AFD-A257-53E7ECA5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9964D2-E76A-3C04-4B78-681F4F4E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8668A-45FD-4FFD-B25D-EF181E73B0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4168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8DC89-9C71-6426-AE28-937ABCD8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923B0-2B02-8468-8EE0-83769E58E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B25B2C-69E4-DD30-879A-60196AB02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C8A3D4-C97A-1E9B-221D-3DD64BE9D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E42FFD-6CE9-B3B2-A3A8-979E5520D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7C8ADA-E9E2-7F8E-3259-870E5C50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FE066-1765-45A6-9DD8-281DB63D54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74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C4C52-EBFA-71FD-1C04-6E12EC53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133737-7B9A-BCB2-9DF9-BA5ED838D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75C11-6CEA-CD21-A5C6-B5C5C25F2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E8CE1-40A1-935D-6E28-2AC8507795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4C26889-AECB-C722-14B7-A48B040C8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4545E8-1B37-C941-AC5C-BD477ED7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DC6F270-C888-1233-2D74-6EFB8255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16ED308-B8E0-BDE9-0B10-CF148221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11B8E5-17AB-402C-80F5-0D0524132C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283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B8745-72CD-9C6B-4CE1-EC431E844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2811FB-D1C1-0E6E-1C77-2431991F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A8304E-F402-080A-8DCC-E27AC9FD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D7D73A2-C6B5-DE35-E7D3-0D5EB876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221837-2EDB-46B0-8201-1F1EC8A26D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588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793135-2C17-FB06-4FF9-B7762125F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816DE5-0C13-DB73-7D34-F899C09F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5AB1C6-F8DA-3BFA-2496-64CCEE78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0A0C07-9959-4BED-A9F5-FEA4CCB695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431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0E3AF0-A61C-221A-ECB4-64FF7FDF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4C22BD-37B6-6162-BF78-C18C43DE5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D3BBA8-B501-AD07-D458-EE89062C9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D7FE68-AEA8-D737-FD89-7771140C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C531C8-28C5-3E19-3D00-C374451D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B53E10-FC79-DE47-9AF2-B9D27E68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885FA1-10EA-4864-9B69-82D407A3E8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569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A3C06-79AE-5133-8EF9-E711F562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2E8304-C72D-C40C-4B03-2C7FC0209A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70D102-957F-A90A-3AB0-27D47A8C6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C48D0E-9C8A-0D33-CB48-2B8BACE3F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C723EC-CFFD-9B53-D5AA-A1D727F4A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159F14-5BB8-1C6B-27CF-CCF9212D9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0D43F-04C5-484B-98E0-5D7F254AB8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45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FA282E-F3D6-3CF8-7C8E-5993709C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0177B6-92ED-17BD-E65F-0BE922945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1CDB63-575F-7A0D-0B3C-45D239C6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8AE9A8-E2D1-9201-BB69-CFC54D85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A09D1E-C0A9-2D1F-2B48-886936CD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9E2C39-1EC4-4ABB-8FC2-B514EA6CC5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887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57ECDF-8A5F-2B90-5467-527664E65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2EA8D5-AA81-6A44-EE94-AA60ACDC1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FD08EE-9931-264D-8ABE-FC865F93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FCC813-85A9-AD77-3AAC-87251C02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DEAB45-63C2-0963-AFDF-CF1B7873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5DC173-376A-425D-8171-198DD8825F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1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B06D63-4578-C6FE-09DC-A95A98834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BD2026-2CB0-D540-432D-CA0809433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34E1FB6-EA5B-FC04-C8DB-3524F4E853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CA4F59F-8293-4467-339F-69BF88C8FF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74CDC27-27AD-2B70-A31D-B1AC58656A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3EFBA52-11CE-41E0-846D-6132C430C2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2840AAB-5B0E-E7F1-9FAE-62194E61EB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301 – “VEM CEAR”</a:t>
            </a: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61487A0C-FCB5-5BFA-31D0-401BD6542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3810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Cristo já nos preparou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Um manjar que nos comprou,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E, agora, nos convida a cear;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Com celestial maná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Que de graça Deus te dá,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Vem, faminto, tua alma saciar </a:t>
            </a: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22D12AEF-5818-146B-BE8F-683322D9C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457200"/>
            <a:ext cx="8229600" cy="5334000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cear, o Mestre chama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Mesmo hoje tu te podes saciar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Poucos pães multiplicou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Água em vinho transformou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Vem, faminto, a Jesus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FA647AC7-2F4C-F309-7A86-362636307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533400"/>
            <a:ext cx="8610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Eis discípulos a voltar,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Sem os peixes apanhar,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Mas Jesus os manda outra vez partir;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Ao tornar a praia então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Vêem no fogo peixe e pão,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E Jesus  que os convida a cear vir</a:t>
            </a:r>
          </a:p>
          <a:p>
            <a:pPr>
              <a:buFontTx/>
              <a:buNone/>
            </a:pP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C88D57A1-B49F-D488-B106-C41CAC4991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82296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cear, o Mestre chama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Mesmo hoje tu te podes saciar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Poucos pães multiplicou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Água em vinho transformou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Vem, faminto, a Jesus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069589FD-B5DF-1CC7-3E01-8F1640F2E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Quem sedento se achar,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Venha a Cristo sem tardar,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Pois o vinho sem mistura Ele dá;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E também dá vida ao pão,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Que nos traz consolação;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Eis que tudo preparado já está.</a:t>
            </a:r>
          </a:p>
          <a:p>
            <a:pPr>
              <a:buFontTx/>
              <a:buNone/>
            </a:pP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0B841013-DF41-C758-F554-D6F27645A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229600" cy="51816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cear, o Mestre chama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Mesmo hoje tu te podes saciar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Poucos pães multiplicou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Água e vinho transformou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Vem, faminto, a Jesus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5D423177-97C2-5E53-437D-28553A383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4572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Breve Cristo vai descer,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E a noiva receber 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Seu lugar ao lado do Senhor Jesus;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Quem a fome suportou,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E a sede já passou,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Lá no céu irá cear em Santa luz.</a:t>
            </a: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E9D8EC3D-5B06-1170-2A58-D0A0140421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8229600" cy="52578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cear, o Mestre chama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Mesmo hoje tu te podes saciar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Poucos pães multiplicou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Água e vinho transformou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Vem, faminto, a Jesus</a:t>
            </a:r>
          </a:p>
          <a:p>
            <a:pPr>
              <a:buFontTx/>
              <a:buNone/>
            </a:pPr>
            <a:r>
              <a:rPr lang="pt-BR" altLang="pt-BR" sz="4000">
                <a:solidFill>
                  <a:schemeClr val="bg1"/>
                </a:solidFill>
                <a:latin typeface="Tahoma" panose="020B0604030504040204" pitchFamily="34" charset="0"/>
              </a:rPr>
              <a:t>Vem cear</a:t>
            </a:r>
            <a:endParaRPr lang="en-US" altLang="pt-BR" sz="40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</Words>
  <Application>Microsoft Office PowerPoint</Application>
  <PresentationFormat>Apresentação na tela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Tahoma</vt:lpstr>
      <vt:lpstr>Design padrão</vt:lpstr>
      <vt:lpstr>301 – “VEM CEAR”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301 – “VEM CEAR”</dc:title>
  <dc:creator>Junior</dc:creator>
  <cp:lastModifiedBy>Emerson Souza</cp:lastModifiedBy>
  <cp:revision>1</cp:revision>
  <dcterms:created xsi:type="dcterms:W3CDTF">2005-06-28T02:42:40Z</dcterms:created>
  <dcterms:modified xsi:type="dcterms:W3CDTF">2026-05-02T22:02:00Z</dcterms:modified>
</cp:coreProperties>
</file>