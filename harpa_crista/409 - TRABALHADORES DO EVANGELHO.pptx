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2" r:id="rId6"/>
    <p:sldId id="260" r:id="rId7"/>
    <p:sldId id="263" r:id="rId8"/>
    <p:sldId id="261" r:id="rId9"/>
    <p:sldId id="264" r:id="rId10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0" autoAdjust="0"/>
    <p:restoredTop sz="94595" autoAdjust="0"/>
  </p:normalViewPr>
  <p:slideViewPr>
    <p:cSldViewPr>
      <p:cViewPr varScale="1">
        <p:scale>
          <a:sx n="46" d="100"/>
          <a:sy n="46" d="100"/>
        </p:scale>
        <p:origin x="-108" y="-18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5D985A8-79EC-77FE-A620-B417FEE8DE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C70AEED-C8D3-168A-2284-91B8321495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2C5AE32-9AE8-7AC6-74D5-9347732EFE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A1258D8-E383-F843-5256-364DF9C8D4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5825D02-02CF-9F84-5320-277FE5DAB7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38DA24D-00A3-4ADE-839F-6FF3975D3462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0430827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B7E4031-5FCA-2190-AE79-73164499B0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BACD8E4-A5A4-D008-80F4-7887D224E4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6F2F06B-9671-D5B5-41BA-584178F763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BBCF2FA-4766-4CC6-D372-EFEF9972DA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071DB95-7943-A635-9312-1564BF3C8D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B31B8C3-782E-4E8E-AF8E-1D9A9D782FA3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7805631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CC2EE6E-E4F6-8431-0AC6-E8AA6B4F43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1CC93C9-DC7B-9BDC-55F1-EA675ADE39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658A744-1C94-C5C4-6441-7A7C091407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366ADAB-B22C-CD65-7267-6CDE012A6D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6FDE847-87F6-1C3D-84B7-4773A787BC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3C25218-47AB-4D0F-9938-FFF2B2F4F9D0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811108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E12B2D6-A924-94D1-259F-847F132B59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83D9876-5D19-2BCD-984C-A9724504B03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A178A65C-9E1C-8E2F-EA78-C823932D5D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F2565A3-8714-4B7F-5A7D-29ADCA8F8C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8AB7988-D5D5-3089-C877-5FB4CA2406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99BEC9E-12E5-2678-16E1-655E1389F3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8B24A10-DBA9-4D84-BEF9-CBAA705F28FD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0056529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80A5FFC-C418-8FBE-B41A-82729E405D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646366D-BE0E-55DD-7140-BE94F04506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BDF15033-161B-BCBD-A3CC-D6CAC49B1E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F07B1E5D-EAB1-D89A-FEE0-FB6AABF3B2A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3DEEB4BC-6975-14FB-5DAC-BBF68A03EE5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B91F0B84-8574-2167-2E7E-0A8829CDBF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8215012E-F90C-9F59-3E7B-B69EB87169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7989E996-C283-20E8-BB5F-FF4FE488F7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4240B8C-344F-40C8-9D0D-BF3336614CCA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2893152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E983F8F-9049-F934-1D0C-9F623B5621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7CA1EE88-45B7-79F4-0F39-9B10224253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9660C846-6F66-57B8-5EB0-03099A0B23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12DD03F4-EC6A-CDB6-4F4D-7EE3A7AB70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F96FA96-3819-4788-81E6-901D3010D217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2954296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EDA8272D-D7FA-71B7-4699-BA6B902F4E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EC6E859D-4FD1-A335-1E15-3E47A819EE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A2311487-D2D8-87D7-80FA-2E211FC13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F2567AE-BA58-455F-82D6-86196AAAE8FA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8098840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AF38978-56CF-CDD8-9FC9-17CBAB7DBF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DE68623-EF6E-5263-303B-692632D652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81E0EBF2-4291-7AAC-E4F1-77B66A24AB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EE8783E-D275-1805-83E7-EBDA140E9F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C21394C-E1AB-C2BE-372E-0B8B49ACB7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EB8D866-9B8A-5165-EB0A-91FE56D466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08FB2FD-2FE8-4A71-B9F6-FF1E6D1D8C34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5992084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84DF21-B088-23B0-DEA5-87B1A3A044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809501CA-8BF5-A522-FD48-C39116AB0DF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C401E54-10F1-4176-0CC5-FE9AACCFF2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730956D-7AC9-24CD-7F49-2A766A22D4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C42FA73-E76E-EF19-84C7-2E1E2C225F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59C8434-5B9A-FA01-40C6-79D064B152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C4B5831-2B21-4BC2-A51B-AE719BCC7BBD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7854723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CDEF9A0-A2C5-D13D-43A3-861D5EC1C8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A169AF95-1948-24FE-B688-6236960135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156D669-4F0B-474D-0A04-8D31FCBD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A5F15B4-051C-DB13-3537-4D1379DFE9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981E732-23A3-2D6E-0B71-6FA29E39A7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7C8545-3028-4BCB-9E63-DD1D1400983D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7947591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766900B-D1C3-0E4C-AABD-A8BBA73BABE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BBAC672D-78EA-55B2-938B-0DCEB657C7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EFC98E9-2F25-A53B-ECB6-1DF073EB3A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6A909F8-2D32-AAF7-2B69-D5858B89C3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D016C95-01D4-B0EF-F3F9-C2730A9B43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86567AD-55A0-4AFF-B579-5CFD1DAE536B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3653100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8B447263-A7E3-5D07-54EE-67B63125675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1027B5B9-25A7-C139-C351-EDD41BE4C8B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1F31FCFE-9DFF-21CC-E35F-1B90F093E07D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E4160471-EEC9-1ED5-C4ED-E914FB8A9020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24D06084-F4E6-F2A8-3568-728455DA87E9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993C8D94-DD5C-4C3E-9875-DE837731046E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81038245-83FB-00AF-2BB3-E5BD9B76801A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755650" y="1844675"/>
            <a:ext cx="7918450" cy="1874838"/>
          </a:xfrm>
        </p:spPr>
        <p:txBody>
          <a:bodyPr anchor="ctr"/>
          <a:lstStyle/>
          <a:p>
            <a:r>
              <a:rPr lang="pt-BR" altLang="pt-BR" sz="4000">
                <a:solidFill>
                  <a:srgbClr val="FFD9FF"/>
                </a:solidFill>
              </a:rPr>
              <a:t>409</a:t>
            </a:r>
            <a:br>
              <a:rPr lang="pt-BR" altLang="pt-BR" sz="4000">
                <a:solidFill>
                  <a:srgbClr val="FFD9FF"/>
                </a:solidFill>
              </a:rPr>
            </a:br>
            <a:r>
              <a:rPr lang="pt-BR" altLang="pt-BR" sz="4000" b="1">
                <a:solidFill>
                  <a:srgbClr val="FFD9FF"/>
                </a:solidFill>
              </a:rPr>
              <a:t>Trabalhadores do  Evangelho</a:t>
            </a:r>
            <a:endParaRPr lang="en-US" altLang="pt-BR" sz="4000" b="1">
              <a:solidFill>
                <a:srgbClr val="FFD9FF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10BAEEEE-2854-7E0A-9E72-D6B635009F6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5818188"/>
          </a:xfrm>
        </p:spPr>
        <p:txBody>
          <a:bodyPr/>
          <a:lstStyle/>
          <a:p>
            <a:r>
              <a:rPr lang="pt-BR" altLang="pt-BR" sz="4600">
                <a:solidFill>
                  <a:srgbClr val="FFD9FF"/>
                </a:solidFill>
              </a:rPr>
              <a:t>Trabalhadores do Evangelho,</a:t>
            </a:r>
            <a:br>
              <a:rPr lang="pt-BR" altLang="pt-BR" sz="4600">
                <a:solidFill>
                  <a:srgbClr val="FFD9FF"/>
                </a:solidFill>
              </a:rPr>
            </a:br>
            <a:r>
              <a:rPr lang="pt-BR" altLang="pt-BR" sz="4600">
                <a:solidFill>
                  <a:srgbClr val="FFD9FF"/>
                </a:solidFill>
              </a:rPr>
              <a:t>Em breve ceifareis;</a:t>
            </a:r>
            <a:br>
              <a:rPr lang="pt-BR" altLang="pt-BR" sz="4600">
                <a:solidFill>
                  <a:srgbClr val="FFD9FF"/>
                </a:solidFill>
              </a:rPr>
            </a:br>
            <a:r>
              <a:rPr lang="pt-BR" altLang="pt-BR" sz="4600">
                <a:solidFill>
                  <a:srgbClr val="FFD9FF"/>
                </a:solidFill>
              </a:rPr>
              <a:t>Quer fracos vós sejais, ou velhos,</a:t>
            </a:r>
            <a:br>
              <a:rPr lang="pt-BR" altLang="pt-BR" sz="4600">
                <a:solidFill>
                  <a:srgbClr val="FFD9FF"/>
                </a:solidFill>
              </a:rPr>
            </a:br>
            <a:r>
              <a:rPr lang="pt-BR" altLang="pt-BR" sz="4600">
                <a:solidFill>
                  <a:srgbClr val="FFD9FF"/>
                </a:solidFill>
              </a:rPr>
              <a:t>Do céu vigor tereis.</a:t>
            </a:r>
            <a:r>
              <a:rPr lang="en-US" altLang="pt-BR" sz="4600">
                <a:solidFill>
                  <a:srgbClr val="FFD9FF"/>
                </a:solidFill>
              </a:rPr>
              <a:t>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2C1A5056-1499-3D0D-C528-FFD1AA7C63B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pt-BR" altLang="pt-BR" sz="4000" b="1" i="1">
                <a:solidFill>
                  <a:srgbClr val="FFD9FF"/>
                </a:solidFill>
              </a:rPr>
              <a:t>Os que esperam no Senhor </a:t>
            </a:r>
            <a:br>
              <a:rPr lang="pt-BR" altLang="pt-BR" sz="4000" b="1" i="1">
                <a:solidFill>
                  <a:srgbClr val="FFD9FF"/>
                </a:solidFill>
              </a:rPr>
            </a:br>
            <a:r>
              <a:rPr lang="pt-BR" altLang="pt-BR" sz="4000" b="1" i="1">
                <a:solidFill>
                  <a:srgbClr val="FFD9FF"/>
                </a:solidFill>
              </a:rPr>
              <a:t>Novas forças obterão; </a:t>
            </a:r>
            <a:br>
              <a:rPr lang="pt-BR" altLang="pt-BR" sz="4000" b="1" i="1">
                <a:solidFill>
                  <a:srgbClr val="FFD9FF"/>
                </a:solidFill>
              </a:rPr>
            </a:br>
            <a:r>
              <a:rPr lang="pt-BR" altLang="pt-BR" sz="4000" b="1" i="1">
                <a:solidFill>
                  <a:srgbClr val="FFD9FF"/>
                </a:solidFill>
              </a:rPr>
              <a:t>Como águias voarão, </a:t>
            </a:r>
            <a:br>
              <a:rPr lang="pt-BR" altLang="pt-BR" sz="4000" b="1" i="1">
                <a:solidFill>
                  <a:srgbClr val="FFD9FF"/>
                </a:solidFill>
              </a:rPr>
            </a:br>
            <a:r>
              <a:rPr lang="pt-BR" altLang="pt-BR" sz="4000" b="1" i="1">
                <a:solidFill>
                  <a:srgbClr val="FFD9FF"/>
                </a:solidFill>
              </a:rPr>
              <a:t>Subirão para as alturas; </a:t>
            </a:r>
            <a:br>
              <a:rPr lang="pt-BR" altLang="pt-BR" sz="4000" b="1" i="1">
                <a:solidFill>
                  <a:srgbClr val="FFD9FF"/>
                </a:solidFill>
              </a:rPr>
            </a:br>
            <a:r>
              <a:rPr lang="pt-BR" altLang="pt-BR" sz="4000" b="1" i="1">
                <a:solidFill>
                  <a:srgbClr val="FFD9FF"/>
                </a:solidFill>
              </a:rPr>
              <a:t>Correrão sem se cansar, </a:t>
            </a:r>
            <a:br>
              <a:rPr lang="pt-BR" altLang="pt-BR" sz="4000" b="1" i="1">
                <a:solidFill>
                  <a:srgbClr val="FFD9FF"/>
                </a:solidFill>
              </a:rPr>
            </a:br>
            <a:r>
              <a:rPr lang="pt-BR" altLang="pt-BR" sz="4000" b="1" i="1">
                <a:solidFill>
                  <a:srgbClr val="FFD9FF"/>
                </a:solidFill>
              </a:rPr>
              <a:t>Sem fatigar hão de andar; </a:t>
            </a:r>
            <a:br>
              <a:rPr lang="pt-BR" altLang="pt-BR" sz="4000" b="1" i="1">
                <a:solidFill>
                  <a:srgbClr val="FFD9FF"/>
                </a:solidFill>
              </a:rPr>
            </a:br>
            <a:r>
              <a:rPr lang="pt-BR" altLang="pt-BR" sz="4000" b="1" i="1">
                <a:solidFill>
                  <a:srgbClr val="FFD9FF"/>
                </a:solidFill>
              </a:rPr>
              <a:t>Correrão sem se cansar, </a:t>
            </a:r>
            <a:br>
              <a:rPr lang="pt-BR" altLang="pt-BR" sz="4000" b="1" i="1">
                <a:solidFill>
                  <a:srgbClr val="FFD9FF"/>
                </a:solidFill>
              </a:rPr>
            </a:br>
            <a:r>
              <a:rPr lang="pt-BR" altLang="pt-BR" sz="4000" b="1" i="1">
                <a:solidFill>
                  <a:srgbClr val="FFD9FF"/>
                </a:solidFill>
              </a:rPr>
              <a:t>Sem fatigar hão de andar; </a:t>
            </a:r>
            <a:br>
              <a:rPr lang="pt-BR" altLang="pt-BR" sz="4000" b="1" i="1">
                <a:solidFill>
                  <a:srgbClr val="FFD9FF"/>
                </a:solidFill>
              </a:rPr>
            </a:br>
            <a:r>
              <a:rPr lang="pt-BR" altLang="pt-BR" sz="4000" b="1" i="1">
                <a:solidFill>
                  <a:srgbClr val="FFD9FF"/>
                </a:solidFill>
              </a:rPr>
              <a:t>Correrão sem se cansar, </a:t>
            </a:r>
            <a:br>
              <a:rPr lang="pt-BR" altLang="pt-BR" sz="4000" b="1" i="1">
                <a:solidFill>
                  <a:srgbClr val="FFD9FF"/>
                </a:solidFill>
              </a:rPr>
            </a:br>
            <a:r>
              <a:rPr lang="pt-BR" altLang="pt-BR" sz="4000" b="1" i="1">
                <a:solidFill>
                  <a:srgbClr val="FFD9FF"/>
                </a:solidFill>
              </a:rPr>
              <a:t>Até no céu chegar!</a:t>
            </a:r>
            <a:endParaRPr lang="en-US" altLang="pt-BR" sz="4000" b="1" i="1">
              <a:solidFill>
                <a:srgbClr val="FFD9FF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D0F89E73-C745-28EE-9F48-DC66BA8C5A6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5746750"/>
          </a:xfrm>
        </p:spPr>
        <p:txBody>
          <a:bodyPr/>
          <a:lstStyle/>
          <a:p>
            <a:r>
              <a:rPr lang="pt-BR" altLang="pt-BR" sz="4800">
                <a:solidFill>
                  <a:srgbClr val="FFD9FF"/>
                </a:solidFill>
              </a:rPr>
              <a:t>No bom trabalho, quantas vezes, </a:t>
            </a:r>
            <a:br>
              <a:rPr lang="pt-BR" altLang="pt-BR" sz="4800">
                <a:solidFill>
                  <a:srgbClr val="FFD9FF"/>
                </a:solidFill>
              </a:rPr>
            </a:br>
            <a:r>
              <a:rPr lang="pt-BR" altLang="pt-BR" sz="4800">
                <a:solidFill>
                  <a:srgbClr val="FFD9FF"/>
                </a:solidFill>
              </a:rPr>
              <a:t>Estamos a falhar,</a:t>
            </a:r>
            <a:br>
              <a:rPr lang="pt-BR" altLang="pt-BR" sz="4800">
                <a:solidFill>
                  <a:srgbClr val="FFD9FF"/>
                </a:solidFill>
              </a:rPr>
            </a:br>
            <a:r>
              <a:rPr lang="pt-BR" altLang="pt-BR" sz="4800">
                <a:solidFill>
                  <a:srgbClr val="FFD9FF"/>
                </a:solidFill>
              </a:rPr>
              <a:t>Sempre devemos nos revezes </a:t>
            </a:r>
            <a:br>
              <a:rPr lang="pt-BR" altLang="pt-BR" sz="4800">
                <a:solidFill>
                  <a:srgbClr val="FFD9FF"/>
                </a:solidFill>
              </a:rPr>
            </a:br>
            <a:r>
              <a:rPr lang="pt-BR" altLang="pt-BR" sz="4800">
                <a:solidFill>
                  <a:srgbClr val="FFD9FF"/>
                </a:solidFill>
              </a:rPr>
              <a:t>Em Cristo confiar.</a:t>
            </a:r>
            <a:r>
              <a:rPr lang="en-US" altLang="pt-BR" sz="4800">
                <a:solidFill>
                  <a:srgbClr val="FFD9FF"/>
                </a:solidFill>
              </a:rPr>
              <a:t>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D90762E1-B28C-4CA6-9D6F-77F2380CB24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pt-BR" altLang="pt-BR" sz="4000" b="1" i="1">
                <a:solidFill>
                  <a:srgbClr val="FFD9FF"/>
                </a:solidFill>
              </a:rPr>
              <a:t>Os que esperam no Senhor </a:t>
            </a:r>
            <a:br>
              <a:rPr lang="pt-BR" altLang="pt-BR" sz="4000" b="1" i="1">
                <a:solidFill>
                  <a:srgbClr val="FFD9FF"/>
                </a:solidFill>
              </a:rPr>
            </a:br>
            <a:r>
              <a:rPr lang="pt-BR" altLang="pt-BR" sz="4000" b="1" i="1">
                <a:solidFill>
                  <a:srgbClr val="FFD9FF"/>
                </a:solidFill>
              </a:rPr>
              <a:t>Novas forças obterão; </a:t>
            </a:r>
            <a:br>
              <a:rPr lang="pt-BR" altLang="pt-BR" sz="4000" b="1" i="1">
                <a:solidFill>
                  <a:srgbClr val="FFD9FF"/>
                </a:solidFill>
              </a:rPr>
            </a:br>
            <a:r>
              <a:rPr lang="pt-BR" altLang="pt-BR" sz="4000" b="1" i="1">
                <a:solidFill>
                  <a:srgbClr val="FFD9FF"/>
                </a:solidFill>
              </a:rPr>
              <a:t>Como águias voarão, </a:t>
            </a:r>
            <a:br>
              <a:rPr lang="pt-BR" altLang="pt-BR" sz="4000" b="1" i="1">
                <a:solidFill>
                  <a:srgbClr val="FFD9FF"/>
                </a:solidFill>
              </a:rPr>
            </a:br>
            <a:r>
              <a:rPr lang="pt-BR" altLang="pt-BR" sz="4000" b="1" i="1">
                <a:solidFill>
                  <a:srgbClr val="FFD9FF"/>
                </a:solidFill>
              </a:rPr>
              <a:t>Subirão para as alturas; </a:t>
            </a:r>
            <a:br>
              <a:rPr lang="pt-BR" altLang="pt-BR" sz="4000" b="1" i="1">
                <a:solidFill>
                  <a:srgbClr val="FFD9FF"/>
                </a:solidFill>
              </a:rPr>
            </a:br>
            <a:r>
              <a:rPr lang="pt-BR" altLang="pt-BR" sz="4000" b="1" i="1">
                <a:solidFill>
                  <a:srgbClr val="FFD9FF"/>
                </a:solidFill>
              </a:rPr>
              <a:t>Correrão sem se cansar, </a:t>
            </a:r>
            <a:br>
              <a:rPr lang="pt-BR" altLang="pt-BR" sz="4000" b="1" i="1">
                <a:solidFill>
                  <a:srgbClr val="FFD9FF"/>
                </a:solidFill>
              </a:rPr>
            </a:br>
            <a:r>
              <a:rPr lang="pt-BR" altLang="pt-BR" sz="4000" b="1" i="1">
                <a:solidFill>
                  <a:srgbClr val="FFD9FF"/>
                </a:solidFill>
              </a:rPr>
              <a:t>Sem fatigar hão de andar; </a:t>
            </a:r>
            <a:br>
              <a:rPr lang="pt-BR" altLang="pt-BR" sz="4000" b="1" i="1">
                <a:solidFill>
                  <a:srgbClr val="FFD9FF"/>
                </a:solidFill>
              </a:rPr>
            </a:br>
            <a:r>
              <a:rPr lang="pt-BR" altLang="pt-BR" sz="4000" b="1" i="1">
                <a:solidFill>
                  <a:srgbClr val="FFD9FF"/>
                </a:solidFill>
              </a:rPr>
              <a:t>Correrão sem se cansar, </a:t>
            </a:r>
            <a:br>
              <a:rPr lang="pt-BR" altLang="pt-BR" sz="4000" b="1" i="1">
                <a:solidFill>
                  <a:srgbClr val="FFD9FF"/>
                </a:solidFill>
              </a:rPr>
            </a:br>
            <a:r>
              <a:rPr lang="pt-BR" altLang="pt-BR" sz="4000" b="1" i="1">
                <a:solidFill>
                  <a:srgbClr val="FFD9FF"/>
                </a:solidFill>
              </a:rPr>
              <a:t>Sem fatigar hão de andar; </a:t>
            </a:r>
            <a:br>
              <a:rPr lang="pt-BR" altLang="pt-BR" sz="4000" b="1" i="1">
                <a:solidFill>
                  <a:srgbClr val="FFD9FF"/>
                </a:solidFill>
              </a:rPr>
            </a:br>
            <a:r>
              <a:rPr lang="pt-BR" altLang="pt-BR" sz="4000" b="1" i="1">
                <a:solidFill>
                  <a:srgbClr val="FFD9FF"/>
                </a:solidFill>
              </a:rPr>
              <a:t>Correrão sem se cansar, </a:t>
            </a:r>
            <a:br>
              <a:rPr lang="pt-BR" altLang="pt-BR" sz="4000" b="1" i="1">
                <a:solidFill>
                  <a:srgbClr val="FFD9FF"/>
                </a:solidFill>
              </a:rPr>
            </a:br>
            <a:r>
              <a:rPr lang="pt-BR" altLang="pt-BR" sz="4000" b="1" i="1">
                <a:solidFill>
                  <a:srgbClr val="FFD9FF"/>
                </a:solidFill>
              </a:rPr>
              <a:t>Até no céu chegar!</a:t>
            </a:r>
            <a:endParaRPr lang="en-US" altLang="pt-BR" sz="4000" b="1" i="1">
              <a:solidFill>
                <a:srgbClr val="FFD9FF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692F2078-D8C2-6790-1101-9E51ED038F9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5818188"/>
          </a:xfrm>
        </p:spPr>
        <p:txBody>
          <a:bodyPr/>
          <a:lstStyle/>
          <a:p>
            <a:r>
              <a:rPr lang="pt-BR" altLang="pt-BR" sz="4800">
                <a:solidFill>
                  <a:srgbClr val="FFD9FF"/>
                </a:solidFill>
              </a:rPr>
              <a:t>Jesus está ao nosso lado, </a:t>
            </a:r>
            <a:br>
              <a:rPr lang="pt-BR" altLang="pt-BR" sz="4800">
                <a:solidFill>
                  <a:srgbClr val="FFD9FF"/>
                </a:solidFill>
              </a:rPr>
            </a:br>
            <a:r>
              <a:rPr lang="pt-BR" altLang="pt-BR" sz="4800">
                <a:solidFill>
                  <a:srgbClr val="FFD9FF"/>
                </a:solidFill>
              </a:rPr>
              <a:t>Sua força nos dará;</a:t>
            </a:r>
            <a:br>
              <a:rPr lang="pt-BR" altLang="pt-BR" sz="4800">
                <a:solidFill>
                  <a:srgbClr val="FFD9FF"/>
                </a:solidFill>
              </a:rPr>
            </a:br>
            <a:r>
              <a:rPr lang="pt-BR" altLang="pt-BR" sz="4800">
                <a:solidFill>
                  <a:srgbClr val="FFD9FF"/>
                </a:solidFill>
              </a:rPr>
              <a:t>O nosso Salvador amado, </a:t>
            </a:r>
            <a:br>
              <a:rPr lang="pt-BR" altLang="pt-BR" sz="4800">
                <a:solidFill>
                  <a:srgbClr val="FFD9FF"/>
                </a:solidFill>
              </a:rPr>
            </a:br>
            <a:r>
              <a:rPr lang="pt-BR" altLang="pt-BR" sz="4800">
                <a:solidFill>
                  <a:srgbClr val="FFD9FF"/>
                </a:solidFill>
              </a:rPr>
              <a:t>Sim, tudo suprirá.</a:t>
            </a:r>
            <a:r>
              <a:rPr lang="en-US" altLang="pt-BR" sz="4800">
                <a:solidFill>
                  <a:srgbClr val="FFD9FF"/>
                </a:solidFill>
              </a:rPr>
              <a:t>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1EEA037A-402E-A6A9-8E6B-B22B520BA13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pt-BR" altLang="pt-BR" sz="4000" b="1" i="1">
                <a:solidFill>
                  <a:srgbClr val="FFD9FF"/>
                </a:solidFill>
              </a:rPr>
              <a:t>Os que esperam no Senhor </a:t>
            </a:r>
            <a:br>
              <a:rPr lang="pt-BR" altLang="pt-BR" sz="4000" b="1" i="1">
                <a:solidFill>
                  <a:srgbClr val="FFD9FF"/>
                </a:solidFill>
              </a:rPr>
            </a:br>
            <a:r>
              <a:rPr lang="pt-BR" altLang="pt-BR" sz="4000" b="1" i="1">
                <a:solidFill>
                  <a:srgbClr val="FFD9FF"/>
                </a:solidFill>
              </a:rPr>
              <a:t>Novas forças obterão; </a:t>
            </a:r>
            <a:br>
              <a:rPr lang="pt-BR" altLang="pt-BR" sz="4000" b="1" i="1">
                <a:solidFill>
                  <a:srgbClr val="FFD9FF"/>
                </a:solidFill>
              </a:rPr>
            </a:br>
            <a:r>
              <a:rPr lang="pt-BR" altLang="pt-BR" sz="4000" b="1" i="1">
                <a:solidFill>
                  <a:srgbClr val="FFD9FF"/>
                </a:solidFill>
              </a:rPr>
              <a:t>Como águias voarão, </a:t>
            </a:r>
            <a:br>
              <a:rPr lang="pt-BR" altLang="pt-BR" sz="4000" b="1" i="1">
                <a:solidFill>
                  <a:srgbClr val="FFD9FF"/>
                </a:solidFill>
              </a:rPr>
            </a:br>
            <a:r>
              <a:rPr lang="pt-BR" altLang="pt-BR" sz="4000" b="1" i="1">
                <a:solidFill>
                  <a:srgbClr val="FFD9FF"/>
                </a:solidFill>
              </a:rPr>
              <a:t>Subirão para as alturas; </a:t>
            </a:r>
            <a:br>
              <a:rPr lang="pt-BR" altLang="pt-BR" sz="4000" b="1" i="1">
                <a:solidFill>
                  <a:srgbClr val="FFD9FF"/>
                </a:solidFill>
              </a:rPr>
            </a:br>
            <a:r>
              <a:rPr lang="pt-BR" altLang="pt-BR" sz="4000" b="1" i="1">
                <a:solidFill>
                  <a:srgbClr val="FFD9FF"/>
                </a:solidFill>
              </a:rPr>
              <a:t>Correrão sem se cansar, </a:t>
            </a:r>
            <a:br>
              <a:rPr lang="pt-BR" altLang="pt-BR" sz="4000" b="1" i="1">
                <a:solidFill>
                  <a:srgbClr val="FFD9FF"/>
                </a:solidFill>
              </a:rPr>
            </a:br>
            <a:r>
              <a:rPr lang="pt-BR" altLang="pt-BR" sz="4000" b="1" i="1">
                <a:solidFill>
                  <a:srgbClr val="FFD9FF"/>
                </a:solidFill>
              </a:rPr>
              <a:t>Sem fatigar hão de andar; </a:t>
            </a:r>
            <a:br>
              <a:rPr lang="pt-BR" altLang="pt-BR" sz="4000" b="1" i="1">
                <a:solidFill>
                  <a:srgbClr val="FFD9FF"/>
                </a:solidFill>
              </a:rPr>
            </a:br>
            <a:r>
              <a:rPr lang="pt-BR" altLang="pt-BR" sz="4000" b="1" i="1">
                <a:solidFill>
                  <a:srgbClr val="FFD9FF"/>
                </a:solidFill>
              </a:rPr>
              <a:t>Correrão sem se cansar, </a:t>
            </a:r>
            <a:br>
              <a:rPr lang="pt-BR" altLang="pt-BR" sz="4000" b="1" i="1">
                <a:solidFill>
                  <a:srgbClr val="FFD9FF"/>
                </a:solidFill>
              </a:rPr>
            </a:br>
            <a:r>
              <a:rPr lang="pt-BR" altLang="pt-BR" sz="4000" b="1" i="1">
                <a:solidFill>
                  <a:srgbClr val="FFD9FF"/>
                </a:solidFill>
              </a:rPr>
              <a:t>Sem fatigar hão de andar; </a:t>
            </a:r>
            <a:br>
              <a:rPr lang="pt-BR" altLang="pt-BR" sz="4000" b="1" i="1">
                <a:solidFill>
                  <a:srgbClr val="FFD9FF"/>
                </a:solidFill>
              </a:rPr>
            </a:br>
            <a:r>
              <a:rPr lang="pt-BR" altLang="pt-BR" sz="4000" b="1" i="1">
                <a:solidFill>
                  <a:srgbClr val="FFD9FF"/>
                </a:solidFill>
              </a:rPr>
              <a:t>Correrão sem se cansar, </a:t>
            </a:r>
            <a:br>
              <a:rPr lang="pt-BR" altLang="pt-BR" sz="4000" b="1" i="1">
                <a:solidFill>
                  <a:srgbClr val="FFD9FF"/>
                </a:solidFill>
              </a:rPr>
            </a:br>
            <a:r>
              <a:rPr lang="pt-BR" altLang="pt-BR" sz="4000" b="1" i="1">
                <a:solidFill>
                  <a:srgbClr val="FFD9FF"/>
                </a:solidFill>
              </a:rPr>
              <a:t>Até no céu chegar!</a:t>
            </a:r>
            <a:endParaRPr lang="en-US" altLang="pt-BR" sz="4000" b="1" i="1">
              <a:solidFill>
                <a:srgbClr val="FFD9FF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98C535AA-13C4-3B2F-88AA-F8E72C7E81D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836613"/>
            <a:ext cx="9144000" cy="4681537"/>
          </a:xfrm>
        </p:spPr>
        <p:txBody>
          <a:bodyPr/>
          <a:lstStyle/>
          <a:p>
            <a:r>
              <a:rPr lang="pt-BR" altLang="pt-BR" sz="4800">
                <a:solidFill>
                  <a:srgbClr val="FFD9FF"/>
                </a:solidFill>
              </a:rPr>
              <a:t>Em Cristo sempre confiando </a:t>
            </a:r>
            <a:br>
              <a:rPr lang="pt-BR" altLang="pt-BR" sz="4800">
                <a:solidFill>
                  <a:srgbClr val="FFD9FF"/>
                </a:solidFill>
              </a:rPr>
            </a:br>
            <a:r>
              <a:rPr lang="pt-BR" altLang="pt-BR" sz="4800">
                <a:solidFill>
                  <a:srgbClr val="FFD9FF"/>
                </a:solidFill>
              </a:rPr>
              <a:t>Socorro vamos ter;</a:t>
            </a:r>
            <a:br>
              <a:rPr lang="pt-BR" altLang="pt-BR" sz="4800">
                <a:solidFill>
                  <a:srgbClr val="FFD9FF"/>
                </a:solidFill>
              </a:rPr>
            </a:br>
            <a:r>
              <a:rPr lang="pt-BR" altLang="pt-BR" sz="4800">
                <a:solidFill>
                  <a:srgbClr val="FFD9FF"/>
                </a:solidFill>
              </a:rPr>
              <a:t>O Salvador do céu baixando</a:t>
            </a:r>
            <a:br>
              <a:rPr lang="pt-BR" altLang="pt-BR" sz="4800">
                <a:solidFill>
                  <a:srgbClr val="FFD9FF"/>
                </a:solidFill>
              </a:rPr>
            </a:br>
            <a:r>
              <a:rPr lang="pt-BR" altLang="pt-BR" sz="4800">
                <a:solidFill>
                  <a:srgbClr val="FFD9FF"/>
                </a:solidFill>
              </a:rPr>
              <a:t>Virá nos socorrer!	</a:t>
            </a:r>
            <a:br>
              <a:rPr lang="pt-BR" altLang="pt-BR" sz="4800">
                <a:solidFill>
                  <a:srgbClr val="FFD9FF"/>
                </a:solidFill>
              </a:rPr>
            </a:br>
            <a:r>
              <a:rPr lang="pt-BR" altLang="pt-BR" sz="4800">
                <a:solidFill>
                  <a:srgbClr val="FFD9FF"/>
                </a:solidFill>
              </a:rPr>
              <a:t>								</a:t>
            </a:r>
            <a:r>
              <a:rPr lang="pt-BR" altLang="pt-BR" sz="2400">
                <a:solidFill>
                  <a:srgbClr val="FFD9FF"/>
                </a:solidFill>
              </a:rPr>
              <a:t>P.L.M.</a:t>
            </a:r>
            <a:r>
              <a:rPr lang="en-US" altLang="pt-BR" sz="4800">
                <a:solidFill>
                  <a:srgbClr val="FFD9FF"/>
                </a:solidFill>
              </a:rPr>
              <a:t> 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F6948B09-2441-1777-1349-0A63A78DBF7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pt-BR" altLang="pt-BR" sz="4000" b="1" i="1">
                <a:solidFill>
                  <a:srgbClr val="FFD9FF"/>
                </a:solidFill>
              </a:rPr>
              <a:t>Os que esperam no Senhor </a:t>
            </a:r>
            <a:br>
              <a:rPr lang="pt-BR" altLang="pt-BR" sz="4000" b="1" i="1">
                <a:solidFill>
                  <a:srgbClr val="FFD9FF"/>
                </a:solidFill>
              </a:rPr>
            </a:br>
            <a:r>
              <a:rPr lang="pt-BR" altLang="pt-BR" sz="4000" b="1" i="1">
                <a:solidFill>
                  <a:srgbClr val="FFD9FF"/>
                </a:solidFill>
              </a:rPr>
              <a:t>Novas forças obterão; </a:t>
            </a:r>
            <a:br>
              <a:rPr lang="pt-BR" altLang="pt-BR" sz="4000" b="1" i="1">
                <a:solidFill>
                  <a:srgbClr val="FFD9FF"/>
                </a:solidFill>
              </a:rPr>
            </a:br>
            <a:r>
              <a:rPr lang="pt-BR" altLang="pt-BR" sz="4000" b="1" i="1">
                <a:solidFill>
                  <a:srgbClr val="FFD9FF"/>
                </a:solidFill>
              </a:rPr>
              <a:t>Como águias voarão, </a:t>
            </a:r>
            <a:br>
              <a:rPr lang="pt-BR" altLang="pt-BR" sz="4000" b="1" i="1">
                <a:solidFill>
                  <a:srgbClr val="FFD9FF"/>
                </a:solidFill>
              </a:rPr>
            </a:br>
            <a:r>
              <a:rPr lang="pt-BR" altLang="pt-BR" sz="4000" b="1" i="1">
                <a:solidFill>
                  <a:srgbClr val="FFD9FF"/>
                </a:solidFill>
              </a:rPr>
              <a:t>Subirão para as alturas; </a:t>
            </a:r>
            <a:br>
              <a:rPr lang="pt-BR" altLang="pt-BR" sz="4000" b="1" i="1">
                <a:solidFill>
                  <a:srgbClr val="FFD9FF"/>
                </a:solidFill>
              </a:rPr>
            </a:br>
            <a:r>
              <a:rPr lang="pt-BR" altLang="pt-BR" sz="4000" b="1" i="1">
                <a:solidFill>
                  <a:srgbClr val="FFD9FF"/>
                </a:solidFill>
              </a:rPr>
              <a:t>Correrão sem se cansar, </a:t>
            </a:r>
            <a:br>
              <a:rPr lang="pt-BR" altLang="pt-BR" sz="4000" b="1" i="1">
                <a:solidFill>
                  <a:srgbClr val="FFD9FF"/>
                </a:solidFill>
              </a:rPr>
            </a:br>
            <a:r>
              <a:rPr lang="pt-BR" altLang="pt-BR" sz="4000" b="1" i="1">
                <a:solidFill>
                  <a:srgbClr val="FFD9FF"/>
                </a:solidFill>
              </a:rPr>
              <a:t>Sem fatigar hão de andar; </a:t>
            </a:r>
            <a:br>
              <a:rPr lang="pt-BR" altLang="pt-BR" sz="4000" b="1" i="1">
                <a:solidFill>
                  <a:srgbClr val="FFD9FF"/>
                </a:solidFill>
              </a:rPr>
            </a:br>
            <a:r>
              <a:rPr lang="pt-BR" altLang="pt-BR" sz="4000" b="1" i="1">
                <a:solidFill>
                  <a:srgbClr val="FFD9FF"/>
                </a:solidFill>
              </a:rPr>
              <a:t>Correrão sem se cansar, </a:t>
            </a:r>
            <a:br>
              <a:rPr lang="pt-BR" altLang="pt-BR" sz="4000" b="1" i="1">
                <a:solidFill>
                  <a:srgbClr val="FFD9FF"/>
                </a:solidFill>
              </a:rPr>
            </a:br>
            <a:r>
              <a:rPr lang="pt-BR" altLang="pt-BR" sz="4000" b="1" i="1">
                <a:solidFill>
                  <a:srgbClr val="FFD9FF"/>
                </a:solidFill>
              </a:rPr>
              <a:t>Sem fatigar hão de andar; </a:t>
            </a:r>
            <a:br>
              <a:rPr lang="pt-BR" altLang="pt-BR" sz="4000" b="1" i="1">
                <a:solidFill>
                  <a:srgbClr val="FFD9FF"/>
                </a:solidFill>
              </a:rPr>
            </a:br>
            <a:r>
              <a:rPr lang="pt-BR" altLang="pt-BR" sz="4000" b="1" i="1">
                <a:solidFill>
                  <a:srgbClr val="FFD9FF"/>
                </a:solidFill>
              </a:rPr>
              <a:t>Correrão sem se cansar, </a:t>
            </a:r>
            <a:br>
              <a:rPr lang="pt-BR" altLang="pt-BR" sz="4000" b="1" i="1">
                <a:solidFill>
                  <a:srgbClr val="FFD9FF"/>
                </a:solidFill>
              </a:rPr>
            </a:br>
            <a:r>
              <a:rPr lang="pt-BR" altLang="pt-BR" sz="4000" b="1" i="1">
                <a:solidFill>
                  <a:srgbClr val="FFD9FF"/>
                </a:solidFill>
              </a:rPr>
              <a:t>Até no céu chegar!</a:t>
            </a:r>
            <a:endParaRPr lang="en-US" altLang="pt-BR" sz="4000" b="1" i="1">
              <a:solidFill>
                <a:srgbClr val="FFD9FF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Watermark</Template>
  <TotalTime>37</TotalTime>
  <Words>347</Words>
  <Application>Microsoft Office PowerPoint</Application>
  <PresentationFormat>Apresentação na tela (4:3)</PresentationFormat>
  <Paragraphs>9</Paragraphs>
  <Slides>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1" baseType="lpstr">
      <vt:lpstr>Arial</vt:lpstr>
      <vt:lpstr>Design padrão</vt:lpstr>
      <vt:lpstr>409 Trabalhadores do  Evangelho</vt:lpstr>
      <vt:lpstr>Trabalhadores do Evangelho, Em breve ceifareis; Quer fracos vós sejais, ou velhos, Do céu vigor tereis. </vt:lpstr>
      <vt:lpstr>Os que esperam no Senhor  Novas forças obterão;  Como águias voarão,  Subirão para as alturas;  Correrão sem se cansar,  Sem fatigar hão de andar;  Correrão sem se cansar,  Sem fatigar hão de andar;  Correrão sem se cansar,  Até no céu chegar!</vt:lpstr>
      <vt:lpstr>No bom trabalho, quantas vezes,  Estamos a falhar, Sempre devemos nos revezes  Em Cristo confiar. </vt:lpstr>
      <vt:lpstr>Os que esperam no Senhor  Novas forças obterão;  Como águias voarão,  Subirão para as alturas;  Correrão sem se cansar,  Sem fatigar hão de andar;  Correrão sem se cansar,  Sem fatigar hão de andar;  Correrão sem se cansar,  Até no céu chegar!</vt:lpstr>
      <vt:lpstr>Jesus está ao nosso lado,  Sua força nos dará; O nosso Salvador amado,  Sim, tudo suprirá. </vt:lpstr>
      <vt:lpstr>Os que esperam no Senhor  Novas forças obterão;  Como águias voarão,  Subirão para as alturas;  Correrão sem se cansar,  Sem fatigar hão de andar;  Correrão sem se cansar,  Sem fatigar hão de andar;  Correrão sem se cansar,  Até no céu chegar!</vt:lpstr>
      <vt:lpstr>Em Cristo sempre confiando  Socorro vamos ter; O Salvador do céu baixando Virá nos socorrer!          P.L.M. </vt:lpstr>
      <vt:lpstr>Os que esperam no Senhor  Novas forças obterão;  Como águias voarão,  Subirão para as alturas;  Correrão sem se cansar,  Sem fatigar hão de andar;  Correrão sem se cansar,  Sem fatigar hão de andar;  Correrão sem se cansar,  Até no céu chegar!</vt:lpstr>
    </vt:vector>
  </TitlesOfParts>
  <Company>IEAD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409-TRABALHADORES DO EVANGELHO</dc:title>
  <dc:creator>Montagna</dc:creator>
  <cp:lastModifiedBy>Emerson Souza</cp:lastModifiedBy>
  <cp:revision>4</cp:revision>
  <dcterms:created xsi:type="dcterms:W3CDTF">2005-10-19T01:24:33Z</dcterms:created>
  <dcterms:modified xsi:type="dcterms:W3CDTF">2026-05-02T22:10:58Z</dcterms:modified>
</cp:coreProperties>
</file>