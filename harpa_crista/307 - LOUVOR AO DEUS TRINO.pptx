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D4523-73D6-32E1-0F5C-04FA05DE49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9A24B-C61C-49A8-EE3C-C79EB33DC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CB957A-BB01-6BDE-C15E-BF8CE31C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0C649F-5592-1705-AB62-44CCD79CE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01F3ED-6F7F-27E9-4AD1-9E768F759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00AAEB-9355-472C-B893-1925F6CEB36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05293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204A5-9F3B-E3E1-AD90-3FA970AD9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FA289B-4A5A-018A-3CF8-7A77C7DAD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F46960-A092-17F7-5BEA-13FF3B2E2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99C3C4-281B-F42C-A43F-88FB9AFB9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D33AF5-46CC-5A57-6A7D-9B0EB53CF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3FAD15-898D-402F-B547-5DF69482EE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16870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059CB-975B-3D85-4635-D13950641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7D8ED8-537B-8A1E-A13E-4D6E5BB40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55083C-2EB8-8F89-3B56-61A959C9E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F0A2BD-3B8E-C356-FF4B-51D3E9EB7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7932D3-D605-E718-FE82-719D578A9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127874-2232-4776-8A3B-C3B12231F4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49104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487CA-24AC-360A-5DF6-35E56591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D097B9-7283-CB91-5CF5-4D060D2E53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980F32-1BC6-F694-C03E-BB20763508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617951-5CE4-A8C5-7F4F-55B54A82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9DDD4B-09F2-B8E6-35EF-7D4664A7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6D0AF9-4235-9061-32D5-751704E5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798E6E-554A-4E46-9917-940D2DB1D7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0377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7500B-47AC-7801-9185-D26380801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9A77867-3FE2-039E-F363-582A73712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477AFB-FF3C-96F8-A179-F313050161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A378937-44EE-CE24-DA42-CED178032E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876ABB4-37A5-01B1-ACE7-52EDAEBD4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CBB1DF8-156B-E898-AEC7-39A041C39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242D24-FF35-4ED0-61C9-B8E6B40A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D9F33E4-F534-355F-111C-551784907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A90E8-C33E-44EA-B0A8-B348A72875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750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A871CB-708A-E107-ABC9-D7E2D4E4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BA128D-5F5B-B72C-1F04-CE7CDAC17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ACD6E44-347C-461C-99F9-A2CF5376A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9E42911-0344-390F-33CF-A477B421B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B51BFE-DF1E-4F40-BE7C-78ECB0A254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1216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FC24792-CB9B-23E1-D281-0CF0F9E9F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DB439A5-ECD2-49CC-3588-4CBEEAA18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4E2EE7-A885-7C94-1034-DBE324986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6BB770-42C7-4522-AF46-FD41DA0A31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6091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7AB41-B4C4-30EE-E9B5-614DC43D8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1537E6-D9B8-48C7-4ECD-FA18E5C1A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FB8EFF-023D-1C32-00D3-83689981E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ECE7DB-A604-E07A-53FC-C80B8C5C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40689F-A4EE-BAC8-7CD1-D1A04C1E4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C4C839-CAAA-53CE-67DD-DDF797AC8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23695F-D669-42FD-9396-B9E7C7A864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7329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931BA-BC36-BA2C-2EFB-D76D28E79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05E8F7A-2945-F8E7-80D6-BD98A70153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D4BFEB-3078-6AE3-8A4C-189793652D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F4E921-8ACA-0E41-088F-94E4385B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1EC861-8676-EC64-5653-4ACE1B0FD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58A5AC-1625-77C1-E608-74AF77071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C5532D-622E-45B6-B412-C56C2A7EAC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533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715C1-D071-FE72-DB6A-B3DD81A17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0F1B72-F296-2D90-C401-EAF9C7BEB3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5F863C-8776-F273-93D1-2D0BAAE6C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3DFF76-61A7-8BB8-AB90-E3DDC4C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0F9AB1-60D3-63C7-9E9E-8AA5EE5C4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072092-EBBA-468C-B82A-7787632EA8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715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7527AC-6921-C0B0-04F0-8A013A7921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022084B-3B27-A0C1-6B51-799B22E9DB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C82D2C-F06F-FFB8-9EE2-3EA13C87C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2C3183-BEA3-F9A8-05A4-E605915E7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81C444-C15D-E299-74A7-F3B23629E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2A30B5-ECF4-4280-8904-7D233ABCDA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6382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A0AFC6E-3EC1-609F-3A11-730EC83D70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875940B-FF0A-3201-D207-DDA69D47DB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879A2BD-3BBD-FF3C-7AE4-06741946274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CDCC839-467D-616D-F88D-430F3500F9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5E792B3-0426-1A09-902B-7958BC8AE2B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FF19CA6-D49C-4955-9F13-00808B62748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D9EF21E-4A45-E258-E798-2FF660E016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307</a:t>
            </a:r>
            <a:br>
              <a:rPr lang="pt-BR" altLang="pt-BR" sz="4400" b="1"/>
            </a:br>
            <a:r>
              <a:rPr lang="pt-BR" altLang="pt-BR" sz="4400" b="1"/>
              <a:t>LOUVOR AO DEUS TRINO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2F5F705-2A63-AE45-F8F6-8ADF392EF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/>
              <a:t>Ao Pai, ao Filho, o Redentor, </a:t>
            </a:r>
            <a:br>
              <a:rPr lang="pt-BR" altLang="pt-BR"/>
            </a:br>
            <a:r>
              <a:rPr lang="pt-BR" altLang="pt-BR"/>
              <a:t>Ao divinal Consolador;</a:t>
            </a:r>
            <a:br>
              <a:rPr lang="pt-BR" altLang="pt-BR"/>
            </a:br>
            <a:r>
              <a:rPr lang="pt-BR" altLang="pt-BR"/>
              <a:t>Ao trino Deus. sim, adorai, Louvor eterno tributai, Amém.</a:t>
            </a:r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Apresentação na tela (4:3)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Design padrão</vt:lpstr>
      <vt:lpstr>307 LOUVOR AO DEUS TRINO</vt:lpstr>
      <vt:lpstr>Ao Pai, ao Filho, o Redentor,  Ao divinal Consolador; Ao trino Deus. sim, adorai, Louvor eterno tributai, Amém.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307 - LOUVOR AO DEUS TRINO</dc:title>
  <dc:creator>Montagna</dc:creator>
  <cp:lastModifiedBy>Emerson Souza</cp:lastModifiedBy>
  <cp:revision>2</cp:revision>
  <dcterms:created xsi:type="dcterms:W3CDTF">2005-10-19T05:36:18Z</dcterms:created>
  <dcterms:modified xsi:type="dcterms:W3CDTF">2026-05-02T22:02:28Z</dcterms:modified>
</cp:coreProperties>
</file>