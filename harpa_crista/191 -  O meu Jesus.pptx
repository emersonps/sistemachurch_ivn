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44020-592E-C03B-94F4-799B7200E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94FB36-445A-95E1-1452-1726DC51A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085A0-DAAD-B7E3-2591-4F3D2A52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3D90A0-F978-76EA-94D5-765F716B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698A94-1947-3111-16F5-19820FD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0C533-D79F-4B3C-A69D-CC18611456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3609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0BCCF-BC82-DC4A-4426-3BA4841F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0E762-4C1F-5034-02ED-D30B8B45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A629A-21F6-9563-84E3-B83AD050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53499-D49A-C4B3-406D-B5BCE76D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585676-6FDB-9C6B-3C3D-3CDE76FF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16034-D64C-4E97-8949-3B54A6290E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083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EF65-7292-46FC-7408-6A4B6958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6B7CCA-10B9-B943-8BDD-DF307AA21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D51ADB-3356-1E45-1D4C-51FD73C7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E9B81B-8D29-D3E9-6E75-3A6E3390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4B58F3-0040-857A-924E-175E938E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E893CF-F3B8-4E22-9597-64F0948116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6664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E1962-6D59-7AFE-4659-31CF2BD8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7A4AD3-7F2D-E4F2-F5E6-79FD35B89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21396A-A83D-4202-4014-D3F279C4E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27350-26EE-13E7-036C-4C7877E0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7F7332-CC23-9D20-276F-892A77DF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7FD1ED-9A86-28F2-1EC7-8590B7AF8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CDD02C-7061-46B8-B0A2-54CD4F77D4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859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88CF6-D592-D127-328C-CBC6AB18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B75C6-C771-9363-F98F-7D8436692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A68EC8-ACA2-C3C9-B969-16F539D99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28C3AF-E5A7-0848-C695-45DB2E974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DBD5D9-52FB-CF0B-6B40-AC768379C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200EB4-6AFD-DE05-1E37-4E46FFB4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23E4AD-1FF2-9C47-A490-F72E1D2C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E4682D-017C-7257-F1FA-37DA159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674BA8-55FC-4AB4-9B60-4116CCED7B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111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70371-9DA6-AB19-57F0-BFC23699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82CB5A-10C7-F971-A19B-6FBF3C05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EC415D-1B3A-BF53-BBFF-A4877876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A2DA93-D418-89B4-50AC-A6E5D8B8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4A7CBE-41CE-4E10-B916-FB0A6D3435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745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B5344B-F00E-7571-49A0-7970D319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DD3F97-AB4B-CED9-A51D-EACCABC8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22E485-4DAA-6463-E057-92F76496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11CB2-4E45-44B7-9B5B-7930BB4EB8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7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F7257-32BC-8C64-754B-F396FB5C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C144D6-D8F7-7EBD-E80F-0C76F926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98DA44-7B51-1127-759F-ABF669418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F469D5-8842-0C57-4161-31F8021A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CF0C13-E18F-536E-D0EF-2DDF920D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0D7A49-4A68-5711-FB9C-E8FDCD19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525123-EAB7-4855-9DCD-20B1ED6B80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273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C5376-80A9-CED6-C104-3E626FF2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376ADD-B4D8-AA52-EB53-76386BE19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137D49-39A1-9B0C-B032-9B25AF326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6A312D-FECA-D2F8-42AA-5CA2E24A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4DD600-81B2-FEA5-E31D-D579C235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862F5B-227C-9EF8-340F-2356C9E0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34E85A-C047-4151-AD7D-8147B97ACA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9619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9D29B-501B-2286-D9FC-95816756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B0E318-ACAD-4DE9-3209-1C977CE44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0C482-1D78-B91F-0662-886F8EA3F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EDD9F2-8E66-598D-55F7-C28AFA16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E1006-97D0-83F4-147A-B5B49F29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FA0B02-5DAA-431A-B811-E3A731E334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817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7C05F1-937C-9607-D09B-CC6DBBC26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555325-0D7D-92A2-EC54-F71F6A5D0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B039F8-6AFA-9687-DC34-C6D364B1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B1FAEF-84E7-8F1C-6EC8-8E84CDFB7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A52C14-9FE2-F0DF-443D-1DED110B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914280-78B7-44CF-88A4-91D3BBD0AD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428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27C710C-8E5E-30A9-A8B8-451E460C84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BFE83A-5D37-3605-6F05-64C459A3F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03C49CA-604F-3D10-ED7F-9367A3325C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DD475A5-76D3-7EDE-9DF7-4C49FE7E89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DC4D71A-F532-83B3-3B64-27F1B0F997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6AB750C-B59C-4454-88BA-F85ED50FB5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FE240A1-2AD6-DD1D-37F2-015F53DA78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191 </a:t>
            </a:r>
            <a:br>
              <a:rPr lang="en-US" altLang="pt-BR" sz="4000" b="1"/>
            </a:br>
            <a:r>
              <a:rPr lang="en-US" altLang="pt-BR" sz="4000" b="1"/>
              <a:t>O MEU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B870B94-89E3-E7D5-AAD4-1CD10F89B2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FBAAFBF-271D-2F4C-DE06-764DCC760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 meu Jesus, por mim, morreu </a:t>
            </a:r>
            <a:br>
              <a:rPr lang="en-US" altLang="pt-BR" sz="4000" i="1"/>
            </a:br>
            <a:r>
              <a:rPr lang="en-US" altLang="pt-BR" sz="4000" i="1"/>
              <a:t>Na cruz, com dor horrenda; </a:t>
            </a:r>
            <a:br>
              <a:rPr lang="en-US" altLang="pt-BR" sz="4000" i="1"/>
            </a:br>
            <a:r>
              <a:rPr lang="en-US" altLang="pt-BR" sz="4000" i="1"/>
              <a:t>Ali em meu lugar sofreu, </a:t>
            </a:r>
            <a:br>
              <a:rPr lang="en-US" altLang="pt-BR" sz="4000" i="1"/>
            </a:br>
            <a:r>
              <a:rPr lang="en-US" altLang="pt-BR" sz="4000" i="1"/>
              <a:t>Angustia mui tremenda! </a:t>
            </a:r>
            <a:br>
              <a:rPr lang="en-US" altLang="pt-BR" sz="4000" i="1"/>
            </a:br>
            <a:r>
              <a:rPr lang="en-US" altLang="pt-BR" sz="4000" i="1"/>
              <a:t>Quem poderei no mundo achar. </a:t>
            </a:r>
            <a:br>
              <a:rPr lang="en-US" altLang="pt-BR" sz="4000" i="1"/>
            </a:br>
            <a:r>
              <a:rPr lang="en-US" altLang="pt-BR" sz="4000" i="1"/>
              <a:t>Que a meu Jesus vá comparar? </a:t>
            </a:r>
            <a:br>
              <a:rPr lang="en-US" altLang="pt-BR" sz="4000" i="1"/>
            </a:br>
            <a:r>
              <a:rPr lang="en-US" altLang="pt-BR" sz="4000" i="1"/>
              <a:t>Jesus. Jesus, somente vou amar!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5C60529-DCA4-08B9-2753-FCE16EABF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 meu Jesus está no céu, </a:t>
            </a:r>
            <a:br>
              <a:rPr lang="en-US" altLang="pt-BR" sz="4000" i="1"/>
            </a:br>
            <a:r>
              <a:rPr lang="en-US" altLang="pt-BR" sz="4000" i="1"/>
              <a:t>Intercessor potente, </a:t>
            </a:r>
            <a:br>
              <a:rPr lang="en-US" altLang="pt-BR" sz="4000" i="1"/>
            </a:br>
            <a:r>
              <a:rPr lang="en-US" altLang="pt-BR" sz="4000" i="1"/>
              <a:t>Por mim, pedindo sempre a Deus. </a:t>
            </a:r>
            <a:br>
              <a:rPr lang="en-US" altLang="pt-BR" sz="4000" i="1"/>
            </a:br>
            <a:r>
              <a:rPr lang="en-US" altLang="pt-BR" sz="4000" i="1"/>
              <a:t>A graça, amor fervente. </a:t>
            </a:r>
            <a:br>
              <a:rPr lang="en-US" altLang="pt-BR" sz="4000" i="1"/>
            </a:br>
            <a:r>
              <a:rPr lang="en-US" altLang="pt-BR" sz="4000" i="1"/>
              <a:t>Ninguém jamais ao Pai conduz </a:t>
            </a:r>
            <a:br>
              <a:rPr lang="en-US" altLang="pt-BR" sz="4000" i="1"/>
            </a:br>
            <a:r>
              <a:rPr lang="en-US" altLang="pt-BR" sz="4000" i="1"/>
              <a:t>O pecador, senão Jesus; </a:t>
            </a:r>
            <a:br>
              <a:rPr lang="en-US" altLang="pt-BR" sz="4000" i="1"/>
            </a:br>
            <a:r>
              <a:rPr lang="en-US" altLang="pt-BR" sz="4000" i="1"/>
              <a:t>Jesus, Jesus, a Deus, ó me introduz!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38E639-ECC1-A496-F3FD-E00947111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 meu Jesus ressuscitou, </a:t>
            </a:r>
            <a:br>
              <a:rPr lang="en-US" altLang="pt-BR" sz="4000" i="1"/>
            </a:br>
            <a:r>
              <a:rPr lang="en-US" altLang="pt-BR" sz="4000" i="1"/>
              <a:t>Em corpo glorioso, </a:t>
            </a:r>
            <a:br>
              <a:rPr lang="en-US" altLang="pt-BR" sz="4000" i="1"/>
            </a:br>
            <a:r>
              <a:rPr lang="en-US" altLang="pt-BR" sz="4000" i="1"/>
              <a:t>Também, por mim, a Deus pagou </a:t>
            </a:r>
            <a:br>
              <a:rPr lang="en-US" altLang="pt-BR" sz="4000" i="1"/>
            </a:br>
            <a:r>
              <a:rPr lang="en-US" altLang="pt-BR" sz="4000" i="1"/>
              <a:t>Um preço fabuloso! </a:t>
            </a:r>
            <a:br>
              <a:rPr lang="en-US" altLang="pt-BR" sz="4000" i="1"/>
            </a:br>
            <a:r>
              <a:rPr lang="en-US" altLang="pt-BR" sz="4000" i="1"/>
              <a:t>Qual dos mortais vou encontrar </a:t>
            </a:r>
            <a:br>
              <a:rPr lang="en-US" altLang="pt-BR" sz="4000" i="1"/>
            </a:br>
            <a:r>
              <a:rPr lang="en-US" altLang="pt-BR" sz="4000" i="1"/>
              <a:t>Que a meu Jesus vou igualar? </a:t>
            </a:r>
            <a:br>
              <a:rPr lang="en-US" altLang="pt-BR" sz="4000" i="1"/>
            </a:br>
            <a:r>
              <a:rPr lang="en-US" altLang="pt-BR" sz="4000" i="1"/>
              <a:t>Jesus, Jesus, não posso comparar!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FA30F4-214D-4FE2-8A73-401FB4C1F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Jesus do céu há de voltar, </a:t>
            </a:r>
            <a:br>
              <a:rPr lang="en-US" altLang="pt-BR" sz="4000" i="1"/>
            </a:br>
            <a:r>
              <a:rPr lang="en-US" altLang="pt-BR" sz="4000" i="1"/>
              <a:t>Em majestade e glória, </a:t>
            </a:r>
            <a:br>
              <a:rPr lang="en-US" altLang="pt-BR" sz="4000" i="1"/>
            </a:br>
            <a:r>
              <a:rPr lang="en-US" altLang="pt-BR" sz="4000" i="1"/>
              <a:t>Então Seus anjos irão cantar </a:t>
            </a:r>
            <a:br>
              <a:rPr lang="en-US" altLang="pt-BR" sz="4000" i="1"/>
            </a:br>
            <a:r>
              <a:rPr lang="en-US" altLang="pt-BR" sz="4000" i="1"/>
              <a:t>O hino da vitória, Jesus, </a:t>
            </a:r>
            <a:br>
              <a:rPr lang="en-US" altLang="pt-BR" sz="4000" i="1"/>
            </a:br>
            <a:r>
              <a:rPr lang="en-US" altLang="pt-BR" sz="4000" i="1"/>
              <a:t>Enfim, vai suplantar </a:t>
            </a:r>
            <a:br>
              <a:rPr lang="en-US" altLang="pt-BR" sz="4000" i="1"/>
            </a:br>
            <a:r>
              <a:rPr lang="en-US" altLang="pt-BR" sz="4000" i="1"/>
              <a:t>O Anticristo, e reinar. </a:t>
            </a:r>
            <a:br>
              <a:rPr lang="en-US" altLang="pt-BR" sz="4000" i="1"/>
            </a:br>
            <a:r>
              <a:rPr lang="en-US" altLang="pt-BR" sz="4000" i="1"/>
              <a:t>Jesus, Jesus, ó vem me arrebatar!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191  O MEU JESUS </vt:lpstr>
      <vt:lpstr>O meu Jesus, por mim, morreu  Na cruz, com dor horrenda;  Ali em meu lugar sofreu,  Angustia mui tremenda!  Quem poderei no mundo achar.  Que a meu Jesus vá comparar?  Jesus. Jesus, somente vou amar! </vt:lpstr>
      <vt:lpstr>O meu Jesus está no céu,  Intercessor potente,  Por mim, pedindo sempre a Deus.  A graça, amor fervente.  Ninguém jamais ao Pai conduz  O pecador, senão Jesus;  Jesus, Jesus, a Deus, ó me introduz! </vt:lpstr>
      <vt:lpstr>O meu Jesus ressuscitou,  Em corpo glorioso,  Também, por mim, a Deus pagou  Um preço fabuloso!  Qual dos mortais vou encontrar  Que a meu Jesus vou igualar?  Jesus, Jesus, não posso comparar! </vt:lpstr>
      <vt:lpstr>Jesus do céu há de voltar,  Em majestade e glória,  Então Seus anjos irão cantar  O hino da vitória, Jesus,  Enfim, vai suplantar  O Anticristo, e reinar.  Jesus, Jesus, ó vem me arrebatar!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191  O MEU JESUS </dc:title>
  <dc:creator>Junior</dc:creator>
  <cp:lastModifiedBy>Emerson Souza</cp:lastModifiedBy>
  <cp:revision>1</cp:revision>
  <dcterms:created xsi:type="dcterms:W3CDTF">2005-12-23T17:34:14Z</dcterms:created>
  <dcterms:modified xsi:type="dcterms:W3CDTF">2026-05-02T21:52:47Z</dcterms:modified>
</cp:coreProperties>
</file>