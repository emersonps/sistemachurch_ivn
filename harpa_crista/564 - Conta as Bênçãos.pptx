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A503C4-A24C-5B73-B165-3767A7F94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5FDA0F-1FF6-71B9-0A2C-8FA60896C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11DBE0-B1BC-F84C-734E-7DDB00312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137070-6E82-CEA6-5532-7277FBAAE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6FAC0F-AF26-9C69-298C-A4E6D554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FCF95F-18E9-45F3-BCCB-5702836A245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27455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83955-44F6-CA6D-F370-D8A4B3208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4A55BC-B47E-E62E-EC30-294AB31C1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F5CB22-969E-AB6B-6FEF-F9C648480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B85BF7-31A3-22C5-EBFC-4D4A1A86A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EF884B-74ED-B9C3-1575-D8EEFC846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55D20D-4EB5-473E-B0E0-8E610D0B206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18418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0DB193-A8F7-B987-040B-A24D68CFD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8F2689-4220-5521-91CC-7841789BA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96E1FE-7E16-C865-643F-EC6DFA13A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61A7DD-4A32-15D7-4D52-9F8D9372C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A8E7E2-6AA6-6AC2-879E-CADE1CE2E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3B5D2D-96A5-455A-A84E-D187D23F25B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81290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1654E-C15B-509D-344F-F6C2BACC9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98888F-4347-0015-2651-EA4372DCA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D1BEDE0-B5AF-BD94-07CB-FD682B727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B2F7346-C6D1-6AEC-2CEF-24078A81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6E0268-EED6-27CF-30B5-537AA739A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4A1950-142C-D30E-31F3-64CCBE720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A9CB5F-2E2A-4963-92FC-29E583D80C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2153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C2304-641F-D687-839C-BAA6E713C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23895D-DD32-EE9F-144F-0186AF188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A86626-3AFF-98AF-9F70-40E3A84AB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314C46C-C31F-1322-3B1C-D302CDD87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9B3F54B-F88F-62E8-C8A3-0E4295AE65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B476B3F-131F-6638-AC71-33EA0EF8E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AA0F021-B25F-331C-597B-41D218F32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1189F48-796B-5F23-EA79-4ABC50034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6604F0-17A1-4182-83ED-180B3958BDB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8265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F6E80-6F22-013A-FB9B-0DF5B3705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005A4D9-E095-AC27-7453-9F00FD2D8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01D0049-2F60-5A38-9599-BFE834670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B3805C-692A-DFFA-74BE-44C034EE3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BCAA2E-DBBE-4F01-B978-7E48CB212E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14274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F6B2EB4-DB36-2623-3A06-2C6BF5EF2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E980328-A255-7EB2-9890-34C85839F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8D732D-D028-5D3B-2A23-612680712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88BBB0-7117-4F45-8C56-EAFDDAEF60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19664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3C779F-928F-7DF2-7121-048F5D507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2AD712-3EC8-9179-1D4B-673650DED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6068B5-5421-F009-E0CF-F718F586A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820595-9980-5782-6197-FEA44457D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48DCC2-9B21-F222-A125-1C75D9AFC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07FB0CA-3610-DACB-6EF5-3F4E2C27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C13605-4E85-4E86-9009-CFF4B98C8F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55095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3C462E-58E8-3FB5-C411-0EE570931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1E50491-1FA3-349B-1E8A-DEEB109CEA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C776514-110F-33B9-A334-8B7F30CCD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C100CA-3DA2-1B9B-9600-D11D3A6CE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97C67BC-5E63-D9B4-BB98-D53F87BA9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0C09A8-2F37-F15E-7232-D7269331A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7639B-7A1B-4625-B57D-BE5906EDF9D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53558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6C892D-521C-54E7-61EF-D13378695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A1A164-BA32-A7D0-F948-EF2ECB340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A6894D-FCD8-2D89-C009-9B361A520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39D103-850B-D0A8-C61B-559C41570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BE97CC-63CD-D903-6CC5-45D785B8F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DFF499-832E-4680-A13D-A4DDC6B2D6C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0003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D64768B-8034-D5FA-7724-BAD15D1BDB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D285A8-EC55-02DA-1A91-8358FBFF20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1FA9BD-21B4-7C99-5F04-BD14EF6B7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FB0B81-B9C7-07D0-FB74-26502019E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5986BE-664F-4395-36A4-61C0D253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99E43F-082A-4820-B205-171D8BDA4F4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5212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E2DE026-9F11-DFC6-0210-0F7EE71C05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636E16A-39FC-6160-C132-B0F0F5FFC1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E31F572-80AC-DDA4-1E33-0EE731F42C0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35A3D4D-8D2D-D46B-69CE-D623D294FB6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0C0E1B2-D4C0-E065-6ED9-A9F2953A5F6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4A9E9BF-7453-4C30-9864-A658D5AE1F6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4FF3ED8-4A05-A975-3CE7-7F7E63E964F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564 – Conta as Bênçãos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20B7D00-9FCE-1688-26B0-C67104A50F1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5D4300D-DB62-F8C8-6D17-AA0C968826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Se da vida as vagas procelosas são,</a:t>
            </a:r>
            <a:r>
              <a:rPr lang="en-US" altLang="pt-BR" sz="4000"/>
              <a:t> </a:t>
            </a:r>
            <a:r>
              <a:rPr lang="en-US" altLang="pt-BR" sz="4000" i="1"/>
              <a:t>Se, com desalento, julgas tudo vão,</a:t>
            </a:r>
            <a:r>
              <a:rPr lang="en-US" altLang="pt-BR" sz="4000"/>
              <a:t> </a:t>
            </a:r>
            <a:r>
              <a:rPr lang="en-US" altLang="pt-BR" sz="4000" i="1"/>
              <a:t>Conta as muitas bênçãos, </a:t>
            </a:r>
            <a:br>
              <a:rPr lang="en-US" altLang="pt-BR" sz="4000" i="1"/>
            </a:br>
            <a:r>
              <a:rPr lang="en-US" altLang="pt-BR" sz="4000" i="1"/>
              <a:t>Dize-as duma vez,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verás, surpreso, quanto Deus já fez!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70E824A-42BE-3917-45D3-2B8E328EDD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Conta as bênçãos! dize quantas são,</a:t>
            </a:r>
            <a:r>
              <a:rPr lang="en-US" altLang="pt-BR" sz="4000" i="1"/>
              <a:t> </a:t>
            </a:r>
            <a:r>
              <a:rPr lang="en-US" altLang="pt-BR" sz="4000" b="1" i="1"/>
              <a:t>Recebidas da divina mão!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Vem dizê-las, todas duma vez,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verás, surpreso, </a:t>
            </a:r>
            <a:br>
              <a:rPr lang="en-US" altLang="pt-BR" sz="4000" b="1" i="1"/>
            </a:br>
            <a:r>
              <a:rPr lang="en-US" altLang="pt-BR" sz="4000" b="1" i="1"/>
              <a:t>Quanto Deus já fez!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A82F01E-EBAC-0E40-90D5-84CFB34105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Tens acaso mágoas? Triste é teu lidar? E a cruz pesada, que tens de levar?</a:t>
            </a:r>
            <a:r>
              <a:rPr lang="en-US" altLang="pt-BR" sz="4000"/>
              <a:t> </a:t>
            </a:r>
            <a:r>
              <a:rPr lang="en-US" altLang="pt-BR" sz="4000" i="1"/>
              <a:t>Conta as muitas bênçãos, </a:t>
            </a:r>
            <a:br>
              <a:rPr lang="en-US" altLang="pt-BR" sz="4000" i="1"/>
            </a:br>
            <a:r>
              <a:rPr lang="en-US" altLang="pt-BR" sz="4000" i="1"/>
              <a:t>não duvidarás, </a:t>
            </a:r>
            <a:br>
              <a:rPr lang="en-US" altLang="pt-BR" sz="4000" i="1"/>
            </a:br>
            <a:r>
              <a:rPr lang="en-US" altLang="pt-BR" sz="4000" i="1"/>
              <a:t>E em canto alegre os dias passarás.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6311C18-F1BA-25CA-3BAB-21757E0909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Conta as bênçãos! dize quantas são,</a:t>
            </a:r>
            <a:r>
              <a:rPr lang="en-US" altLang="pt-BR" sz="4000" i="1"/>
              <a:t> </a:t>
            </a:r>
            <a:r>
              <a:rPr lang="en-US" altLang="pt-BR" sz="4000" b="1" i="1"/>
              <a:t>Recebidas da divina mão!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Vem dizê-las, todas duma vez,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verás, surpreso, </a:t>
            </a:r>
            <a:br>
              <a:rPr lang="en-US" altLang="pt-BR" sz="4000" b="1" i="1"/>
            </a:br>
            <a:r>
              <a:rPr lang="en-US" altLang="pt-BR" sz="4000" b="1" i="1"/>
              <a:t>Quanto Deus já fez!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D8B44AA-F941-2733-DC86-84A06001A7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Quando vires outros com seu ouro e bens,</a:t>
            </a:r>
            <a:br>
              <a:rPr lang="en-US" altLang="pt-BR" sz="4000" i="1"/>
            </a:br>
            <a:r>
              <a:rPr lang="en-US" altLang="pt-BR" sz="4000" i="1"/>
              <a:t>Lembra que tesouros prometidos tens!</a:t>
            </a:r>
            <a:r>
              <a:rPr lang="en-US" altLang="pt-BR" sz="4000"/>
              <a:t> </a:t>
            </a:r>
            <a:r>
              <a:rPr lang="en-US" altLang="pt-BR" sz="4000" i="1"/>
              <a:t>Nunca os bens da terra poderão comprar </a:t>
            </a:r>
            <a:br>
              <a:rPr lang="en-US" altLang="pt-BR" sz="4000" i="1"/>
            </a:br>
            <a:r>
              <a:rPr lang="en-US" altLang="pt-BR" sz="4000" i="1"/>
              <a:t>A mansão celeste que vais habitar.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4902D86-8E6A-FA8B-6E0E-BAA2671BF7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Conta as bênçãos! dize quantas são,</a:t>
            </a:r>
            <a:r>
              <a:rPr lang="en-US" altLang="pt-BR" sz="4000" i="1"/>
              <a:t> </a:t>
            </a:r>
            <a:r>
              <a:rPr lang="en-US" altLang="pt-BR" sz="4000" b="1" i="1"/>
              <a:t>Recebidas da divina mão!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Vem dizê-las, todas duma vez,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verás, surpreso, </a:t>
            </a:r>
            <a:br>
              <a:rPr lang="en-US" altLang="pt-BR" sz="4000" b="1" i="1"/>
            </a:br>
            <a:r>
              <a:rPr lang="en-US" altLang="pt-BR" sz="4000" b="1" i="1"/>
              <a:t>Quanto Deus já fez!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569AAAB-043F-C3A9-EE34-F3CC26172C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Seja o conflito fraco ou forte aqui,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Não te desanimes: Deus será por ti,</a:t>
            </a:r>
            <a:r>
              <a:rPr lang="en-US" altLang="pt-BR" sz="4000"/>
              <a:t> </a:t>
            </a:r>
            <a:r>
              <a:rPr lang="en-US" altLang="pt-BR" sz="4000" i="1"/>
              <a:t>Seu divino auxílio, minorando o mal,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Te dará consolo, e galardão final.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15402A2-FB97-D98A-D098-BAB21EB1E2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Conta as bênçãos! dize quantas são,</a:t>
            </a:r>
            <a:r>
              <a:rPr lang="en-US" altLang="pt-BR" sz="4000" i="1"/>
              <a:t> </a:t>
            </a:r>
            <a:r>
              <a:rPr lang="en-US" altLang="pt-BR" sz="4000" b="1" i="1"/>
              <a:t>Recebidas da divina mão!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Vem dizê-las, todas duma vez,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verás, surpreso, </a:t>
            </a:r>
            <a:br>
              <a:rPr lang="en-US" altLang="pt-BR" sz="4000" b="1" i="1"/>
            </a:br>
            <a:r>
              <a:rPr lang="en-US" altLang="pt-BR" sz="4000" b="1" i="1"/>
              <a:t>Quanto Deus já fez!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564 – Conta as Bênçãos</vt:lpstr>
      <vt:lpstr>Se da vida as vagas procelosas são, Se, com desalento, julgas tudo vão, Conta as muitas bênçãos,  Dize-as duma vez,  E verás, surpreso, quanto Deus já fez!  </vt:lpstr>
      <vt:lpstr>Conta as bênçãos! dize quantas são, Recebidas da divina mão!  Vem dizê-las, todas duma vez,  E verás, surpreso,  Quanto Deus já fez!  </vt:lpstr>
      <vt:lpstr>Tens acaso mágoas? Triste é teu lidar? E a cruz pesada, que tens de levar? Conta as muitas bênçãos,  não duvidarás,  E em canto alegre os dias passarás.  </vt:lpstr>
      <vt:lpstr>Conta as bênçãos! dize quantas são, Recebidas da divina mão!  Vem dizê-las, todas duma vez,  E verás, surpreso,  Quanto Deus já fez!  </vt:lpstr>
      <vt:lpstr>Quando vires outros com seu ouro e bens, Lembra que tesouros prometidos tens! Nunca os bens da terra poderão comprar  A mansão celeste que vais habitar.  </vt:lpstr>
      <vt:lpstr>Conta as bênçãos! dize quantas são, Recebidas da divina mão!  Vem dizê-las, todas duma vez,  E verás, surpreso,  Quanto Deus já fez!  </vt:lpstr>
      <vt:lpstr>Seja o conflito fraco ou forte aqui,  Não te desanimes: Deus será por ti, Seu divino auxílio, minorando o mal,  Te dará consolo, e galardão final.</vt:lpstr>
      <vt:lpstr>Conta as bênçãos! dize quantas são, Recebidas da divina mão!  Vem dizê-las, todas duma vez,  E verás, surpreso,  Quanto Deus já fez!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564 – Conta as Bênçãos</dc:title>
  <dc:creator>Junior</dc:creator>
  <cp:lastModifiedBy>Emerson Souza</cp:lastModifiedBy>
  <cp:revision>1</cp:revision>
  <dcterms:created xsi:type="dcterms:W3CDTF">2005-12-27T01:12:59Z</dcterms:created>
  <dcterms:modified xsi:type="dcterms:W3CDTF">2026-05-02T22:24:21Z</dcterms:modified>
</cp:coreProperties>
</file>