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A6FBE-F068-FC33-F500-6EC53D6DF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48282F-B659-05F9-2858-72CAE9F51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E2456E-C625-6BE9-60CE-9204526C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0736C9-7462-D319-DE2A-58640FC8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07A826-FC41-9714-2013-F3F28710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670BAF-7899-48FE-99BE-E1F444F0CF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444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23717-85FC-1170-7A45-2F5A5F56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233413-89BB-7612-ACEC-3B7E8A725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0653D6-CBC7-D640-F579-BE906A84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F12579-F125-90D8-4AD5-DCFE27E7F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86BAC7-2CA8-FF4D-9342-EC6787B2F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2EE4B9-BA94-4915-9AE9-9667BEC52A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471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71395-A985-B77F-E36C-CC95FEA60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14CE1F-7054-DF01-9653-5BFB596E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B69C4B-9E59-FABB-A00D-61DA06F6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9CFAC5-72DA-7A14-7FC4-AA9FFD4E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5D7257-125B-4F49-B6D1-5631841A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DFC4D-14DA-4FA3-ACB9-3B41B2C9F9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7399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24234-C65C-1249-A94B-0AE7D3E4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1098A3-2DA4-07D4-D571-B6ED04FCF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6596F8-E2E6-456D-F5B7-A5D6B32A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C63CD3-DF6D-3321-3788-4DBD7719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71D8E2-0484-E9A6-C8A3-D188AC5AA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FA5918-8490-741D-0E7A-EA069294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A924D-4736-437B-BF88-93C9C6064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372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AF92A-9B12-56D6-704A-763E3613D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0BDF55-0E67-8F05-8016-B10249D61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128C6C-FE84-17F8-D253-42B223D4B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179867-BAE2-5BB8-D03E-BEA0A1D51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0DCB52-995C-1B2B-9B74-8A910658E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AA1B02-6064-BF6D-7601-240470C6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B815E55-D58B-5958-2BFB-0B3DB0CC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49DAD0-F07C-F8C5-802D-143AF724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AE8DAD-1620-4FC3-B13B-282F7E877A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562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D805D-6F5B-6407-03C0-C28DB7814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9E3C6-C843-2DD9-441A-737C6A635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0FCA73-BE5E-8EAC-A15C-09C4F309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03340A-37D4-7944-FE5A-90CFA919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5B1B34-3F79-4FD9-BC85-FA201D8968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007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1085E1-453F-CFD0-8E11-6D067A99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19DCE0-FBC4-869E-68A5-929B9B98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30E138-267F-18D0-1E7F-A047042F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650D1-F0BE-44F9-937A-EF3A2C31CD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1472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8332B-8C60-483B-88DD-41982E52F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5B336D-0644-C29B-EDEA-50FEFF493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8A50D6-0F69-4AD3-9ABC-F07D3E77C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B7FCA7-BE63-939B-8CAD-02009544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ECA0A0-60E6-86C7-1151-D59656E7A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F9C984-CA54-1F50-2BF6-CD71764B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D437B-FAA9-4E93-B6EB-06D325958B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191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0950B-C98B-D3B9-A6B9-B9AB9466C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9B1BEF-C32D-4521-8D8E-3D1CF2AC5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11BCD1-8616-2871-B233-33322A73D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19FE7E-2B82-C4C0-073E-D3258C5E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293ED9-9791-70DC-7C02-5F86EB1A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3B6997-3487-FBDF-46BC-1E770662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135E8D-54C2-4DE0-88CF-48BE6BB0DD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378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51654-B9BF-8ED8-4AC1-09A8A3BD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30F0F72-6318-F64A-AE9E-633B33BBD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16234A-2472-C6A7-5B7A-AA72E7FE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4E6F6C-6AD3-4A8C-9289-7A817AD4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FF0E65-0914-C32B-B75D-BA52D42A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2F0FCF-C0C9-420E-9CE3-DCF3CEFFA9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621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7DF3E1-59EA-FE3C-F014-49A344D51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04E9F8D-A737-0885-7A01-C915B9C07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3CEFF8-E35D-54DC-6966-204F1647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EBFDD6-2C91-ADC1-14E3-9CB89F37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28BC8F-284C-AF67-A4E1-4DFE64B0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C4E70F-0735-4AFA-B4A9-0D9100DF42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3408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BFF4551-E783-5FF7-6C37-1ACA13384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D3D521-D84E-6A56-CC2D-14648804B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3361BE-2ED9-8B7E-88AD-10D5A10235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C653E47-CE91-C54C-75F8-26F52F0E3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C7490FC-81B4-E663-160F-9713DCC85EF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1FE105-938C-4080-81F8-6A765ED6921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59E7899-EC75-BD62-0300-F4CE95A021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 i="1"/>
              <a:t>567 - Sou Feliz</a:t>
            </a:r>
            <a:r>
              <a:rPr lang="en-US" altLang="pt-BR" sz="4400"/>
              <a:t> </a:t>
            </a:r>
            <a:r>
              <a:rPr lang="en-US" altLang="pt-BR" sz="4400" i="1"/>
              <a:t> 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57C35E3-CECD-62E2-8565-7C3C92035A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BC96519-DF6B-147E-A891-8FD495EC7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i="1"/>
              <a:t> </a:t>
            </a:r>
            <a:r>
              <a:rPr lang="en-US" altLang="pt-BR"/>
              <a:t> </a:t>
            </a:r>
            <a:r>
              <a:rPr lang="en-US" altLang="pt-BR" i="1"/>
              <a:t>Sou feliz, feliz, feliz no meu viver!</a:t>
            </a:r>
            <a:r>
              <a:rPr lang="en-US" altLang="pt-BR"/>
              <a:t> </a:t>
            </a:r>
            <a:r>
              <a:rPr lang="en-US" altLang="pt-BR" i="1"/>
              <a:t>Sou feliz, pois tenho um grande Salvador.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Desde quando me salvou com o seu poder,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Vivo alegre, mui feliz no seu amor.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567 - Sou Feliz  </vt:lpstr>
      <vt:lpstr>  Sou feliz, feliz, feliz no meu viver! Sou feliz, pois tenho um grande Salvador.  Desde quando me salvou com o seu poder,  Vivo alegre, mui feliz no seu amor.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567 - Sou Feliz  </dc:title>
  <dc:creator>Junior</dc:creator>
  <cp:lastModifiedBy>Emerson Souza</cp:lastModifiedBy>
  <cp:revision>1</cp:revision>
  <dcterms:created xsi:type="dcterms:W3CDTF">2005-12-27T01:20:07Z</dcterms:created>
  <dcterms:modified xsi:type="dcterms:W3CDTF">2026-05-02T22:24:38Z</dcterms:modified>
</cp:coreProperties>
</file>