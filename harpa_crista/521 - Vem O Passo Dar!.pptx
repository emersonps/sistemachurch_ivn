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92D62-7A9D-CFA0-9098-E54714F87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142F86-560B-4904-7643-326EC7280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AA5D74-4CA2-E9C2-5364-4B845033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623C08-1136-376A-1733-99D8AA9C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1C620C-C41A-5A32-C64D-E9814059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CEF6DF-642D-45FF-9DC6-CAF1619493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847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B934F-227F-F2A6-8D3A-2ED5C886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213B0F-03B1-9975-76FC-66116C219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3C861B-0C02-C66C-7577-E6010C89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BFD74F-43E6-9CA7-729A-C988E1D0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5585EE-1B37-5CE2-DD38-D9B91453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01FC1-E949-46C7-867C-86C6A94802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802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61ADB-23BD-F422-DB22-208D5C0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C73B4F-F883-4694-ABFB-ABD2E473F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B48F5A-69BB-C37C-AD1D-6BBF081E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280715-4F11-78F5-724E-32FEF768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CC1B1E-94CD-C0A9-B9DB-9F01BD80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A638B-2016-4ADA-8927-FA92C65AC4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536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86055-0788-CD0E-7564-E0EF499C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75CD09-2C6D-BBCF-6377-0E4CC835F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9D7064-0F7B-A5ED-36F0-CEEDED496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F632D-D618-7A75-D217-0AA3E47A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E4D6BF-9185-310E-A86D-16099D172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E5D9ED-1F50-F9F4-84C7-06B45928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E02DA4-4D6E-47D2-9E57-546F9AAD99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332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9B373-25C7-EEF2-9EE7-0F8BBA9F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001376-7699-8CF0-E7DE-365F50E44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1484CF-03B2-CD9C-8B9B-1500C0A8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CEB46A-38CD-954C-DFD4-1D84D2212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F904EBC-1673-00F7-35E5-FBDC166784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4EBCB4-B9B2-D8EC-97F9-890B2C35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DF3DCA-68AF-47E3-790E-9951DE34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D17817-1D42-1B1C-0139-67F557D8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2C575-356B-48B8-9DC5-046AE1DE5B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364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03618-4CD2-F4F7-6724-4D605D5F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EEB975-EE21-E7AF-934A-8FF28773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885087-4197-6CCD-5155-72081DB8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5ACC12-6B86-69E7-FDED-A7CEDCBA6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8B9F69-E425-454B-B0A8-7FE1A0FFFC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352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DDCC8C-83CA-6D5C-5D45-BFEAB927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534FF4-8D44-EA4F-5A83-0265082A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0CDEEE-E02D-31B1-C249-E246E0729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B32904-C198-48FA-91F4-C624607792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031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174F8-B129-0330-B835-C4523068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F49D3B-C85B-4B15-E032-AE48B084E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3CEDFA-8FEE-B57E-49A3-637ED2E4E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C5944C-89C8-A6C9-8055-E94E78D4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035433-8352-30C0-4126-6394AACF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3E79F8-6B12-E03C-6FCC-E00C0284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E1B22-EAB3-47E4-B5D0-1E5EDF9237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326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F3567-A7FE-AB2A-E780-035B2D12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24AB18-C23A-93A7-F279-962EEDC02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17A267-7D6D-1194-0254-7013845A5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BAC8C9-8446-C27F-E80A-42B1BF4C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0F3047-B7F2-91EF-6A0C-1BC4D9CE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CCCF8B-16DF-59A4-05EF-2D7B026A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9A974C-BACF-41DF-8C35-889BE9F098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280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BCF38-1973-499A-8981-F42482D3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1B34ED-E496-3F7B-EE66-5CE6615A0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F3A1C6-6488-A0C3-5907-09101769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BF16DE-F9E4-CA48-CDEE-28A4E5A6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C19E87-4235-8E1F-56E7-CCBF6181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3711F6-644D-4591-BDA0-212D021858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2124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BA1FF4-F5ED-0A1C-D448-434A67EEA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FE9281-0AFA-9832-5A42-4BDFC7746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9F3149-A1A8-AE2E-75E5-165ED169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D3B9B9-7F3C-3F2B-110D-35F74A6A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DF2621-051D-6053-BA7E-5F7C8770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32BA62-8B2D-4D5B-86A9-C4D0FEEBBE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97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83E7601-BFA1-5FC6-56E5-279F281CE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956867B-BFBD-331A-7DF8-4CE0F820D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D5087F-AAD6-3217-7A75-2EB58A2B8C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ABDDD4C-CE70-66B9-7A8B-620D09510F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C606A7E-951B-EBCA-5DA9-B03BC7D25B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7E957E1-C63B-49D9-A5B9-C05C0427BD7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4DC1813-9485-87A8-8CF1-72ACC23D72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521 – Vem O Passo Dar!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E68E288-A561-65FC-8206-481215EBB3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555DFEB-8A67-22D4-C0ED-E0C97849A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Com teu pecado vem já pra Jesus. </a:t>
            </a:r>
            <a:br>
              <a:rPr lang="en-US" altLang="pt-BR" sz="4000" i="1"/>
            </a:br>
            <a:r>
              <a:rPr lang="en-US" altLang="pt-BR" sz="4000" i="1"/>
              <a:t>Ele te quer perdoar.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Deixa as trevas, vem já para a luz; Vem tua vida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EE1F80F-C116-B276-39CF-566FE8E64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Vem! Vem! Vem o passo dar!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teu coração entregar;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Já dizer: “Jesus me salvou,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Do meu pecado limpo estou”.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1EA658F-C056-FEBB-341D-A91057590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Contra o pecado outra fonte não há, </a:t>
            </a:r>
            <a:br>
              <a:rPr lang="en-US" altLang="pt-BR" sz="4000" i="1"/>
            </a:br>
            <a:r>
              <a:rPr lang="en-US" altLang="pt-BR" sz="4000" i="1"/>
              <a:t>Só Jesus pode limpar; </a:t>
            </a:r>
            <a:br>
              <a:rPr lang="en-US" altLang="pt-BR" sz="4000" i="1"/>
            </a:br>
            <a:r>
              <a:rPr lang="en-US" altLang="pt-BR" sz="4000" i="1"/>
              <a:t>Dos teus temores e culpas, vem já NEle te refugiar.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ECB33A7-6137-A9DC-DB56-31A9EAD3F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Vem! Vem! Vem o passo dar!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teu coração entregar;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Já dizer: “Jesus me salvou,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Do meu pecado limpo estou”.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6528EE4-41C5-2046-19DD-FB00A04E4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Que oferta por ti fez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te purificar!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Deu o Seu sangue no alto da cruz;</a:t>
            </a:r>
            <a:r>
              <a:rPr lang="en-US" altLang="pt-BR" sz="4000"/>
              <a:t> </a:t>
            </a:r>
            <a:r>
              <a:rPr lang="en-US" altLang="pt-BR" sz="4000" i="1"/>
              <a:t>Vem tua alma lavar!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015C221-C440-ACEB-904B-32B18AE18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Vem! Vem! Vem o passo dar!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teu coração entregar;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Já dizer: “Jesus me salvou,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Do meu pecado limpo estou”.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10FF4FC-6E06-605B-E578-7B1AC991B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Vem dar o passo, sem hesitação, Jesus te quer perdoar;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Agora mesmo toma a salvação </a:t>
            </a:r>
            <a:br>
              <a:rPr lang="en-US" altLang="pt-BR" sz="4000" i="1"/>
            </a:br>
            <a:r>
              <a:rPr lang="en-US" altLang="pt-BR" sz="4000" i="1"/>
              <a:t>Vem tua vida salvar.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4AD59A-621D-85EB-7683-6C077292F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Vem! Vem! Vem o passo dar!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teu coração entregar;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Vem Já dizer: “Jesus me salvou,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Do meu pecado limpo estou”.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521 – Vem O Passo Dar! </vt:lpstr>
      <vt:lpstr>Com teu pecado vem já pra Jesus.  Ele te quer perdoar.  Deixa as trevas, vem já para a luz; Vem tua vida salvar.  </vt:lpstr>
      <vt:lpstr>Vem! Vem! Vem o passo dar!  Vem teu coração entregar;  Vem Já dizer: “Jesus me salvou,  Do meu pecado limpo estou”.  </vt:lpstr>
      <vt:lpstr>Contra o pecado outra fonte não há,  Só Jesus pode limpar;  Dos teus temores e culpas, vem já NEle te refugiar.  </vt:lpstr>
      <vt:lpstr>Vem! Vem! Vem o passo dar!  Vem teu coração entregar;  Vem Já dizer: “Jesus me salvou,  Do meu pecado limpo estou”.  </vt:lpstr>
      <vt:lpstr>Oh! Que oferta por ti fez Jesus,  Para te purificar!  Deu o Seu sangue no alto da cruz; Vem tua alma lavar!  </vt:lpstr>
      <vt:lpstr>Vem! Vem! Vem o passo dar!  Vem teu coração entregar;  Vem Já dizer: “Jesus me salvou,  Do meu pecado limpo estou”.  </vt:lpstr>
      <vt:lpstr>Vem dar o passo, sem hesitação, Jesus te quer perdoar;  Agora mesmo toma a salvação  Vem tua vida salvar.</vt:lpstr>
      <vt:lpstr>Vem! Vem! Vem o passo dar!  Vem teu coração entregar;  Vem Já dizer: “Jesus me salvou,  Do meu pecado limpo estou”.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521 – Vem O Passo Dar! </dc:title>
  <dc:creator>Junior</dc:creator>
  <cp:lastModifiedBy>Emerson Souza</cp:lastModifiedBy>
  <cp:revision>1</cp:revision>
  <dcterms:created xsi:type="dcterms:W3CDTF">2005-12-26T22:48:52Z</dcterms:created>
  <dcterms:modified xsi:type="dcterms:W3CDTF">2026-05-02T22:20:42Z</dcterms:modified>
</cp:coreProperties>
</file>