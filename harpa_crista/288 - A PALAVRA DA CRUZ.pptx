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  <p:sldId id="262" r:id="rId8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3" d="100"/>
          <a:sy n="53" d="100"/>
        </p:scale>
        <p:origin x="-474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4E9782-D722-C2A4-148C-44A441585D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08B43C7-4385-CF4C-2438-7871364152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BAE0A12-00BD-BF65-6BA6-5C2EBB259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C6F23E0-5D7A-2DC1-3192-DEDCEBAFB4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238F56-482D-5499-878B-CC9027CCA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9281B88-D198-4E53-944F-2D17DE42A26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839201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F986D2-4D11-1FE9-1256-CE4011A7CB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1335ADA-8480-C7B5-C0A2-BBBC97FE0F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5336005-389E-34A1-3B5F-A7ED55157F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0B79B74-5D00-7C5B-A76A-7BC73302A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39C1044-526A-ABC5-3C64-4EFC7FA22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8297C82-354F-478F-8902-4E6D519CB89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503601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4BC373-8E1C-3B57-FFB4-02B2F17FB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C4FD53F-5ABC-5FC2-4E62-4E959FCE71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AD53A71-1CE5-A3AE-073C-EAEACEEF7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E1F11C-2350-0BEA-33C8-CEE020F8E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D191A93-F9FC-61D2-2E12-56AEC9CD4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FFCA304-990A-4BB1-A25C-B38C3A6787D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48779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B5E7A-6804-9243-C3AC-1D8683F70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68A9747-3435-2CC5-6038-678239F4DD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DB85A9B-BFCF-D289-F1D5-9A30B44028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C267CA-6BA3-61A3-4D21-F7AD1A90A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151743B-CF19-F99B-7808-5FF32DC3EB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1B2D30-95AE-E2BD-085A-C5C416D0A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51E8B00-09A7-4D54-9C72-DFF999BA6820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461162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1451AE-1539-2842-5BE1-A24578146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D2335F5-E990-4DE2-84DD-DFB3DB431E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64C08A9-FB93-14C5-6BEC-9B62242063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1B4A8F8-43D2-B7B6-193F-F0ABE87D76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78AD7F4-7A45-615B-C7D2-7DDDB0C354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5AFEC9F-777B-ED05-AD21-ECB2E7C74B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071CBB9-41E0-87BA-BD03-02202AC5EB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D80F2ED-2E07-791C-3C4A-6DDA1D7FA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22D7F74-AAAF-4E75-A869-B1FC67B720D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026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960792-CAAB-8A6B-B0B0-FADB4E3137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58045E1-53E0-C092-C68B-8A44481992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811E204C-2839-C9AD-DC3F-739855FF3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DE4895DC-C596-CA9C-D4F1-C2FDD5628C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2BB3030-9172-47D2-946C-0C05B508E2A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640202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07079C6-5938-36BA-9A41-639147C665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8317A7D8-F370-16E7-938E-98B9380B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2C3024A-AF19-54E9-3361-EA29E0722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68B64CD-32B2-430B-A4CA-33A9751780F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627672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B19132-F58A-0CEB-E09D-0266956DE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28598EC-C442-1580-DF1A-A1F6A978B8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5C327D9-F2B6-A641-D314-74CF8BD861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F6C00C7-4816-13E7-305D-EA697179F8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074B48A-39B0-215E-BA99-AFC70C8CE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E3A17B-C9C1-3695-9359-07F21D207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337B69-A800-4FC5-83EE-376D1B680C31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1544984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F54F74-4F14-F987-6EE4-355F4F324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68B10A3-675D-988C-DE6E-F094C7509EC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FE080DE-B232-3A99-90DF-5B6E1A0DDC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725416F-AF13-C274-F3F4-A81BD3828F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13B917E-48DF-0CAE-0781-1E9E4AD442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79DADD9-77FF-7574-3A06-34E77C2E5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3C02BF-58B7-477D-A7E5-B8015D55B2D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1400055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F01349-70F6-2BBD-6C73-9B2D6A2EA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FE04EB5-851A-FAAA-8B93-C84255FC80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1CAB84-4B94-B088-3724-15AEADD06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EA3E1CD-8738-AB0A-01EC-34A5E9CAA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58D4A2-1FE2-3A78-D533-9649C1515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CC7D3E8-E889-4524-A86D-56F0610CDAA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3966881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A34555D-275D-FACA-CCC4-6D4738F3AA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BECCACD-917C-E057-8C19-1C34ED7F36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8D6A5FB-BBC1-6633-690E-66535DA8F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D5932A8-90E8-E6F6-42BA-C29E74013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E76648E-0B2B-42E0-9AB9-C0E423FF3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8ADCC34-5195-40A7-8C05-EA0E5432EF3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2502569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3476F8A1-FE82-5270-038F-D2B9CBBDF5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0D91C82-B51E-3FF2-A64A-3A71F54B3E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0923571B-660B-4CBF-D1DD-292D1945D3A5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A4A0593E-E20E-B0F7-40CC-064675C144B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96107989-3274-201C-F7DD-04E1884D1BD4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6CEC4D19-6A78-473B-A2BE-4E8DAF3D19BD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1CD5DE3D-3950-A825-E466-D2625435238C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pt-BR" altLang="pt-BR" sz="4400" b="1"/>
              <a:t>288</a:t>
            </a:r>
            <a:br>
              <a:rPr lang="pt-BR" altLang="pt-BR" sz="4400" b="1"/>
            </a:br>
            <a:r>
              <a:rPr lang="pt-BR" altLang="pt-BR" sz="4400" b="1"/>
              <a:t>A PALAVRA DA CRUZ</a:t>
            </a:r>
            <a:endParaRPr lang="en-US" altLang="pt-BR" sz="4400" b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319C32F6-43FC-339D-5DF8-A6A14B71BD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891212"/>
          </a:xfrm>
        </p:spPr>
        <p:txBody>
          <a:bodyPr/>
          <a:lstStyle/>
          <a:p>
            <a:r>
              <a:rPr lang="pt-BR" altLang="pt-BR" sz="3600"/>
              <a:t>Da cruz, a palavra é fiel, Aleluia! Aleluia!</a:t>
            </a:r>
            <a:br>
              <a:rPr lang="pt-BR" altLang="pt-BR" sz="3600"/>
            </a:br>
            <a:r>
              <a:rPr lang="pt-BR" altLang="pt-BR" sz="3600"/>
              <a:t>Chamando aquele que é infiel, Aleluia! Aleluia!</a:t>
            </a:r>
            <a:br>
              <a:rPr lang="pt-BR" altLang="pt-BR" sz="3600"/>
            </a:br>
            <a:r>
              <a:rPr lang="pt-BR" altLang="pt-BR" sz="3600"/>
              <a:t>Qualquer temporal pode vir, </a:t>
            </a:r>
            <a:br>
              <a:rPr lang="pt-BR" altLang="pt-BR" sz="3600"/>
            </a:br>
            <a:r>
              <a:rPr lang="pt-BR" altLang="pt-BR" sz="3600"/>
              <a:t>A mensagem mui firme `stá: </a:t>
            </a:r>
            <a:br>
              <a:rPr lang="pt-BR" altLang="pt-BR" sz="3600"/>
            </a:br>
            <a:r>
              <a:rPr lang="pt-BR" altLang="pt-BR" sz="3600"/>
              <a:t>Que Jesus veio nos remir, </a:t>
            </a:r>
            <a:br>
              <a:rPr lang="pt-BR" altLang="pt-BR" sz="3600"/>
            </a:br>
            <a:r>
              <a:rPr lang="pt-BR" altLang="pt-BR" sz="3600"/>
              <a:t>Pela morte sobre a cruz.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4D2FC6FA-4DE0-6308-BD02-37B53446BC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3600" b="1" i="1"/>
              <a:t>Aleluia! Aleluia! </a:t>
            </a:r>
            <a:br>
              <a:rPr lang="pt-BR" altLang="pt-BR" sz="3600" b="1" i="1"/>
            </a:br>
            <a:r>
              <a:rPr lang="pt-BR" altLang="pt-BR" sz="3600" b="1" i="1"/>
              <a:t>A palavra da cruz é poder.</a:t>
            </a:r>
            <a:br>
              <a:rPr lang="pt-BR" altLang="pt-BR" sz="3600" b="1" i="1"/>
            </a:br>
            <a:r>
              <a:rPr lang="pt-BR" altLang="pt-BR" sz="3600" b="1" i="1"/>
              <a:t>Aleluia! Aleluia! </a:t>
            </a:r>
            <a:br>
              <a:rPr lang="pt-BR" altLang="pt-BR" sz="3600" b="1" i="1"/>
            </a:br>
            <a:r>
              <a:rPr lang="pt-BR" altLang="pt-BR" sz="3600" b="1" i="1"/>
              <a:t>Para quem em Cristo crer. </a:t>
            </a:r>
            <a:br>
              <a:rPr lang="pt-BR" altLang="pt-BR" sz="3600" b="1" i="1"/>
            </a:br>
            <a:r>
              <a:rPr lang="pt-BR" altLang="pt-BR" sz="3600" b="1" i="1"/>
              <a:t>Aleluia! Aleluia! </a:t>
            </a:r>
            <a:br>
              <a:rPr lang="pt-BR" altLang="pt-BR" sz="3600" b="1" i="1"/>
            </a:br>
            <a:r>
              <a:rPr lang="pt-BR" altLang="pt-BR" sz="3600" b="1" i="1"/>
              <a:t>A palavra da cruz é poder. </a:t>
            </a:r>
            <a:br>
              <a:rPr lang="pt-BR" altLang="pt-BR" sz="3600" b="1" i="1"/>
            </a:br>
            <a:r>
              <a:rPr lang="pt-BR" altLang="pt-BR" sz="3600" b="1" i="1"/>
              <a:t>Aleluia! Aleluia! </a:t>
            </a:r>
            <a:br>
              <a:rPr lang="pt-BR" altLang="pt-BR" sz="3600" b="1" i="1"/>
            </a:br>
            <a:r>
              <a:rPr lang="pt-BR" altLang="pt-BR" sz="3600" b="1" i="1"/>
              <a:t>Para quem em Cristo crer.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0DA12EDC-9D44-469B-67BC-E4A8DA2EBEE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962650"/>
          </a:xfrm>
        </p:spPr>
        <p:txBody>
          <a:bodyPr/>
          <a:lstStyle/>
          <a:p>
            <a:r>
              <a:rPr lang="pt-BR" altLang="pt-BR" sz="3600"/>
              <a:t>Morrendo por nós lá na cruz,</a:t>
            </a:r>
            <a:br>
              <a:rPr lang="pt-BR" altLang="pt-BR" sz="3600"/>
            </a:br>
            <a:r>
              <a:rPr lang="pt-BR" altLang="pt-BR" sz="3600"/>
              <a:t>Aleluia! Aleluia!</a:t>
            </a:r>
            <a:br>
              <a:rPr lang="pt-BR" altLang="pt-BR" sz="3600"/>
            </a:br>
            <a:r>
              <a:rPr lang="pt-BR" altLang="pt-BR" sz="3600"/>
              <a:t>Vitória nos ganhou Jesus,</a:t>
            </a:r>
            <a:br>
              <a:rPr lang="pt-BR" altLang="pt-BR" sz="3600"/>
            </a:br>
            <a:r>
              <a:rPr lang="pt-BR" altLang="pt-BR" sz="3600"/>
              <a:t>Aleluia! Aleluia!</a:t>
            </a:r>
            <a:br>
              <a:rPr lang="pt-BR" altLang="pt-BR" sz="3600"/>
            </a:br>
            <a:r>
              <a:rPr lang="pt-BR" altLang="pt-BR" sz="3600"/>
              <a:t>Ali o Cordeiro de Deus</a:t>
            </a:r>
            <a:br>
              <a:rPr lang="pt-BR" altLang="pt-BR" sz="3600"/>
            </a:br>
            <a:r>
              <a:rPr lang="pt-BR" altLang="pt-BR" sz="3600"/>
              <a:t>Veio a graça do céu raiar!</a:t>
            </a:r>
            <a:br>
              <a:rPr lang="pt-BR" altLang="pt-BR" sz="3600"/>
            </a:br>
            <a:r>
              <a:rPr lang="pt-BR" altLang="pt-BR" sz="3600"/>
              <a:t>Nos salvou quem veio dos céus,</a:t>
            </a:r>
            <a:br>
              <a:rPr lang="pt-BR" altLang="pt-BR" sz="3600"/>
            </a:br>
            <a:r>
              <a:rPr lang="pt-BR" altLang="pt-BR" sz="3600"/>
              <a:t>Pela morte, sobre a cruz.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931474F8-779D-D25C-3810-AD13EDB6B1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3600" b="1" i="1"/>
              <a:t>Aleluia! Aleluia! </a:t>
            </a:r>
            <a:br>
              <a:rPr lang="pt-BR" altLang="pt-BR" sz="3600" b="1" i="1"/>
            </a:br>
            <a:r>
              <a:rPr lang="pt-BR" altLang="pt-BR" sz="3600" b="1" i="1"/>
              <a:t>A palavra da cruz é poder.</a:t>
            </a:r>
            <a:br>
              <a:rPr lang="pt-BR" altLang="pt-BR" sz="3600" b="1" i="1"/>
            </a:br>
            <a:r>
              <a:rPr lang="pt-BR" altLang="pt-BR" sz="3600" b="1" i="1"/>
              <a:t>Aleluia! Aleluia! </a:t>
            </a:r>
            <a:br>
              <a:rPr lang="pt-BR" altLang="pt-BR" sz="3600" b="1" i="1"/>
            </a:br>
            <a:r>
              <a:rPr lang="pt-BR" altLang="pt-BR" sz="3600" b="1" i="1"/>
              <a:t>Para quem em Cristo crer. </a:t>
            </a:r>
            <a:br>
              <a:rPr lang="pt-BR" altLang="pt-BR" sz="3600" b="1" i="1"/>
            </a:br>
            <a:r>
              <a:rPr lang="pt-BR" altLang="pt-BR" sz="3600" b="1" i="1"/>
              <a:t>Aleluia! Aleluia! </a:t>
            </a:r>
            <a:br>
              <a:rPr lang="pt-BR" altLang="pt-BR" sz="3600" b="1" i="1"/>
            </a:br>
            <a:r>
              <a:rPr lang="pt-BR" altLang="pt-BR" sz="3600" b="1" i="1"/>
              <a:t>A palavra da cruz é poder. </a:t>
            </a:r>
            <a:br>
              <a:rPr lang="pt-BR" altLang="pt-BR" sz="3600" b="1" i="1"/>
            </a:br>
            <a:r>
              <a:rPr lang="pt-BR" altLang="pt-BR" sz="3600" b="1" i="1"/>
              <a:t>Aleluia! Aleluia! </a:t>
            </a:r>
            <a:br>
              <a:rPr lang="pt-BR" altLang="pt-BR" sz="3600" b="1" i="1"/>
            </a:br>
            <a:r>
              <a:rPr lang="pt-BR" altLang="pt-BR" sz="3600" b="1" i="1"/>
              <a:t>Para quem em Cristo crer.</a:t>
            </a:r>
            <a:endParaRPr lang="en-US" altLang="pt-BR" sz="3600" b="1" i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85F874EF-CAA1-12B9-5ADB-E87B53BA4F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5891212"/>
          </a:xfrm>
        </p:spPr>
        <p:txBody>
          <a:bodyPr/>
          <a:lstStyle/>
          <a:p>
            <a:r>
              <a:rPr lang="pt-BR" altLang="pt-BR" sz="3600"/>
              <a:t>Não me envergonho da cruz,</a:t>
            </a:r>
            <a:br>
              <a:rPr lang="pt-BR" altLang="pt-BR" sz="3600"/>
            </a:br>
            <a:r>
              <a:rPr lang="pt-BR" altLang="pt-BR" sz="3600"/>
              <a:t>Aleluia! Aleluia!</a:t>
            </a:r>
            <a:br>
              <a:rPr lang="pt-BR" altLang="pt-BR" sz="3600"/>
            </a:br>
            <a:r>
              <a:rPr lang="pt-BR" altLang="pt-BR" sz="3600"/>
              <a:t>Pois deu-me vida, deu-me luz,</a:t>
            </a:r>
            <a:br>
              <a:rPr lang="pt-BR" altLang="pt-BR" sz="3600"/>
            </a:br>
            <a:r>
              <a:rPr lang="pt-BR" altLang="pt-BR" sz="3600"/>
              <a:t>Aleluia! Aleluia!</a:t>
            </a:r>
            <a:br>
              <a:rPr lang="pt-BR" altLang="pt-BR" sz="3600"/>
            </a:br>
            <a:r>
              <a:rPr lang="pt-BR" altLang="pt-BR" sz="3600"/>
              <a:t>O caminho p'ra o céu se abriu,</a:t>
            </a:r>
            <a:r>
              <a:rPr lang="en-US" altLang="pt-BR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70E9CBD1-57BE-B605-7984-BF3C4EBD58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6034087"/>
          </a:xfrm>
        </p:spPr>
        <p:txBody>
          <a:bodyPr/>
          <a:lstStyle/>
          <a:p>
            <a:r>
              <a:rPr lang="pt-BR" altLang="pt-BR" sz="3600" b="1" i="1"/>
              <a:t>Aleluia! Aleluia! </a:t>
            </a:r>
            <a:br>
              <a:rPr lang="pt-BR" altLang="pt-BR" sz="3600" b="1" i="1"/>
            </a:br>
            <a:r>
              <a:rPr lang="pt-BR" altLang="pt-BR" sz="3600" b="1" i="1"/>
              <a:t>A palavra da cruz é poder.</a:t>
            </a:r>
            <a:br>
              <a:rPr lang="pt-BR" altLang="pt-BR" sz="3600" b="1" i="1"/>
            </a:br>
            <a:r>
              <a:rPr lang="pt-BR" altLang="pt-BR" sz="3600" b="1" i="1"/>
              <a:t>Aleluia! Aleluia! </a:t>
            </a:r>
            <a:br>
              <a:rPr lang="pt-BR" altLang="pt-BR" sz="3600" b="1" i="1"/>
            </a:br>
            <a:r>
              <a:rPr lang="pt-BR" altLang="pt-BR" sz="3600" b="1" i="1"/>
              <a:t>Para quem em Cristo crer. </a:t>
            </a:r>
            <a:br>
              <a:rPr lang="pt-BR" altLang="pt-BR" sz="3600" b="1" i="1"/>
            </a:br>
            <a:r>
              <a:rPr lang="pt-BR" altLang="pt-BR" sz="3600" b="1" i="1"/>
              <a:t>Aleluia! Aleluia! </a:t>
            </a:r>
            <a:br>
              <a:rPr lang="pt-BR" altLang="pt-BR" sz="3600" b="1" i="1"/>
            </a:br>
            <a:r>
              <a:rPr lang="pt-BR" altLang="pt-BR" sz="3600" b="1" i="1"/>
              <a:t>A palavra da cruz é poder. </a:t>
            </a:r>
            <a:br>
              <a:rPr lang="pt-BR" altLang="pt-BR" sz="3600" b="1" i="1"/>
            </a:br>
            <a:r>
              <a:rPr lang="pt-BR" altLang="pt-BR" sz="3600" b="1" i="1"/>
              <a:t>Aleluia! Aleluia! </a:t>
            </a:r>
            <a:br>
              <a:rPr lang="pt-BR" altLang="pt-BR" sz="3600" b="1" i="1"/>
            </a:br>
            <a:r>
              <a:rPr lang="pt-BR" altLang="pt-BR" sz="3600" b="1" i="1"/>
              <a:t>Para quem em Cristo crer.</a:t>
            </a:r>
            <a:endParaRPr lang="en-US" altLang="pt-BR" sz="3600" b="1" i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290</Words>
  <Application>Microsoft Office PowerPoint</Application>
  <PresentationFormat>Apresentação na tela (4:3)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9" baseType="lpstr">
      <vt:lpstr>Arial</vt:lpstr>
      <vt:lpstr>Design padrão</vt:lpstr>
      <vt:lpstr>288 A PALAVRA DA CRUZ</vt:lpstr>
      <vt:lpstr>Da cruz, a palavra é fiel, Aleluia! Aleluia! Chamando aquele que é infiel, Aleluia! Aleluia! Qualquer temporal pode vir,  A mensagem mui firme `stá:  Que Jesus veio nos remir,  Pela morte sobre a cruz. </vt:lpstr>
      <vt:lpstr>Aleluia! Aleluia!  A palavra da cruz é poder. Aleluia! Aleluia!  Para quem em Cristo crer.  Aleluia! Aleluia!  A palavra da cruz é poder.  Aleluia! Aleluia!  Para quem em Cristo crer.</vt:lpstr>
      <vt:lpstr>Morrendo por nós lá na cruz, Aleluia! Aleluia! Vitória nos ganhou Jesus, Aleluia! Aleluia! Ali o Cordeiro de Deus Veio a graça do céu raiar! Nos salvou quem veio dos céus, Pela morte, sobre a cruz. </vt:lpstr>
      <vt:lpstr>Aleluia! Aleluia!  A palavra da cruz é poder. Aleluia! Aleluia!  Para quem em Cristo crer.  Aleluia! Aleluia!  A palavra da cruz é poder.  Aleluia! Aleluia!  Para quem em Cristo crer.</vt:lpstr>
      <vt:lpstr>Não me envergonho da cruz, Aleluia! Aleluia! Pois deu-me vida, deu-me luz, Aleluia! Aleluia! O caminho p'ra o céu se abriu, </vt:lpstr>
      <vt:lpstr>Aleluia! Aleluia!  A palavra da cruz é poder. Aleluia! Aleluia!  Para quem em Cristo crer.  Aleluia! Aleluia!  A palavra da cruz é poder.  Aleluia! Aleluia!  Para quem em Cristo crer.</vt:lpstr>
    </vt:vector>
  </TitlesOfParts>
  <Company>IEAD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288 - A PALAVRA DA CRUZ</dc:title>
  <dc:creator>Montagna</dc:creator>
  <cp:lastModifiedBy>Emerson Souza</cp:lastModifiedBy>
  <cp:revision>2</cp:revision>
  <dcterms:created xsi:type="dcterms:W3CDTF">2005-10-19T00:56:06Z</dcterms:created>
  <dcterms:modified xsi:type="dcterms:W3CDTF">2026-05-02T22:01:00Z</dcterms:modified>
</cp:coreProperties>
</file>