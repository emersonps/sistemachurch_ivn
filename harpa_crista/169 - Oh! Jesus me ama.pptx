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39AE3-44BA-D2D4-D0AE-128028000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B9B470-9C7E-965A-E9C1-883801362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C5910C-4707-4D76-07C7-27960995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018858-CFB6-1808-03DA-E3604A773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EBD094-9AB4-132C-F835-21B2D105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906CAD-5784-4175-8063-317A31C7C0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437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A2F96-4D40-38AE-4E0C-1D29ED48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25DC88-1C7A-D597-AA86-2394B2933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9FE303-E22B-7CE1-E30E-73B04232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603FF-F908-6ECA-0EA7-C9B38039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FE39AD-2B28-55F3-0F6C-BE4ECC2D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02FD24-5978-439F-9F94-F43FE63A7E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67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B314C-B0ED-072C-4E74-DD0E541F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265127-E6F9-9A88-17AE-99861A98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34E831-ED70-094F-C418-5D5E6BFDF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B57601-C349-A3DB-C83E-FBB264F5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32E30-B081-DBD5-45B0-10B098EA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CA29A5-925F-45C9-BBE6-10E428B678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965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22992-07D5-A038-E360-C7A44087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7A3346-4000-B5BE-14D2-0E433E4F0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CC5696-794A-FCDE-C3F9-512E00FD0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8ED343-1493-D45F-4F16-804CD27A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E78A9A-5208-6E55-228E-C27C3375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3025C2-28EB-545D-42AC-DDC9A3A0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65F700-E9EC-4208-BA38-6776F69CA9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1773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07375-0CE3-2008-81FE-2DD502ADE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0895EF-0360-05AC-8192-F9F66FEB3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D7CBC1-1F13-394B-65F7-9289B630F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825B03-9D0D-4A79-91A4-79FE3B3F6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7701E9-804D-444A-D92F-78D97A149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A0F24C-9064-55B0-776C-748C285F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DBB0B37-0704-82E5-3BFD-4CB8BC38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450B449-825B-3653-1583-0FC15623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CAC562-39C8-464A-889C-A16C3E7CDF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815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7A504-4E8B-200E-25FF-71459078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4447A9-ABEE-6EBC-AB19-89F4E677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086207-72AD-6918-065B-A991ADB4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5B2111-4C79-3459-1011-69106260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E55431-E7A0-411E-9E66-CE6A120830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89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0BAD97D-C1F8-2238-2771-524DE1E2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7F4B51-9092-B157-C4CC-6B523A44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B7E81B-1C29-9335-A5D6-EB926429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61AD00-2641-4FD0-8CD7-72BDDEED03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158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0D03F-B323-9BC2-7B59-7E3D4661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B0181F-F87B-1224-3E6C-A8C4B5E4F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BEA89A-04EB-6298-17FC-774881E58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857F88-9941-007F-5E3E-3F7880DB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FA0815-46E4-46EA-6B47-EA4AB9B7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EA9915-C660-7E89-04ED-C2A2A771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91DEE8-0290-4E42-BF03-10F5AC097F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84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20FD6-5F19-E3E1-F7D5-6BFF6AEF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A6BF5C-6876-76D8-1292-D4E5E03F1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16D29F-0F59-19FF-B191-7C9812A5A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3B7881-67B3-28EE-2C35-5239F33C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10E500-668E-FBC5-BE53-C801E605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79DAC8-A4F2-47F6-22E1-0084950A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8C42B0-0B1B-4DC7-B920-E309F933DD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10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22C21-1EC1-30F9-B358-11F9466A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3FE129-F5B5-261E-C7BE-58FBCA711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59C950-7DA7-53EC-58CA-D4CAC59F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6836A1-1668-2622-4992-EEA63D593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524BAA-6CFF-EF33-2E4F-21045DF69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C1A15-DA2A-4C29-A71D-67B9915992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549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2A16F2-C6A1-E429-2716-519EA8A5D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6F1597-D1DA-810D-3C63-81A2A7194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4CABC7-F5FB-A164-A3EC-0CE73E49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447D4-92AC-A4BA-E743-F730E313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BD9557-7D21-8C9F-1F7F-8AF6901D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6C2B2-C45F-465A-AADB-57F8A5A0B6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127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FB6B60A-ACC6-3A5B-EE3C-2CFEF7E5D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A4FE7E-8EB9-D3DF-6C5E-055932EA7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A5D50C8-26ED-610D-C25B-F9D9F75382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410E22-7CE3-7460-EA77-431EC54E5E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D0CC9AC-0B5A-F921-2F73-9594E5327C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52194EA-5519-4E94-BD88-1C76DFB0B0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56A8939-94EC-4139-DBEC-28D5C6362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133600"/>
            <a:ext cx="8229600" cy="11430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169 - Oh! Jesus me ama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0FB63180-C8A0-817B-8146-7F47BEA8E8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Longe do Senhor andava,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No caminho de horror,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Por Jesus não perguntava,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Nem queria o Seu amor.</a:t>
            </a:r>
          </a:p>
          <a:p>
            <a:pPr algn="ctr">
              <a:buFontTx/>
              <a:buNone/>
            </a:pP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C6DB857E-7991-EB2A-7128-2BBBE72A5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229600" cy="452596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Oh! Porque Jesus me ama?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Eu não posso te explicar!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Mas, a ti também te chama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Pois deseja te salvar!</a:t>
            </a:r>
          </a:p>
          <a:p>
            <a:pPr algn="ctr">
              <a:buFontTx/>
              <a:buNone/>
            </a:pP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34D63B31-429D-790C-C00B-C787B60C4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No juízo não pensava,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Nem na minha perdição,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Nem minha alma desejava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A eterna salvação.</a:t>
            </a:r>
          </a:p>
          <a:p>
            <a:pPr algn="ctr">
              <a:buFontTx/>
              <a:buNone/>
            </a:pP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8B0210EA-C563-8F09-C213-DAA4D2C22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620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Oh! Porque Jesus me ama?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Eu não posso te explicar!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Mas, a ti também te chama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Pois deseja te salvar!</a:t>
            </a:r>
          </a:p>
          <a:p>
            <a:pPr algn="ctr">
              <a:buFontTx/>
              <a:buNone/>
            </a:pP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E2840A1D-F608-3180-85AD-12F4C5C74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Já cansado do pecado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Fui aos pés do Salvador,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E ali, caiu o fardo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De tristezas e de dor.</a:t>
            </a: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949B68EC-5914-091A-7C1F-A906A7AF5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533400"/>
            <a:ext cx="8229600" cy="4525963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Coro: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Oh! Porque Jesus me ama?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Eu não posso te explicar!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Mas, a ti também te chama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Pois deseja te salvar!</a:t>
            </a:r>
          </a:p>
          <a:p>
            <a:pPr algn="ctr">
              <a:buFontTx/>
              <a:buNone/>
            </a:pP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9C68BEF2-2BF0-9716-DE17-782548691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Como é maravilhoso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Pertencer ao meu Jesus!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Ter a graça e o repouso,</a:t>
            </a:r>
          </a:p>
          <a:p>
            <a:pPr algn="ctr">
              <a:buFontTx/>
              <a:buNone/>
            </a:pPr>
            <a:r>
              <a:rPr lang="pt-BR" altLang="pt-BR" sz="4400">
                <a:solidFill>
                  <a:schemeClr val="bg1"/>
                </a:solidFill>
              </a:rPr>
              <a:t>E ficar ao pé da cruz!</a:t>
            </a:r>
          </a:p>
          <a:p>
            <a:pPr algn="ctr">
              <a:buFontTx/>
              <a:buNone/>
            </a:pP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EA6BCB81-9AA3-C675-299D-58F2D2F4A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066800"/>
            <a:ext cx="7772400" cy="344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pt-BR" altLang="pt-BR" sz="4400">
                <a:solidFill>
                  <a:schemeClr val="bg1"/>
                </a:solidFill>
              </a:rPr>
              <a:t>Coro:</a:t>
            </a:r>
          </a:p>
          <a:p>
            <a:pPr algn="ctr"/>
            <a:r>
              <a:rPr lang="pt-BR" altLang="pt-BR" sz="4400">
                <a:solidFill>
                  <a:schemeClr val="bg1"/>
                </a:solidFill>
              </a:rPr>
              <a:t>Oh! Porque Jesus me ama?</a:t>
            </a:r>
          </a:p>
          <a:p>
            <a:pPr algn="ctr"/>
            <a:r>
              <a:rPr lang="pt-BR" altLang="pt-BR" sz="4400">
                <a:solidFill>
                  <a:schemeClr val="bg1"/>
                </a:solidFill>
              </a:rPr>
              <a:t>Eu não posso te explicar!</a:t>
            </a:r>
          </a:p>
          <a:p>
            <a:pPr algn="ctr"/>
            <a:r>
              <a:rPr lang="pt-BR" altLang="pt-BR" sz="4400">
                <a:solidFill>
                  <a:schemeClr val="bg1"/>
                </a:solidFill>
              </a:rPr>
              <a:t>Mas, a ti também te chama</a:t>
            </a:r>
          </a:p>
          <a:p>
            <a:pPr algn="ctr"/>
            <a:r>
              <a:rPr lang="pt-BR" altLang="pt-BR" sz="4400">
                <a:solidFill>
                  <a:schemeClr val="bg1"/>
                </a:solidFill>
              </a:rPr>
              <a:t>Pois deseja te salvar!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198</Words>
  <Application>Microsoft Office PowerPoint</Application>
  <PresentationFormat>Apresentação na tela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169 - Oh! Jesus me ama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Oh, Jesus me ama</dc:title>
  <dc:creator>Junior</dc:creator>
  <cp:lastModifiedBy>Emerson Souza</cp:lastModifiedBy>
  <cp:revision>5</cp:revision>
  <dcterms:created xsi:type="dcterms:W3CDTF">2005-06-25T22:10:15Z</dcterms:created>
  <dcterms:modified xsi:type="dcterms:W3CDTF">2026-05-02T21:50:59Z</dcterms:modified>
</cp:coreProperties>
</file>