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>
            <a:extLst>
              <a:ext uri="{FF2B5EF4-FFF2-40B4-BE49-F238E27FC236}">
                <a16:creationId xmlns:a16="http://schemas.microsoft.com/office/drawing/2014/main" id="{B5B02950-4DD7-E6C1-57B7-AC06C0E8D64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21507" name="Freeform 3">
              <a:extLst>
                <a:ext uri="{FF2B5EF4-FFF2-40B4-BE49-F238E27FC236}">
                  <a16:creationId xmlns:a16="http://schemas.microsoft.com/office/drawing/2014/main" id="{4EC64A2E-8F5E-1280-6838-FB0CF27099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>
                <a:gd name="T0" fmla="*/ 5154 w 5155"/>
                <a:gd name="T1" fmla="*/ 1769 h 2304"/>
                <a:gd name="T2" fmla="*/ 0 w 5155"/>
                <a:gd name="T3" fmla="*/ 2304 h 2304"/>
                <a:gd name="T4" fmla="*/ 0 w 5155"/>
                <a:gd name="T5" fmla="*/ 1252 h 2304"/>
                <a:gd name="T6" fmla="*/ 5155 w 5155"/>
                <a:gd name="T7" fmla="*/ 0 h 2304"/>
                <a:gd name="T8" fmla="*/ 5155 w 5155"/>
                <a:gd name="T9" fmla="*/ 1416 h 2304"/>
                <a:gd name="T10" fmla="*/ 5154 w 5155"/>
                <a:gd name="T11" fmla="*/ 1769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08" name="Freeform 4">
              <a:extLst>
                <a:ext uri="{FF2B5EF4-FFF2-40B4-BE49-F238E27FC236}">
                  <a16:creationId xmlns:a16="http://schemas.microsoft.com/office/drawing/2014/main" id="{6D071952-74D2-EB49-20EC-5139192AC36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>
                <a:gd name="T0" fmla="*/ 5311 w 5328"/>
                <a:gd name="T1" fmla="*/ 3209 h 3689"/>
                <a:gd name="T2" fmla="*/ 0 w 5328"/>
                <a:gd name="T3" fmla="*/ 3689 h 3689"/>
                <a:gd name="T4" fmla="*/ 0 w 5328"/>
                <a:gd name="T5" fmla="*/ 9 h 3689"/>
                <a:gd name="T6" fmla="*/ 5328 w 5328"/>
                <a:gd name="T7" fmla="*/ 0 h 3689"/>
                <a:gd name="T8" fmla="*/ 5311 w 5328"/>
                <a:gd name="T9" fmla="*/ 3209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509" name="Rectangle 5">
            <a:extLst>
              <a:ext uri="{FF2B5EF4-FFF2-40B4-BE49-F238E27FC236}">
                <a16:creationId xmlns:a16="http://schemas.microsoft.com/office/drawing/2014/main" id="{3495FAAC-EC2D-10EA-E530-20BB842C7F9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5E7205B4-7E62-605E-763E-CE5378E9A132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3417B16E-5C46-C5FD-10E4-82446A5B21C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0F519CC3-38CA-F566-D17F-2447EE242D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0FCC0F3-AD96-43E8-AF4C-223880A1421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9833486E-8CFA-56AF-9E54-33F14C0B8E9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C8409-1325-931D-536C-8F6FF025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ECC742-A273-3CB0-BD7A-7464614B5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3894EB-696E-60A7-EFF8-232CDC388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BDD46D-5AA3-03FB-6EFD-6BA91CE6E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92EECC-624A-B7A1-B84A-E1313B98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545FB-F393-4A70-B950-7BBFCA64A6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043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3436F-86C3-B698-2F60-1D1218F9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2BAF7B-A8BD-9900-759B-EA7F47EEA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100E72-1CFD-58B8-A71A-EAA28068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85AFA-1D65-8D7B-AC8E-98AE7407F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C23D3F-AC6D-D486-07E6-A00A773C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890B6-8E95-49EA-BF7E-9AF28C2A76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653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1F7AA-19AF-3F00-E4FE-4A1B425F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526868-7F3B-7C93-07A8-E9FB3B61C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21970A-38DE-820E-4E1B-9857590F4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789FD1-D80F-5252-CBA0-E2D25ABD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10C400-72FD-A284-DAE3-21744AF3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057088-2E74-3E5B-3A34-8F5A2D08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94E94D-881D-40B8-93FC-9118130F29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8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842D5-20C4-BC36-BCB1-76358D442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0FE7AE-DE5F-67AC-F22B-0733F06C0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4CE575-6EC4-366E-6C53-3B0087467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1194D3-0BA7-0AC9-2E14-DCA10754F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19736F9-177A-2A48-88EB-91873AF6C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DA28EAF-6961-F4B4-E455-06E0B374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79A0EF1-EC41-096F-925E-13DB436D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CDA9B1-A7E9-C3A9-7145-5EC61D8B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F1EE27-E37C-4320-94E0-B9B36854F0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349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0F4B0-8863-86AD-E22F-9B4ACACD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C7D22F2-2C4D-EDF5-670E-266DF2CAE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7C0828A-568D-F9A4-DB97-9F2221F3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8B4CBA-F40E-035F-1640-8181B65A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A68691-87A0-47D4-8569-847A5B89AF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318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69708E3-5295-D5D7-3FEA-C4D96419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FC88A5-570D-B9A3-6FA5-2D842609D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BA6982-C3A6-B950-0A45-86C29928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0E053E-0761-4E1E-8201-17CE8B94FE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087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396C8-D3F7-205F-CC07-311A64617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7546DA-96FE-B64B-E802-3D884297E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BB6352-5EA0-25F5-9DC6-F537CBA91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5BDBCC-28D9-EB69-7947-679C83AE3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D13254-A984-ABEF-D523-9BF674CBF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3A3BE4-41EB-B4B0-C5BE-00D54741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378BD-5F5E-44FC-BF27-04FCEED830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3348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953F3-30F3-FDB0-7482-23A993B6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3854C1-8F0B-56B7-CE56-F1742082B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0824E7-6BFF-E941-A38B-11A36CC00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70D2F5-D969-4C2D-BD14-0AB214B2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8641D3-2F12-9760-B711-06D9C417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2B43F9-56A9-268D-B9E9-C647E4E4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D6550-4AF7-4188-B2FF-9DDDC023C8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129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9FA9F-3E4F-3621-E7F3-076B4080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55730E-DBF2-6447-94B6-9F8B9ED6B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FB6228-6ADE-89F7-FFA2-942F1BE4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9184AD-320D-93B3-E51F-19BB0361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CDEF4C-9D3C-4612-CE5B-E0AAD003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D63F8-E220-47FF-BD3F-228BEB21B3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1086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D09FB4-CF5C-1876-6830-029D7F098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CBE1B6-D0F2-C5D7-40FB-570C31C83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3A900B-D9C7-21D8-3D98-681B14C5D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0014D7-1719-D3F2-37B6-18DD4404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0D082A-1621-E22D-A788-B030E85D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E95354-70BE-4A2D-9E52-738A8C0661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694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>
            <a:extLst>
              <a:ext uri="{FF2B5EF4-FFF2-40B4-BE49-F238E27FC236}">
                <a16:creationId xmlns:a16="http://schemas.microsoft.com/office/drawing/2014/main" id="{29C741F3-EF2E-E6B6-D5E5-1F668E605EE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20483" name="Freeform 3">
              <a:extLst>
                <a:ext uri="{FF2B5EF4-FFF2-40B4-BE49-F238E27FC236}">
                  <a16:creationId xmlns:a16="http://schemas.microsoft.com/office/drawing/2014/main" id="{8C67C85F-0B39-C362-1F92-8F8683DF3BC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>
                <a:gd name="T0" fmla="*/ 4800 w 4806"/>
                <a:gd name="T1" fmla="*/ 299 h 665"/>
                <a:gd name="T2" fmla="*/ 0 w 4806"/>
                <a:gd name="T3" fmla="*/ 665 h 665"/>
                <a:gd name="T4" fmla="*/ 0 w 4806"/>
                <a:gd name="T5" fmla="*/ 0 h 665"/>
                <a:gd name="T6" fmla="*/ 4806 w 4806"/>
                <a:gd name="T7" fmla="*/ 1 h 665"/>
                <a:gd name="T8" fmla="*/ 4800 w 4806"/>
                <a:gd name="T9" fmla="*/ 153 h 665"/>
                <a:gd name="T10" fmla="*/ 4800 w 4806"/>
                <a:gd name="T11" fmla="*/ 29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4" name="Freeform 4">
              <a:extLst>
                <a:ext uri="{FF2B5EF4-FFF2-40B4-BE49-F238E27FC236}">
                  <a16:creationId xmlns:a16="http://schemas.microsoft.com/office/drawing/2014/main" id="{D7A15021-7E0A-B2A0-0B1A-49886D4BEDF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>
                <a:gd name="T0" fmla="*/ 4560 w 4562"/>
                <a:gd name="T1" fmla="*/ 932 h 1199"/>
                <a:gd name="T2" fmla="*/ 0 w 4562"/>
                <a:gd name="T3" fmla="*/ 1199 h 1199"/>
                <a:gd name="T4" fmla="*/ 0 w 4562"/>
                <a:gd name="T5" fmla="*/ 0 h 1199"/>
                <a:gd name="T6" fmla="*/ 4562 w 4562"/>
                <a:gd name="T7" fmla="*/ 0 h 1199"/>
                <a:gd name="T8" fmla="*/ 4560 w 4562"/>
                <a:gd name="T9" fmla="*/ 932 h 1199"/>
                <a:gd name="T10" fmla="*/ 4560 w 4562"/>
                <a:gd name="T11" fmla="*/ 93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485" name="Rectangle 5">
            <a:extLst>
              <a:ext uri="{FF2B5EF4-FFF2-40B4-BE49-F238E27FC236}">
                <a16:creationId xmlns:a16="http://schemas.microsoft.com/office/drawing/2014/main" id="{E82B95B3-33CC-23F8-6EBA-FAE347746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FD030172-7106-9639-4B38-0035BBECF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9425C564-77B2-61D5-AC49-E1768D38E8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4AA485FA-B1D8-6CC7-4F99-5FAC427055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0DB8BF87-84F8-99F4-5097-EFB9180F3C4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95A3343F-D32D-4CEF-BF7F-953F843AB5D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A080425-C18F-A10F-235B-F1119272C3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/>
              <a:t>339</a:t>
            </a:r>
            <a:br>
              <a:rPr lang="pt-BR" altLang="pt-BR"/>
            </a:br>
            <a:r>
              <a:rPr lang="pt-BR" altLang="pt-BR"/>
              <a:t>Jesus Ressuscitado</a:t>
            </a:r>
            <a:endParaRPr lang="en-US" altLang="pt-B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F476013-1BB4-2F82-7931-5273E64EF1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>
            <a:extLst>
              <a:ext uri="{FF2B5EF4-FFF2-40B4-BE49-F238E27FC236}">
                <a16:creationId xmlns:a16="http://schemas.microsoft.com/office/drawing/2014/main" id="{3223AD71-C96A-9B1A-7DAB-6C94B3A26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181600"/>
          </a:xfrm>
          <a:noFill/>
          <a:ln/>
        </p:spPr>
        <p:txBody>
          <a:bodyPr/>
          <a:lstStyle/>
          <a:p>
            <a:r>
              <a:rPr lang="pt-BR" altLang="pt-BR"/>
              <a:t>Oh! Jesus Ressuscitado</a:t>
            </a:r>
            <a:br>
              <a:rPr lang="pt-BR" altLang="pt-BR"/>
            </a:br>
            <a:r>
              <a:rPr lang="pt-BR" altLang="pt-BR"/>
              <a:t>Grande é o Teu poder!</a:t>
            </a:r>
            <a:br>
              <a:rPr lang="pt-BR" altLang="pt-BR"/>
            </a:br>
            <a:r>
              <a:rPr lang="pt-BR" altLang="pt-BR"/>
              <a:t>Sê comigo, ó meu amado</a:t>
            </a:r>
            <a:br>
              <a:rPr lang="pt-BR" altLang="pt-BR"/>
            </a:br>
            <a:r>
              <a:rPr lang="pt-BR" altLang="pt-BR"/>
              <a:t>Dá-me graça e o saber.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89FD410A-142A-C326-39C0-76D1D52D9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4800600"/>
          </a:xfrm>
        </p:spPr>
        <p:txBody>
          <a:bodyPr/>
          <a:lstStyle/>
          <a:p>
            <a:r>
              <a:rPr lang="pt-BR" altLang="pt-BR"/>
              <a:t>Pra fazer a Tua vontade</a:t>
            </a:r>
            <a:br>
              <a:rPr lang="pt-BR" altLang="pt-BR"/>
            </a:br>
            <a:r>
              <a:rPr lang="pt-BR" altLang="pt-BR"/>
              <a:t>Quero de Ti mais poder</a:t>
            </a:r>
            <a:br>
              <a:rPr lang="pt-BR" altLang="pt-BR"/>
            </a:br>
            <a:r>
              <a:rPr lang="pt-BR" altLang="pt-BR"/>
              <a:t>Dá-me a Tua santidade</a:t>
            </a:r>
            <a:br>
              <a:rPr lang="pt-BR" altLang="pt-BR"/>
            </a:br>
            <a:r>
              <a:rPr lang="pt-BR" altLang="pt-BR"/>
              <a:t>Quero só pra Ti viver</a:t>
            </a: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F4FEE165-6ED6-1475-1420-2B962A872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991600" cy="4953000"/>
          </a:xfrm>
        </p:spPr>
        <p:txBody>
          <a:bodyPr/>
          <a:lstStyle/>
          <a:p>
            <a:r>
              <a:rPr lang="pt-BR" altLang="pt-BR"/>
              <a:t>Meu Senhor, Tu és meu guia</a:t>
            </a:r>
            <a:br>
              <a:rPr lang="pt-BR" altLang="pt-BR"/>
            </a:br>
            <a:r>
              <a:rPr lang="pt-BR" altLang="pt-BR"/>
              <a:t>Dá-me força, vida e luz</a:t>
            </a:r>
            <a:br>
              <a:rPr lang="pt-BR" altLang="pt-BR"/>
            </a:br>
            <a:r>
              <a:rPr lang="pt-BR" altLang="pt-BR"/>
              <a:t>Plena paz e alegria</a:t>
            </a:r>
            <a:br>
              <a:rPr lang="pt-BR" altLang="pt-BR"/>
            </a:br>
            <a:r>
              <a:rPr lang="pt-BR" altLang="pt-BR"/>
              <a:t>Me concede, ó meu Jesus!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>
            <a:extLst>
              <a:ext uri="{FF2B5EF4-FFF2-40B4-BE49-F238E27FC236}">
                <a16:creationId xmlns:a16="http://schemas.microsoft.com/office/drawing/2014/main" id="{61726869-3D39-517E-04B9-487798DAE5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4800600"/>
          </a:xfrm>
          <a:noFill/>
          <a:ln/>
        </p:spPr>
        <p:txBody>
          <a:bodyPr/>
          <a:lstStyle/>
          <a:p>
            <a:r>
              <a:rPr lang="pt-BR" altLang="pt-BR"/>
              <a:t>Pra fazer a Tua vontade</a:t>
            </a:r>
            <a:br>
              <a:rPr lang="pt-BR" altLang="pt-BR"/>
            </a:br>
            <a:r>
              <a:rPr lang="pt-BR" altLang="pt-BR"/>
              <a:t>Quero de Ti mais poder</a:t>
            </a:r>
            <a:br>
              <a:rPr lang="pt-BR" altLang="pt-BR"/>
            </a:br>
            <a:r>
              <a:rPr lang="pt-BR" altLang="pt-BR"/>
              <a:t>Dá-me a Tua santidade</a:t>
            </a:r>
            <a:br>
              <a:rPr lang="pt-BR" altLang="pt-BR"/>
            </a:br>
            <a:r>
              <a:rPr lang="pt-BR" altLang="pt-BR"/>
              <a:t>Quero só pra Ti viver</a:t>
            </a:r>
            <a:endParaRPr lang="en-US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775E0C10-0A1E-B96B-F851-D03CB7BA1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4953000"/>
          </a:xfrm>
        </p:spPr>
        <p:txBody>
          <a:bodyPr/>
          <a:lstStyle/>
          <a:p>
            <a:r>
              <a:rPr lang="pt-BR" altLang="pt-BR"/>
              <a:t>És a luz tão radiosa,</a:t>
            </a:r>
            <a:br>
              <a:rPr lang="pt-BR" altLang="pt-BR"/>
            </a:br>
            <a:r>
              <a:rPr lang="pt-BR" altLang="pt-BR"/>
              <a:t>Que me traz consolação</a:t>
            </a:r>
            <a:br>
              <a:rPr lang="pt-BR" altLang="pt-BR"/>
            </a:br>
            <a:r>
              <a:rPr lang="pt-BR" altLang="pt-BR"/>
              <a:t>Com  Tua morte dolorosa,</a:t>
            </a:r>
            <a:br>
              <a:rPr lang="pt-BR" altLang="pt-BR"/>
            </a:br>
            <a:r>
              <a:rPr lang="pt-BR" altLang="pt-BR"/>
              <a:t>Tu me deste a salvação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94E391A8-B2E4-0C0F-EB23-2AC612B557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105400"/>
          </a:xfrm>
          <a:noFill/>
          <a:ln/>
        </p:spPr>
        <p:txBody>
          <a:bodyPr/>
          <a:lstStyle/>
          <a:p>
            <a:r>
              <a:rPr lang="pt-BR" altLang="pt-BR"/>
              <a:t>Pra fazer a Tua vontade</a:t>
            </a:r>
            <a:br>
              <a:rPr lang="pt-BR" altLang="pt-BR"/>
            </a:br>
            <a:r>
              <a:rPr lang="pt-BR" altLang="pt-BR"/>
              <a:t>Quero de Ti mais poder</a:t>
            </a:r>
            <a:br>
              <a:rPr lang="pt-BR" altLang="pt-BR"/>
            </a:br>
            <a:r>
              <a:rPr lang="pt-BR" altLang="pt-BR"/>
              <a:t>Dá-me a Tua santidade</a:t>
            </a:r>
            <a:br>
              <a:rPr lang="pt-BR" altLang="pt-BR"/>
            </a:br>
            <a:r>
              <a:rPr lang="pt-BR" altLang="pt-BR"/>
              <a:t>Quero só pra Ti viver</a:t>
            </a:r>
            <a:endParaRPr lang="en-US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5109D67-24F8-5E61-9A28-C7CDE6FB86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4724400"/>
          </a:xfrm>
        </p:spPr>
        <p:txBody>
          <a:bodyPr/>
          <a:lstStyle/>
          <a:p>
            <a:r>
              <a:rPr lang="pt-BR" altLang="pt-BR"/>
              <a:t>Quero, ó Deus agradecer-te</a:t>
            </a:r>
            <a:br>
              <a:rPr lang="pt-BR" altLang="pt-BR"/>
            </a:br>
            <a:r>
              <a:rPr lang="pt-BR" altLang="pt-BR"/>
              <a:t>O Teu grande, imenso amor</a:t>
            </a:r>
            <a:br>
              <a:rPr lang="pt-BR" altLang="pt-BR"/>
            </a:br>
            <a:r>
              <a:rPr lang="pt-BR" altLang="pt-BR"/>
              <a:t>Porque já me concedeste</a:t>
            </a:r>
            <a:br>
              <a:rPr lang="pt-BR" altLang="pt-BR"/>
            </a:br>
            <a:r>
              <a:rPr lang="pt-BR" altLang="pt-BR"/>
              <a:t>O Real consolador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>
            <a:extLst>
              <a:ext uri="{FF2B5EF4-FFF2-40B4-BE49-F238E27FC236}">
                <a16:creationId xmlns:a16="http://schemas.microsoft.com/office/drawing/2014/main" id="{243A2836-6270-8E23-6AAA-1AFC18AF9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6962"/>
          </a:xfrm>
          <a:noFill/>
          <a:ln/>
        </p:spPr>
        <p:txBody>
          <a:bodyPr/>
          <a:lstStyle/>
          <a:p>
            <a:r>
              <a:rPr lang="pt-BR" altLang="pt-BR"/>
              <a:t>Pra fazer a Tua vontade</a:t>
            </a:r>
            <a:br>
              <a:rPr lang="pt-BR" altLang="pt-BR"/>
            </a:br>
            <a:r>
              <a:rPr lang="pt-BR" altLang="pt-BR"/>
              <a:t>Quero de Ti mais poder</a:t>
            </a:r>
            <a:br>
              <a:rPr lang="pt-BR" altLang="pt-BR"/>
            </a:br>
            <a:r>
              <a:rPr lang="pt-BR" altLang="pt-BR"/>
              <a:t>Dá-me a Tua santidade</a:t>
            </a:r>
            <a:br>
              <a:rPr lang="pt-BR" altLang="pt-BR"/>
            </a:br>
            <a:r>
              <a:rPr lang="pt-BR" altLang="pt-BR"/>
              <a:t>Quero só pra Ti viver</a:t>
            </a: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nda">
  <a:themeElements>
    <a:clrScheme name="Fenda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Fend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enda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enda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15</TotalTime>
  <Words>188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Tahoma</vt:lpstr>
      <vt:lpstr>Times New Roman</vt:lpstr>
      <vt:lpstr>Wingdings</vt:lpstr>
      <vt:lpstr>Fenda</vt:lpstr>
      <vt:lpstr>339 Jesus Ressuscitado</vt:lpstr>
      <vt:lpstr>Oh! Jesus Ressuscitado Grande é o Teu poder! Sê comigo, ó meu amado Dá-me graça e o saber.</vt:lpstr>
      <vt:lpstr>Pra fazer a Tua vontade Quero de Ti mais poder Dá-me a Tua santidade Quero só pra Ti viver</vt:lpstr>
      <vt:lpstr>Meu Senhor, Tu és meu guia Dá-me força, vida e luz Plena paz e alegria Me concede, ó meu Jesus!</vt:lpstr>
      <vt:lpstr>Pra fazer a Tua vontade Quero de Ti mais poder Dá-me a Tua santidade Quero só pra Ti viver</vt:lpstr>
      <vt:lpstr>És a luz tão radiosa, Que me traz consolação Com  Tua morte dolorosa, Tu me deste a salvação</vt:lpstr>
      <vt:lpstr>Pra fazer a Tua vontade Quero de Ti mais poder Dá-me a Tua santidade Quero só pra Ti viver</vt:lpstr>
      <vt:lpstr>Quero, ó Deus agradecer-te O Teu grande, imenso amor Porque já me concedeste O Real consolador</vt:lpstr>
      <vt:lpstr>Pra fazer a Tua vontade Quero de Ti mais poder Dá-me a Tua santidade Quero só pra Ti viver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339 Jesus Ressucitado</dc:title>
  <dc:creator>Junior</dc:creator>
  <cp:lastModifiedBy>Emerson Souza</cp:lastModifiedBy>
  <cp:revision>4</cp:revision>
  <dcterms:created xsi:type="dcterms:W3CDTF">2005-10-16T21:02:06Z</dcterms:created>
  <dcterms:modified xsi:type="dcterms:W3CDTF">2026-05-02T22:05:10Z</dcterms:modified>
</cp:coreProperties>
</file>