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CCD20C-41C0-BFF2-8DE8-5C3829D3C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019D67-5D91-A740-3931-AB2BC8B78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52E7DE-454B-942F-FB54-3FEA43441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0114E4-7387-0A32-65B7-383013BCE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778364-581D-2412-96E7-34A8015AC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E55668-459C-4364-BBE4-F0CBC1E523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1523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CC49F-9D83-13CE-1154-49BF0371C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405D30-2DDF-3DF5-8F44-11249D9F5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59428F-A6DC-4774-CC19-DFC6AEC69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0D9391-6A4D-E0C3-CA9F-F6884F7EC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545EB3-274D-E408-CDA6-E64FE0156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8598EB-7CEB-480E-9002-3510EE0C700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007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707B5-DCD1-688A-7958-E042352D3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F65254-6582-0FB5-8DF5-C1BA57390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DBEB38-7C7F-55AC-5F66-4D09A2A86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4A2114-6D84-AD7A-B49D-6A70EF734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28ED0E-73BB-5272-830B-7BD328229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4639EB-4FD6-4B62-B6D1-F580DE4212C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52613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B24739-773D-599C-AC54-8ECEBE80E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66DC7D-0153-5DD2-B385-BD107761F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0E4E743-B92E-E62C-1491-9A6F43F0E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1A2B17E-C370-8B71-5813-34D42211D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3514435-663A-2245-9A27-D13129AE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36556A-7F2A-FABD-DC71-BD8190FC1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0E965F-2C5C-48F0-98D5-9451770E9B1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16794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075BB-6291-BBF8-9DA9-FF85BCFD6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CF9EB9-246F-0B6A-73E2-65988E913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EEB0CA-F53A-4009-0621-81673BBB4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322545D-74CE-6CCF-33A5-A885541AAA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67AF611-A18E-76C0-68D3-471FBD6C9E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603411A-842B-DCF9-9919-AD57F0F53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94EF248-B1B1-3053-3E5C-C2304EC9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ADF5D95-E4A6-631B-E6A3-FB438AC10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65C897-D1BA-40FC-98D2-24C4CC8A00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29180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C3FBB6-AE90-204C-876A-FDE24C957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9600559-6191-65F3-3522-30CB74EEC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DFB4790-F60A-D5E2-4B11-50700B589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7A3AD16-509C-4D2F-7297-9CFEB4915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92D26A-E19C-4C90-9757-20652779C2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83771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E466D88-ACF0-88D0-D4B3-C96189EAE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5EB9A3B-4DFD-CDCC-B9BF-320178784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483934-8528-36B9-F7E8-7BF5784F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7903B0-ED0A-4D2C-BF0A-FD8D585965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70536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81694-5190-7580-D5BE-F155D59E9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3DA460-965D-02C7-0DA7-ABB2070E7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E6EFAA9-DA94-A562-3784-95A6438B5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FD34F8E-E514-E68F-8E1C-57E91C43D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575010E-08E1-A355-8A9A-52221F709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CEF4B7-9D18-D136-324C-73396F81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A44C7D-FFA4-4B49-AD0C-CE59AA2B64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5236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B77E3B-34E7-FE07-80C4-E9351DAF1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A6502E2-6593-AFA5-1CA9-58DD3777CE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D56DCE6-CF75-96D8-1F95-924C4DF69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7D8485-EC8D-09FF-F216-DAB5FCEE6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050E52-2875-B0AB-4DF8-BCB891ADD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7E9D5E-6938-75C8-427B-482AFD09A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9AD897-F915-490A-B84C-A843882F95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34079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3F21A-7941-B42E-D98C-81B16E964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17F45C4-690B-36B5-4312-BE09E929A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81118D-774B-ACD8-00E0-DE17A92D1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58B1A3-7D4D-4FF0-F523-E5F14F5F2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F90BDE-EBC6-A8D2-EC45-096AD74EE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727945-779E-41D3-94F5-19E9F116928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0788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D25AA6-4122-253E-FBA3-8A8EF6071A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DCCC426-9D5B-021C-9E29-AB250FF25E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AA966C-B945-CBF7-F268-F260CE5F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68A66C-4040-F6F4-4F7E-27F95B70E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1B3239-46BA-B8FD-6500-3DA9743D9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BA300-B894-472D-9C58-EB035FF62F2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05723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998126B-2AD9-DE91-90D6-D201D40B36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E9E121F-2D60-08BB-D484-872C0A386B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4EB3A99-3196-69A1-59F8-FB9FA4BBE4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2B377B9-5562-389C-FEEB-2E7E9EA4570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3DB8771-443E-D87D-C595-8B851996BC5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CA201F6-0033-428F-8756-C21765D2952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58DE4F8-55C9-CCDE-2A7D-886D2CEF003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40</a:t>
            </a:r>
            <a:br>
              <a:rPr lang="en-US" altLang="pt-BR" sz="4000" b="1" i="1"/>
            </a:br>
            <a:r>
              <a:rPr lang="en-US" altLang="pt-BR" sz="4000" b="1" i="1"/>
              <a:t>A CIDADE DO BOM DEUS</a:t>
            </a:r>
            <a:r>
              <a:rPr lang="en-US" altLang="pt-BR" sz="4000" i="1"/>
              <a:t> </a:t>
            </a:r>
            <a:r>
              <a:rPr lang="en-US" altLang="pt-BR" sz="4000" b="1" i="1"/>
              <a:t> 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0A2CF3A-E005-675F-9D3D-978E35CE47A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5B11D5B-20E5-C9A1-79BB-F921BB7BFC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Que se diz dos teus encantos, </a:t>
            </a:r>
            <a:br>
              <a:rPr lang="en-US" altLang="pt-BR" sz="4000" i="1"/>
            </a:br>
            <a:r>
              <a:rPr lang="en-US" altLang="pt-BR" sz="4000" i="1"/>
              <a:t>Ó cidade do bom Deus! </a:t>
            </a:r>
            <a:br>
              <a:rPr lang="en-US" altLang="pt-BR" sz="4000" i="1"/>
            </a:br>
            <a:r>
              <a:rPr lang="en-US" altLang="pt-BR" sz="4000" i="1"/>
              <a:t>Que soberba te levantas </a:t>
            </a:r>
            <a:br>
              <a:rPr lang="en-US" altLang="pt-BR" sz="4000" i="1"/>
            </a:br>
            <a:r>
              <a:rPr lang="en-US" altLang="pt-BR" sz="4000" i="1"/>
              <a:t>Entre as glórias desses céus, </a:t>
            </a:r>
            <a:br>
              <a:rPr lang="en-US" altLang="pt-BR" sz="4000" i="1"/>
            </a:br>
            <a:r>
              <a:rPr lang="en-US" altLang="pt-BR" sz="4000" i="1"/>
              <a:t>Desde o mundo preparada </a:t>
            </a:r>
            <a:br>
              <a:rPr lang="en-US" altLang="pt-BR" sz="4000" i="1"/>
            </a:br>
            <a:r>
              <a:rPr lang="en-US" altLang="pt-BR" sz="4000" i="1"/>
              <a:t>Para Cristo e para os Seus.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AC899FE-A76B-7E26-42E4-18F125F702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São de jaspe adamantino </a:t>
            </a:r>
            <a:br>
              <a:rPr lang="en-US" altLang="pt-BR" sz="4000" i="1"/>
            </a:br>
            <a:r>
              <a:rPr lang="en-US" altLang="pt-BR" sz="4000" i="1"/>
              <a:t>Os teus muros, ó Sião! </a:t>
            </a:r>
            <a:br>
              <a:rPr lang="en-US" altLang="pt-BR" sz="4000" i="1"/>
            </a:br>
            <a:r>
              <a:rPr lang="en-US" altLang="pt-BR" sz="4000" i="1"/>
              <a:t>São douradas essas ruas, </a:t>
            </a:r>
            <a:br>
              <a:rPr lang="en-US" altLang="pt-BR" sz="4000" i="1"/>
            </a:br>
            <a:r>
              <a:rPr lang="en-US" altLang="pt-BR" sz="4000" i="1"/>
              <a:t>Que os remidos pisarão! </a:t>
            </a:r>
            <a:br>
              <a:rPr lang="en-US" altLang="pt-BR" sz="4000" i="1"/>
            </a:br>
            <a:r>
              <a:rPr lang="en-US" altLang="pt-BR" sz="4000" i="1"/>
              <a:t>De celeste luz banhadas, </a:t>
            </a:r>
            <a:br>
              <a:rPr lang="en-US" altLang="pt-BR" sz="4000" i="1"/>
            </a:br>
            <a:r>
              <a:rPr lang="en-US" altLang="pt-BR" sz="4000" i="1"/>
              <a:t>Refulgentes sempre estão!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7B3AD5F-A4BF-676E-7896-0146B85B2A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Pelo próprio Deus fundada </a:t>
            </a:r>
            <a:br>
              <a:rPr lang="en-US" altLang="pt-BR" sz="4000" i="1"/>
            </a:br>
            <a:r>
              <a:rPr lang="en-US" altLang="pt-BR" sz="4000" i="1"/>
              <a:t>Sobre a rocha secular </a:t>
            </a:r>
            <a:br>
              <a:rPr lang="en-US" altLang="pt-BR" sz="4000" i="1"/>
            </a:br>
            <a:r>
              <a:rPr lang="en-US" altLang="pt-BR" sz="4000" i="1"/>
              <a:t>Quão seguras tuas portas! </a:t>
            </a:r>
            <a:br>
              <a:rPr lang="en-US" altLang="pt-BR" sz="4000" i="1"/>
            </a:br>
            <a:r>
              <a:rPr lang="en-US" altLang="pt-BR" sz="4000" i="1"/>
              <a:t>Quem as pode ameaçar? </a:t>
            </a:r>
            <a:br>
              <a:rPr lang="en-US" altLang="pt-BR" sz="4000" i="1"/>
            </a:br>
            <a:r>
              <a:rPr lang="en-US" altLang="pt-BR" sz="4000" i="1"/>
              <a:t>Igualmente, quão seguro </a:t>
            </a:r>
            <a:br>
              <a:rPr lang="en-US" altLang="pt-BR" sz="4000" i="1"/>
            </a:br>
            <a:r>
              <a:rPr lang="en-US" altLang="pt-BR" sz="4000" i="1"/>
              <a:t>Quem por ela lá entrar! </a:t>
            </a:r>
            <a:r>
              <a:rPr lang="en-US" altLang="pt-BR" sz="4000"/>
              <a:t> 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50ED840-4CE6-6746-807D-B7D279850E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Quão felizes são teus filhos, </a:t>
            </a:r>
            <a:br>
              <a:rPr lang="en-US" altLang="pt-BR" sz="4000" i="1"/>
            </a:br>
            <a:r>
              <a:rPr lang="en-US" altLang="pt-BR" sz="4000" i="1"/>
              <a:t>Vendo a face do Senhor! </a:t>
            </a:r>
            <a:br>
              <a:rPr lang="en-US" altLang="pt-BR" sz="4000" i="1"/>
            </a:br>
            <a:r>
              <a:rPr lang="en-US" altLang="pt-BR" sz="4000" i="1"/>
              <a:t>Nunca mais a tome sentem, </a:t>
            </a:r>
            <a:br>
              <a:rPr lang="en-US" altLang="pt-BR" sz="4000" i="1"/>
            </a:br>
            <a:r>
              <a:rPr lang="en-US" altLang="pt-BR" sz="4000" i="1"/>
              <a:t>Nunca sentem mais a dor, </a:t>
            </a:r>
            <a:br>
              <a:rPr lang="en-US" altLang="pt-BR" sz="4000" i="1"/>
            </a:br>
            <a:r>
              <a:rPr lang="en-US" altLang="pt-BR" sz="4000" i="1"/>
              <a:t>Com os anjos desfrutando </a:t>
            </a:r>
            <a:br>
              <a:rPr lang="en-US" altLang="pt-BR" sz="4000" i="1"/>
            </a:br>
            <a:r>
              <a:rPr lang="en-US" altLang="pt-BR" sz="4000" i="1"/>
              <a:t>Pleno gozo, paz e amor!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108AB64-909D-5A5C-236D-8948FEEBC3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O trono do Cordeiro, </a:t>
            </a:r>
            <a:br>
              <a:rPr lang="en-US" altLang="pt-BR" sz="4000" i="1"/>
            </a:br>
            <a:r>
              <a:rPr lang="en-US" altLang="pt-BR" sz="4000" i="1"/>
              <a:t>Noite e dia, sem cessar </a:t>
            </a:r>
            <a:br>
              <a:rPr lang="en-US" altLang="pt-BR" sz="4000" i="1"/>
            </a:br>
            <a:r>
              <a:rPr lang="en-US" altLang="pt-BR" sz="4000" i="1"/>
              <a:t>Corre o rio de água viva, </a:t>
            </a:r>
            <a:br>
              <a:rPr lang="en-US" altLang="pt-BR" sz="4000" i="1"/>
            </a:br>
            <a:r>
              <a:rPr lang="en-US" altLang="pt-BR" sz="4000" i="1"/>
              <a:t>Para todos saciar! </a:t>
            </a:r>
            <a:br>
              <a:rPr lang="en-US" altLang="pt-BR" sz="4000" i="1"/>
            </a:br>
            <a:r>
              <a:rPr lang="en-US" altLang="pt-BR" sz="4000" i="1"/>
              <a:t>Lá com Cristo, vão teus filhos, Satisfeitos descansar!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C1434C4-F428-E7FA-778D-EF94897CC0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Se, por Teu amor infindo, </a:t>
            </a:r>
            <a:br>
              <a:rPr lang="en-US" altLang="pt-BR" sz="4000" i="1"/>
            </a:br>
            <a:r>
              <a:rPr lang="en-US" altLang="pt-BR" sz="4000" i="1"/>
              <a:t>De Sião eu filho for, </a:t>
            </a:r>
            <a:br>
              <a:rPr lang="en-US" altLang="pt-BR" sz="4000" i="1"/>
            </a:br>
            <a:r>
              <a:rPr lang="en-US" altLang="pt-BR" sz="4000" i="1"/>
              <a:t>Zombe o mundo e escarneça, </a:t>
            </a:r>
            <a:br>
              <a:rPr lang="en-US" altLang="pt-BR" sz="4000" i="1"/>
            </a:br>
            <a:r>
              <a:rPr lang="en-US" altLang="pt-BR" sz="4000" i="1"/>
              <a:t>Nada importa, Salvador, </a:t>
            </a:r>
            <a:br>
              <a:rPr lang="en-US" altLang="pt-BR" sz="4000" i="1"/>
            </a:br>
            <a:r>
              <a:rPr lang="en-US" altLang="pt-BR" sz="4000" i="1"/>
              <a:t>Pois que do Teu gozo eterno </a:t>
            </a:r>
            <a:br>
              <a:rPr lang="en-US" altLang="pt-BR" sz="4000" i="1"/>
            </a:br>
            <a:r>
              <a:rPr lang="en-US" altLang="pt-BR" sz="4000" i="1"/>
              <a:t>Mesmo aqui tenho o penhor! </a:t>
            </a:r>
            <a:r>
              <a:rPr lang="en-US" altLang="pt-BR" sz="4000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40 A CIDADE DO BOM DEUS   </vt:lpstr>
      <vt:lpstr>Que se diz dos teus encantos,  Ó cidade do bom Deus!  Que soberba te levantas  Entre as glórias desses céus,  Desde o mundo preparada  Para Cristo e para os Seus. </vt:lpstr>
      <vt:lpstr>São de jaspe adamantino  Os teus muros, ó Sião!  São douradas essas ruas,  Que os remidos pisarão!  De celeste luz banhadas,  Refulgentes sempre estão! </vt:lpstr>
      <vt:lpstr>Pelo próprio Deus fundada  Sobre a rocha secular  Quão seguras tuas portas!  Quem as pode ameaçar?  Igualmente, quão seguro  Quem por ela lá entrar!   </vt:lpstr>
      <vt:lpstr>Quão felizes são teus filhos,  Vendo a face do Senhor!  Nunca mais a tome sentem,  Nunca sentem mais a dor,  Com os anjos desfrutando  Pleno gozo, paz e amor!   </vt:lpstr>
      <vt:lpstr>O trono do Cordeiro,  Noite e dia, sem cessar  Corre o rio de água viva,  Para todos saciar!  Lá com Cristo, vão teus filhos, Satisfeitos descansar! </vt:lpstr>
      <vt:lpstr>Se, por Teu amor infindo,  De Sião eu filho for,  Zombe o mundo e escarneça,  Nada importa, Salvador,  Pois que do Teu gozo eterno  Mesmo aqui tenho o penhor!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40 A CIDADE DO BOM DEUS   </dc:title>
  <dc:creator>Junior</dc:creator>
  <cp:lastModifiedBy>Emerson Souza</cp:lastModifiedBy>
  <cp:revision>1</cp:revision>
  <dcterms:created xsi:type="dcterms:W3CDTF">2005-12-23T01:24:14Z</dcterms:created>
  <dcterms:modified xsi:type="dcterms:W3CDTF">2026-05-02T21:40:17Z</dcterms:modified>
</cp:coreProperties>
</file>