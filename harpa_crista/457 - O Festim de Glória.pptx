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6" d="100"/>
          <a:sy n="56" d="100"/>
        </p:scale>
        <p:origin x="-38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DC5A56-8340-4A0B-3503-28EE2B68FF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0D76E67-1D12-07E5-94B9-DC33D1326C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77F41B0-AA50-C738-86EF-A4F0BFD72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BECB3D2-21CC-14FA-B0E2-315D2B52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48EAA75-EF53-4BD0-49EE-4A90535B7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AAC4528-3447-425F-9D87-E08DAC206B8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6483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BBF890-22D9-F074-B599-D2FE0C7C2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E9713D1-6D54-4099-0DD7-52023D02C8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A615137-AC33-2BF6-9A9C-F394E17B8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47458B7-4CD2-1222-6E7A-674B7F629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21111EF-A1B7-2681-7C1D-C2BD9A894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31FDA1E-9C90-4599-A5F0-3C633C09260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353035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614630-F115-546D-C63E-0800049BD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80AA4D0-421A-587A-7C8D-A55DF9A39C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44B332C-D99F-6CC3-33D2-7A756244D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69424A4-0CD4-E2EE-A83E-D0DC277B5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A9E58FA-EC0C-23C2-FC76-FE6B27937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E8C3FE4-CF42-48FB-AF57-64C812B83AF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83255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2EAC37-4CC1-5FA3-BFB6-E629E0B6E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F6AFAB2-406A-B95D-D257-8097091C20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3D6E31E-1B0B-99DE-817A-5652D73F8F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2E738E1-90D0-605A-6EAB-4C158F47C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823B36D-1AC5-0262-5735-F4A297902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15FB3B8-3AB3-FFEE-512C-89C3FD5DC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89F334D-F143-4689-ACA5-D3A6CBE68CD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86972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BBC15A-40D5-BE17-906B-F04489247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8D20C54-16C7-AD71-FA0A-782362F447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0E93B0C-28E1-65BB-3C43-F2A9546637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9BB3C86-7A54-C727-5B8A-196489FA4C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7AD395A-DFA3-35C7-A3A3-0A6F9E1A9B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731102B3-5A09-659E-6ECA-46CB2E2E2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A98B852-1BFF-9B9B-119B-E5303ED00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38941B4-4093-3171-72A9-F2127AF57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34B6C2-C460-449D-A4CB-D3146CB8D05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74503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2A4871-C358-5989-FBFD-349698B7F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1A6D6DA-CE6C-DA32-DA61-F7B9F14A6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9BEF521-156D-B17F-8012-E9E2C28FA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2361059-93F5-F8D3-E068-F1657288F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0AF8846-6D92-47F0-898C-A584CFE3C38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56291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978FC4B-ED8D-A182-6F46-BD3F9C571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D1D76CC-3AC0-7246-82EF-58A2BA3E0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D824730-0918-DD52-F44C-72E36F404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86DFA3-792E-4F75-8120-F06F8486774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36273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3EB6DD-42D9-618F-7DE2-4299124A9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F762D8-7BC0-8A93-EF6D-D3D81E9F4C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865A167-A7B9-4EC8-B111-AC0A84B11F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67E3599-59FA-6EE3-1AD6-D925E311B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AE63078-6B4A-0914-322E-F3417A362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59865BB-C318-1BDF-E0EC-329C4BBA7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4B54CFD-1933-4444-860C-67BA2FF0226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220410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DBCA2D-47C1-27EA-68C8-D47066FFF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7424210-E894-B3C7-E0B6-C7D48D0BA7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608E324-22BA-6C33-41C8-22BC778496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630242F-D17E-BECA-B942-84FE6FBAB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5AF2DFB-F36A-02E4-3AC8-934C01EA9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BE7591B-6B62-C357-74AA-3D8DDB969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6B94524-EF0C-4F0A-990D-00DC530EB21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769228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27FA00-BB35-BD87-3B37-EE6CA84E6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1F7A2A1-29E3-A587-4446-FAEC70BA4C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FC9FC97-7ABB-191B-C2F4-43C7CAE60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E9B2F27-AD26-1276-19A5-DD0F1B99F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EF3A82-5C1E-5804-8E7D-F80CDCE0F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95F9FCF-42BB-4591-88C0-0F0CDE3D3D0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760291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F80CAB3-5207-2C8A-52F8-3225DFE954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56FE6DD-1A63-38BC-4861-71F8427CB6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1EFA591-E154-27DA-A275-AD9ABD530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01A6CAC-F51A-CB02-D846-543AA1302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44896A0-1E99-56C6-35DC-2DC6EB303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7694BF-0A40-418C-8B04-D5B72542C59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674855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B0557E48-BEE6-DF9D-71AA-0C9BAF554D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A20E39F2-E1BC-D4AA-A92A-1CA5947B70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CCF95A09-76FB-62A1-9A0F-02B1BFAAF2B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6EBCAA5F-749D-698D-3F58-98C1B8A44D7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DFE81580-37B7-0625-695A-C99E06F3D5D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D40A1FB5-05FC-4A79-811C-22E9A2357974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9A6AFF12-2B76-253A-1DD4-02006B05494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pt-BR" altLang="pt-BR" sz="4400" b="1"/>
              <a:t>457</a:t>
            </a:r>
            <a:br>
              <a:rPr lang="pt-BR" altLang="pt-BR" sz="4400" b="1"/>
            </a:br>
            <a:r>
              <a:rPr lang="pt-BR" altLang="pt-BR" sz="4400" b="1"/>
              <a:t>O FESTIM DE GLÓRIA</a:t>
            </a:r>
            <a:endParaRPr lang="en-US" altLang="pt-BR" sz="44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07B89AEA-928C-1301-89F7-98F2DC66B5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249987"/>
          </a:xfrm>
        </p:spPr>
        <p:txBody>
          <a:bodyPr/>
          <a:lstStyle/>
          <a:p>
            <a:r>
              <a:rPr lang="pt-BR" altLang="pt-BR"/>
              <a:t>Oh! Que festim de glória para nós há de ser! </a:t>
            </a:r>
            <a:br>
              <a:rPr lang="pt-BR" altLang="pt-BR"/>
            </a:br>
            <a:r>
              <a:rPr lang="pt-BR" altLang="pt-BR"/>
              <a:t>Quando tiver nas nuvens, Cristo de aparecer.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F4A5930F-B51B-E24B-0ADE-55C6B7324B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07112"/>
          </a:xfrm>
        </p:spPr>
        <p:txBody>
          <a:bodyPr/>
          <a:lstStyle/>
          <a:p>
            <a:r>
              <a:rPr lang="pt-BR" altLang="pt-BR" b="1" i="1"/>
              <a:t>Oh! Nesse evento mui feliz </a:t>
            </a:r>
            <a:br>
              <a:rPr lang="pt-BR" altLang="pt-BR" b="1" i="1"/>
            </a:br>
            <a:r>
              <a:rPr lang="pt-BR" altLang="pt-BR" b="1" i="1"/>
              <a:t>e de prazer também,</a:t>
            </a:r>
            <a:br>
              <a:rPr lang="pt-BR" altLang="pt-BR" b="1" i="1"/>
            </a:br>
            <a:r>
              <a:rPr lang="pt-BR" altLang="pt-BR" b="1" i="1"/>
              <a:t>Eu hei de ver meu bom Jesus, </a:t>
            </a:r>
            <a:br>
              <a:rPr lang="pt-BR" altLang="pt-BR" b="1" i="1"/>
            </a:br>
            <a:r>
              <a:rPr lang="pt-BR" altLang="pt-BR" b="1" i="1"/>
              <a:t>fonte de todo bem.</a:t>
            </a:r>
            <a:endParaRPr lang="en-US" altLang="pt-BR" b="1" i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61D10A73-F3C7-91CB-47C2-2A150808A4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78550"/>
          </a:xfrm>
        </p:spPr>
        <p:txBody>
          <a:bodyPr/>
          <a:lstStyle/>
          <a:p>
            <a:r>
              <a:rPr lang="pt-BR" altLang="pt-BR"/>
              <a:t>Nesse glorioso dia, o corpo meu mortal,</a:t>
            </a:r>
            <a:br>
              <a:rPr lang="pt-BR" altLang="pt-BR"/>
            </a:br>
            <a:r>
              <a:rPr lang="pt-BR" altLang="pt-BR"/>
              <a:t>Será como o de anjos, no lar celestial.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2CC95A12-72C9-63B3-31DB-755B93009B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07112"/>
          </a:xfrm>
        </p:spPr>
        <p:txBody>
          <a:bodyPr/>
          <a:lstStyle/>
          <a:p>
            <a:r>
              <a:rPr lang="pt-BR" altLang="pt-BR" b="1" i="1"/>
              <a:t>Oh! Nesse evento mui feliz </a:t>
            </a:r>
            <a:br>
              <a:rPr lang="pt-BR" altLang="pt-BR" b="1" i="1"/>
            </a:br>
            <a:r>
              <a:rPr lang="pt-BR" altLang="pt-BR" b="1" i="1"/>
              <a:t>e de prazer também,</a:t>
            </a:r>
            <a:br>
              <a:rPr lang="pt-BR" altLang="pt-BR" b="1" i="1"/>
            </a:br>
            <a:r>
              <a:rPr lang="pt-BR" altLang="pt-BR" b="1" i="1"/>
              <a:t>Eu hei de ver meu bom Jesus, </a:t>
            </a:r>
            <a:br>
              <a:rPr lang="pt-BR" altLang="pt-BR" b="1" i="1"/>
            </a:br>
            <a:r>
              <a:rPr lang="pt-BR" altLang="pt-BR" b="1" i="1"/>
              <a:t>fonte de todo bem.</a:t>
            </a:r>
            <a:endParaRPr lang="en-US" altLang="pt-BR" b="1" i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FEA6C07D-41DA-7C5F-A541-C3BB16E5D9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07112"/>
          </a:xfrm>
        </p:spPr>
        <p:txBody>
          <a:bodyPr/>
          <a:lstStyle/>
          <a:p>
            <a:r>
              <a:rPr lang="pt-BR" altLang="pt-BR"/>
              <a:t>Oh! Que ditosa vinda, a do meu Salvador!</a:t>
            </a:r>
            <a:br>
              <a:rPr lang="pt-BR" altLang="pt-BR"/>
            </a:br>
            <a:r>
              <a:rPr lang="pt-BR" altLang="pt-BR"/>
              <a:t>Eu O estou esperando, mui firme em Seu amor!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732ACA10-4233-3949-F828-0FA698E733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07112"/>
          </a:xfrm>
        </p:spPr>
        <p:txBody>
          <a:bodyPr/>
          <a:lstStyle/>
          <a:p>
            <a:r>
              <a:rPr lang="pt-BR" altLang="pt-BR" b="1" i="1"/>
              <a:t>Oh! Nesse evento mui feliz </a:t>
            </a:r>
            <a:br>
              <a:rPr lang="pt-BR" altLang="pt-BR" b="1" i="1"/>
            </a:br>
            <a:r>
              <a:rPr lang="pt-BR" altLang="pt-BR" b="1" i="1"/>
              <a:t>e de prazer também,</a:t>
            </a:r>
            <a:br>
              <a:rPr lang="pt-BR" altLang="pt-BR" b="1" i="1"/>
            </a:br>
            <a:r>
              <a:rPr lang="pt-BR" altLang="pt-BR" b="1" i="1"/>
              <a:t>Eu hei de ver meu bom Jesus, </a:t>
            </a:r>
            <a:br>
              <a:rPr lang="pt-BR" altLang="pt-BR" b="1" i="1"/>
            </a:br>
            <a:r>
              <a:rPr lang="pt-BR" altLang="pt-BR" b="1" i="1"/>
              <a:t>fonte de todo bem.</a:t>
            </a:r>
            <a:endParaRPr lang="en-US" altLang="pt-BR" b="1" i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00CDA913-75DC-DC04-6751-91C1C000E0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78550"/>
          </a:xfrm>
        </p:spPr>
        <p:txBody>
          <a:bodyPr/>
          <a:lstStyle/>
          <a:p>
            <a:r>
              <a:rPr lang="pt-BR" altLang="pt-BR"/>
              <a:t>Ó Cristo, apressa o dia em que hás de voltar!</a:t>
            </a:r>
            <a:br>
              <a:rPr lang="pt-BR" altLang="pt-BR"/>
            </a:br>
            <a:r>
              <a:rPr lang="pt-BR" altLang="pt-BR"/>
              <a:t>Para ver Tua face eu `siou a esperar.	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E8F989DB-413D-D4A1-33A2-40A229A95C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07112"/>
          </a:xfrm>
        </p:spPr>
        <p:txBody>
          <a:bodyPr/>
          <a:lstStyle/>
          <a:p>
            <a:r>
              <a:rPr lang="pt-BR" altLang="pt-BR" b="1" i="1"/>
              <a:t>Oh! Nesse evento mui feliz </a:t>
            </a:r>
            <a:br>
              <a:rPr lang="pt-BR" altLang="pt-BR" b="1" i="1"/>
            </a:br>
            <a:r>
              <a:rPr lang="pt-BR" altLang="pt-BR" b="1" i="1"/>
              <a:t>e de prazer também,</a:t>
            </a:r>
            <a:br>
              <a:rPr lang="pt-BR" altLang="pt-BR" b="1" i="1"/>
            </a:br>
            <a:r>
              <a:rPr lang="pt-BR" altLang="pt-BR" b="1" i="1"/>
              <a:t>Eu hei de ver meu bom Jesus, </a:t>
            </a:r>
            <a:br>
              <a:rPr lang="pt-BR" altLang="pt-BR" b="1" i="1"/>
            </a:br>
            <a:r>
              <a:rPr lang="pt-BR" altLang="pt-BR" b="1" i="1"/>
              <a:t>fonte de todo bem.</a:t>
            </a:r>
            <a:endParaRPr lang="en-US" altLang="pt-BR" b="1" i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204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457 O FESTIM DE GLÓRIA</vt:lpstr>
      <vt:lpstr>Oh! Que festim de glória para nós há de ser!  Quando tiver nas nuvens, Cristo de aparecer. </vt:lpstr>
      <vt:lpstr>Oh! Nesse evento mui feliz  e de prazer também, Eu hei de ver meu bom Jesus,  fonte de todo bem.</vt:lpstr>
      <vt:lpstr>Nesse glorioso dia, o corpo meu mortal, Será como o de anjos, no lar celestial. </vt:lpstr>
      <vt:lpstr>Oh! Nesse evento mui feliz  e de prazer também, Eu hei de ver meu bom Jesus,  fonte de todo bem.</vt:lpstr>
      <vt:lpstr>Oh! Que ditosa vinda, a do meu Salvador! Eu O estou esperando, mui firme em Seu amor! </vt:lpstr>
      <vt:lpstr>Oh! Nesse evento mui feliz  e de prazer também, Eu hei de ver meu bom Jesus,  fonte de todo bem.</vt:lpstr>
      <vt:lpstr>Ó Cristo, apressa o dia em que hás de voltar! Para ver Tua face eu `siou a esperar.  </vt:lpstr>
      <vt:lpstr>Oh! Nesse evento mui feliz  e de prazer também, Eu hei de ver meu bom Jesus,  fonte de todo bem.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457 - O FESTIM DE GLÓRIA</dc:title>
  <dc:creator>Montagna</dc:creator>
  <cp:lastModifiedBy>Emerson Souza</cp:lastModifiedBy>
  <cp:revision>2</cp:revision>
  <dcterms:created xsi:type="dcterms:W3CDTF">2005-10-21T07:44:39Z</dcterms:created>
  <dcterms:modified xsi:type="dcterms:W3CDTF">2026-05-02T22:15:21Z</dcterms:modified>
</cp:coreProperties>
</file>