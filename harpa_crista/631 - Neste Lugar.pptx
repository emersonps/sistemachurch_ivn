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61FF-DC5A-17C9-7815-1F6295236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119868-9CF2-7B96-9808-D66E10C83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0F954F-2E90-0FC5-6DC9-003C4E48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DDE6A0-C38A-F569-215D-0EB65B4F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F5BA9D-EDC8-25CC-4D69-7E5052C0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07A5A-D8FE-4D79-9C38-A9C6C534C3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639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AF195-BD67-E68D-E9C3-804F837B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1EEC2B-03E5-EC09-4B35-10159E692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D095BB-EBDD-8602-451A-30C610F2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B5CF8-1934-26DC-55E3-AD613D88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B2E502-6C3A-0AAE-3452-69602188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A956A-7416-40AC-9609-C5878B7719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939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7FD22-21CC-3501-E27F-3C73E0AF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D62C64-B089-EBF4-2E7E-718AC886A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F363B-6856-1415-4083-4F09D2B7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B54783-3D0F-EBFB-4A66-96945CA5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D0B1F7-EDBF-533E-D3FD-D3FCFFE6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91168-5E5D-4DC1-85A4-685E4A44FF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20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DAFF5-3115-BD69-DCB4-F3646B9C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CE0D8-33EF-792E-8EBC-36DF496E3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8609BC-C0A4-CBF7-7797-C28C962FF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3719DA-0B89-AA55-0029-D4F00B48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DA5A35-14DA-069C-AEB7-EF45CD18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04505C-952C-1318-5E34-A4996989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E834D-094F-4B9D-91C0-D421BFA1D4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559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55EF2-803C-5DEF-985E-CCAEAC9E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F2B562-F148-E392-DA13-DF2912FF1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3A4329-8100-0B5E-C074-89966DF6C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FD8703-72B0-9BE5-7758-7029677F2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0E5AA8-EC7C-0992-C850-C640F9541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C58F13-1BFB-4E9D-5B79-23DF3DDA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004DC48-A6BD-A4B5-396D-9222551E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33F2BF-7CBF-C932-B494-74A24CBE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30A24-A2FD-4C90-81EF-F6806A1899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663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B1B3D-0D11-4E80-85ED-CBFD1644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77C801-9649-EA3B-28D1-DC9C32A2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3B9F74-261E-FFBA-6893-0937BA11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A8CE2E-E55E-B8E2-509E-1F59C114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607BD-4037-453A-92EB-DB904A67FB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7354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D3E924-7430-5F6A-8321-75EF2150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7B3F1D-BA0B-AAC2-F929-143CF892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57ED8E-CB60-894C-3F78-3C41A88D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7E902F-63D9-4869-9B42-06CA72C778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663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C5D32-C57C-7373-E130-7EBF8EFF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CD5CD-BB9A-FB5D-02BE-30D64EF3E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690C43-9206-E48B-8055-963D0CBB1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826F07-DFD9-052B-F4B2-C037E22A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1ACA5A-2786-AA62-A081-BA51E295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537734-70A0-D33C-A131-0EF54076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1C749-216D-4729-AECD-8183F39DC0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58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F361F-735F-3229-410C-CA28BCB2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BFFDC9-1F8F-72BA-94A3-4450D8D06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EF329A-8B20-174D-3738-5F0578A6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F01609-8C63-9D54-E77F-0ECBA544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AAF6DE-6EA5-01BB-B928-0A976818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D924E4-B1EC-847A-555A-6C5A339D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7FA600-DE2F-4542-9625-CDA5D8E473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265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5C47-007B-5FFE-B5EB-74E6BC1C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3A9A45-CC08-2F8B-08CC-B9884D3B5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049ADB-1606-2860-A87A-2F8CA898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9726F6-0C3B-008B-F85C-6C2F75BC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EE42F-C5BD-0FBE-E98C-36114B04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D606F7-641D-4696-B251-72710E5E2A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227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4A5CA1-495D-FB26-12B6-CF668B681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C3EE1C-D9E7-9005-E575-60308140E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1C9BC-B3DF-69F5-E6B2-C4799F18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B8CD60-C550-A654-3375-952BD190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D303FD-BC39-C7C4-CFEC-D31E5112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00E123-BB4F-4C40-AFDD-2D490F662E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921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996D73-F8DB-E107-D9AB-E601F7CF7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9A67C2-1BE0-9628-D0EF-8A6244E53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90701E-8276-69EC-712C-D2782E88EC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FBA5492-9E1D-EAB0-A342-3C3C8CC8B8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E5783B-E9A4-1A65-E04B-806E25522A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4A8FFF-5BC9-429B-9B3F-24FD93D70DF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6673AB4-646F-9070-7A5F-1114081588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631 - Neste Lugar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CB9DD20-74C9-9299-6089-EC6905DCBB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6A164DDA-81C3-011B-814E-BB8861A7A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Eis plantada neste dia,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semente singular,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Esta pedra - que alegria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Faz o povo aqui cantar!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FF01AA-5FE4-F3DA-85ED-FD0CEFC3C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Ouvi, oh! Terra e toda gente,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louvor, a gratidão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Jesus e ao Pai somente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Pelas almas que virão!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A96BAD4-9333-2DE1-19DD-DA54F056F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Tantas vidas tão vazias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 repletas de aflição,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Neste templo, novos dias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Senhor desfrutarão!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30669DE-E639-DEFE-9579-D378B475B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Ouvi, oh! Terra e toda gente,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louvor, a gratidão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Jesus e ao Pai somente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Pelas almas que virão!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C289A0C-E61E-0A88-3AA9-C58286858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Quantos jovens sem futuro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esta Casa hão de chegar</a:t>
            </a:r>
            <a:r>
              <a:rPr lang="en-US" altLang="pt-BR" sz="4000"/>
              <a:t> </a:t>
            </a:r>
            <a:br>
              <a:rPr lang="en-US" altLang="pt-BR" sz="4000" i="1"/>
            </a:br>
            <a:r>
              <a:rPr lang="en-US" altLang="pt-BR" sz="4000" i="1"/>
              <a:t>E desfeito o negro muro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Paz e amor vão respirar!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C59DE29-42EF-B5B9-8138-106FFB677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Ouvi, oh! Terra e toda gente,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louvor, a gratidão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Jesus e ao Pai somente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Pelas almas que virão!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79C99E8-29F5-D3F3-51D5-F14A0374EF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  Mães e esposas suspirosas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clamar, aqui virão;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Logo após. vitoriosas,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Glória e glória ao Rei darão!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E4A2BEA-6C3D-7A60-510D-1AD9230EE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Ouvi, oh! Terra e toda gente,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louvor, a gratidão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Jesus e ao Pai somente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Pelas almas que virão!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68A5340-3044-7E13-9229-5B520A2AB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Muitos seres quebrantados,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Nesta Casa de 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Espírito visitados,</a:t>
            </a:r>
            <a:br>
              <a:rPr lang="en-US" altLang="pt-BR" sz="4000" i="1"/>
            </a:br>
            <a:r>
              <a:rPr lang="en-US" altLang="pt-BR" sz="4000"/>
              <a:t> </a:t>
            </a:r>
            <a:r>
              <a:rPr lang="en-US" altLang="pt-BR" sz="4000" i="1"/>
              <a:t>“Aleluia!” exclamarão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905C13A-4EF6-38E9-192E-643317847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Ouvi, oh! Terra e toda gente,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louvor, a gratidão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Jesus e ao Pai somente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Pelas almas que virão!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631 - Neste Lugar </vt:lpstr>
      <vt:lpstr>Eis plantada neste dia,  Qual semente singular,  Esta pedra - que alegria  Faz o povo aqui cantar!  </vt:lpstr>
      <vt:lpstr>Ouvi, oh! Terra e toda gente,  O louvor, a gratidão  A Jesus e ao Pai somente  Pelas almas que virão!  </vt:lpstr>
      <vt:lpstr>Tantas vidas tão vazias  Ou repletas de aflição,  Neste templo, novos dias  No Senhor desfrutarão! </vt:lpstr>
      <vt:lpstr>Ouvi, oh! Terra e toda gente,  O louvor, a gratidão  A Jesus e ao Pai somente  Pelas almas que virão!  </vt:lpstr>
      <vt:lpstr>Quantos jovens sem futuro  A esta Casa hão de chegar  E desfeito o negro muro  Paz e amor vão respirar! </vt:lpstr>
      <vt:lpstr>Ouvi, oh! Terra e toda gente,  O louvor, a gratidão  A Jesus e ao Pai somente  Pelas almas que virão!  </vt:lpstr>
      <vt:lpstr>  Mães e esposas suspirosas  A clamar, aqui virão;  Logo após. vitoriosas,  Glória e glória ao Rei darão!  </vt:lpstr>
      <vt:lpstr>Ouvi, oh! Terra e toda gente,  O louvor, a gratidão  A Jesus e ao Pai somente  Pelas almas que virão!  </vt:lpstr>
      <vt:lpstr>Muitos seres quebrantados,  Nesta Casa de Oração,  Pelo Espírito visitados,  “Aleluia!” exclamarão</vt:lpstr>
      <vt:lpstr>Ouvi, oh! Terra e toda gente,  O louvor, a gratidão  A Jesus e ao Pai somente  Pelas almas que virão!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631 - Neste Lugar </dc:title>
  <dc:creator>Junior</dc:creator>
  <cp:lastModifiedBy>Emerson Souza</cp:lastModifiedBy>
  <cp:revision>1</cp:revision>
  <dcterms:created xsi:type="dcterms:W3CDTF">2005-12-27T18:37:13Z</dcterms:created>
  <dcterms:modified xsi:type="dcterms:W3CDTF">2026-05-02T22:30:14Z</dcterms:modified>
</cp:coreProperties>
</file>