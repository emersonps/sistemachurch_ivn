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17328-DEFF-715B-BAED-C57CEB0C0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5AC969-F9CE-4FA4-A03C-27BD2402A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83245-8F12-3A03-CD39-C458C38A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D7F236-0954-0912-8040-8C155468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83449D-488B-8E39-D0FE-6CECC3F3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8DEF7-A5BF-45D7-BEB8-4B45696982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045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E0506-B917-C36E-6B2E-08A24B4D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96C86-6BB1-B78A-E702-287FCBA7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D6E85F-C868-1E7E-9B6F-53CD2957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40944-51FA-A2CD-D41B-7078FC07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3E0DD1-22E4-A2B1-6928-A81025F5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675D2-1DB4-4914-A994-1360922EC3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44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5C351-1B65-C67E-F8CD-ACCBC315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F4FEE2-31EE-5AF7-6C30-91D12AED9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7EF55-DB66-C81F-5692-F7A45CDF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7EA254-42E4-2A3A-18F3-7BE921EA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6A1DFC-BA88-4ED5-DD37-7DBC3569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78B51-DD47-4831-9684-C8CA5C5C03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079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3B0F1-9C70-19F8-503F-E4BA137E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95521F-4D0D-34B5-CAF5-B7D173816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B3E60F-7643-51F0-1B6C-5BC26BA26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6261F4-2EA8-F678-71DF-096DC557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517E74-29A0-A848-06A5-806BED8F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2A8F65-4B7B-5A83-2EDA-F77C828D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DB0EC7-D14A-4E1A-924E-8195D44272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326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3D4F8-875D-304D-37DE-F70333C6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C97081-13A3-A45C-A090-443677B4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EC3B75-A4D9-D5FD-9CC1-652943DF0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3622A8-9893-9511-50B6-4C48DB6C4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CEEA36-775E-7005-66C9-9DD9A9FD2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3A5CCB-DA3B-3F06-36AE-7DBD0659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7E2700-AEE5-89FD-252B-3FB3C8E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9327DE-32FF-8105-700D-8095DB1C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EA5128-82B1-42AA-A261-C51F39934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495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47040-F8AD-A37B-62F3-524F0FDE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CCB603-3AE2-B0E0-D690-FB3AC1A1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20F849-4C35-8CF9-1FE8-E3CA65F7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3E2A9F-FCD7-79EF-6583-EB7A2A6A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DA4CD0-C133-4883-94C5-725A377093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47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8CC2-5603-DF03-7FBF-B1CFDCE0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BACF078-8F59-EB0F-BFCF-96A2E338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00C6DE-13F4-A715-CD3A-0CD078AD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0E461F-342D-45DF-B362-B45F27A087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45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30EE9-7520-D03A-16C3-902FF6E1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B2BEAB-4B6E-1DD6-15E6-4819ABE77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DCC91A-CF4C-5433-2BA6-93504367B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989715-1F71-C6CF-07DB-108C6940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0A285-9C6F-1874-B1E4-57BD6397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42A14F-07A5-9295-483D-E8C26906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35C85-A8F4-4F97-B5D3-99957BC8A3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825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E0F17-3BF7-2AC9-A866-055EA4CD9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F0BF78-A1AE-7397-9D5A-D07E72CB4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847B0B-BD0F-A98A-678C-D064C9B51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51BE2A-2CD2-F4DE-3E46-E287826B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DBF02A-90EC-CA54-3284-602A17FC6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A737B5-8E12-1634-A249-7083CEEC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4DCC3-2119-4A7A-82A6-74959C7CCB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202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6CB2-DF6E-BBFA-4A39-F4293A4C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8E6565-6C4C-8905-B78A-0D9896BDA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DCDD50-1443-12B5-2C6C-D1D0860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A0B793-B309-8B75-3044-C92D2E84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AC0B9-F5BE-B18A-E45C-27234FB1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2B08A-A23F-4500-8C91-3E367665AA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028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708042-A9AD-F542-A9C2-56C7B9813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710D0B-5CD3-C0FE-18E7-289F912DA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4285F-EA69-976D-E944-9B161EF9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73F98A-2E20-76B6-773E-EC379895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F29468-B753-4750-0BD1-F4920A04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1930D3-60C8-4ED9-A872-8A4AB30463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407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ADAF26-FAAC-E4CD-9C1D-AF312EAF0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0FC23E-9BDC-197C-1D0D-135F540E2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ACCD90-6D3E-4526-19E5-0CBF0DEA6F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10B886-25B7-C0C6-CED4-A3BC1E531A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AB630C-810D-C662-8A41-D19FAC953E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27293D3-B31A-4E3F-8383-61CD525AC5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E449514-AFEF-50F9-1436-A497EB8473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34</a:t>
            </a:r>
            <a:br>
              <a:rPr lang="en-US" altLang="pt-BR" sz="4000"/>
            </a:br>
            <a:r>
              <a:rPr lang="en-US" altLang="pt-BR" sz="4000"/>
              <a:t>MILÍCIA DE JESUS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F25A069-66D4-D627-688D-6E8DBF7E69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CD35DEB-106F-479E-EA54-40D20DB96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562600"/>
          </a:xfrm>
        </p:spPr>
        <p:txBody>
          <a:bodyPr/>
          <a:lstStyle/>
          <a:p>
            <a:r>
              <a:rPr lang="en-US" altLang="pt-BR" sz="4000" i="1"/>
              <a:t>Milhares de milhares em refulgente luz! </a:t>
            </a:r>
            <a:br>
              <a:rPr lang="en-US" altLang="pt-BR" sz="4000" i="1"/>
            </a:br>
            <a:r>
              <a:rPr lang="en-US" altLang="pt-BR" sz="4000" i="1"/>
              <a:t>Eis os guerreiros santos, </a:t>
            </a:r>
            <a:br>
              <a:rPr lang="en-US" altLang="pt-BR" sz="4000" i="1"/>
            </a:br>
            <a:r>
              <a:rPr lang="en-US" altLang="pt-BR" sz="4000" i="1"/>
              <a:t>Milícia de Jesus! </a:t>
            </a:r>
            <a:br>
              <a:rPr lang="en-US" altLang="pt-BR" sz="4000" i="1"/>
            </a:br>
            <a:r>
              <a:rPr lang="en-US" altLang="pt-BR" sz="4000" i="1"/>
              <a:t>Completa, sim, </a:t>
            </a:r>
            <a:br>
              <a:rPr lang="en-US" altLang="pt-BR" sz="4000" i="1"/>
            </a:br>
            <a:r>
              <a:rPr lang="en-US" altLang="pt-BR" sz="4000" i="1"/>
              <a:t>Completa sua longa luta aqui, </a:t>
            </a:r>
            <a:br>
              <a:rPr lang="en-US" altLang="pt-BR" sz="4000" i="1"/>
            </a:br>
            <a:r>
              <a:rPr lang="en-US" altLang="pt-BR" sz="4000" i="1"/>
              <a:t>Com Cristo, seu Senhora Rei, </a:t>
            </a:r>
            <a:br>
              <a:rPr lang="en-US" altLang="pt-BR" sz="4000" i="1"/>
            </a:br>
            <a:r>
              <a:rPr lang="en-US" altLang="pt-BR" sz="4000" i="1"/>
              <a:t>Vão descansar ali;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497D2E5-5F65-6B7D-8E58-6C028F294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562600"/>
          </a:xfrm>
        </p:spPr>
        <p:txBody>
          <a:bodyPr/>
          <a:lstStyle/>
          <a:p>
            <a:r>
              <a:rPr lang="en-US" altLang="pt-BR" sz="4000" i="1"/>
              <a:t>Que doces sinfonias </a:t>
            </a:r>
            <a:br>
              <a:rPr lang="en-US" altLang="pt-BR" sz="4000" i="1"/>
            </a:br>
            <a:r>
              <a:rPr lang="en-US" altLang="pt-BR" sz="4000" i="1"/>
              <a:t>Encham a terra e o céu! </a:t>
            </a:r>
            <a:br>
              <a:rPr lang="en-US" altLang="pt-BR" sz="4000" i="1"/>
            </a:br>
            <a:r>
              <a:rPr lang="en-US" altLang="pt-BR" sz="4000" i="1"/>
              <a:t>Que coros d’aleluias </a:t>
            </a:r>
            <a:br>
              <a:rPr lang="en-US" altLang="pt-BR" sz="4000" i="1"/>
            </a:br>
            <a:r>
              <a:rPr lang="en-US" altLang="pt-BR" sz="4000" i="1"/>
              <a:t>Rompem além do véu! </a:t>
            </a:r>
            <a:br>
              <a:rPr lang="en-US" altLang="pt-BR" sz="4000" i="1"/>
            </a:br>
            <a:r>
              <a:rPr lang="en-US" altLang="pt-BR" sz="4000" i="1"/>
              <a:t>E que chegou o dia, o dia triunfal, </a:t>
            </a:r>
            <a:br>
              <a:rPr lang="en-US" altLang="pt-BR" sz="4000" i="1"/>
            </a:br>
            <a:r>
              <a:rPr lang="en-US" altLang="pt-BR" sz="4000" i="1"/>
              <a:t>E Cristo reinará, enfim, </a:t>
            </a:r>
            <a:br>
              <a:rPr lang="en-US" altLang="pt-BR" sz="4000" i="1"/>
            </a:br>
            <a:r>
              <a:rPr lang="en-US" altLang="pt-BR" sz="4000" i="1"/>
              <a:t>Em glória divina!.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CCE292-4E83-D05E-8CE7-CD3FBD911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562600"/>
          </a:xfrm>
        </p:spPr>
        <p:txBody>
          <a:bodyPr/>
          <a:lstStyle/>
          <a:p>
            <a:r>
              <a:rPr lang="en-US" altLang="pt-BR" sz="4000" i="1"/>
              <a:t>Então, não há mais choro, </a:t>
            </a:r>
            <a:br>
              <a:rPr lang="en-US" altLang="pt-BR" sz="4000" i="1"/>
            </a:br>
            <a:r>
              <a:rPr lang="en-US" altLang="pt-BR" sz="4000" i="1"/>
              <a:t>Nem há mais tentação; </a:t>
            </a:r>
            <a:br>
              <a:rPr lang="en-US" altLang="pt-BR" sz="4000" i="1"/>
            </a:br>
            <a:r>
              <a:rPr lang="en-US" altLang="pt-BR" sz="4000" i="1"/>
              <a:t>As dores, as tristezas </a:t>
            </a:r>
            <a:br>
              <a:rPr lang="en-US" altLang="pt-BR" sz="4000" i="1"/>
            </a:br>
            <a:r>
              <a:rPr lang="en-US" altLang="pt-BR" sz="4000" i="1"/>
              <a:t>P’ra sempre fugirão, </a:t>
            </a:r>
            <a:br>
              <a:rPr lang="en-US" altLang="pt-BR" sz="4000" i="1"/>
            </a:br>
            <a:r>
              <a:rPr lang="en-US" altLang="pt-BR" sz="4000" i="1"/>
              <a:t>E os remidos todos verão seu Salvador; </a:t>
            </a:r>
            <a:br>
              <a:rPr lang="en-US" altLang="pt-BR" sz="4000" i="1"/>
            </a:br>
            <a:r>
              <a:rPr lang="en-US" altLang="pt-BR" sz="4000" i="1"/>
              <a:t>E transformados, todos, </a:t>
            </a:r>
            <a:br>
              <a:rPr lang="en-US" altLang="pt-BR" sz="4000" i="1"/>
            </a:br>
            <a:r>
              <a:rPr lang="en-US" altLang="pt-BR" sz="4000" i="1"/>
              <a:t>Serão como o Senhor.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34 MILÍCIA DE JESUS </vt:lpstr>
      <vt:lpstr>Milhares de milhares em refulgente luz!  Eis os guerreiros santos,  Milícia de Jesus!  Completa, sim,  Completa sua longa luta aqui,  Com Cristo, seu Senhora Rei,  Vão descansar ali; </vt:lpstr>
      <vt:lpstr>Que doces sinfonias  Encham a terra e o céu!  Que coros d’aleluias  Rompem além do véu!  E que chegou o dia, o dia triunfal,  E Cristo reinará, enfim,  Em glória divina!.   </vt:lpstr>
      <vt:lpstr>Então, não há mais choro,  Nem há mais tentação;  As dores, as tristezas  P’ra sempre fugirão,  E os remidos todos verão seu Salvador;  E transformados, todos,  Serão como o Senhor.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 MILÍCIA DE JESUS </dc:title>
  <dc:creator>Junior</dc:creator>
  <cp:lastModifiedBy>Emerson Souza</cp:lastModifiedBy>
  <cp:revision>1</cp:revision>
  <dcterms:created xsi:type="dcterms:W3CDTF">2005-12-23T01:03:29Z</dcterms:created>
  <dcterms:modified xsi:type="dcterms:W3CDTF">2026-05-02T21:39:50Z</dcterms:modified>
</cp:coreProperties>
</file>