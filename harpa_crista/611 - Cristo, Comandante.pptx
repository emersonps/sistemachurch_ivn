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08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BC6597-6F11-E45F-EAB0-DAA3E6E59C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5F8A6A-E25A-C0CB-D29A-7C5C612138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090CEA-5565-458B-B1A4-D12B8490C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8BE316-86E8-9BE9-63A7-F9D71627D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464599-1619-AF2C-F558-CA868F041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5F6284-29C8-4DCF-A9B0-0B6A5BA4FC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82651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B6A7A2-96C9-4C49-4005-49EC8406D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318AB7-D8E4-0E02-633E-96E55973B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40EC45-DA4E-CD0B-6325-66E152198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2ECF96-4C98-CD2A-0A13-909B680A9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C04122-A4C2-F64F-42D9-B7E074AF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5D8EBA-AEF2-4FF1-B3D3-AE6FD8CDA4D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95479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8F44A3-33FB-82A6-421D-6A1ACAE09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284FCC-14D6-28D1-1ECE-5B12F1E16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96F7B6-5B85-8D83-CC22-A9BC918B7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9F7D6A-D978-C490-3ECB-3E435EC2E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256783-F0CC-9D01-FA0F-63FC31754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CB7F62-931D-4C56-A027-72D247501E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11307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A21D16-F278-FF8B-D986-2127AE355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9748B2-8F93-0D7B-4BB3-17949B5C29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D3AAE4-DA80-D7BC-465E-021586D50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CB0C07-C62A-CA67-5A1B-33624070A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BE56705-88E5-53C5-BEC7-1C720A3A7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4001FD9-9744-83D8-43A6-57D09DD19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367969-9FB9-4360-AA14-715CF5EE92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22517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4BF090-CC4C-8B03-1D9C-287282A13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CBC73A7-9108-3EA3-4EC5-7FC08A7BF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5961969-F001-FE82-719B-784B8024C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8747402-47A7-1D80-5642-8CAED4EA8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6DC6035-D458-09D7-8B67-DE183BDC2F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EF61F48-D4D1-54BC-9F10-D9CE3B0FD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8BA587B-AB78-7B88-B045-48DED48FD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EDDCEF6-6D8E-C383-CE6A-66DF25334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BCAC80-A0B3-43A9-A04B-1BC5DC4866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09291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63C8B5-2197-2478-018F-2118E87F0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3AFFE57-9120-9168-878C-F81678AA0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9C14E5E-DB80-3E6E-8A57-627E52E24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CBEC67B-2BAD-2699-DC31-7D8AEBD4C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FB1CAE-6962-4409-AFE0-8307452C80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93194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78BBB0F-A40C-60F7-8230-F74A11FC8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3A37664-FDEA-A661-EB81-D59C11EA1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29F3CF6-5DEE-5B4A-DC41-080B39D7C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9A7877-00DB-4D1B-8A5E-060E93F3FB5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514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8BDA59-65DA-0BC8-D717-B2D732CBC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0FF763-14D0-9A0E-E9B5-BA4A2038A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49622BF-B8DC-196A-8600-BC421C225F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6D17B1E-5EC1-5A1A-9C14-A9813116C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FA8768-EB9C-546C-4CE7-7C18DFBC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B364C98-CE7F-0503-92BF-0C7D777F6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DD8494-18F1-4CD8-9AC2-6CD8DA8616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88364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3D541E-E383-D0BA-734E-6736709FE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C6622E7-AD55-02A0-D509-D46A6EC92B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F5F9279-E177-50DF-932C-B771BF7E3A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E3508F5-49C4-4A7B-7178-F9D887572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48A6ED-7FFA-9193-F98E-F9FF8D496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A327BC9-A0BD-AAD9-8028-FE2BF5967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389F76-6489-4F9A-8AEC-E51894A474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77465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BB708D-AC47-B8DF-B2E6-431639A11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34BBAFC-974A-5B48-6D20-B3D31EAFD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7EFEBD-51C4-003F-BDEE-3CA517D59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0F7309-75B8-BFA6-0E91-BBBA98772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828D0E-4ADE-4093-87E1-F975B0898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F0D5FA-6156-4A61-9E19-3846D55161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21683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33AFCE9-F5DE-0DC3-1408-DBA071E174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C005EC2-DB59-732A-1BDC-99515C517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D43878-349D-227D-F911-D2E4326B2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208285-3DA3-B5E9-B684-E7B85C5AD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D3BC74-A595-3CDE-3AAF-F7A7D893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198DB9-1368-40B3-B976-A5972D3E30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29617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38A2AA6-26E8-969E-3084-22D6D508F6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28DD2E4-B174-635D-DA8C-27B8CFA3D6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97057A4-E685-65B6-960F-4D12B93A98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1D38DD4-0E20-43C5-893A-9A2C98BF9C0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1A51901-B455-0F14-F3B5-A8394336D53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3B85B3C-F9D3-4ECD-8FF7-65BBC3E75B2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86FC468A-1334-C826-3CFD-4557A69E30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611 - Cristo, Comandante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br>
              <a:rPr lang="en-US" altLang="pt-BR" sz="4000" i="1"/>
            </a:br>
            <a:br>
              <a:rPr lang="en-US" altLang="pt-BR" sz="4000" i="1"/>
            </a:br>
            <a:br>
              <a:rPr lang="en-US" altLang="pt-BR" sz="4000" i="1"/>
            </a:br>
            <a:r>
              <a:rPr lang="en-US" altLang="pt-BR" sz="4000"/>
              <a:t> </a:t>
            </a:r>
            <a:r>
              <a:rPr lang="en-US" altLang="pt-BR" sz="4000" i="1"/>
              <a:t>Sempre avante! manda o General;</a:t>
            </a:r>
            <a:r>
              <a:rPr lang="en-US" altLang="pt-BR" sz="4000"/>
              <a:t> </a:t>
            </a:r>
            <a:r>
              <a:rPr lang="en-US" altLang="pt-BR" sz="4000" i="1"/>
              <a:t>Sempre avante! guerra contra o mal!</a:t>
            </a:r>
            <a:r>
              <a:rPr lang="en-US" altLang="pt-BR" sz="4000"/>
              <a:t> </a:t>
            </a:r>
            <a:r>
              <a:rPr lang="en-US" altLang="pt-BR" sz="4000" i="1"/>
              <a:t>Firmes, fortes, nunca vacilar!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 os seus fiéis irão ganhar.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Microsoft Office PowerPoint</Application>
  <PresentationFormat>Apresentação na tela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3" baseType="lpstr">
      <vt:lpstr>Arial</vt:lpstr>
      <vt:lpstr>Design padrão</vt:lpstr>
      <vt:lpstr>611 - Cristo, Comandante      Sempre avante! manda o General; Sempre avante! guerra contra o mal! Firmes, fortes, nunca vacilar!  Pois os seus fiéis irão ganhar.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611 - Cristo, Comandante      Sempre avante! manda o General; Sempre avante! guerra contra o mal! Firmes, fortes, nunca vacilar!  Pois os seus fiéis irão ganhar. </dc:title>
  <dc:creator>Junior</dc:creator>
  <cp:lastModifiedBy>Emerson Souza</cp:lastModifiedBy>
  <cp:revision>1</cp:revision>
  <dcterms:created xsi:type="dcterms:W3CDTF">2005-12-27T17:42:20Z</dcterms:created>
  <dcterms:modified xsi:type="dcterms:W3CDTF">2026-05-02T22:28:24Z</dcterms:modified>
</cp:coreProperties>
</file>