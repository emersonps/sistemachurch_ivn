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0C07A-F049-5B78-471A-C6A257C1E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8D4E2C-9072-4619-9B50-B86F3FD3B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960CC-4DB2-73A2-5C11-5F6FD420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1C2BDD-E317-6367-EB0E-59D0F364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65B5F-5ACE-CA3E-3AE0-A629B3AA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CF995-734E-4A24-8563-90C993AC05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494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6989E-1C0A-FD4E-80A1-80641BF9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E53C35-0D10-32E2-863E-62BD0007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CA639-C4E9-712A-40A1-CBE7579D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5A7362-4D16-D607-5B69-320B0C27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B5504A-FE2D-69E1-5412-F1CA2DAC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8D7C1-9CB7-4E64-8527-83E6FC6A36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654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53012-E7AA-F6A7-8A05-247936C3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221C21-89D0-E9FF-65E3-885EE8C3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04EB7-6E23-26A8-4FC2-61A6657C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E123CF-E861-8D8C-F3E5-7A2F7087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FFECE-311F-1039-9BD6-DE5DFA6A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A0E203-35FC-43C5-8677-E2667543D2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81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50CA2-4745-021C-0BA6-5CC71705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C8C4D-5119-5AAC-AF4D-781125908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D08B89-C46F-97EC-6152-18890B0B3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8F740A-9B73-2A32-A55E-E60FCCCC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C1E343-50DB-8684-CD85-9C6E0DE3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5D982-517F-8D1D-0989-F16681CB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9E2F56-DB8D-457A-A920-0852BFAACF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4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05AB0-E466-09D6-844F-83E03E4B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2DF34-DB1D-3F9D-A1B3-8750F8B28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B98A91-329D-5D6C-B323-03278B52A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A2810D-75DE-7655-7F7A-0AB6CD0C8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8E41D5-68C4-51F6-51D2-0C4E03F8E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C04129-F5EC-8741-A5A4-D62AEC6A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15AD91-90B3-E89D-B967-DF302AC3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C34788-1701-3E12-C048-010EE18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4434E-6F14-4B20-BF94-FFD220C9D6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2401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3DB44-F19C-8345-B891-B7EEA70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2D2270-0E35-B8C0-CF93-1B77EDE5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3D6D32-CEF8-A1DE-2018-A7A4DC39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8E821E-4743-C9B1-08A6-EE74BF2A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3B3F5-495B-49A3-85A0-60B0CBDABC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848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72F6E2-8A78-C947-C701-DED055F6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A3E451-BB12-2079-4705-47E53D3F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07631B-4072-5660-6619-70AAFC72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37014-73DB-46A1-AFBA-34BA35CB27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1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E19F6-9EC5-ACFE-957D-98D5120E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07B044-30B0-F835-0E82-C0038143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00DC5D-04A6-19AB-5F12-564EE07B9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E1A6E0-65B1-2D03-70F9-679B4655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9755B3-2015-514C-206B-1813802B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4FB1CF-5AE9-7794-AFAD-C119E917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32456-2F23-4A37-8361-C24BF6589C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89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61221-A0B4-5177-D888-56174841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F01733-2F2D-1F40-F2E7-0DCA94DA0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6DAA84-75AB-9ED2-ABB8-9298C33DE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9F7DC9-8B11-5811-C27D-AFD38B6C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F6E0B7-5DBD-826E-1EAD-C343E712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6B6BD4-0DF7-8650-6128-68C77E59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17486-4DF2-4F49-9542-1515ADD50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140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56A73-1A0A-5E64-285D-EE6249ED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BFE680-3943-2456-83DA-5E48BA504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991002-7F18-C08A-A9FC-B724570F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8E605B-3D16-968C-4A7C-5DD091A0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1E51A6-F26D-F725-2859-E2C20B29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6C97D-19A1-4FCE-82C4-C532993D24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727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97E975-469E-8502-D4BC-1237E9889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2D199B-442C-67CD-8ADD-CCB3CC921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05B6A8-B4C4-1CC5-BA45-810EFCB4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D87EA3-2228-5D11-CC5A-3E374F0B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524127-CAE6-39B2-B3A7-2F577D06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9A8C70-C15E-4C1A-840E-55DFB4365B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862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22C07D-DD3A-51C5-DCD3-DB3DBC93E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0EB2B2-9DAC-A8E6-88EC-D18E9CAF8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FBA545-B3F8-6B62-B0E0-499E8B223A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8323BA-DF6D-DAB1-AB20-4A73D05B88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C60164-7CFD-753D-BCD2-5A05721158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7C7B3E-53F0-487B-A911-E8324A8AD08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EDD68FE-C48E-1BB9-4605-0796AAF3B6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136</a:t>
            </a:r>
            <a:br>
              <a:rPr lang="en-US" altLang="pt-BR" sz="4000" b="1"/>
            </a:br>
            <a:r>
              <a:rPr lang="en-US" altLang="pt-BR" sz="4000" b="1"/>
              <a:t>JESUS, NOSSO SOCORRO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7727CF-9B82-3933-4B18-3890AEA119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670B7C5F-2688-3BE2-62CE-AABE822F9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Em nosso socorro vem, ó vem, Jesus! Pois grande tristeza nos ofusca a luz; </a:t>
            </a:r>
            <a:br>
              <a:rPr lang="en-US" altLang="pt-BR" sz="4000" i="1"/>
            </a:br>
            <a:r>
              <a:rPr lang="en-US" altLang="pt-BR" sz="4000" i="1"/>
              <a:t>A Ti recorremos, vem nos dar vigor, Reveste-nos todos do </a:t>
            </a:r>
            <a:br>
              <a:rPr lang="en-US" altLang="pt-BR" sz="4000" i="1"/>
            </a:br>
            <a:r>
              <a:rPr lang="en-US" altLang="pt-BR" sz="4000" i="1"/>
              <a:t>Teu grande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3E59FAC-425B-AA03-A5D8-EF078698E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Em nosso socorro vem, ó vem Jesus! Em Ti confiamos, és a nossa luz; Protege-nos sempre do vil tentador, Reveste-nos todos do </a:t>
            </a:r>
            <a:br>
              <a:rPr lang="en-US" altLang="pt-BR" sz="4000" i="1"/>
            </a:br>
            <a:r>
              <a:rPr lang="en-US" altLang="pt-BR" sz="4000" i="1"/>
              <a:t>Teu grande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3913362-5E14-DEFB-1A86-3DA5A45F0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Em nosso socorro vem, ó vem, Jesus! Combate o inimigo com a Tua luz; </a:t>
            </a:r>
            <a:br>
              <a:rPr lang="en-US" altLang="pt-BR" sz="4000" i="1"/>
            </a:br>
            <a:r>
              <a:rPr lang="en-US" altLang="pt-BR" sz="4000" i="1"/>
              <a:t>A Ti nós clamamos, responde, Senhor, Reveste-nos todos do </a:t>
            </a:r>
            <a:br>
              <a:rPr lang="en-US" altLang="pt-BR" sz="4000" i="1"/>
            </a:br>
            <a:r>
              <a:rPr lang="en-US" altLang="pt-BR" sz="4000" i="1"/>
              <a:t>Teu grande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8ABC4C-292B-7A56-20C1-AAD6C1F5A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4000" i="1"/>
              <a:t>Em nosso socorro vem, ó vem, Jesus! A plena vitória, hoje nos conduz; </a:t>
            </a:r>
            <a:br>
              <a:rPr lang="en-US" altLang="pt-BR" sz="4000" i="1"/>
            </a:br>
            <a:r>
              <a:rPr lang="en-US" altLang="pt-BR" sz="4000" i="1"/>
              <a:t>Dá-nos Tua graça, poder e valor. Reveste-nos todos do </a:t>
            </a:r>
            <a:br>
              <a:rPr lang="en-US" altLang="pt-BR" sz="4000" i="1"/>
            </a:br>
            <a:r>
              <a:rPr lang="en-US" altLang="pt-BR" sz="4000" i="1"/>
              <a:t>Teu grande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136 JESUS, NOSSO SOCORRO </vt:lpstr>
      <vt:lpstr>Em nosso socorro vem, ó vem, Jesus! Pois grande tristeza nos ofusca a luz;  A Ti recorremos, vem nos dar vigor, Reveste-nos todos do  Teu grande amor! </vt:lpstr>
      <vt:lpstr>Em nosso socorro vem, ó vem Jesus! Em Ti confiamos, és a nossa luz; Protege-nos sempre do vil tentador, Reveste-nos todos do  Teu grande amor! </vt:lpstr>
      <vt:lpstr>Em nosso socorro vem, ó vem, Jesus! Combate o inimigo com a Tua luz;  A Ti nós clamamos, responde, Senhor, Reveste-nos todos do  Teu grande amor! </vt:lpstr>
      <vt:lpstr>Em nosso socorro vem, ó vem, Jesus! A plena vitória, hoje nos conduz;  Dá-nos Tua graça, poder e valor. Reveste-nos todos do  Teu grande amor!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136 JESUS, NOSSO SOCORRO </dc:title>
  <dc:creator>Junior</dc:creator>
  <cp:lastModifiedBy>Emerson Souza</cp:lastModifiedBy>
  <cp:revision>1</cp:revision>
  <dcterms:created xsi:type="dcterms:W3CDTF">2005-12-23T14:56:16Z</dcterms:created>
  <dcterms:modified xsi:type="dcterms:W3CDTF">2026-05-02T21:48:04Z</dcterms:modified>
</cp:coreProperties>
</file>