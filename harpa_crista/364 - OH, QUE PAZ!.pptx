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2AB3EB-46DB-D24D-48E6-0536787F98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FBDA4D-B998-12A7-31BE-EB1BF94F96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8D023C-0BED-1DE0-B86A-3CD54596D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BDFD82-F109-F6B1-986B-C104B11F7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099A70-B8FD-B2C1-948A-FC8245AAE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0161E5-9DCB-40DC-9986-2702309A8A5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61306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1C891D-10FF-E14B-5003-A8444A7E8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A2AC05-BD40-CE60-6423-4D0430C71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7408E2-DD96-DD7A-D642-25A6AEC80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FFD73E-11CE-4533-7ABB-1DA86A5B0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8606B3-53AA-673A-D2EB-ABDE430FC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E18011-F396-4F9B-9C44-B06A4D218C2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75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1C93E-0950-C3F6-9AE8-49779C5AF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BB0F48E-069F-23CB-0930-8AAEEDB5A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318295-4271-BD31-9668-D71EC8CF2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2465AE-0E0B-7FEE-E016-9512A9BF2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09998B-0676-EECE-3AE4-DA25AA15B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F13A27-2A18-4710-9C22-B945884CF35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27145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9686AA-16D4-E99D-2FA9-D5B425D29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BD36A9-497C-A96B-9CFD-E356B66B2A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9B92DB9-AF8C-00CC-991A-D00814BF81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3CE69D-E2C4-02B3-7069-37EB601E5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2CCBAF1-B0A2-8EA9-A166-AA0575BB5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C60CADB-B132-56D2-E211-56C111460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7B3E96-21AD-48D3-9580-9D41A827028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09754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F50189-D62A-98BB-8243-3BC5C0D8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F3B957-D5E4-010B-5161-C643730A2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900656A-994C-FA95-59BD-4D208FCB7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E2711B9-6ACC-57CC-5577-B235BFF343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CC99A82-D617-C80E-4CA6-983EFB4F01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47331BE-F24A-AEAA-0929-7C695DCA4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73F3633-8602-7FE0-E00A-8025A14EC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1307835-CC38-9831-9CA9-89C1C65CB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243FFC-1E41-4C73-BAE1-98332B12487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01530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A7925E-1EC5-10C3-5350-45C8587C7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4B78A55-BE51-F2D4-940A-51AC98A17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33796D1-CA47-51BD-C11B-0CD590C8D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F047774-EB12-5159-614A-99EF071D3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D9571D-8FCC-4F21-9AB7-55E0E2E3C0E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31971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330A99B-C2DC-003C-CB4C-02E4CD029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75E727A-04F3-54F1-1240-D413A76D0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C2B08D5-6DC4-7827-90A9-51E12042D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5B6C3D-41CE-42C6-9C5E-7C61CA3EC58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54453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EF4AE9-1E51-AB8C-20CE-002F13506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6D72FB-D492-525F-DF34-436CFF937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A5FF22B-406D-6132-CDCF-FE15D0CF4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621E79-3F28-C426-25C7-CC486A080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B61A9FA-4DF6-6679-3B39-932FB62B8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2CAB90C-8E09-7889-AEE1-C629DE20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8E6353-91ED-4963-BCC5-139CA9320C6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60111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066829-3B2E-AD02-6C47-DFFD8D8D1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1E0B705-487C-7BC8-E7A4-9F93DC80F3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8191B71-6D14-858D-91A9-24CBB0588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4AFE8DD-E270-FCDA-58C1-CDE3C445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7A092A7-DB41-B343-4260-C96191E18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2CA893-87DA-00AF-7BF9-AB36525F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9856C4-7293-4262-8611-1BFF9EBC63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5045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54F290-7E0B-8FD8-1D67-6FFCC4103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42430BD-7F1F-A0A0-5A73-5A05B8CD14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A3E078-BAB2-96B9-BA1B-62ED9ADBD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F47AD0-9602-8247-7B58-E3ABEEBAA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15649E-F6F5-7D96-5BB1-6BAE27620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9C4D82-E021-41E2-9C85-D24E0F53494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32819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5B10FD3-FEFA-9865-BB79-C5DA885644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F631ECE-F31A-D757-8200-33A4B6242A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584BC8-311B-4E26-C70D-96E3ECDA2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B0C64E-4EE9-F925-E757-D808B1A48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BBA263-0DA2-BF43-1E7C-58E177792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3180C3-BBCF-46CE-9FFF-8998664903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76398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E59E10-FC5C-0C40-4127-32F73DE151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FDDA13D-ED95-7048-4247-BB59D1B5EF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C8B4FB4-F5BE-B2AD-4F2B-751984FCAB6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5D703B6-F75A-750B-F3B4-57943CBC421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BEC1FF8-FCB8-F927-FF94-E7451B1529D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FA4D8E1-1FD3-45A9-8307-A11EE853846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42B71DF-DBC1-55A0-C79D-BA858843A06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364</a:t>
            </a:r>
            <a:br>
              <a:rPr lang="pt-BR" altLang="pt-BR" sz="4400" b="1"/>
            </a:br>
            <a:r>
              <a:rPr lang="pt-BR" altLang="pt-BR" sz="4400" b="1"/>
              <a:t>OH, QUE PAZ!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C2ADC9C-3F95-6747-2809-2B7B7DB9B6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Oh! Que paz eu sinto no Senhor Jesus </a:t>
            </a:r>
            <a:br>
              <a:rPr lang="pt-BR" altLang="pt-BR" sz="3600"/>
            </a:br>
            <a:r>
              <a:rPr lang="pt-BR" altLang="pt-BR" sz="3600"/>
              <a:t>Paz eterna, que me faz andar na luz, </a:t>
            </a:r>
            <a:br>
              <a:rPr lang="pt-BR" altLang="pt-BR" sz="3600"/>
            </a:br>
            <a:r>
              <a:rPr lang="pt-BR" altLang="pt-BR" sz="3600"/>
              <a:t>E está em mim na prova e na dor; </a:t>
            </a:r>
            <a:br>
              <a:rPr lang="pt-BR" altLang="pt-BR" sz="3600"/>
            </a:br>
            <a:r>
              <a:rPr lang="pt-BR" altLang="pt-BR" sz="3600"/>
              <a:t>Minha paz é o Senhor!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499E26B-2153-42F7-98C4-E3994FEB8C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Oh! Que paz recebo pela cruz, </a:t>
            </a:r>
            <a:br>
              <a:rPr lang="pt-BR" altLang="pt-BR" sz="3600" b="1" i="1"/>
            </a:br>
            <a:r>
              <a:rPr lang="pt-BR" altLang="pt-BR" sz="3600" b="1" i="1"/>
              <a:t>Paz eterna no Senhor,</a:t>
            </a:r>
            <a:br>
              <a:rPr lang="pt-BR" altLang="pt-BR" sz="3600" b="1" i="1"/>
            </a:br>
            <a:r>
              <a:rPr lang="pt-BR" altLang="pt-BR" sz="3600" b="1" i="1"/>
              <a:t>Se viver sempre em Jesus</a:t>
            </a:r>
            <a:br>
              <a:rPr lang="pt-BR" altLang="pt-BR" sz="3600" b="1" i="1"/>
            </a:br>
            <a:r>
              <a:rPr lang="pt-BR" altLang="pt-BR" sz="3600" b="1" i="1"/>
              <a:t>E vencer por Seu amor!</a:t>
            </a:r>
            <a:br>
              <a:rPr lang="pt-BR" altLang="pt-BR" sz="3600" b="1" i="1"/>
            </a:br>
            <a:r>
              <a:rPr lang="pt-BR" altLang="pt-BR" sz="3600" b="1" i="1"/>
              <a:t>Oh! Que paz, que luz tem o pecador </a:t>
            </a:r>
            <a:br>
              <a:rPr lang="pt-BR" altLang="pt-BR" sz="3600" b="1" i="1"/>
            </a:br>
            <a:r>
              <a:rPr lang="pt-BR" altLang="pt-BR" sz="3600" b="1" i="1"/>
              <a:t>Quando vem a Ti, Jesus!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1A3F712-DBF2-0732-2443-5027DB6061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Oh! Que paz eu tenho no meu coração, </a:t>
            </a:r>
            <a:br>
              <a:rPr lang="pt-BR" altLang="pt-BR" sz="3600"/>
            </a:br>
            <a:r>
              <a:rPr lang="pt-BR" altLang="pt-BR" sz="3600"/>
              <a:t>paz eterna, que me dá consolação! </a:t>
            </a:r>
            <a:br>
              <a:rPr lang="pt-BR" altLang="pt-BR" sz="3600"/>
            </a:br>
            <a:r>
              <a:rPr lang="pt-BR" altLang="pt-BR" sz="3600"/>
              <a:t>E a paz que goza todo o fiel;</a:t>
            </a:r>
            <a:br>
              <a:rPr lang="pt-BR" altLang="pt-BR" sz="3600"/>
            </a:br>
            <a:r>
              <a:rPr lang="pt-BR" altLang="pt-BR" sz="3600"/>
              <a:t>De Jesus: o Emanuel!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69753BE-239F-ABE4-92D9-729C64C8E2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Oh! Que paz recebo pela cruz, </a:t>
            </a:r>
            <a:br>
              <a:rPr lang="pt-BR" altLang="pt-BR" sz="3600" b="1" i="1"/>
            </a:br>
            <a:r>
              <a:rPr lang="pt-BR" altLang="pt-BR" sz="3600" b="1" i="1"/>
              <a:t>Paz eterna no Senhor,</a:t>
            </a:r>
            <a:br>
              <a:rPr lang="pt-BR" altLang="pt-BR" sz="3600" b="1" i="1"/>
            </a:br>
            <a:r>
              <a:rPr lang="pt-BR" altLang="pt-BR" sz="3600" b="1" i="1"/>
              <a:t>Se viver sempre em Jesus</a:t>
            </a:r>
            <a:br>
              <a:rPr lang="pt-BR" altLang="pt-BR" sz="3600" b="1" i="1"/>
            </a:br>
            <a:r>
              <a:rPr lang="pt-BR" altLang="pt-BR" sz="3600" b="1" i="1"/>
              <a:t>E vencer por Seu amor!</a:t>
            </a:r>
            <a:br>
              <a:rPr lang="pt-BR" altLang="pt-BR" sz="3600" b="1" i="1"/>
            </a:br>
            <a:r>
              <a:rPr lang="pt-BR" altLang="pt-BR" sz="3600" b="1" i="1"/>
              <a:t>Oh! Que paz, que luz tem o pecador </a:t>
            </a:r>
            <a:br>
              <a:rPr lang="pt-BR" altLang="pt-BR" sz="3600" b="1" i="1"/>
            </a:br>
            <a:r>
              <a:rPr lang="pt-BR" altLang="pt-BR" sz="3600" b="1" i="1"/>
              <a:t>Quando vem a Ti, Jesus!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30FBFA7-A667-8C12-A700-7A40543646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Oh! Que paz celeste me dá o Senhor! </a:t>
            </a:r>
            <a:br>
              <a:rPr lang="pt-BR" altLang="pt-BR" sz="3600"/>
            </a:br>
            <a:r>
              <a:rPr lang="pt-BR" altLang="pt-BR" sz="3600"/>
              <a:t>Paz eterna, que me enche de amor; </a:t>
            </a:r>
            <a:br>
              <a:rPr lang="pt-BR" altLang="pt-BR" sz="3600"/>
            </a:br>
            <a:r>
              <a:rPr lang="pt-BR" altLang="pt-BR" sz="3600"/>
              <a:t>Essa é Cristo, a vitória d'Israel,</a:t>
            </a:r>
            <a:br>
              <a:rPr lang="pt-BR" altLang="pt-BR" sz="3600"/>
            </a:br>
            <a:r>
              <a:rPr lang="pt-BR" altLang="pt-BR" sz="3600"/>
              <a:t>Que possui quem for fiel!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5DA4A4A-5A87-A000-D1ED-0B5199964A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Oh! Que paz recebo pela cruz, </a:t>
            </a:r>
            <a:br>
              <a:rPr lang="pt-BR" altLang="pt-BR" sz="3600" b="1" i="1"/>
            </a:br>
            <a:r>
              <a:rPr lang="pt-BR" altLang="pt-BR" sz="3600" b="1" i="1"/>
              <a:t>Paz eterna no Senhor,</a:t>
            </a:r>
            <a:br>
              <a:rPr lang="pt-BR" altLang="pt-BR" sz="3600" b="1" i="1"/>
            </a:br>
            <a:r>
              <a:rPr lang="pt-BR" altLang="pt-BR" sz="3600" b="1" i="1"/>
              <a:t>Se viver sempre em Jesus</a:t>
            </a:r>
            <a:br>
              <a:rPr lang="pt-BR" altLang="pt-BR" sz="3600" b="1" i="1"/>
            </a:br>
            <a:r>
              <a:rPr lang="pt-BR" altLang="pt-BR" sz="3600" b="1" i="1"/>
              <a:t>E vencer por Seu amor!</a:t>
            </a:r>
            <a:br>
              <a:rPr lang="pt-BR" altLang="pt-BR" sz="3600" b="1" i="1"/>
            </a:br>
            <a:r>
              <a:rPr lang="pt-BR" altLang="pt-BR" sz="3600" b="1" i="1"/>
              <a:t>Oh! Que paz, que luz tem o pecador </a:t>
            </a:r>
            <a:br>
              <a:rPr lang="pt-BR" altLang="pt-BR" sz="3600" b="1" i="1"/>
            </a:br>
            <a:r>
              <a:rPr lang="pt-BR" altLang="pt-BR" sz="3600" b="1" i="1"/>
              <a:t>Quando vem a Ti, Jesus!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C7F4F9C-163C-3FBC-C279-D062B9DEF2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Oh! Amados, caminhemos com Jesus! </a:t>
            </a:r>
            <a:br>
              <a:rPr lang="pt-BR" altLang="pt-BR" sz="3600"/>
            </a:br>
            <a:r>
              <a:rPr lang="pt-BR" altLang="pt-BR" sz="3600"/>
              <a:t>Só pensando nEle e na Sua cruz;</a:t>
            </a:r>
            <a:br>
              <a:rPr lang="pt-BR" altLang="pt-BR" sz="3600"/>
            </a:br>
            <a:r>
              <a:rPr lang="pt-BR" altLang="pt-BR" sz="3600"/>
              <a:t>Ele é a paz que alegra o coração</a:t>
            </a:r>
            <a:br>
              <a:rPr lang="pt-BR" altLang="pt-BR" sz="3600"/>
            </a:br>
            <a:r>
              <a:rPr lang="pt-BR" altLang="pt-BR" sz="3600"/>
              <a:t>Pois nos dá o Seu perdão!	P.L.M.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741E944-23ED-BDAE-FF0A-9B99DE5261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Oh! Que paz recebo pela cruz, </a:t>
            </a:r>
            <a:br>
              <a:rPr lang="pt-BR" altLang="pt-BR" sz="3600" b="1" i="1"/>
            </a:br>
            <a:r>
              <a:rPr lang="pt-BR" altLang="pt-BR" sz="3600" b="1" i="1"/>
              <a:t>Paz eterna no Senhor,</a:t>
            </a:r>
            <a:br>
              <a:rPr lang="pt-BR" altLang="pt-BR" sz="3600" b="1" i="1"/>
            </a:br>
            <a:r>
              <a:rPr lang="pt-BR" altLang="pt-BR" sz="3600" b="1" i="1"/>
              <a:t>Se viver sempre em Jesus</a:t>
            </a:r>
            <a:br>
              <a:rPr lang="pt-BR" altLang="pt-BR" sz="3600" b="1" i="1"/>
            </a:br>
            <a:r>
              <a:rPr lang="pt-BR" altLang="pt-BR" sz="3600" b="1" i="1"/>
              <a:t>E vencer por Seu amor!</a:t>
            </a:r>
            <a:br>
              <a:rPr lang="pt-BR" altLang="pt-BR" sz="3600" b="1" i="1"/>
            </a:br>
            <a:r>
              <a:rPr lang="pt-BR" altLang="pt-BR" sz="3600" b="1" i="1"/>
              <a:t>Oh! Que paz, que luz tem o pecador </a:t>
            </a:r>
            <a:br>
              <a:rPr lang="pt-BR" altLang="pt-BR" sz="3600" b="1" i="1"/>
            </a:br>
            <a:r>
              <a:rPr lang="pt-BR" altLang="pt-BR" sz="3600" b="1" i="1"/>
              <a:t>Quando vem a Ti, Jesus!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364 OH, QUE PAZ!</vt:lpstr>
      <vt:lpstr>Oh! Que paz eu sinto no Senhor Jesus  Paz eterna, que me faz andar na luz,  E está em mim na prova e na dor;  Minha paz é o Senhor! </vt:lpstr>
      <vt:lpstr>Oh! Que paz recebo pela cruz,  Paz eterna no Senhor, Se viver sempre em Jesus E vencer por Seu amor! Oh! Que paz, que luz tem o pecador  Quando vem a Ti, Jesus!</vt:lpstr>
      <vt:lpstr>Oh! Que paz eu tenho no meu coração,  paz eterna, que me dá consolação!  E a paz que goza todo o fiel; De Jesus: o Emanuel! </vt:lpstr>
      <vt:lpstr>Oh! Que paz recebo pela cruz,  Paz eterna no Senhor, Se viver sempre em Jesus E vencer por Seu amor! Oh! Que paz, que luz tem o pecador  Quando vem a Ti, Jesus!</vt:lpstr>
      <vt:lpstr>Oh! Que paz celeste me dá o Senhor!  Paz eterna, que me enche de amor;  Essa é Cristo, a vitória d'Israel, Que possui quem for fiel! </vt:lpstr>
      <vt:lpstr>Oh! Que paz recebo pela cruz,  Paz eterna no Senhor, Se viver sempre em Jesus E vencer por Seu amor! Oh! Que paz, que luz tem o pecador  Quando vem a Ti, Jesus!</vt:lpstr>
      <vt:lpstr>Oh! Amados, caminhemos com Jesus!  Só pensando nEle e na Sua cruz; Ele é a paz que alegra o coração Pois nos dá o Seu perdão! P.L.M. </vt:lpstr>
      <vt:lpstr>Oh! Que paz recebo pela cruz,  Paz eterna no Senhor, Se viver sempre em Jesus E vencer por Seu amor! Oh! Que paz, que luz tem o pecador  Quando vem a Ti, Jesus!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364 - OH, QUE PAZ!</dc:title>
  <dc:creator>Montagna</dc:creator>
  <cp:lastModifiedBy>Emerson Souza</cp:lastModifiedBy>
  <cp:revision>2</cp:revision>
  <dcterms:created xsi:type="dcterms:W3CDTF">2005-10-20T22:58:34Z</dcterms:created>
  <dcterms:modified xsi:type="dcterms:W3CDTF">2026-05-02T22:07:17Z</dcterms:modified>
</cp:coreProperties>
</file>