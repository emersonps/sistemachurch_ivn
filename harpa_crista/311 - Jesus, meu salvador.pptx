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9"/>
  </p:notesMasterIdLst>
  <p:sldIdLst>
    <p:sldId id="264" r:id="rId2"/>
    <p:sldId id="256" r:id="rId3"/>
    <p:sldId id="265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apyrus" panose="03070502060502030205" pitchFamily="66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8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AB9EE26-CF37-546B-C2BC-6553A32DC9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A410554-D491-76B2-1BBB-F5215582B1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ED499C67-7397-915F-A357-B3F471281D87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A8E2D3E3-B1C2-38FC-5CBE-A2DF82B091B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5515121A-D9B7-0704-126C-8BF25178C4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41B610DD-842B-736C-E181-180EA60BAF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1970431E-7F90-4A07-8A79-1D6D0F3E951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E3D73B9-CF18-62BA-7CB6-2F2F0951B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D8668B-F526-48F0-900F-E923267B36FE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96EB14C9-74B7-1A91-72BC-01C206C4E7C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819503C-4FD4-30DF-9BDD-5C025A8A5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>
            <a:extLst>
              <a:ext uri="{FF2B5EF4-FFF2-40B4-BE49-F238E27FC236}">
                <a16:creationId xmlns:a16="http://schemas.microsoft.com/office/drawing/2014/main" id="{E1331DB5-B5AE-7196-10B2-E6854D988849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144000" cy="4046538"/>
            <a:chOff x="0" y="1536"/>
            <a:chExt cx="5760" cy="2549"/>
          </a:xfrm>
        </p:grpSpPr>
        <p:sp>
          <p:nvSpPr>
            <p:cNvPr id="16387" name="Rectangle 3">
              <a:extLst>
                <a:ext uri="{FF2B5EF4-FFF2-40B4-BE49-F238E27FC236}">
                  <a16:creationId xmlns:a16="http://schemas.microsoft.com/office/drawing/2014/main" id="{BA35638C-11D6-F562-0FAE-FC68FE061FED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 rot="-1424751">
              <a:off x="2121" y="2592"/>
              <a:ext cx="3072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388" name="Freeform 4">
              <a:extLst>
                <a:ext uri="{FF2B5EF4-FFF2-40B4-BE49-F238E27FC236}">
                  <a16:creationId xmlns:a16="http://schemas.microsoft.com/office/drawing/2014/main" id="{121B871E-179E-DD99-9362-557E801981F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64"/>
              <a:ext cx="2688" cy="1224"/>
            </a:xfrm>
            <a:custGeom>
              <a:avLst/>
              <a:gdLst>
                <a:gd name="T0" fmla="*/ 0 w 2688"/>
                <a:gd name="T1" fmla="*/ 0 h 1224"/>
                <a:gd name="T2" fmla="*/ 960 w 2688"/>
                <a:gd name="T3" fmla="*/ 552 h 1224"/>
                <a:gd name="T4" fmla="*/ 1968 w 2688"/>
                <a:gd name="T5" fmla="*/ 264 h 1224"/>
                <a:gd name="T6" fmla="*/ 2028 w 2688"/>
                <a:gd name="T7" fmla="*/ 270 h 1224"/>
                <a:gd name="T8" fmla="*/ 2661 w 2688"/>
                <a:gd name="T9" fmla="*/ 528 h 1224"/>
                <a:gd name="T10" fmla="*/ 2688 w 2688"/>
                <a:gd name="T11" fmla="*/ 648 h 1224"/>
                <a:gd name="T12" fmla="*/ 2304 w 2688"/>
                <a:gd name="T13" fmla="*/ 1080 h 1224"/>
                <a:gd name="T14" fmla="*/ 1584 w 2688"/>
                <a:gd name="T15" fmla="*/ 1224 h 1224"/>
                <a:gd name="T16" fmla="*/ 1296 w 2688"/>
                <a:gd name="T17" fmla="*/ 936 h 1224"/>
                <a:gd name="T18" fmla="*/ 864 w 2688"/>
                <a:gd name="T19" fmla="*/ 1032 h 1224"/>
                <a:gd name="T20" fmla="*/ 0 w 2688"/>
                <a:gd name="T21" fmla="*/ 552 h 1224"/>
                <a:gd name="T22" fmla="*/ 0 w 2688"/>
                <a:gd name="T23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9" name="Freeform 5">
              <a:extLst>
                <a:ext uri="{FF2B5EF4-FFF2-40B4-BE49-F238E27FC236}">
                  <a16:creationId xmlns:a16="http://schemas.microsoft.com/office/drawing/2014/main" id="{4E127C0A-1573-694D-BDD3-696F494E52DE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9" y="1536"/>
              <a:ext cx="2401" cy="1232"/>
            </a:xfrm>
            <a:custGeom>
              <a:avLst/>
              <a:gdLst>
                <a:gd name="T0" fmla="*/ 2208 w 2401"/>
                <a:gd name="T1" fmla="*/ 15 h 1232"/>
                <a:gd name="T2" fmla="*/ 2088 w 2401"/>
                <a:gd name="T3" fmla="*/ 57 h 1232"/>
                <a:gd name="T4" fmla="*/ 1951 w 2401"/>
                <a:gd name="T5" fmla="*/ 99 h 1232"/>
                <a:gd name="T6" fmla="*/ 1704 w 2401"/>
                <a:gd name="T7" fmla="*/ 135 h 1232"/>
                <a:gd name="T8" fmla="*/ 1314 w 2401"/>
                <a:gd name="T9" fmla="*/ 177 h 1232"/>
                <a:gd name="T10" fmla="*/ 1176 w 2401"/>
                <a:gd name="T11" fmla="*/ 189 h 1232"/>
                <a:gd name="T12" fmla="*/ 1122 w 2401"/>
                <a:gd name="T13" fmla="*/ 195 h 1232"/>
                <a:gd name="T14" fmla="*/ 1075 w 2401"/>
                <a:gd name="T15" fmla="*/ 231 h 1232"/>
                <a:gd name="T16" fmla="*/ 924 w 2401"/>
                <a:gd name="T17" fmla="*/ 321 h 1232"/>
                <a:gd name="T18" fmla="*/ 840 w 2401"/>
                <a:gd name="T19" fmla="*/ 369 h 1232"/>
                <a:gd name="T20" fmla="*/ 630 w 2401"/>
                <a:gd name="T21" fmla="*/ 458 h 1232"/>
                <a:gd name="T22" fmla="*/ 529 w 2401"/>
                <a:gd name="T23" fmla="*/ 500 h 1232"/>
                <a:gd name="T24" fmla="*/ 487 w 2401"/>
                <a:gd name="T25" fmla="*/ 542 h 1232"/>
                <a:gd name="T26" fmla="*/ 457 w 2401"/>
                <a:gd name="T27" fmla="*/ 590 h 1232"/>
                <a:gd name="T28" fmla="*/ 402 w 2401"/>
                <a:gd name="T29" fmla="*/ 638 h 1232"/>
                <a:gd name="T30" fmla="*/ 330 w 2401"/>
                <a:gd name="T31" fmla="*/ 758 h 1232"/>
                <a:gd name="T32" fmla="*/ 312 w 2401"/>
                <a:gd name="T33" fmla="*/ 788 h 1232"/>
                <a:gd name="T34" fmla="*/ 252 w 2401"/>
                <a:gd name="T35" fmla="*/ 824 h 1232"/>
                <a:gd name="T36" fmla="*/ 84 w 2401"/>
                <a:gd name="T37" fmla="*/ 926 h 1232"/>
                <a:gd name="T38" fmla="*/ 0 w 2401"/>
                <a:gd name="T39" fmla="*/ 992 h 1232"/>
                <a:gd name="T40" fmla="*/ 12 w 2401"/>
                <a:gd name="T41" fmla="*/ 1040 h 1232"/>
                <a:gd name="T42" fmla="*/ 132 w 2401"/>
                <a:gd name="T43" fmla="*/ 1034 h 1232"/>
                <a:gd name="T44" fmla="*/ 336 w 2401"/>
                <a:gd name="T45" fmla="*/ 980 h 1232"/>
                <a:gd name="T46" fmla="*/ 529 w 2401"/>
                <a:gd name="T47" fmla="*/ 896 h 1232"/>
                <a:gd name="T48" fmla="*/ 576 w 2401"/>
                <a:gd name="T49" fmla="*/ 872 h 1232"/>
                <a:gd name="T50" fmla="*/ 714 w 2401"/>
                <a:gd name="T51" fmla="*/ 848 h 1232"/>
                <a:gd name="T52" fmla="*/ 966 w 2401"/>
                <a:gd name="T53" fmla="*/ 794 h 1232"/>
                <a:gd name="T54" fmla="*/ 1212 w 2401"/>
                <a:gd name="T55" fmla="*/ 782 h 1232"/>
                <a:gd name="T56" fmla="*/ 1416 w 2401"/>
                <a:gd name="T57" fmla="*/ 872 h 1232"/>
                <a:gd name="T58" fmla="*/ 1464 w 2401"/>
                <a:gd name="T59" fmla="*/ 932 h 1232"/>
                <a:gd name="T60" fmla="*/ 1440 w 2401"/>
                <a:gd name="T61" fmla="*/ 992 h 1232"/>
                <a:gd name="T62" fmla="*/ 1302 w 2401"/>
                <a:gd name="T63" fmla="*/ 1040 h 1232"/>
                <a:gd name="T64" fmla="*/ 1158 w 2401"/>
                <a:gd name="T65" fmla="*/ 1100 h 1232"/>
                <a:gd name="T66" fmla="*/ 1093 w 2401"/>
                <a:gd name="T67" fmla="*/ 1148 h 1232"/>
                <a:gd name="T68" fmla="*/ 1075 w 2401"/>
                <a:gd name="T69" fmla="*/ 1208 h 1232"/>
                <a:gd name="T70" fmla="*/ 1093 w 2401"/>
                <a:gd name="T71" fmla="*/ 1232 h 1232"/>
                <a:gd name="T72" fmla="*/ 1152 w 2401"/>
                <a:gd name="T73" fmla="*/ 1226 h 1232"/>
                <a:gd name="T74" fmla="*/ 1332 w 2401"/>
                <a:gd name="T75" fmla="*/ 1208 h 1232"/>
                <a:gd name="T76" fmla="*/ 1434 w 2401"/>
                <a:gd name="T77" fmla="*/ 1184 h 1232"/>
                <a:gd name="T78" fmla="*/ 1464 w 2401"/>
                <a:gd name="T79" fmla="*/ 1172 h 1232"/>
                <a:gd name="T80" fmla="*/ 1578 w 2401"/>
                <a:gd name="T81" fmla="*/ 1130 h 1232"/>
                <a:gd name="T82" fmla="*/ 1758 w 2401"/>
                <a:gd name="T83" fmla="*/ 1064 h 1232"/>
                <a:gd name="T84" fmla="*/ 1872 w 2401"/>
                <a:gd name="T85" fmla="*/ 962 h 1232"/>
                <a:gd name="T86" fmla="*/ 1986 w 2401"/>
                <a:gd name="T87" fmla="*/ 800 h 1232"/>
                <a:gd name="T88" fmla="*/ 2166 w 2401"/>
                <a:gd name="T89" fmla="*/ 650 h 1232"/>
                <a:gd name="T90" fmla="*/ 2257 w 2401"/>
                <a:gd name="T91" fmla="*/ 590 h 1232"/>
                <a:gd name="T92" fmla="*/ 2400 w 2401"/>
                <a:gd name="T93" fmla="*/ 57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0" name="Freeform 6">
              <a:extLst>
                <a:ext uri="{FF2B5EF4-FFF2-40B4-BE49-F238E27FC236}">
                  <a16:creationId xmlns:a16="http://schemas.microsoft.com/office/drawing/2014/main" id="{1D947B1B-83C5-26DF-A75B-6CE66FE6D20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92" y="1536"/>
              <a:ext cx="1968" cy="762"/>
            </a:xfrm>
            <a:custGeom>
              <a:avLst/>
              <a:gdLst>
                <a:gd name="T0" fmla="*/ 965 w 1968"/>
                <a:gd name="T1" fmla="*/ 165 h 762"/>
                <a:gd name="T2" fmla="*/ 696 w 1968"/>
                <a:gd name="T3" fmla="*/ 200 h 762"/>
                <a:gd name="T4" fmla="*/ 693 w 1968"/>
                <a:gd name="T5" fmla="*/ 237 h 762"/>
                <a:gd name="T6" fmla="*/ 924 w 1968"/>
                <a:gd name="T7" fmla="*/ 258 h 762"/>
                <a:gd name="T8" fmla="*/ 993 w 1968"/>
                <a:gd name="T9" fmla="*/ 267 h 762"/>
                <a:gd name="T10" fmla="*/ 681 w 1968"/>
                <a:gd name="T11" fmla="*/ 291 h 762"/>
                <a:gd name="T12" fmla="*/ 633 w 1968"/>
                <a:gd name="T13" fmla="*/ 309 h 762"/>
                <a:gd name="T14" fmla="*/ 645 w 1968"/>
                <a:gd name="T15" fmla="*/ 336 h 762"/>
                <a:gd name="T16" fmla="*/ 672 w 1968"/>
                <a:gd name="T17" fmla="*/ 351 h 762"/>
                <a:gd name="T18" fmla="*/ 984 w 1968"/>
                <a:gd name="T19" fmla="*/ 333 h 762"/>
                <a:gd name="T20" fmla="*/ 1080 w 1968"/>
                <a:gd name="T21" fmla="*/ 357 h 762"/>
                <a:gd name="T22" fmla="*/ 624 w 1968"/>
                <a:gd name="T23" fmla="*/ 492 h 762"/>
                <a:gd name="T24" fmla="*/ 616 w 1968"/>
                <a:gd name="T25" fmla="*/ 536 h 762"/>
                <a:gd name="T26" fmla="*/ 8 w 1968"/>
                <a:gd name="T27" fmla="*/ 724 h 762"/>
                <a:gd name="T28" fmla="*/ 0 w 1968"/>
                <a:gd name="T29" fmla="*/ 756 h 762"/>
                <a:gd name="T30" fmla="*/ 27 w 1968"/>
                <a:gd name="T31" fmla="*/ 762 h 762"/>
                <a:gd name="T32" fmla="*/ 664 w 1968"/>
                <a:gd name="T33" fmla="*/ 564 h 762"/>
                <a:gd name="T34" fmla="*/ 856 w 1968"/>
                <a:gd name="T35" fmla="*/ 600 h 762"/>
                <a:gd name="T36" fmla="*/ 1158 w 1968"/>
                <a:gd name="T37" fmla="*/ 507 h 762"/>
                <a:gd name="T38" fmla="*/ 1434 w 1968"/>
                <a:gd name="T39" fmla="*/ 465 h 762"/>
                <a:gd name="T40" fmla="*/ 1572 w 1968"/>
                <a:gd name="T41" fmla="*/ 368 h 762"/>
                <a:gd name="T42" fmla="*/ 1712 w 1968"/>
                <a:gd name="T43" fmla="*/ 340 h 762"/>
                <a:gd name="T44" fmla="*/ 1856 w 1968"/>
                <a:gd name="T45" fmla="*/ 328 h 762"/>
                <a:gd name="T46" fmla="*/ 1968 w 1968"/>
                <a:gd name="T47" fmla="*/ 330 h 762"/>
                <a:gd name="T48" fmla="*/ 1968 w 1968"/>
                <a:gd name="T49" fmla="*/ 0 h 762"/>
                <a:gd name="T50" fmla="*/ 1934 w 1968"/>
                <a:gd name="T51" fmla="*/ 3 h 762"/>
                <a:gd name="T52" fmla="*/ 1832 w 1968"/>
                <a:gd name="T53" fmla="*/ 5 h 762"/>
                <a:gd name="T54" fmla="*/ 1682 w 1968"/>
                <a:gd name="T55" fmla="*/ 35 h 762"/>
                <a:gd name="T56" fmla="*/ 1643 w 1968"/>
                <a:gd name="T57" fmla="*/ 72 h 762"/>
                <a:gd name="T58" fmla="*/ 1392 w 1968"/>
                <a:gd name="T59" fmla="*/ 119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1" name="Freeform 7">
              <a:extLst>
                <a:ext uri="{FF2B5EF4-FFF2-40B4-BE49-F238E27FC236}">
                  <a16:creationId xmlns:a16="http://schemas.microsoft.com/office/drawing/2014/main" id="{D0F2D3A9-3382-90C0-AD98-9F11B06B8D0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599" y="2477"/>
              <a:ext cx="186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85 w 185"/>
                <a:gd name="T5" fmla="*/ 18 h 120"/>
                <a:gd name="T6" fmla="*/ 185 w 185"/>
                <a:gd name="T7" fmla="*/ 36 h 120"/>
                <a:gd name="T8" fmla="*/ 179 w 185"/>
                <a:gd name="T9" fmla="*/ 54 h 120"/>
                <a:gd name="T10" fmla="*/ 161 w 185"/>
                <a:gd name="T11" fmla="*/ 72 h 120"/>
                <a:gd name="T12" fmla="*/ 137 w 185"/>
                <a:gd name="T13" fmla="*/ 96 h 120"/>
                <a:gd name="T14" fmla="*/ 101 w 185"/>
                <a:gd name="T15" fmla="*/ 108 h 120"/>
                <a:gd name="T16" fmla="*/ 47 w 185"/>
                <a:gd name="T17" fmla="*/ 120 h 120"/>
                <a:gd name="T18" fmla="*/ 29 w 185"/>
                <a:gd name="T19" fmla="*/ 120 h 120"/>
                <a:gd name="T20" fmla="*/ 17 w 185"/>
                <a:gd name="T21" fmla="*/ 114 h 120"/>
                <a:gd name="T22" fmla="*/ 0 w 185"/>
                <a:gd name="T23" fmla="*/ 96 h 120"/>
                <a:gd name="T24" fmla="*/ 0 w 185"/>
                <a:gd name="T25" fmla="*/ 78 h 120"/>
                <a:gd name="T26" fmla="*/ 0 w 185"/>
                <a:gd name="T27" fmla="*/ 72 h 120"/>
                <a:gd name="T28" fmla="*/ 185 w 185"/>
                <a:gd name="T29" fmla="*/ 0 h 120"/>
                <a:gd name="T30" fmla="*/ 185 w 185"/>
                <a:gd name="T3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2" name="Freeform 8">
              <a:extLst>
                <a:ext uri="{FF2B5EF4-FFF2-40B4-BE49-F238E27FC236}">
                  <a16:creationId xmlns:a16="http://schemas.microsoft.com/office/drawing/2014/main" id="{F9729401-0DDE-B0C0-963F-DDEDA75F3C92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79" y="2393"/>
              <a:ext cx="185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79 w 185"/>
                <a:gd name="T5" fmla="*/ 24 h 120"/>
                <a:gd name="T6" fmla="*/ 167 w 185"/>
                <a:gd name="T7" fmla="*/ 42 h 120"/>
                <a:gd name="T8" fmla="*/ 149 w 185"/>
                <a:gd name="T9" fmla="*/ 66 h 120"/>
                <a:gd name="T10" fmla="*/ 131 w 185"/>
                <a:gd name="T11" fmla="*/ 90 h 120"/>
                <a:gd name="T12" fmla="*/ 102 w 185"/>
                <a:gd name="T13" fmla="*/ 108 h 120"/>
                <a:gd name="T14" fmla="*/ 66 w 185"/>
                <a:gd name="T15" fmla="*/ 120 h 120"/>
                <a:gd name="T16" fmla="*/ 18 w 185"/>
                <a:gd name="T17" fmla="*/ 120 h 120"/>
                <a:gd name="T18" fmla="*/ 0 w 185"/>
                <a:gd name="T19" fmla="*/ 60 h 120"/>
                <a:gd name="T20" fmla="*/ 185 w 185"/>
                <a:gd name="T21" fmla="*/ 0 h 120"/>
                <a:gd name="T22" fmla="*/ 185 w 185"/>
                <a:gd name="T2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3" name="Freeform 9">
              <a:extLst>
                <a:ext uri="{FF2B5EF4-FFF2-40B4-BE49-F238E27FC236}">
                  <a16:creationId xmlns:a16="http://schemas.microsoft.com/office/drawing/2014/main" id="{F2F1F8A2-4F13-5DA5-4AED-15F521E97D1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36"/>
              <a:ext cx="528" cy="275"/>
            </a:xfrm>
            <a:custGeom>
              <a:avLst/>
              <a:gdLst>
                <a:gd name="T0" fmla="*/ 0 w 526"/>
                <a:gd name="T1" fmla="*/ 275 h 275"/>
                <a:gd name="T2" fmla="*/ 0 w 526"/>
                <a:gd name="T3" fmla="*/ 269 h 275"/>
                <a:gd name="T4" fmla="*/ 6 w 526"/>
                <a:gd name="T5" fmla="*/ 251 h 275"/>
                <a:gd name="T6" fmla="*/ 6 w 526"/>
                <a:gd name="T7" fmla="*/ 239 h 275"/>
                <a:gd name="T8" fmla="*/ 12 w 526"/>
                <a:gd name="T9" fmla="*/ 227 h 275"/>
                <a:gd name="T10" fmla="*/ 18 w 526"/>
                <a:gd name="T11" fmla="*/ 221 h 275"/>
                <a:gd name="T12" fmla="*/ 36 w 526"/>
                <a:gd name="T13" fmla="*/ 215 h 275"/>
                <a:gd name="T14" fmla="*/ 77 w 526"/>
                <a:gd name="T15" fmla="*/ 203 h 275"/>
                <a:gd name="T16" fmla="*/ 137 w 526"/>
                <a:gd name="T17" fmla="*/ 179 h 275"/>
                <a:gd name="T18" fmla="*/ 209 w 526"/>
                <a:gd name="T19" fmla="*/ 143 h 275"/>
                <a:gd name="T20" fmla="*/ 251 w 526"/>
                <a:gd name="T21" fmla="*/ 120 h 275"/>
                <a:gd name="T22" fmla="*/ 299 w 526"/>
                <a:gd name="T23" fmla="*/ 96 h 275"/>
                <a:gd name="T24" fmla="*/ 394 w 526"/>
                <a:gd name="T25" fmla="*/ 48 h 275"/>
                <a:gd name="T26" fmla="*/ 442 w 526"/>
                <a:gd name="T27" fmla="*/ 30 h 275"/>
                <a:gd name="T28" fmla="*/ 478 w 526"/>
                <a:gd name="T29" fmla="*/ 12 h 275"/>
                <a:gd name="T30" fmla="*/ 502 w 526"/>
                <a:gd name="T31" fmla="*/ 6 h 275"/>
                <a:gd name="T32" fmla="*/ 520 w 526"/>
                <a:gd name="T33" fmla="*/ 0 h 275"/>
                <a:gd name="T34" fmla="*/ 526 w 526"/>
                <a:gd name="T35" fmla="*/ 0 h 275"/>
                <a:gd name="T36" fmla="*/ 520 w 526"/>
                <a:gd name="T37" fmla="*/ 6 h 275"/>
                <a:gd name="T38" fmla="*/ 508 w 526"/>
                <a:gd name="T39" fmla="*/ 12 h 275"/>
                <a:gd name="T40" fmla="*/ 484 w 526"/>
                <a:gd name="T41" fmla="*/ 24 h 275"/>
                <a:gd name="T42" fmla="*/ 460 w 526"/>
                <a:gd name="T43" fmla="*/ 42 h 275"/>
                <a:gd name="T44" fmla="*/ 436 w 526"/>
                <a:gd name="T45" fmla="*/ 54 h 275"/>
                <a:gd name="T46" fmla="*/ 394 w 526"/>
                <a:gd name="T47" fmla="*/ 78 h 275"/>
                <a:gd name="T48" fmla="*/ 340 w 526"/>
                <a:gd name="T49" fmla="*/ 108 h 275"/>
                <a:gd name="T50" fmla="*/ 275 w 526"/>
                <a:gd name="T51" fmla="*/ 143 h 275"/>
                <a:gd name="T52" fmla="*/ 131 w 526"/>
                <a:gd name="T53" fmla="*/ 221 h 275"/>
                <a:gd name="T54" fmla="*/ 65 w 526"/>
                <a:gd name="T55" fmla="*/ 251 h 275"/>
                <a:gd name="T56" fmla="*/ 0 w 526"/>
                <a:gd name="T57" fmla="*/ 275 h 275"/>
                <a:gd name="T58" fmla="*/ 0 w 526"/>
                <a:gd name="T5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4" name="Freeform 10">
              <a:extLst>
                <a:ext uri="{FF2B5EF4-FFF2-40B4-BE49-F238E27FC236}">
                  <a16:creationId xmlns:a16="http://schemas.microsoft.com/office/drawing/2014/main" id="{9BF2E2A0-5EE3-94C5-1A65-EF9C5A52BA5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676" y="2015"/>
              <a:ext cx="721" cy="306"/>
            </a:xfrm>
            <a:custGeom>
              <a:avLst/>
              <a:gdLst>
                <a:gd name="T0" fmla="*/ 48 w 718"/>
                <a:gd name="T1" fmla="*/ 216 h 306"/>
                <a:gd name="T2" fmla="*/ 30 w 718"/>
                <a:gd name="T3" fmla="*/ 252 h 306"/>
                <a:gd name="T4" fmla="*/ 12 w 718"/>
                <a:gd name="T5" fmla="*/ 282 h 306"/>
                <a:gd name="T6" fmla="*/ 6 w 718"/>
                <a:gd name="T7" fmla="*/ 300 h 306"/>
                <a:gd name="T8" fmla="*/ 0 w 718"/>
                <a:gd name="T9" fmla="*/ 306 h 306"/>
                <a:gd name="T10" fmla="*/ 48 w 718"/>
                <a:gd name="T11" fmla="*/ 276 h 306"/>
                <a:gd name="T12" fmla="*/ 84 w 718"/>
                <a:gd name="T13" fmla="*/ 252 h 306"/>
                <a:gd name="T14" fmla="*/ 108 w 718"/>
                <a:gd name="T15" fmla="*/ 234 h 306"/>
                <a:gd name="T16" fmla="*/ 120 w 718"/>
                <a:gd name="T17" fmla="*/ 228 h 306"/>
                <a:gd name="T18" fmla="*/ 126 w 718"/>
                <a:gd name="T19" fmla="*/ 228 h 306"/>
                <a:gd name="T20" fmla="*/ 144 w 718"/>
                <a:gd name="T21" fmla="*/ 222 h 306"/>
                <a:gd name="T22" fmla="*/ 168 w 718"/>
                <a:gd name="T23" fmla="*/ 216 h 306"/>
                <a:gd name="T24" fmla="*/ 198 w 718"/>
                <a:gd name="T25" fmla="*/ 204 h 306"/>
                <a:gd name="T26" fmla="*/ 275 w 718"/>
                <a:gd name="T27" fmla="*/ 180 h 306"/>
                <a:gd name="T28" fmla="*/ 371 w 718"/>
                <a:gd name="T29" fmla="*/ 156 h 306"/>
                <a:gd name="T30" fmla="*/ 461 w 718"/>
                <a:gd name="T31" fmla="*/ 126 h 306"/>
                <a:gd name="T32" fmla="*/ 544 w 718"/>
                <a:gd name="T33" fmla="*/ 102 h 306"/>
                <a:gd name="T34" fmla="*/ 574 w 718"/>
                <a:gd name="T35" fmla="*/ 90 h 306"/>
                <a:gd name="T36" fmla="*/ 604 w 718"/>
                <a:gd name="T37" fmla="*/ 84 h 306"/>
                <a:gd name="T38" fmla="*/ 622 w 718"/>
                <a:gd name="T39" fmla="*/ 78 h 306"/>
                <a:gd name="T40" fmla="*/ 628 w 718"/>
                <a:gd name="T41" fmla="*/ 72 h 306"/>
                <a:gd name="T42" fmla="*/ 634 w 718"/>
                <a:gd name="T43" fmla="*/ 66 h 306"/>
                <a:gd name="T44" fmla="*/ 652 w 718"/>
                <a:gd name="T45" fmla="*/ 60 h 306"/>
                <a:gd name="T46" fmla="*/ 694 w 718"/>
                <a:gd name="T47" fmla="*/ 30 h 306"/>
                <a:gd name="T48" fmla="*/ 712 w 718"/>
                <a:gd name="T49" fmla="*/ 18 h 306"/>
                <a:gd name="T50" fmla="*/ 718 w 718"/>
                <a:gd name="T51" fmla="*/ 6 h 306"/>
                <a:gd name="T52" fmla="*/ 712 w 718"/>
                <a:gd name="T53" fmla="*/ 0 h 306"/>
                <a:gd name="T54" fmla="*/ 688 w 718"/>
                <a:gd name="T55" fmla="*/ 0 h 306"/>
                <a:gd name="T56" fmla="*/ 628 w 718"/>
                <a:gd name="T57" fmla="*/ 0 h 306"/>
                <a:gd name="T58" fmla="*/ 580 w 718"/>
                <a:gd name="T59" fmla="*/ 0 h 306"/>
                <a:gd name="T60" fmla="*/ 544 w 718"/>
                <a:gd name="T61" fmla="*/ 0 h 306"/>
                <a:gd name="T62" fmla="*/ 514 w 718"/>
                <a:gd name="T63" fmla="*/ 18 h 306"/>
                <a:gd name="T64" fmla="*/ 485 w 718"/>
                <a:gd name="T65" fmla="*/ 42 h 306"/>
                <a:gd name="T66" fmla="*/ 467 w 718"/>
                <a:gd name="T67" fmla="*/ 54 h 306"/>
                <a:gd name="T68" fmla="*/ 449 w 718"/>
                <a:gd name="T69" fmla="*/ 60 h 306"/>
                <a:gd name="T70" fmla="*/ 425 w 718"/>
                <a:gd name="T71" fmla="*/ 60 h 306"/>
                <a:gd name="T72" fmla="*/ 389 w 718"/>
                <a:gd name="T73" fmla="*/ 66 h 306"/>
                <a:gd name="T74" fmla="*/ 347 w 718"/>
                <a:gd name="T75" fmla="*/ 84 h 306"/>
                <a:gd name="T76" fmla="*/ 311 w 718"/>
                <a:gd name="T77" fmla="*/ 108 h 306"/>
                <a:gd name="T78" fmla="*/ 287 w 718"/>
                <a:gd name="T79" fmla="*/ 126 h 306"/>
                <a:gd name="T80" fmla="*/ 275 w 718"/>
                <a:gd name="T81" fmla="*/ 132 h 306"/>
                <a:gd name="T82" fmla="*/ 257 w 718"/>
                <a:gd name="T83" fmla="*/ 138 h 306"/>
                <a:gd name="T84" fmla="*/ 221 w 718"/>
                <a:gd name="T85" fmla="*/ 138 h 306"/>
                <a:gd name="T86" fmla="*/ 186 w 718"/>
                <a:gd name="T87" fmla="*/ 138 h 306"/>
                <a:gd name="T88" fmla="*/ 180 w 718"/>
                <a:gd name="T89" fmla="*/ 138 h 306"/>
                <a:gd name="T90" fmla="*/ 174 w 718"/>
                <a:gd name="T91" fmla="*/ 138 h 306"/>
                <a:gd name="T92" fmla="*/ 114 w 718"/>
                <a:gd name="T93" fmla="*/ 162 h 306"/>
                <a:gd name="T94" fmla="*/ 48 w 718"/>
                <a:gd name="T95" fmla="*/ 216 h 306"/>
                <a:gd name="T96" fmla="*/ 48 w 718"/>
                <a:gd name="T97" fmla="*/ 21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5" name="Freeform 11">
              <a:extLst>
                <a:ext uri="{FF2B5EF4-FFF2-40B4-BE49-F238E27FC236}">
                  <a16:creationId xmlns:a16="http://schemas.microsoft.com/office/drawing/2014/main" id="{3E5F87D2-9792-9793-9AD4-1054F46B5EA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8" y="1890"/>
              <a:ext cx="2400" cy="881"/>
            </a:xfrm>
            <a:custGeom>
              <a:avLst/>
              <a:gdLst>
                <a:gd name="T0" fmla="*/ 2231 w 2392"/>
                <a:gd name="T1" fmla="*/ 54 h 881"/>
                <a:gd name="T2" fmla="*/ 2189 w 2392"/>
                <a:gd name="T3" fmla="*/ 54 h 881"/>
                <a:gd name="T4" fmla="*/ 2147 w 2392"/>
                <a:gd name="T5" fmla="*/ 66 h 881"/>
                <a:gd name="T6" fmla="*/ 2021 w 2392"/>
                <a:gd name="T7" fmla="*/ 101 h 881"/>
                <a:gd name="T8" fmla="*/ 1956 w 2392"/>
                <a:gd name="T9" fmla="*/ 119 h 881"/>
                <a:gd name="T10" fmla="*/ 1860 w 2392"/>
                <a:gd name="T11" fmla="*/ 167 h 881"/>
                <a:gd name="T12" fmla="*/ 1836 w 2392"/>
                <a:gd name="T13" fmla="*/ 245 h 881"/>
                <a:gd name="T14" fmla="*/ 1842 w 2392"/>
                <a:gd name="T15" fmla="*/ 305 h 881"/>
                <a:gd name="T16" fmla="*/ 1758 w 2392"/>
                <a:gd name="T17" fmla="*/ 317 h 881"/>
                <a:gd name="T18" fmla="*/ 1597 w 2392"/>
                <a:gd name="T19" fmla="*/ 263 h 881"/>
                <a:gd name="T20" fmla="*/ 1507 w 2392"/>
                <a:gd name="T21" fmla="*/ 257 h 881"/>
                <a:gd name="T22" fmla="*/ 1399 w 2392"/>
                <a:gd name="T23" fmla="*/ 311 h 881"/>
                <a:gd name="T24" fmla="*/ 1334 w 2392"/>
                <a:gd name="T25" fmla="*/ 353 h 881"/>
                <a:gd name="T26" fmla="*/ 1310 w 2392"/>
                <a:gd name="T27" fmla="*/ 359 h 881"/>
                <a:gd name="T28" fmla="*/ 1214 w 2392"/>
                <a:gd name="T29" fmla="*/ 371 h 881"/>
                <a:gd name="T30" fmla="*/ 1160 w 2392"/>
                <a:gd name="T31" fmla="*/ 365 h 881"/>
                <a:gd name="T32" fmla="*/ 1053 w 2392"/>
                <a:gd name="T33" fmla="*/ 371 h 881"/>
                <a:gd name="T34" fmla="*/ 957 w 2392"/>
                <a:gd name="T35" fmla="*/ 383 h 881"/>
                <a:gd name="T36" fmla="*/ 921 w 2392"/>
                <a:gd name="T37" fmla="*/ 401 h 881"/>
                <a:gd name="T38" fmla="*/ 819 w 2392"/>
                <a:gd name="T39" fmla="*/ 419 h 881"/>
                <a:gd name="T40" fmla="*/ 778 w 2392"/>
                <a:gd name="T41" fmla="*/ 419 h 881"/>
                <a:gd name="T42" fmla="*/ 664 w 2392"/>
                <a:gd name="T43" fmla="*/ 437 h 881"/>
                <a:gd name="T44" fmla="*/ 598 w 2392"/>
                <a:gd name="T45" fmla="*/ 473 h 881"/>
                <a:gd name="T46" fmla="*/ 503 w 2392"/>
                <a:gd name="T47" fmla="*/ 467 h 881"/>
                <a:gd name="T48" fmla="*/ 431 w 2392"/>
                <a:gd name="T49" fmla="*/ 491 h 881"/>
                <a:gd name="T50" fmla="*/ 413 w 2392"/>
                <a:gd name="T51" fmla="*/ 539 h 881"/>
                <a:gd name="T52" fmla="*/ 347 w 2392"/>
                <a:gd name="T53" fmla="*/ 569 h 881"/>
                <a:gd name="T54" fmla="*/ 222 w 2392"/>
                <a:gd name="T55" fmla="*/ 599 h 881"/>
                <a:gd name="T56" fmla="*/ 138 w 2392"/>
                <a:gd name="T57" fmla="*/ 647 h 881"/>
                <a:gd name="T58" fmla="*/ 108 w 2392"/>
                <a:gd name="T59" fmla="*/ 659 h 881"/>
                <a:gd name="T60" fmla="*/ 0 w 2392"/>
                <a:gd name="T61" fmla="*/ 671 h 881"/>
                <a:gd name="T62" fmla="*/ 84 w 2392"/>
                <a:gd name="T63" fmla="*/ 695 h 881"/>
                <a:gd name="T64" fmla="*/ 263 w 2392"/>
                <a:gd name="T65" fmla="*/ 653 h 881"/>
                <a:gd name="T66" fmla="*/ 473 w 2392"/>
                <a:gd name="T67" fmla="*/ 569 h 881"/>
                <a:gd name="T68" fmla="*/ 568 w 2392"/>
                <a:gd name="T69" fmla="*/ 521 h 881"/>
                <a:gd name="T70" fmla="*/ 646 w 2392"/>
                <a:gd name="T71" fmla="*/ 515 h 881"/>
                <a:gd name="T72" fmla="*/ 873 w 2392"/>
                <a:gd name="T73" fmla="*/ 461 h 881"/>
                <a:gd name="T74" fmla="*/ 1148 w 2392"/>
                <a:gd name="T75" fmla="*/ 425 h 881"/>
                <a:gd name="T76" fmla="*/ 1292 w 2392"/>
                <a:gd name="T77" fmla="*/ 461 h 881"/>
                <a:gd name="T78" fmla="*/ 1417 w 2392"/>
                <a:gd name="T79" fmla="*/ 533 h 881"/>
                <a:gd name="T80" fmla="*/ 1435 w 2392"/>
                <a:gd name="T81" fmla="*/ 617 h 881"/>
                <a:gd name="T82" fmla="*/ 1376 w 2392"/>
                <a:gd name="T83" fmla="*/ 653 h 881"/>
                <a:gd name="T84" fmla="*/ 1226 w 2392"/>
                <a:gd name="T85" fmla="*/ 701 h 881"/>
                <a:gd name="T86" fmla="*/ 1112 w 2392"/>
                <a:gd name="T87" fmla="*/ 755 h 881"/>
                <a:gd name="T88" fmla="*/ 1065 w 2392"/>
                <a:gd name="T89" fmla="*/ 809 h 881"/>
                <a:gd name="T90" fmla="*/ 1077 w 2392"/>
                <a:gd name="T91" fmla="*/ 869 h 881"/>
                <a:gd name="T92" fmla="*/ 1106 w 2392"/>
                <a:gd name="T93" fmla="*/ 881 h 881"/>
                <a:gd name="T94" fmla="*/ 1208 w 2392"/>
                <a:gd name="T95" fmla="*/ 869 h 881"/>
                <a:gd name="T96" fmla="*/ 1388 w 2392"/>
                <a:gd name="T97" fmla="*/ 857 h 881"/>
                <a:gd name="T98" fmla="*/ 1441 w 2392"/>
                <a:gd name="T99" fmla="*/ 851 h 881"/>
                <a:gd name="T100" fmla="*/ 1483 w 2392"/>
                <a:gd name="T101" fmla="*/ 833 h 881"/>
                <a:gd name="T102" fmla="*/ 1675 w 2392"/>
                <a:gd name="T103" fmla="*/ 743 h 881"/>
                <a:gd name="T104" fmla="*/ 1806 w 2392"/>
                <a:gd name="T105" fmla="*/ 689 h 881"/>
                <a:gd name="T106" fmla="*/ 1884 w 2392"/>
                <a:gd name="T107" fmla="*/ 581 h 881"/>
                <a:gd name="T108" fmla="*/ 2039 w 2392"/>
                <a:gd name="T109" fmla="*/ 389 h 881"/>
                <a:gd name="T110" fmla="*/ 2207 w 2392"/>
                <a:gd name="T111" fmla="*/ 269 h 881"/>
                <a:gd name="T112" fmla="*/ 2249 w 2392"/>
                <a:gd name="T113" fmla="*/ 239 h 881"/>
                <a:gd name="T114" fmla="*/ 2392 w 2392"/>
                <a:gd name="T115" fmla="*/ 0 h 881"/>
                <a:gd name="T116" fmla="*/ 2302 w 2392"/>
                <a:gd name="T117" fmla="*/ 36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6" name="Freeform 12">
              <a:extLst>
                <a:ext uri="{FF2B5EF4-FFF2-40B4-BE49-F238E27FC236}">
                  <a16:creationId xmlns:a16="http://schemas.microsoft.com/office/drawing/2014/main" id="{7C548F20-B027-F77B-A13E-C81DC0B5F50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54"/>
              <a:ext cx="577" cy="258"/>
            </a:xfrm>
            <a:custGeom>
              <a:avLst/>
              <a:gdLst>
                <a:gd name="T0" fmla="*/ 30 w 550"/>
                <a:gd name="T1" fmla="*/ 245 h 257"/>
                <a:gd name="T2" fmla="*/ 18 w 550"/>
                <a:gd name="T3" fmla="*/ 251 h 257"/>
                <a:gd name="T4" fmla="*/ 6 w 550"/>
                <a:gd name="T5" fmla="*/ 257 h 257"/>
                <a:gd name="T6" fmla="*/ 0 w 550"/>
                <a:gd name="T7" fmla="*/ 257 h 257"/>
                <a:gd name="T8" fmla="*/ 305 w 550"/>
                <a:gd name="T9" fmla="*/ 113 h 257"/>
                <a:gd name="T10" fmla="*/ 520 w 550"/>
                <a:gd name="T11" fmla="*/ 0 h 257"/>
                <a:gd name="T12" fmla="*/ 526 w 550"/>
                <a:gd name="T13" fmla="*/ 6 h 257"/>
                <a:gd name="T14" fmla="*/ 544 w 550"/>
                <a:gd name="T15" fmla="*/ 18 h 257"/>
                <a:gd name="T16" fmla="*/ 550 w 550"/>
                <a:gd name="T17" fmla="*/ 24 h 257"/>
                <a:gd name="T18" fmla="*/ 550 w 550"/>
                <a:gd name="T19" fmla="*/ 36 h 257"/>
                <a:gd name="T20" fmla="*/ 544 w 550"/>
                <a:gd name="T21" fmla="*/ 42 h 257"/>
                <a:gd name="T22" fmla="*/ 526 w 550"/>
                <a:gd name="T23" fmla="*/ 54 h 257"/>
                <a:gd name="T24" fmla="*/ 514 w 550"/>
                <a:gd name="T25" fmla="*/ 60 h 257"/>
                <a:gd name="T26" fmla="*/ 502 w 550"/>
                <a:gd name="T27" fmla="*/ 66 h 257"/>
                <a:gd name="T28" fmla="*/ 448 w 550"/>
                <a:gd name="T29" fmla="*/ 84 h 257"/>
                <a:gd name="T30" fmla="*/ 382 w 550"/>
                <a:gd name="T31" fmla="*/ 113 h 257"/>
                <a:gd name="T32" fmla="*/ 305 w 550"/>
                <a:gd name="T33" fmla="*/ 143 h 257"/>
                <a:gd name="T34" fmla="*/ 227 w 550"/>
                <a:gd name="T35" fmla="*/ 173 h 257"/>
                <a:gd name="T36" fmla="*/ 149 w 550"/>
                <a:gd name="T37" fmla="*/ 203 h 257"/>
                <a:gd name="T38" fmla="*/ 83 w 550"/>
                <a:gd name="T39" fmla="*/ 227 h 257"/>
                <a:gd name="T40" fmla="*/ 30 w 550"/>
                <a:gd name="T41" fmla="*/ 245 h 257"/>
                <a:gd name="T42" fmla="*/ 30 w 550"/>
                <a:gd name="T43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7" name="Freeform 13">
              <a:extLst>
                <a:ext uri="{FF2B5EF4-FFF2-40B4-BE49-F238E27FC236}">
                  <a16:creationId xmlns:a16="http://schemas.microsoft.com/office/drawing/2014/main" id="{56141437-2D3E-5DC6-E6A8-CCDCEB05FE67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5327" y="1642"/>
              <a:ext cx="5" cy="1"/>
            </a:xfrm>
            <a:custGeom>
              <a:avLst/>
              <a:gdLst>
                <a:gd name="T0" fmla="*/ 0 w 5"/>
                <a:gd name="T1" fmla="*/ 5 w 5"/>
                <a:gd name="T2" fmla="*/ 0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8" name="Freeform 14">
              <a:extLst>
                <a:ext uri="{FF2B5EF4-FFF2-40B4-BE49-F238E27FC236}">
                  <a16:creationId xmlns:a16="http://schemas.microsoft.com/office/drawing/2014/main" id="{C9A6D13B-CADE-8574-A084-1DFF133836E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728"/>
              <a:ext cx="716" cy="383"/>
            </a:xfrm>
            <a:custGeom>
              <a:avLst/>
              <a:gdLst>
                <a:gd name="T0" fmla="*/ 659 w 716"/>
                <a:gd name="T1" fmla="*/ 6 h 383"/>
                <a:gd name="T2" fmla="*/ 588 w 716"/>
                <a:gd name="T3" fmla="*/ 42 h 383"/>
                <a:gd name="T4" fmla="*/ 515 w 716"/>
                <a:gd name="T5" fmla="*/ 84 h 383"/>
                <a:gd name="T6" fmla="*/ 509 w 716"/>
                <a:gd name="T7" fmla="*/ 90 h 383"/>
                <a:gd name="T8" fmla="*/ 485 w 716"/>
                <a:gd name="T9" fmla="*/ 102 h 383"/>
                <a:gd name="T10" fmla="*/ 455 w 716"/>
                <a:gd name="T11" fmla="*/ 120 h 383"/>
                <a:gd name="T12" fmla="*/ 425 w 716"/>
                <a:gd name="T13" fmla="*/ 138 h 383"/>
                <a:gd name="T14" fmla="*/ 371 w 716"/>
                <a:gd name="T15" fmla="*/ 168 h 383"/>
                <a:gd name="T16" fmla="*/ 306 w 716"/>
                <a:gd name="T17" fmla="*/ 198 h 383"/>
                <a:gd name="T18" fmla="*/ 186 w 716"/>
                <a:gd name="T19" fmla="*/ 251 h 383"/>
                <a:gd name="T20" fmla="*/ 131 w 716"/>
                <a:gd name="T21" fmla="*/ 269 h 383"/>
                <a:gd name="T22" fmla="*/ 89 w 716"/>
                <a:gd name="T23" fmla="*/ 287 h 383"/>
                <a:gd name="T24" fmla="*/ 53 w 716"/>
                <a:gd name="T25" fmla="*/ 305 h 383"/>
                <a:gd name="T26" fmla="*/ 36 w 716"/>
                <a:gd name="T27" fmla="*/ 311 h 383"/>
                <a:gd name="T28" fmla="*/ 12 w 716"/>
                <a:gd name="T29" fmla="*/ 329 h 383"/>
                <a:gd name="T30" fmla="*/ 0 w 716"/>
                <a:gd name="T31" fmla="*/ 353 h 383"/>
                <a:gd name="T32" fmla="*/ 0 w 716"/>
                <a:gd name="T33" fmla="*/ 371 h 383"/>
                <a:gd name="T34" fmla="*/ 0 w 716"/>
                <a:gd name="T35" fmla="*/ 383 h 383"/>
                <a:gd name="T36" fmla="*/ 0 w 716"/>
                <a:gd name="T37" fmla="*/ 383 h 383"/>
                <a:gd name="T38" fmla="*/ 12 w 716"/>
                <a:gd name="T39" fmla="*/ 371 h 383"/>
                <a:gd name="T40" fmla="*/ 30 w 716"/>
                <a:gd name="T41" fmla="*/ 353 h 383"/>
                <a:gd name="T42" fmla="*/ 53 w 716"/>
                <a:gd name="T43" fmla="*/ 335 h 383"/>
                <a:gd name="T44" fmla="*/ 77 w 716"/>
                <a:gd name="T45" fmla="*/ 317 h 383"/>
                <a:gd name="T46" fmla="*/ 101 w 716"/>
                <a:gd name="T47" fmla="*/ 311 h 383"/>
                <a:gd name="T48" fmla="*/ 131 w 716"/>
                <a:gd name="T49" fmla="*/ 299 h 383"/>
                <a:gd name="T50" fmla="*/ 204 w 716"/>
                <a:gd name="T51" fmla="*/ 269 h 383"/>
                <a:gd name="T52" fmla="*/ 240 w 716"/>
                <a:gd name="T53" fmla="*/ 251 h 383"/>
                <a:gd name="T54" fmla="*/ 270 w 716"/>
                <a:gd name="T55" fmla="*/ 239 h 383"/>
                <a:gd name="T56" fmla="*/ 294 w 716"/>
                <a:gd name="T57" fmla="*/ 228 h 383"/>
                <a:gd name="T58" fmla="*/ 312 w 716"/>
                <a:gd name="T59" fmla="*/ 222 h 383"/>
                <a:gd name="T60" fmla="*/ 330 w 716"/>
                <a:gd name="T61" fmla="*/ 210 h 383"/>
                <a:gd name="T62" fmla="*/ 365 w 716"/>
                <a:gd name="T63" fmla="*/ 186 h 383"/>
                <a:gd name="T64" fmla="*/ 419 w 716"/>
                <a:gd name="T65" fmla="*/ 156 h 383"/>
                <a:gd name="T66" fmla="*/ 473 w 716"/>
                <a:gd name="T67" fmla="*/ 120 h 383"/>
                <a:gd name="T68" fmla="*/ 527 w 716"/>
                <a:gd name="T69" fmla="*/ 90 h 383"/>
                <a:gd name="T70" fmla="*/ 576 w 716"/>
                <a:gd name="T71" fmla="*/ 60 h 383"/>
                <a:gd name="T72" fmla="*/ 612 w 716"/>
                <a:gd name="T73" fmla="*/ 42 h 383"/>
                <a:gd name="T74" fmla="*/ 629 w 716"/>
                <a:gd name="T75" fmla="*/ 36 h 383"/>
                <a:gd name="T76" fmla="*/ 647 w 716"/>
                <a:gd name="T77" fmla="*/ 30 h 383"/>
                <a:gd name="T78" fmla="*/ 677 w 716"/>
                <a:gd name="T79" fmla="*/ 18 h 383"/>
                <a:gd name="T80" fmla="*/ 701 w 716"/>
                <a:gd name="T81" fmla="*/ 6 h 383"/>
                <a:gd name="T82" fmla="*/ 713 w 716"/>
                <a:gd name="T83" fmla="*/ 0 h 383"/>
                <a:gd name="T84" fmla="*/ 713 w 716"/>
                <a:gd name="T85" fmla="*/ 0 h 383"/>
                <a:gd name="T86" fmla="*/ 659 w 716"/>
                <a:gd name="T87" fmla="*/ 6 h 383"/>
                <a:gd name="T88" fmla="*/ 716 w 716"/>
                <a:gd name="T89" fmla="*/ 6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9" name="Freeform 15">
              <a:extLst>
                <a:ext uri="{FF2B5EF4-FFF2-40B4-BE49-F238E27FC236}">
                  <a16:creationId xmlns:a16="http://schemas.microsoft.com/office/drawing/2014/main" id="{CDFB09D5-4867-24AB-B342-7485145C97D0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453" y="2271"/>
              <a:ext cx="318" cy="225"/>
            </a:xfrm>
            <a:custGeom>
              <a:avLst/>
              <a:gdLst>
                <a:gd name="T0" fmla="*/ 6 w 318"/>
                <a:gd name="T1" fmla="*/ 225 h 225"/>
                <a:gd name="T2" fmla="*/ 0 w 318"/>
                <a:gd name="T3" fmla="*/ 195 h 225"/>
                <a:gd name="T4" fmla="*/ 315 w 318"/>
                <a:gd name="T5" fmla="*/ 0 h 225"/>
                <a:gd name="T6" fmla="*/ 303 w 318"/>
                <a:gd name="T7" fmla="*/ 27 h 225"/>
                <a:gd name="T8" fmla="*/ 318 w 318"/>
                <a:gd name="T9" fmla="*/ 4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0" name="Freeform 16">
              <a:extLst>
                <a:ext uri="{FF2B5EF4-FFF2-40B4-BE49-F238E27FC236}">
                  <a16:creationId xmlns:a16="http://schemas.microsoft.com/office/drawing/2014/main" id="{D2459EC6-1C9F-CA12-81D4-F888B61D8E84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58"/>
              <a:ext cx="2595" cy="933"/>
            </a:xfrm>
            <a:custGeom>
              <a:avLst/>
              <a:gdLst>
                <a:gd name="T0" fmla="*/ 1050 w 2595"/>
                <a:gd name="T1" fmla="*/ 657 h 933"/>
                <a:gd name="T2" fmla="*/ 1581 w 2595"/>
                <a:gd name="T3" fmla="*/ 690 h 933"/>
                <a:gd name="T4" fmla="*/ 1671 w 2595"/>
                <a:gd name="T5" fmla="*/ 723 h 933"/>
                <a:gd name="T6" fmla="*/ 1176 w 2595"/>
                <a:gd name="T7" fmla="*/ 621 h 933"/>
                <a:gd name="T8" fmla="*/ 1854 w 2595"/>
                <a:gd name="T9" fmla="*/ 567 h 933"/>
                <a:gd name="T10" fmla="*/ 1869 w 2595"/>
                <a:gd name="T11" fmla="*/ 612 h 933"/>
                <a:gd name="T12" fmla="*/ 2103 w 2595"/>
                <a:gd name="T13" fmla="*/ 861 h 933"/>
                <a:gd name="T14" fmla="*/ 1883 w 2595"/>
                <a:gd name="T15" fmla="*/ 520 h 933"/>
                <a:gd name="T16" fmla="*/ 1842 w 2595"/>
                <a:gd name="T17" fmla="*/ 490 h 933"/>
                <a:gd name="T18" fmla="*/ 1770 w 2595"/>
                <a:gd name="T19" fmla="*/ 466 h 933"/>
                <a:gd name="T20" fmla="*/ 1740 w 2595"/>
                <a:gd name="T21" fmla="*/ 448 h 933"/>
                <a:gd name="T22" fmla="*/ 1758 w 2595"/>
                <a:gd name="T23" fmla="*/ 436 h 933"/>
                <a:gd name="T24" fmla="*/ 1830 w 2595"/>
                <a:gd name="T25" fmla="*/ 430 h 933"/>
                <a:gd name="T26" fmla="*/ 1877 w 2595"/>
                <a:gd name="T27" fmla="*/ 424 h 933"/>
                <a:gd name="T28" fmla="*/ 1955 w 2595"/>
                <a:gd name="T29" fmla="*/ 394 h 933"/>
                <a:gd name="T30" fmla="*/ 2052 w 2595"/>
                <a:gd name="T31" fmla="*/ 396 h 933"/>
                <a:gd name="T32" fmla="*/ 2253 w 2595"/>
                <a:gd name="T33" fmla="*/ 732 h 933"/>
                <a:gd name="T34" fmla="*/ 2415 w 2595"/>
                <a:gd name="T35" fmla="*/ 933 h 933"/>
                <a:gd name="T36" fmla="*/ 2397 w 2595"/>
                <a:gd name="T37" fmla="*/ 828 h 933"/>
                <a:gd name="T38" fmla="*/ 2088 w 2595"/>
                <a:gd name="T39" fmla="*/ 400 h 933"/>
                <a:gd name="T40" fmla="*/ 2046 w 2595"/>
                <a:gd name="T41" fmla="*/ 346 h 933"/>
                <a:gd name="T42" fmla="*/ 1997 w 2595"/>
                <a:gd name="T43" fmla="*/ 304 h 933"/>
                <a:gd name="T44" fmla="*/ 1967 w 2595"/>
                <a:gd name="T45" fmla="*/ 286 h 933"/>
                <a:gd name="T46" fmla="*/ 1973 w 2595"/>
                <a:gd name="T47" fmla="*/ 286 h 933"/>
                <a:gd name="T48" fmla="*/ 2009 w 2595"/>
                <a:gd name="T49" fmla="*/ 286 h 933"/>
                <a:gd name="T50" fmla="*/ 2082 w 2595"/>
                <a:gd name="T51" fmla="*/ 322 h 933"/>
                <a:gd name="T52" fmla="*/ 2199 w 2595"/>
                <a:gd name="T53" fmla="*/ 384 h 933"/>
                <a:gd name="T54" fmla="*/ 2394 w 2595"/>
                <a:gd name="T55" fmla="*/ 448 h 933"/>
                <a:gd name="T56" fmla="*/ 2595 w 2595"/>
                <a:gd name="T57" fmla="*/ 516 h 933"/>
                <a:gd name="T58" fmla="*/ 2388 w 2595"/>
                <a:gd name="T59" fmla="*/ 424 h 933"/>
                <a:gd name="T60" fmla="*/ 2219 w 2595"/>
                <a:gd name="T61" fmla="*/ 340 h 933"/>
                <a:gd name="T62" fmla="*/ 2052 w 2595"/>
                <a:gd name="T63" fmla="*/ 280 h 933"/>
                <a:gd name="T64" fmla="*/ 1955 w 2595"/>
                <a:gd name="T65" fmla="*/ 262 h 933"/>
                <a:gd name="T66" fmla="*/ 1877 w 2595"/>
                <a:gd name="T67" fmla="*/ 274 h 933"/>
                <a:gd name="T68" fmla="*/ 1752 w 2595"/>
                <a:gd name="T69" fmla="*/ 274 h 933"/>
                <a:gd name="T70" fmla="*/ 1661 w 2595"/>
                <a:gd name="T71" fmla="*/ 292 h 933"/>
                <a:gd name="T72" fmla="*/ 1607 w 2595"/>
                <a:gd name="T73" fmla="*/ 316 h 933"/>
                <a:gd name="T74" fmla="*/ 1589 w 2595"/>
                <a:gd name="T75" fmla="*/ 322 h 933"/>
                <a:gd name="T76" fmla="*/ 1409 w 2595"/>
                <a:gd name="T77" fmla="*/ 358 h 933"/>
                <a:gd name="T78" fmla="*/ 1152 w 2595"/>
                <a:gd name="T79" fmla="*/ 442 h 933"/>
                <a:gd name="T80" fmla="*/ 966 w 2595"/>
                <a:gd name="T81" fmla="*/ 460 h 933"/>
                <a:gd name="T82" fmla="*/ 870 w 2595"/>
                <a:gd name="T83" fmla="*/ 442 h 933"/>
                <a:gd name="T84" fmla="*/ 828 w 2595"/>
                <a:gd name="T85" fmla="*/ 430 h 933"/>
                <a:gd name="T86" fmla="*/ 743 w 2595"/>
                <a:gd name="T87" fmla="*/ 388 h 933"/>
                <a:gd name="T88" fmla="*/ 636 w 2595"/>
                <a:gd name="T89" fmla="*/ 334 h 933"/>
                <a:gd name="T90" fmla="*/ 467 w 2595"/>
                <a:gd name="T91" fmla="*/ 256 h 933"/>
                <a:gd name="T92" fmla="*/ 0 w 2595"/>
                <a:gd name="T93" fmla="*/ 0 h 933"/>
                <a:gd name="T94" fmla="*/ 585 w 2595"/>
                <a:gd name="T95" fmla="*/ 390 h 933"/>
                <a:gd name="T96" fmla="*/ 849 w 2595"/>
                <a:gd name="T97" fmla="*/ 543 h 933"/>
                <a:gd name="T98" fmla="*/ 897 w 2595"/>
                <a:gd name="T99" fmla="*/ 621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1" name="Freeform 17">
              <a:extLst>
                <a:ext uri="{FF2B5EF4-FFF2-40B4-BE49-F238E27FC236}">
                  <a16:creationId xmlns:a16="http://schemas.microsoft.com/office/drawing/2014/main" id="{B4CCCB78-2E10-288F-9806-04419B5EAD77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994"/>
              <a:ext cx="2723" cy="1091"/>
            </a:xfrm>
            <a:custGeom>
              <a:avLst/>
              <a:gdLst>
                <a:gd name="T0" fmla="*/ 2370 w 2723"/>
                <a:gd name="T1" fmla="*/ 72 h 1091"/>
                <a:gd name="T2" fmla="*/ 2597 w 2723"/>
                <a:gd name="T3" fmla="*/ 198 h 1091"/>
                <a:gd name="T4" fmla="*/ 2639 w 2723"/>
                <a:gd name="T5" fmla="*/ 276 h 1091"/>
                <a:gd name="T6" fmla="*/ 2453 w 2723"/>
                <a:gd name="T7" fmla="*/ 264 h 1091"/>
                <a:gd name="T8" fmla="*/ 2297 w 2723"/>
                <a:gd name="T9" fmla="*/ 204 h 1091"/>
                <a:gd name="T10" fmla="*/ 2112 w 2723"/>
                <a:gd name="T11" fmla="*/ 66 h 1091"/>
                <a:gd name="T12" fmla="*/ 2088 w 2723"/>
                <a:gd name="T13" fmla="*/ 72 h 1091"/>
                <a:gd name="T14" fmla="*/ 2106 w 2723"/>
                <a:gd name="T15" fmla="*/ 114 h 1091"/>
                <a:gd name="T16" fmla="*/ 2412 w 2723"/>
                <a:gd name="T17" fmla="*/ 552 h 1091"/>
                <a:gd name="T18" fmla="*/ 2279 w 2723"/>
                <a:gd name="T19" fmla="*/ 564 h 1091"/>
                <a:gd name="T20" fmla="*/ 2189 w 2723"/>
                <a:gd name="T21" fmla="*/ 492 h 1091"/>
                <a:gd name="T22" fmla="*/ 2058 w 2723"/>
                <a:gd name="T23" fmla="*/ 330 h 1091"/>
                <a:gd name="T24" fmla="*/ 1991 w 2723"/>
                <a:gd name="T25" fmla="*/ 234 h 1091"/>
                <a:gd name="T26" fmla="*/ 1949 w 2723"/>
                <a:gd name="T27" fmla="*/ 174 h 1091"/>
                <a:gd name="T28" fmla="*/ 1824 w 2723"/>
                <a:gd name="T29" fmla="*/ 132 h 1091"/>
                <a:gd name="T30" fmla="*/ 1794 w 2723"/>
                <a:gd name="T31" fmla="*/ 144 h 1091"/>
                <a:gd name="T32" fmla="*/ 1895 w 2723"/>
                <a:gd name="T33" fmla="*/ 222 h 1091"/>
                <a:gd name="T34" fmla="*/ 1943 w 2723"/>
                <a:gd name="T35" fmla="*/ 366 h 1091"/>
                <a:gd name="T36" fmla="*/ 2064 w 2723"/>
                <a:gd name="T37" fmla="*/ 630 h 1091"/>
                <a:gd name="T38" fmla="*/ 2052 w 2723"/>
                <a:gd name="T39" fmla="*/ 695 h 1091"/>
                <a:gd name="T40" fmla="*/ 1955 w 2723"/>
                <a:gd name="T41" fmla="*/ 683 h 1091"/>
                <a:gd name="T42" fmla="*/ 1913 w 2723"/>
                <a:gd name="T43" fmla="*/ 636 h 1091"/>
                <a:gd name="T44" fmla="*/ 1703 w 2723"/>
                <a:gd name="T45" fmla="*/ 312 h 1091"/>
                <a:gd name="T46" fmla="*/ 1637 w 2723"/>
                <a:gd name="T47" fmla="*/ 276 h 1091"/>
                <a:gd name="T48" fmla="*/ 1643 w 2723"/>
                <a:gd name="T49" fmla="*/ 318 h 1091"/>
                <a:gd name="T50" fmla="*/ 1673 w 2723"/>
                <a:gd name="T51" fmla="*/ 408 h 1091"/>
                <a:gd name="T52" fmla="*/ 1716 w 2723"/>
                <a:gd name="T53" fmla="*/ 779 h 1091"/>
                <a:gd name="T54" fmla="*/ 1691 w 2723"/>
                <a:gd name="T55" fmla="*/ 737 h 1091"/>
                <a:gd name="T56" fmla="*/ 1613 w 2723"/>
                <a:gd name="T57" fmla="*/ 582 h 1091"/>
                <a:gd name="T58" fmla="*/ 1494 w 2723"/>
                <a:gd name="T59" fmla="*/ 480 h 1091"/>
                <a:gd name="T60" fmla="*/ 1248 w 2723"/>
                <a:gd name="T61" fmla="*/ 528 h 1091"/>
                <a:gd name="T62" fmla="*/ 996 w 2723"/>
                <a:gd name="T63" fmla="*/ 630 h 1091"/>
                <a:gd name="T64" fmla="*/ 714 w 2723"/>
                <a:gd name="T65" fmla="*/ 534 h 1091"/>
                <a:gd name="T66" fmla="*/ 198 w 2723"/>
                <a:gd name="T67" fmla="*/ 288 h 1091"/>
                <a:gd name="T68" fmla="*/ 0 w 2723"/>
                <a:gd name="T69" fmla="*/ 460 h 1091"/>
                <a:gd name="T70" fmla="*/ 288 w 2723"/>
                <a:gd name="T71" fmla="*/ 570 h 1091"/>
                <a:gd name="T72" fmla="*/ 461 w 2723"/>
                <a:gd name="T73" fmla="*/ 654 h 1091"/>
                <a:gd name="T74" fmla="*/ 725 w 2723"/>
                <a:gd name="T75" fmla="*/ 755 h 1091"/>
                <a:gd name="T76" fmla="*/ 966 w 2723"/>
                <a:gd name="T77" fmla="*/ 791 h 1091"/>
                <a:gd name="T78" fmla="*/ 1176 w 2723"/>
                <a:gd name="T79" fmla="*/ 779 h 1091"/>
                <a:gd name="T80" fmla="*/ 1278 w 2723"/>
                <a:gd name="T81" fmla="*/ 791 h 1091"/>
                <a:gd name="T82" fmla="*/ 1404 w 2723"/>
                <a:gd name="T83" fmla="*/ 845 h 1091"/>
                <a:gd name="T84" fmla="*/ 1416 w 2723"/>
                <a:gd name="T85" fmla="*/ 887 h 1091"/>
                <a:gd name="T86" fmla="*/ 1361 w 2723"/>
                <a:gd name="T87" fmla="*/ 923 h 1091"/>
                <a:gd name="T88" fmla="*/ 1385 w 2723"/>
                <a:gd name="T89" fmla="*/ 1007 h 1091"/>
                <a:gd name="T90" fmla="*/ 1494 w 2723"/>
                <a:gd name="T91" fmla="*/ 1085 h 1091"/>
                <a:gd name="T92" fmla="*/ 1697 w 2723"/>
                <a:gd name="T93" fmla="*/ 1043 h 1091"/>
                <a:gd name="T94" fmla="*/ 1812 w 2723"/>
                <a:gd name="T95" fmla="*/ 989 h 1091"/>
                <a:gd name="T96" fmla="*/ 1973 w 2723"/>
                <a:gd name="T97" fmla="*/ 917 h 1091"/>
                <a:gd name="T98" fmla="*/ 2201 w 2723"/>
                <a:gd name="T99" fmla="*/ 899 h 1091"/>
                <a:gd name="T100" fmla="*/ 2364 w 2723"/>
                <a:gd name="T101" fmla="*/ 863 h 1091"/>
                <a:gd name="T102" fmla="*/ 2400 w 2723"/>
                <a:gd name="T103" fmla="*/ 743 h 1091"/>
                <a:gd name="T104" fmla="*/ 2471 w 2723"/>
                <a:gd name="T105" fmla="*/ 701 h 1091"/>
                <a:gd name="T106" fmla="*/ 2621 w 2723"/>
                <a:gd name="T107" fmla="*/ 504 h 1091"/>
                <a:gd name="T108" fmla="*/ 2693 w 2723"/>
                <a:gd name="T109" fmla="*/ 37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166B578F-E2E2-15B1-6190-7C0055C2D870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6403" name="Rectangle 19">
            <a:extLst>
              <a:ext uri="{FF2B5EF4-FFF2-40B4-BE49-F238E27FC236}">
                <a16:creationId xmlns:a16="http://schemas.microsoft.com/office/drawing/2014/main" id="{6682F0C7-5911-C3F5-148A-5D1D024E63B5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6404" name="Rectangle 20">
            <a:extLst>
              <a:ext uri="{FF2B5EF4-FFF2-40B4-BE49-F238E27FC236}">
                <a16:creationId xmlns:a16="http://schemas.microsoft.com/office/drawing/2014/main" id="{9B8DFCEC-0DF0-5233-E239-5FAAAB2EAA98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405" name="Rectangle 21">
            <a:extLst>
              <a:ext uri="{FF2B5EF4-FFF2-40B4-BE49-F238E27FC236}">
                <a16:creationId xmlns:a16="http://schemas.microsoft.com/office/drawing/2014/main" id="{ABA1FF88-19FF-C0F5-0FA3-A37DDA004C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406" name="Rectangle 22">
            <a:extLst>
              <a:ext uri="{FF2B5EF4-FFF2-40B4-BE49-F238E27FC236}">
                <a16:creationId xmlns:a16="http://schemas.microsoft.com/office/drawing/2014/main" id="{F2FCE0E4-7DDF-534F-3653-A04CF11650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C7F94D1-024A-4603-A9A3-7BE9D79EDD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63C2C-F5EB-5F58-34A7-E2270611A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C3669E-96FE-D1EE-E649-0B3818100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153C7A-B874-66A8-F4F4-57CCE96F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FCB432-E87C-8C85-3763-7BD96256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C9FCB8-7331-42CA-A6A4-EE2BF214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E5165-0CF0-4206-B1AE-5F537AD18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274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3D21E-0E95-20CA-18C7-2CA7D28AA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153978-2DA5-B5C5-2922-BBC8EAD25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C5490B-1F16-5F5C-2483-BA0AE29D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9CF123-5DDE-6008-6DD1-93716711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FE8160-E15E-F106-0765-63DC40C0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E44D5-DE44-4800-9690-1F42309D4E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0115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852F6-6645-3BD2-17E5-0F1D4B55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6C5F31-5A02-CBEB-EEE7-70251B731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C490CA-2939-0A16-3811-AF3847EC7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8C0ECB-EBD2-057C-9C2E-D5524CFD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D82550-53CC-F026-B663-147C9E56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6EDA20-E0A7-48FA-144D-5D993EC7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6D8F3C-E1C7-4FBE-BBC5-8F9CA32F81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430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0EC58-942D-149C-3B37-368523C4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9ED86E-8178-8D55-A29B-721A59274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AA0E4C-1412-6FF3-A58E-03479A28A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4FCC53-99FB-2E0A-0518-FFFF53F92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19C4D4-5775-5665-5C6F-986F136E4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74BDA8C-B837-D4FB-7C56-F997976A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55F5E4E-55FF-3744-00F6-75F1DB67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AA0CBE-EAF8-2AD5-9DF6-876CA926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DB527C-5461-4124-B3B7-3988EA5A9A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455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2F47C-8113-AA82-0C78-A797B512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89CB77-734B-7404-7C50-73872699B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0C2E1A-2A73-01D9-FB42-A188C1C2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8F434A-7FBE-73DD-2672-74506A2B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1203F-6B9A-4C68-BD39-8222794256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357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A6D795-D34D-D7F7-7BAD-12D2A704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8E8792E-FCAF-505A-7EE4-1CFFE769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924FC2-D2AC-AFB1-A297-1AE5E70A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DBBA7-1123-44CA-9526-7CDC543112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331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0924E-28C1-E355-AF36-BEF846EF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E435B-0C1C-1BF5-04E4-089076292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8C6320-6C97-1025-9D3B-B1DB13E39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148D1B-3685-AA6A-E49A-53307350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29F4DF-94B2-41DB-01DA-BE59B366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AC7B14-B870-B3EF-02D1-7C432335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802117-F5CE-4847-A70C-91070B492E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912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9790D-E84B-3137-B809-256D9F181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A946924-0B05-432E-95D3-D7FC7DCA6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006078-31E6-37F2-9F1B-14FC2989F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D95775-AB60-8BF6-6A99-39165EEF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90DC94-31EA-1736-1042-CE782266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BEF983-7EDE-BD0A-A3F2-4A836B98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27D5B2-CD26-4406-B33C-B20D7021CA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5811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24EF1-4BFA-A113-B51E-7491C6B1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0079C2-225E-66A5-8751-E8835EB2D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C7D120-4907-3D8C-F8F5-C5F543FA1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72056-6D04-2F71-2FDE-BD9E3CA3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323D97-8167-FEAE-660F-FA2D8984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20DE0C-9EAE-4873-B650-30B451B5F7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709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DF7FC8-9CBE-D854-FC62-D20C159B7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CC1F2E-EF59-9E60-C4CD-7A59ECF4E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11B81-5F21-10C7-D40F-707B5C17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4D0C73-7F4C-A72F-5059-0B7CF2D2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13E824-76CF-E3BC-2F37-00E1E107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95427-AD05-4BD5-81CF-80AD61607F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059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B8B33E01-3B37-338C-8140-F1AC038A1AC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144000" cy="4046538"/>
            <a:chOff x="0" y="1536"/>
            <a:chExt cx="5760" cy="2549"/>
          </a:xfrm>
        </p:grpSpPr>
        <p:sp>
          <p:nvSpPr>
            <p:cNvPr id="15363" name="Rectangle 3">
              <a:extLst>
                <a:ext uri="{FF2B5EF4-FFF2-40B4-BE49-F238E27FC236}">
                  <a16:creationId xmlns:a16="http://schemas.microsoft.com/office/drawing/2014/main" id="{68569116-2659-707E-7696-40E29C3E25A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 rot="-1424751">
              <a:off x="2121" y="2592"/>
              <a:ext cx="3072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64" name="Freeform 4">
              <a:extLst>
                <a:ext uri="{FF2B5EF4-FFF2-40B4-BE49-F238E27FC236}">
                  <a16:creationId xmlns:a16="http://schemas.microsoft.com/office/drawing/2014/main" id="{4A88A354-5B3D-45BD-E7E9-F2B25E04607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64"/>
              <a:ext cx="2688" cy="1224"/>
            </a:xfrm>
            <a:custGeom>
              <a:avLst/>
              <a:gdLst>
                <a:gd name="T0" fmla="*/ 0 w 2688"/>
                <a:gd name="T1" fmla="*/ 0 h 1224"/>
                <a:gd name="T2" fmla="*/ 960 w 2688"/>
                <a:gd name="T3" fmla="*/ 552 h 1224"/>
                <a:gd name="T4" fmla="*/ 1968 w 2688"/>
                <a:gd name="T5" fmla="*/ 264 h 1224"/>
                <a:gd name="T6" fmla="*/ 2028 w 2688"/>
                <a:gd name="T7" fmla="*/ 270 h 1224"/>
                <a:gd name="T8" fmla="*/ 2661 w 2688"/>
                <a:gd name="T9" fmla="*/ 528 h 1224"/>
                <a:gd name="T10" fmla="*/ 2688 w 2688"/>
                <a:gd name="T11" fmla="*/ 648 h 1224"/>
                <a:gd name="T12" fmla="*/ 2304 w 2688"/>
                <a:gd name="T13" fmla="*/ 1080 h 1224"/>
                <a:gd name="T14" fmla="*/ 1584 w 2688"/>
                <a:gd name="T15" fmla="*/ 1224 h 1224"/>
                <a:gd name="T16" fmla="*/ 1296 w 2688"/>
                <a:gd name="T17" fmla="*/ 936 h 1224"/>
                <a:gd name="T18" fmla="*/ 864 w 2688"/>
                <a:gd name="T19" fmla="*/ 1032 h 1224"/>
                <a:gd name="T20" fmla="*/ 0 w 2688"/>
                <a:gd name="T21" fmla="*/ 552 h 1224"/>
                <a:gd name="T22" fmla="*/ 0 w 2688"/>
                <a:gd name="T23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5" name="Freeform 5">
              <a:extLst>
                <a:ext uri="{FF2B5EF4-FFF2-40B4-BE49-F238E27FC236}">
                  <a16:creationId xmlns:a16="http://schemas.microsoft.com/office/drawing/2014/main" id="{A4F58A76-F47C-0CFF-B029-4BEDD1FB4B2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9" y="1536"/>
              <a:ext cx="2401" cy="1232"/>
            </a:xfrm>
            <a:custGeom>
              <a:avLst/>
              <a:gdLst>
                <a:gd name="T0" fmla="*/ 2208 w 2401"/>
                <a:gd name="T1" fmla="*/ 15 h 1232"/>
                <a:gd name="T2" fmla="*/ 2088 w 2401"/>
                <a:gd name="T3" fmla="*/ 57 h 1232"/>
                <a:gd name="T4" fmla="*/ 1951 w 2401"/>
                <a:gd name="T5" fmla="*/ 99 h 1232"/>
                <a:gd name="T6" fmla="*/ 1704 w 2401"/>
                <a:gd name="T7" fmla="*/ 135 h 1232"/>
                <a:gd name="T8" fmla="*/ 1314 w 2401"/>
                <a:gd name="T9" fmla="*/ 177 h 1232"/>
                <a:gd name="T10" fmla="*/ 1176 w 2401"/>
                <a:gd name="T11" fmla="*/ 189 h 1232"/>
                <a:gd name="T12" fmla="*/ 1122 w 2401"/>
                <a:gd name="T13" fmla="*/ 195 h 1232"/>
                <a:gd name="T14" fmla="*/ 1075 w 2401"/>
                <a:gd name="T15" fmla="*/ 231 h 1232"/>
                <a:gd name="T16" fmla="*/ 924 w 2401"/>
                <a:gd name="T17" fmla="*/ 321 h 1232"/>
                <a:gd name="T18" fmla="*/ 840 w 2401"/>
                <a:gd name="T19" fmla="*/ 369 h 1232"/>
                <a:gd name="T20" fmla="*/ 630 w 2401"/>
                <a:gd name="T21" fmla="*/ 458 h 1232"/>
                <a:gd name="T22" fmla="*/ 529 w 2401"/>
                <a:gd name="T23" fmla="*/ 500 h 1232"/>
                <a:gd name="T24" fmla="*/ 487 w 2401"/>
                <a:gd name="T25" fmla="*/ 542 h 1232"/>
                <a:gd name="T26" fmla="*/ 457 w 2401"/>
                <a:gd name="T27" fmla="*/ 590 h 1232"/>
                <a:gd name="T28" fmla="*/ 402 w 2401"/>
                <a:gd name="T29" fmla="*/ 638 h 1232"/>
                <a:gd name="T30" fmla="*/ 330 w 2401"/>
                <a:gd name="T31" fmla="*/ 758 h 1232"/>
                <a:gd name="T32" fmla="*/ 312 w 2401"/>
                <a:gd name="T33" fmla="*/ 788 h 1232"/>
                <a:gd name="T34" fmla="*/ 252 w 2401"/>
                <a:gd name="T35" fmla="*/ 824 h 1232"/>
                <a:gd name="T36" fmla="*/ 84 w 2401"/>
                <a:gd name="T37" fmla="*/ 926 h 1232"/>
                <a:gd name="T38" fmla="*/ 0 w 2401"/>
                <a:gd name="T39" fmla="*/ 992 h 1232"/>
                <a:gd name="T40" fmla="*/ 12 w 2401"/>
                <a:gd name="T41" fmla="*/ 1040 h 1232"/>
                <a:gd name="T42" fmla="*/ 132 w 2401"/>
                <a:gd name="T43" fmla="*/ 1034 h 1232"/>
                <a:gd name="T44" fmla="*/ 336 w 2401"/>
                <a:gd name="T45" fmla="*/ 980 h 1232"/>
                <a:gd name="T46" fmla="*/ 529 w 2401"/>
                <a:gd name="T47" fmla="*/ 896 h 1232"/>
                <a:gd name="T48" fmla="*/ 576 w 2401"/>
                <a:gd name="T49" fmla="*/ 872 h 1232"/>
                <a:gd name="T50" fmla="*/ 714 w 2401"/>
                <a:gd name="T51" fmla="*/ 848 h 1232"/>
                <a:gd name="T52" fmla="*/ 966 w 2401"/>
                <a:gd name="T53" fmla="*/ 794 h 1232"/>
                <a:gd name="T54" fmla="*/ 1212 w 2401"/>
                <a:gd name="T55" fmla="*/ 782 h 1232"/>
                <a:gd name="T56" fmla="*/ 1416 w 2401"/>
                <a:gd name="T57" fmla="*/ 872 h 1232"/>
                <a:gd name="T58" fmla="*/ 1464 w 2401"/>
                <a:gd name="T59" fmla="*/ 932 h 1232"/>
                <a:gd name="T60" fmla="*/ 1440 w 2401"/>
                <a:gd name="T61" fmla="*/ 992 h 1232"/>
                <a:gd name="T62" fmla="*/ 1302 w 2401"/>
                <a:gd name="T63" fmla="*/ 1040 h 1232"/>
                <a:gd name="T64" fmla="*/ 1158 w 2401"/>
                <a:gd name="T65" fmla="*/ 1100 h 1232"/>
                <a:gd name="T66" fmla="*/ 1093 w 2401"/>
                <a:gd name="T67" fmla="*/ 1148 h 1232"/>
                <a:gd name="T68" fmla="*/ 1075 w 2401"/>
                <a:gd name="T69" fmla="*/ 1208 h 1232"/>
                <a:gd name="T70" fmla="*/ 1093 w 2401"/>
                <a:gd name="T71" fmla="*/ 1232 h 1232"/>
                <a:gd name="T72" fmla="*/ 1152 w 2401"/>
                <a:gd name="T73" fmla="*/ 1226 h 1232"/>
                <a:gd name="T74" fmla="*/ 1332 w 2401"/>
                <a:gd name="T75" fmla="*/ 1208 h 1232"/>
                <a:gd name="T76" fmla="*/ 1434 w 2401"/>
                <a:gd name="T77" fmla="*/ 1184 h 1232"/>
                <a:gd name="T78" fmla="*/ 1464 w 2401"/>
                <a:gd name="T79" fmla="*/ 1172 h 1232"/>
                <a:gd name="T80" fmla="*/ 1578 w 2401"/>
                <a:gd name="T81" fmla="*/ 1130 h 1232"/>
                <a:gd name="T82" fmla="*/ 1758 w 2401"/>
                <a:gd name="T83" fmla="*/ 1064 h 1232"/>
                <a:gd name="T84" fmla="*/ 1872 w 2401"/>
                <a:gd name="T85" fmla="*/ 962 h 1232"/>
                <a:gd name="T86" fmla="*/ 1986 w 2401"/>
                <a:gd name="T87" fmla="*/ 800 h 1232"/>
                <a:gd name="T88" fmla="*/ 2166 w 2401"/>
                <a:gd name="T89" fmla="*/ 650 h 1232"/>
                <a:gd name="T90" fmla="*/ 2257 w 2401"/>
                <a:gd name="T91" fmla="*/ 590 h 1232"/>
                <a:gd name="T92" fmla="*/ 2400 w 2401"/>
                <a:gd name="T93" fmla="*/ 57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6" name="Freeform 6">
              <a:extLst>
                <a:ext uri="{FF2B5EF4-FFF2-40B4-BE49-F238E27FC236}">
                  <a16:creationId xmlns:a16="http://schemas.microsoft.com/office/drawing/2014/main" id="{C049FE71-FD70-DFF9-7D81-A6AAF0E8A79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92" y="1536"/>
              <a:ext cx="1968" cy="762"/>
            </a:xfrm>
            <a:custGeom>
              <a:avLst/>
              <a:gdLst>
                <a:gd name="T0" fmla="*/ 965 w 1968"/>
                <a:gd name="T1" fmla="*/ 165 h 762"/>
                <a:gd name="T2" fmla="*/ 696 w 1968"/>
                <a:gd name="T3" fmla="*/ 200 h 762"/>
                <a:gd name="T4" fmla="*/ 693 w 1968"/>
                <a:gd name="T5" fmla="*/ 237 h 762"/>
                <a:gd name="T6" fmla="*/ 924 w 1968"/>
                <a:gd name="T7" fmla="*/ 258 h 762"/>
                <a:gd name="T8" fmla="*/ 993 w 1968"/>
                <a:gd name="T9" fmla="*/ 267 h 762"/>
                <a:gd name="T10" fmla="*/ 681 w 1968"/>
                <a:gd name="T11" fmla="*/ 291 h 762"/>
                <a:gd name="T12" fmla="*/ 633 w 1968"/>
                <a:gd name="T13" fmla="*/ 309 h 762"/>
                <a:gd name="T14" fmla="*/ 645 w 1968"/>
                <a:gd name="T15" fmla="*/ 336 h 762"/>
                <a:gd name="T16" fmla="*/ 672 w 1968"/>
                <a:gd name="T17" fmla="*/ 351 h 762"/>
                <a:gd name="T18" fmla="*/ 984 w 1968"/>
                <a:gd name="T19" fmla="*/ 333 h 762"/>
                <a:gd name="T20" fmla="*/ 1080 w 1968"/>
                <a:gd name="T21" fmla="*/ 357 h 762"/>
                <a:gd name="T22" fmla="*/ 624 w 1968"/>
                <a:gd name="T23" fmla="*/ 492 h 762"/>
                <a:gd name="T24" fmla="*/ 616 w 1968"/>
                <a:gd name="T25" fmla="*/ 536 h 762"/>
                <a:gd name="T26" fmla="*/ 8 w 1968"/>
                <a:gd name="T27" fmla="*/ 724 h 762"/>
                <a:gd name="T28" fmla="*/ 0 w 1968"/>
                <a:gd name="T29" fmla="*/ 756 h 762"/>
                <a:gd name="T30" fmla="*/ 27 w 1968"/>
                <a:gd name="T31" fmla="*/ 762 h 762"/>
                <a:gd name="T32" fmla="*/ 664 w 1968"/>
                <a:gd name="T33" fmla="*/ 564 h 762"/>
                <a:gd name="T34" fmla="*/ 856 w 1968"/>
                <a:gd name="T35" fmla="*/ 600 h 762"/>
                <a:gd name="T36" fmla="*/ 1158 w 1968"/>
                <a:gd name="T37" fmla="*/ 507 h 762"/>
                <a:gd name="T38" fmla="*/ 1434 w 1968"/>
                <a:gd name="T39" fmla="*/ 465 h 762"/>
                <a:gd name="T40" fmla="*/ 1572 w 1968"/>
                <a:gd name="T41" fmla="*/ 368 h 762"/>
                <a:gd name="T42" fmla="*/ 1712 w 1968"/>
                <a:gd name="T43" fmla="*/ 340 h 762"/>
                <a:gd name="T44" fmla="*/ 1856 w 1968"/>
                <a:gd name="T45" fmla="*/ 328 h 762"/>
                <a:gd name="T46" fmla="*/ 1968 w 1968"/>
                <a:gd name="T47" fmla="*/ 330 h 762"/>
                <a:gd name="T48" fmla="*/ 1968 w 1968"/>
                <a:gd name="T49" fmla="*/ 0 h 762"/>
                <a:gd name="T50" fmla="*/ 1934 w 1968"/>
                <a:gd name="T51" fmla="*/ 3 h 762"/>
                <a:gd name="T52" fmla="*/ 1832 w 1968"/>
                <a:gd name="T53" fmla="*/ 5 h 762"/>
                <a:gd name="T54" fmla="*/ 1682 w 1968"/>
                <a:gd name="T55" fmla="*/ 35 h 762"/>
                <a:gd name="T56" fmla="*/ 1643 w 1968"/>
                <a:gd name="T57" fmla="*/ 72 h 762"/>
                <a:gd name="T58" fmla="*/ 1392 w 1968"/>
                <a:gd name="T59" fmla="*/ 119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7" name="Freeform 7">
              <a:extLst>
                <a:ext uri="{FF2B5EF4-FFF2-40B4-BE49-F238E27FC236}">
                  <a16:creationId xmlns:a16="http://schemas.microsoft.com/office/drawing/2014/main" id="{1151A953-6B32-E352-872B-AFC6E4AA47D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599" y="2477"/>
              <a:ext cx="186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85 w 185"/>
                <a:gd name="T5" fmla="*/ 18 h 120"/>
                <a:gd name="T6" fmla="*/ 185 w 185"/>
                <a:gd name="T7" fmla="*/ 36 h 120"/>
                <a:gd name="T8" fmla="*/ 179 w 185"/>
                <a:gd name="T9" fmla="*/ 54 h 120"/>
                <a:gd name="T10" fmla="*/ 161 w 185"/>
                <a:gd name="T11" fmla="*/ 72 h 120"/>
                <a:gd name="T12" fmla="*/ 137 w 185"/>
                <a:gd name="T13" fmla="*/ 96 h 120"/>
                <a:gd name="T14" fmla="*/ 101 w 185"/>
                <a:gd name="T15" fmla="*/ 108 h 120"/>
                <a:gd name="T16" fmla="*/ 47 w 185"/>
                <a:gd name="T17" fmla="*/ 120 h 120"/>
                <a:gd name="T18" fmla="*/ 29 w 185"/>
                <a:gd name="T19" fmla="*/ 120 h 120"/>
                <a:gd name="T20" fmla="*/ 17 w 185"/>
                <a:gd name="T21" fmla="*/ 114 h 120"/>
                <a:gd name="T22" fmla="*/ 0 w 185"/>
                <a:gd name="T23" fmla="*/ 96 h 120"/>
                <a:gd name="T24" fmla="*/ 0 w 185"/>
                <a:gd name="T25" fmla="*/ 78 h 120"/>
                <a:gd name="T26" fmla="*/ 0 w 185"/>
                <a:gd name="T27" fmla="*/ 72 h 120"/>
                <a:gd name="T28" fmla="*/ 185 w 185"/>
                <a:gd name="T29" fmla="*/ 0 h 120"/>
                <a:gd name="T30" fmla="*/ 185 w 185"/>
                <a:gd name="T3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8" name="Freeform 8">
              <a:extLst>
                <a:ext uri="{FF2B5EF4-FFF2-40B4-BE49-F238E27FC236}">
                  <a16:creationId xmlns:a16="http://schemas.microsoft.com/office/drawing/2014/main" id="{4CEF53D5-9A36-88E8-B799-DD1018EB297D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79" y="2393"/>
              <a:ext cx="185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79 w 185"/>
                <a:gd name="T5" fmla="*/ 24 h 120"/>
                <a:gd name="T6" fmla="*/ 167 w 185"/>
                <a:gd name="T7" fmla="*/ 42 h 120"/>
                <a:gd name="T8" fmla="*/ 149 w 185"/>
                <a:gd name="T9" fmla="*/ 66 h 120"/>
                <a:gd name="T10" fmla="*/ 131 w 185"/>
                <a:gd name="T11" fmla="*/ 90 h 120"/>
                <a:gd name="T12" fmla="*/ 102 w 185"/>
                <a:gd name="T13" fmla="*/ 108 h 120"/>
                <a:gd name="T14" fmla="*/ 66 w 185"/>
                <a:gd name="T15" fmla="*/ 120 h 120"/>
                <a:gd name="T16" fmla="*/ 18 w 185"/>
                <a:gd name="T17" fmla="*/ 120 h 120"/>
                <a:gd name="T18" fmla="*/ 0 w 185"/>
                <a:gd name="T19" fmla="*/ 60 h 120"/>
                <a:gd name="T20" fmla="*/ 185 w 185"/>
                <a:gd name="T21" fmla="*/ 0 h 120"/>
                <a:gd name="T22" fmla="*/ 185 w 185"/>
                <a:gd name="T2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9" name="Freeform 9">
              <a:extLst>
                <a:ext uri="{FF2B5EF4-FFF2-40B4-BE49-F238E27FC236}">
                  <a16:creationId xmlns:a16="http://schemas.microsoft.com/office/drawing/2014/main" id="{F0CB6376-57AB-4183-A99F-6555D76FEEA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36"/>
              <a:ext cx="528" cy="275"/>
            </a:xfrm>
            <a:custGeom>
              <a:avLst/>
              <a:gdLst>
                <a:gd name="T0" fmla="*/ 0 w 526"/>
                <a:gd name="T1" fmla="*/ 275 h 275"/>
                <a:gd name="T2" fmla="*/ 0 w 526"/>
                <a:gd name="T3" fmla="*/ 269 h 275"/>
                <a:gd name="T4" fmla="*/ 6 w 526"/>
                <a:gd name="T5" fmla="*/ 251 h 275"/>
                <a:gd name="T6" fmla="*/ 6 w 526"/>
                <a:gd name="T7" fmla="*/ 239 h 275"/>
                <a:gd name="T8" fmla="*/ 12 w 526"/>
                <a:gd name="T9" fmla="*/ 227 h 275"/>
                <a:gd name="T10" fmla="*/ 18 w 526"/>
                <a:gd name="T11" fmla="*/ 221 h 275"/>
                <a:gd name="T12" fmla="*/ 36 w 526"/>
                <a:gd name="T13" fmla="*/ 215 h 275"/>
                <a:gd name="T14" fmla="*/ 77 w 526"/>
                <a:gd name="T15" fmla="*/ 203 h 275"/>
                <a:gd name="T16" fmla="*/ 137 w 526"/>
                <a:gd name="T17" fmla="*/ 179 h 275"/>
                <a:gd name="T18" fmla="*/ 209 w 526"/>
                <a:gd name="T19" fmla="*/ 143 h 275"/>
                <a:gd name="T20" fmla="*/ 251 w 526"/>
                <a:gd name="T21" fmla="*/ 120 h 275"/>
                <a:gd name="T22" fmla="*/ 299 w 526"/>
                <a:gd name="T23" fmla="*/ 96 h 275"/>
                <a:gd name="T24" fmla="*/ 394 w 526"/>
                <a:gd name="T25" fmla="*/ 48 h 275"/>
                <a:gd name="T26" fmla="*/ 442 w 526"/>
                <a:gd name="T27" fmla="*/ 30 h 275"/>
                <a:gd name="T28" fmla="*/ 478 w 526"/>
                <a:gd name="T29" fmla="*/ 12 h 275"/>
                <a:gd name="T30" fmla="*/ 502 w 526"/>
                <a:gd name="T31" fmla="*/ 6 h 275"/>
                <a:gd name="T32" fmla="*/ 520 w 526"/>
                <a:gd name="T33" fmla="*/ 0 h 275"/>
                <a:gd name="T34" fmla="*/ 526 w 526"/>
                <a:gd name="T35" fmla="*/ 0 h 275"/>
                <a:gd name="T36" fmla="*/ 520 w 526"/>
                <a:gd name="T37" fmla="*/ 6 h 275"/>
                <a:gd name="T38" fmla="*/ 508 w 526"/>
                <a:gd name="T39" fmla="*/ 12 h 275"/>
                <a:gd name="T40" fmla="*/ 484 w 526"/>
                <a:gd name="T41" fmla="*/ 24 h 275"/>
                <a:gd name="T42" fmla="*/ 460 w 526"/>
                <a:gd name="T43" fmla="*/ 42 h 275"/>
                <a:gd name="T44" fmla="*/ 436 w 526"/>
                <a:gd name="T45" fmla="*/ 54 h 275"/>
                <a:gd name="T46" fmla="*/ 394 w 526"/>
                <a:gd name="T47" fmla="*/ 78 h 275"/>
                <a:gd name="T48" fmla="*/ 340 w 526"/>
                <a:gd name="T49" fmla="*/ 108 h 275"/>
                <a:gd name="T50" fmla="*/ 275 w 526"/>
                <a:gd name="T51" fmla="*/ 143 h 275"/>
                <a:gd name="T52" fmla="*/ 131 w 526"/>
                <a:gd name="T53" fmla="*/ 221 h 275"/>
                <a:gd name="T54" fmla="*/ 65 w 526"/>
                <a:gd name="T55" fmla="*/ 251 h 275"/>
                <a:gd name="T56" fmla="*/ 0 w 526"/>
                <a:gd name="T57" fmla="*/ 275 h 275"/>
                <a:gd name="T58" fmla="*/ 0 w 526"/>
                <a:gd name="T5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0" name="Freeform 10">
              <a:extLst>
                <a:ext uri="{FF2B5EF4-FFF2-40B4-BE49-F238E27FC236}">
                  <a16:creationId xmlns:a16="http://schemas.microsoft.com/office/drawing/2014/main" id="{5597FA22-0DE6-D551-0FF2-DAE3C46AE69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676" y="2015"/>
              <a:ext cx="721" cy="306"/>
            </a:xfrm>
            <a:custGeom>
              <a:avLst/>
              <a:gdLst>
                <a:gd name="T0" fmla="*/ 48 w 718"/>
                <a:gd name="T1" fmla="*/ 216 h 306"/>
                <a:gd name="T2" fmla="*/ 30 w 718"/>
                <a:gd name="T3" fmla="*/ 252 h 306"/>
                <a:gd name="T4" fmla="*/ 12 w 718"/>
                <a:gd name="T5" fmla="*/ 282 h 306"/>
                <a:gd name="T6" fmla="*/ 6 w 718"/>
                <a:gd name="T7" fmla="*/ 300 h 306"/>
                <a:gd name="T8" fmla="*/ 0 w 718"/>
                <a:gd name="T9" fmla="*/ 306 h 306"/>
                <a:gd name="T10" fmla="*/ 48 w 718"/>
                <a:gd name="T11" fmla="*/ 276 h 306"/>
                <a:gd name="T12" fmla="*/ 84 w 718"/>
                <a:gd name="T13" fmla="*/ 252 h 306"/>
                <a:gd name="T14" fmla="*/ 108 w 718"/>
                <a:gd name="T15" fmla="*/ 234 h 306"/>
                <a:gd name="T16" fmla="*/ 120 w 718"/>
                <a:gd name="T17" fmla="*/ 228 h 306"/>
                <a:gd name="T18" fmla="*/ 126 w 718"/>
                <a:gd name="T19" fmla="*/ 228 h 306"/>
                <a:gd name="T20" fmla="*/ 144 w 718"/>
                <a:gd name="T21" fmla="*/ 222 h 306"/>
                <a:gd name="T22" fmla="*/ 168 w 718"/>
                <a:gd name="T23" fmla="*/ 216 h 306"/>
                <a:gd name="T24" fmla="*/ 198 w 718"/>
                <a:gd name="T25" fmla="*/ 204 h 306"/>
                <a:gd name="T26" fmla="*/ 275 w 718"/>
                <a:gd name="T27" fmla="*/ 180 h 306"/>
                <a:gd name="T28" fmla="*/ 371 w 718"/>
                <a:gd name="T29" fmla="*/ 156 h 306"/>
                <a:gd name="T30" fmla="*/ 461 w 718"/>
                <a:gd name="T31" fmla="*/ 126 h 306"/>
                <a:gd name="T32" fmla="*/ 544 w 718"/>
                <a:gd name="T33" fmla="*/ 102 h 306"/>
                <a:gd name="T34" fmla="*/ 574 w 718"/>
                <a:gd name="T35" fmla="*/ 90 h 306"/>
                <a:gd name="T36" fmla="*/ 604 w 718"/>
                <a:gd name="T37" fmla="*/ 84 h 306"/>
                <a:gd name="T38" fmla="*/ 622 w 718"/>
                <a:gd name="T39" fmla="*/ 78 h 306"/>
                <a:gd name="T40" fmla="*/ 628 w 718"/>
                <a:gd name="T41" fmla="*/ 72 h 306"/>
                <a:gd name="T42" fmla="*/ 634 w 718"/>
                <a:gd name="T43" fmla="*/ 66 h 306"/>
                <a:gd name="T44" fmla="*/ 652 w 718"/>
                <a:gd name="T45" fmla="*/ 60 h 306"/>
                <a:gd name="T46" fmla="*/ 694 w 718"/>
                <a:gd name="T47" fmla="*/ 30 h 306"/>
                <a:gd name="T48" fmla="*/ 712 w 718"/>
                <a:gd name="T49" fmla="*/ 18 h 306"/>
                <a:gd name="T50" fmla="*/ 718 w 718"/>
                <a:gd name="T51" fmla="*/ 6 h 306"/>
                <a:gd name="T52" fmla="*/ 712 w 718"/>
                <a:gd name="T53" fmla="*/ 0 h 306"/>
                <a:gd name="T54" fmla="*/ 688 w 718"/>
                <a:gd name="T55" fmla="*/ 0 h 306"/>
                <a:gd name="T56" fmla="*/ 628 w 718"/>
                <a:gd name="T57" fmla="*/ 0 h 306"/>
                <a:gd name="T58" fmla="*/ 580 w 718"/>
                <a:gd name="T59" fmla="*/ 0 h 306"/>
                <a:gd name="T60" fmla="*/ 544 w 718"/>
                <a:gd name="T61" fmla="*/ 0 h 306"/>
                <a:gd name="T62" fmla="*/ 514 w 718"/>
                <a:gd name="T63" fmla="*/ 18 h 306"/>
                <a:gd name="T64" fmla="*/ 485 w 718"/>
                <a:gd name="T65" fmla="*/ 42 h 306"/>
                <a:gd name="T66" fmla="*/ 467 w 718"/>
                <a:gd name="T67" fmla="*/ 54 h 306"/>
                <a:gd name="T68" fmla="*/ 449 w 718"/>
                <a:gd name="T69" fmla="*/ 60 h 306"/>
                <a:gd name="T70" fmla="*/ 425 w 718"/>
                <a:gd name="T71" fmla="*/ 60 h 306"/>
                <a:gd name="T72" fmla="*/ 389 w 718"/>
                <a:gd name="T73" fmla="*/ 66 h 306"/>
                <a:gd name="T74" fmla="*/ 347 w 718"/>
                <a:gd name="T75" fmla="*/ 84 h 306"/>
                <a:gd name="T76" fmla="*/ 311 w 718"/>
                <a:gd name="T77" fmla="*/ 108 h 306"/>
                <a:gd name="T78" fmla="*/ 287 w 718"/>
                <a:gd name="T79" fmla="*/ 126 h 306"/>
                <a:gd name="T80" fmla="*/ 275 w 718"/>
                <a:gd name="T81" fmla="*/ 132 h 306"/>
                <a:gd name="T82" fmla="*/ 257 w 718"/>
                <a:gd name="T83" fmla="*/ 138 h 306"/>
                <a:gd name="T84" fmla="*/ 221 w 718"/>
                <a:gd name="T85" fmla="*/ 138 h 306"/>
                <a:gd name="T86" fmla="*/ 186 w 718"/>
                <a:gd name="T87" fmla="*/ 138 h 306"/>
                <a:gd name="T88" fmla="*/ 180 w 718"/>
                <a:gd name="T89" fmla="*/ 138 h 306"/>
                <a:gd name="T90" fmla="*/ 174 w 718"/>
                <a:gd name="T91" fmla="*/ 138 h 306"/>
                <a:gd name="T92" fmla="*/ 114 w 718"/>
                <a:gd name="T93" fmla="*/ 162 h 306"/>
                <a:gd name="T94" fmla="*/ 48 w 718"/>
                <a:gd name="T95" fmla="*/ 216 h 306"/>
                <a:gd name="T96" fmla="*/ 48 w 718"/>
                <a:gd name="T97" fmla="*/ 21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1" name="Freeform 11">
              <a:extLst>
                <a:ext uri="{FF2B5EF4-FFF2-40B4-BE49-F238E27FC236}">
                  <a16:creationId xmlns:a16="http://schemas.microsoft.com/office/drawing/2014/main" id="{137D047F-7AC1-3FF0-B055-FE72397993E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8" y="1890"/>
              <a:ext cx="2400" cy="881"/>
            </a:xfrm>
            <a:custGeom>
              <a:avLst/>
              <a:gdLst>
                <a:gd name="T0" fmla="*/ 2231 w 2392"/>
                <a:gd name="T1" fmla="*/ 54 h 881"/>
                <a:gd name="T2" fmla="*/ 2189 w 2392"/>
                <a:gd name="T3" fmla="*/ 54 h 881"/>
                <a:gd name="T4" fmla="*/ 2147 w 2392"/>
                <a:gd name="T5" fmla="*/ 66 h 881"/>
                <a:gd name="T6" fmla="*/ 2021 w 2392"/>
                <a:gd name="T7" fmla="*/ 101 h 881"/>
                <a:gd name="T8" fmla="*/ 1956 w 2392"/>
                <a:gd name="T9" fmla="*/ 119 h 881"/>
                <a:gd name="T10" fmla="*/ 1860 w 2392"/>
                <a:gd name="T11" fmla="*/ 167 h 881"/>
                <a:gd name="T12" fmla="*/ 1836 w 2392"/>
                <a:gd name="T13" fmla="*/ 245 h 881"/>
                <a:gd name="T14" fmla="*/ 1842 w 2392"/>
                <a:gd name="T15" fmla="*/ 305 h 881"/>
                <a:gd name="T16" fmla="*/ 1758 w 2392"/>
                <a:gd name="T17" fmla="*/ 317 h 881"/>
                <a:gd name="T18" fmla="*/ 1597 w 2392"/>
                <a:gd name="T19" fmla="*/ 263 h 881"/>
                <a:gd name="T20" fmla="*/ 1507 w 2392"/>
                <a:gd name="T21" fmla="*/ 257 h 881"/>
                <a:gd name="T22" fmla="*/ 1399 w 2392"/>
                <a:gd name="T23" fmla="*/ 311 h 881"/>
                <a:gd name="T24" fmla="*/ 1334 w 2392"/>
                <a:gd name="T25" fmla="*/ 353 h 881"/>
                <a:gd name="T26" fmla="*/ 1310 w 2392"/>
                <a:gd name="T27" fmla="*/ 359 h 881"/>
                <a:gd name="T28" fmla="*/ 1214 w 2392"/>
                <a:gd name="T29" fmla="*/ 371 h 881"/>
                <a:gd name="T30" fmla="*/ 1160 w 2392"/>
                <a:gd name="T31" fmla="*/ 365 h 881"/>
                <a:gd name="T32" fmla="*/ 1053 w 2392"/>
                <a:gd name="T33" fmla="*/ 371 h 881"/>
                <a:gd name="T34" fmla="*/ 957 w 2392"/>
                <a:gd name="T35" fmla="*/ 383 h 881"/>
                <a:gd name="T36" fmla="*/ 921 w 2392"/>
                <a:gd name="T37" fmla="*/ 401 h 881"/>
                <a:gd name="T38" fmla="*/ 819 w 2392"/>
                <a:gd name="T39" fmla="*/ 419 h 881"/>
                <a:gd name="T40" fmla="*/ 778 w 2392"/>
                <a:gd name="T41" fmla="*/ 419 h 881"/>
                <a:gd name="T42" fmla="*/ 664 w 2392"/>
                <a:gd name="T43" fmla="*/ 437 h 881"/>
                <a:gd name="T44" fmla="*/ 598 w 2392"/>
                <a:gd name="T45" fmla="*/ 473 h 881"/>
                <a:gd name="T46" fmla="*/ 503 w 2392"/>
                <a:gd name="T47" fmla="*/ 467 h 881"/>
                <a:gd name="T48" fmla="*/ 431 w 2392"/>
                <a:gd name="T49" fmla="*/ 491 h 881"/>
                <a:gd name="T50" fmla="*/ 413 w 2392"/>
                <a:gd name="T51" fmla="*/ 539 h 881"/>
                <a:gd name="T52" fmla="*/ 347 w 2392"/>
                <a:gd name="T53" fmla="*/ 569 h 881"/>
                <a:gd name="T54" fmla="*/ 222 w 2392"/>
                <a:gd name="T55" fmla="*/ 599 h 881"/>
                <a:gd name="T56" fmla="*/ 138 w 2392"/>
                <a:gd name="T57" fmla="*/ 647 h 881"/>
                <a:gd name="T58" fmla="*/ 108 w 2392"/>
                <a:gd name="T59" fmla="*/ 659 h 881"/>
                <a:gd name="T60" fmla="*/ 0 w 2392"/>
                <a:gd name="T61" fmla="*/ 671 h 881"/>
                <a:gd name="T62" fmla="*/ 84 w 2392"/>
                <a:gd name="T63" fmla="*/ 695 h 881"/>
                <a:gd name="T64" fmla="*/ 263 w 2392"/>
                <a:gd name="T65" fmla="*/ 653 h 881"/>
                <a:gd name="T66" fmla="*/ 473 w 2392"/>
                <a:gd name="T67" fmla="*/ 569 h 881"/>
                <a:gd name="T68" fmla="*/ 568 w 2392"/>
                <a:gd name="T69" fmla="*/ 521 h 881"/>
                <a:gd name="T70" fmla="*/ 646 w 2392"/>
                <a:gd name="T71" fmla="*/ 515 h 881"/>
                <a:gd name="T72" fmla="*/ 873 w 2392"/>
                <a:gd name="T73" fmla="*/ 461 h 881"/>
                <a:gd name="T74" fmla="*/ 1148 w 2392"/>
                <a:gd name="T75" fmla="*/ 425 h 881"/>
                <a:gd name="T76" fmla="*/ 1292 w 2392"/>
                <a:gd name="T77" fmla="*/ 461 h 881"/>
                <a:gd name="T78" fmla="*/ 1417 w 2392"/>
                <a:gd name="T79" fmla="*/ 533 h 881"/>
                <a:gd name="T80" fmla="*/ 1435 w 2392"/>
                <a:gd name="T81" fmla="*/ 617 h 881"/>
                <a:gd name="T82" fmla="*/ 1376 w 2392"/>
                <a:gd name="T83" fmla="*/ 653 h 881"/>
                <a:gd name="T84" fmla="*/ 1226 w 2392"/>
                <a:gd name="T85" fmla="*/ 701 h 881"/>
                <a:gd name="T86" fmla="*/ 1112 w 2392"/>
                <a:gd name="T87" fmla="*/ 755 h 881"/>
                <a:gd name="T88" fmla="*/ 1065 w 2392"/>
                <a:gd name="T89" fmla="*/ 809 h 881"/>
                <a:gd name="T90" fmla="*/ 1077 w 2392"/>
                <a:gd name="T91" fmla="*/ 869 h 881"/>
                <a:gd name="T92" fmla="*/ 1106 w 2392"/>
                <a:gd name="T93" fmla="*/ 881 h 881"/>
                <a:gd name="T94" fmla="*/ 1208 w 2392"/>
                <a:gd name="T95" fmla="*/ 869 h 881"/>
                <a:gd name="T96" fmla="*/ 1388 w 2392"/>
                <a:gd name="T97" fmla="*/ 857 h 881"/>
                <a:gd name="T98" fmla="*/ 1441 w 2392"/>
                <a:gd name="T99" fmla="*/ 851 h 881"/>
                <a:gd name="T100" fmla="*/ 1483 w 2392"/>
                <a:gd name="T101" fmla="*/ 833 h 881"/>
                <a:gd name="T102" fmla="*/ 1675 w 2392"/>
                <a:gd name="T103" fmla="*/ 743 h 881"/>
                <a:gd name="T104" fmla="*/ 1806 w 2392"/>
                <a:gd name="T105" fmla="*/ 689 h 881"/>
                <a:gd name="T106" fmla="*/ 1884 w 2392"/>
                <a:gd name="T107" fmla="*/ 581 h 881"/>
                <a:gd name="T108" fmla="*/ 2039 w 2392"/>
                <a:gd name="T109" fmla="*/ 389 h 881"/>
                <a:gd name="T110" fmla="*/ 2207 w 2392"/>
                <a:gd name="T111" fmla="*/ 269 h 881"/>
                <a:gd name="T112" fmla="*/ 2249 w 2392"/>
                <a:gd name="T113" fmla="*/ 239 h 881"/>
                <a:gd name="T114" fmla="*/ 2392 w 2392"/>
                <a:gd name="T115" fmla="*/ 0 h 881"/>
                <a:gd name="T116" fmla="*/ 2302 w 2392"/>
                <a:gd name="T117" fmla="*/ 36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2" name="Freeform 12">
              <a:extLst>
                <a:ext uri="{FF2B5EF4-FFF2-40B4-BE49-F238E27FC236}">
                  <a16:creationId xmlns:a16="http://schemas.microsoft.com/office/drawing/2014/main" id="{05D900AE-5368-25C8-897D-5896CCCABF6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54"/>
              <a:ext cx="577" cy="258"/>
            </a:xfrm>
            <a:custGeom>
              <a:avLst/>
              <a:gdLst>
                <a:gd name="T0" fmla="*/ 30 w 550"/>
                <a:gd name="T1" fmla="*/ 245 h 257"/>
                <a:gd name="T2" fmla="*/ 18 w 550"/>
                <a:gd name="T3" fmla="*/ 251 h 257"/>
                <a:gd name="T4" fmla="*/ 6 w 550"/>
                <a:gd name="T5" fmla="*/ 257 h 257"/>
                <a:gd name="T6" fmla="*/ 0 w 550"/>
                <a:gd name="T7" fmla="*/ 257 h 257"/>
                <a:gd name="T8" fmla="*/ 305 w 550"/>
                <a:gd name="T9" fmla="*/ 113 h 257"/>
                <a:gd name="T10" fmla="*/ 520 w 550"/>
                <a:gd name="T11" fmla="*/ 0 h 257"/>
                <a:gd name="T12" fmla="*/ 526 w 550"/>
                <a:gd name="T13" fmla="*/ 6 h 257"/>
                <a:gd name="T14" fmla="*/ 544 w 550"/>
                <a:gd name="T15" fmla="*/ 18 h 257"/>
                <a:gd name="T16" fmla="*/ 550 w 550"/>
                <a:gd name="T17" fmla="*/ 24 h 257"/>
                <a:gd name="T18" fmla="*/ 550 w 550"/>
                <a:gd name="T19" fmla="*/ 36 h 257"/>
                <a:gd name="T20" fmla="*/ 544 w 550"/>
                <a:gd name="T21" fmla="*/ 42 h 257"/>
                <a:gd name="T22" fmla="*/ 526 w 550"/>
                <a:gd name="T23" fmla="*/ 54 h 257"/>
                <a:gd name="T24" fmla="*/ 514 w 550"/>
                <a:gd name="T25" fmla="*/ 60 h 257"/>
                <a:gd name="T26" fmla="*/ 502 w 550"/>
                <a:gd name="T27" fmla="*/ 66 h 257"/>
                <a:gd name="T28" fmla="*/ 448 w 550"/>
                <a:gd name="T29" fmla="*/ 84 h 257"/>
                <a:gd name="T30" fmla="*/ 382 w 550"/>
                <a:gd name="T31" fmla="*/ 113 h 257"/>
                <a:gd name="T32" fmla="*/ 305 w 550"/>
                <a:gd name="T33" fmla="*/ 143 h 257"/>
                <a:gd name="T34" fmla="*/ 227 w 550"/>
                <a:gd name="T35" fmla="*/ 173 h 257"/>
                <a:gd name="T36" fmla="*/ 149 w 550"/>
                <a:gd name="T37" fmla="*/ 203 h 257"/>
                <a:gd name="T38" fmla="*/ 83 w 550"/>
                <a:gd name="T39" fmla="*/ 227 h 257"/>
                <a:gd name="T40" fmla="*/ 30 w 550"/>
                <a:gd name="T41" fmla="*/ 245 h 257"/>
                <a:gd name="T42" fmla="*/ 30 w 550"/>
                <a:gd name="T43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3" name="Freeform 13">
              <a:extLst>
                <a:ext uri="{FF2B5EF4-FFF2-40B4-BE49-F238E27FC236}">
                  <a16:creationId xmlns:a16="http://schemas.microsoft.com/office/drawing/2014/main" id="{7F9A2C9C-F37D-0524-F29B-7D7ACD8F2A1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5327" y="1642"/>
              <a:ext cx="5" cy="1"/>
            </a:xfrm>
            <a:custGeom>
              <a:avLst/>
              <a:gdLst>
                <a:gd name="T0" fmla="*/ 0 w 5"/>
                <a:gd name="T1" fmla="*/ 5 w 5"/>
                <a:gd name="T2" fmla="*/ 0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4" name="Freeform 14">
              <a:extLst>
                <a:ext uri="{FF2B5EF4-FFF2-40B4-BE49-F238E27FC236}">
                  <a16:creationId xmlns:a16="http://schemas.microsoft.com/office/drawing/2014/main" id="{74FA6007-6BB6-3619-0449-6A56650B3AD7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728"/>
              <a:ext cx="716" cy="383"/>
            </a:xfrm>
            <a:custGeom>
              <a:avLst/>
              <a:gdLst>
                <a:gd name="T0" fmla="*/ 659 w 716"/>
                <a:gd name="T1" fmla="*/ 6 h 383"/>
                <a:gd name="T2" fmla="*/ 588 w 716"/>
                <a:gd name="T3" fmla="*/ 42 h 383"/>
                <a:gd name="T4" fmla="*/ 515 w 716"/>
                <a:gd name="T5" fmla="*/ 84 h 383"/>
                <a:gd name="T6" fmla="*/ 509 w 716"/>
                <a:gd name="T7" fmla="*/ 90 h 383"/>
                <a:gd name="T8" fmla="*/ 485 w 716"/>
                <a:gd name="T9" fmla="*/ 102 h 383"/>
                <a:gd name="T10" fmla="*/ 455 w 716"/>
                <a:gd name="T11" fmla="*/ 120 h 383"/>
                <a:gd name="T12" fmla="*/ 425 w 716"/>
                <a:gd name="T13" fmla="*/ 138 h 383"/>
                <a:gd name="T14" fmla="*/ 371 w 716"/>
                <a:gd name="T15" fmla="*/ 168 h 383"/>
                <a:gd name="T16" fmla="*/ 306 w 716"/>
                <a:gd name="T17" fmla="*/ 198 h 383"/>
                <a:gd name="T18" fmla="*/ 186 w 716"/>
                <a:gd name="T19" fmla="*/ 251 h 383"/>
                <a:gd name="T20" fmla="*/ 131 w 716"/>
                <a:gd name="T21" fmla="*/ 269 h 383"/>
                <a:gd name="T22" fmla="*/ 89 w 716"/>
                <a:gd name="T23" fmla="*/ 287 h 383"/>
                <a:gd name="T24" fmla="*/ 53 w 716"/>
                <a:gd name="T25" fmla="*/ 305 h 383"/>
                <a:gd name="T26" fmla="*/ 36 w 716"/>
                <a:gd name="T27" fmla="*/ 311 h 383"/>
                <a:gd name="T28" fmla="*/ 12 w 716"/>
                <a:gd name="T29" fmla="*/ 329 h 383"/>
                <a:gd name="T30" fmla="*/ 0 w 716"/>
                <a:gd name="T31" fmla="*/ 353 h 383"/>
                <a:gd name="T32" fmla="*/ 0 w 716"/>
                <a:gd name="T33" fmla="*/ 371 h 383"/>
                <a:gd name="T34" fmla="*/ 0 w 716"/>
                <a:gd name="T35" fmla="*/ 383 h 383"/>
                <a:gd name="T36" fmla="*/ 0 w 716"/>
                <a:gd name="T37" fmla="*/ 383 h 383"/>
                <a:gd name="T38" fmla="*/ 12 w 716"/>
                <a:gd name="T39" fmla="*/ 371 h 383"/>
                <a:gd name="T40" fmla="*/ 30 w 716"/>
                <a:gd name="T41" fmla="*/ 353 h 383"/>
                <a:gd name="T42" fmla="*/ 53 w 716"/>
                <a:gd name="T43" fmla="*/ 335 h 383"/>
                <a:gd name="T44" fmla="*/ 77 w 716"/>
                <a:gd name="T45" fmla="*/ 317 h 383"/>
                <a:gd name="T46" fmla="*/ 101 w 716"/>
                <a:gd name="T47" fmla="*/ 311 h 383"/>
                <a:gd name="T48" fmla="*/ 131 w 716"/>
                <a:gd name="T49" fmla="*/ 299 h 383"/>
                <a:gd name="T50" fmla="*/ 204 w 716"/>
                <a:gd name="T51" fmla="*/ 269 h 383"/>
                <a:gd name="T52" fmla="*/ 240 w 716"/>
                <a:gd name="T53" fmla="*/ 251 h 383"/>
                <a:gd name="T54" fmla="*/ 270 w 716"/>
                <a:gd name="T55" fmla="*/ 239 h 383"/>
                <a:gd name="T56" fmla="*/ 294 w 716"/>
                <a:gd name="T57" fmla="*/ 228 h 383"/>
                <a:gd name="T58" fmla="*/ 312 w 716"/>
                <a:gd name="T59" fmla="*/ 222 h 383"/>
                <a:gd name="T60" fmla="*/ 330 w 716"/>
                <a:gd name="T61" fmla="*/ 210 h 383"/>
                <a:gd name="T62" fmla="*/ 365 w 716"/>
                <a:gd name="T63" fmla="*/ 186 h 383"/>
                <a:gd name="T64" fmla="*/ 419 w 716"/>
                <a:gd name="T65" fmla="*/ 156 h 383"/>
                <a:gd name="T66" fmla="*/ 473 w 716"/>
                <a:gd name="T67" fmla="*/ 120 h 383"/>
                <a:gd name="T68" fmla="*/ 527 w 716"/>
                <a:gd name="T69" fmla="*/ 90 h 383"/>
                <a:gd name="T70" fmla="*/ 576 w 716"/>
                <a:gd name="T71" fmla="*/ 60 h 383"/>
                <a:gd name="T72" fmla="*/ 612 w 716"/>
                <a:gd name="T73" fmla="*/ 42 h 383"/>
                <a:gd name="T74" fmla="*/ 629 w 716"/>
                <a:gd name="T75" fmla="*/ 36 h 383"/>
                <a:gd name="T76" fmla="*/ 647 w 716"/>
                <a:gd name="T77" fmla="*/ 30 h 383"/>
                <a:gd name="T78" fmla="*/ 677 w 716"/>
                <a:gd name="T79" fmla="*/ 18 h 383"/>
                <a:gd name="T80" fmla="*/ 701 w 716"/>
                <a:gd name="T81" fmla="*/ 6 h 383"/>
                <a:gd name="T82" fmla="*/ 713 w 716"/>
                <a:gd name="T83" fmla="*/ 0 h 383"/>
                <a:gd name="T84" fmla="*/ 713 w 716"/>
                <a:gd name="T85" fmla="*/ 0 h 383"/>
                <a:gd name="T86" fmla="*/ 659 w 716"/>
                <a:gd name="T87" fmla="*/ 6 h 383"/>
                <a:gd name="T88" fmla="*/ 716 w 716"/>
                <a:gd name="T89" fmla="*/ 6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5" name="Freeform 15">
              <a:extLst>
                <a:ext uri="{FF2B5EF4-FFF2-40B4-BE49-F238E27FC236}">
                  <a16:creationId xmlns:a16="http://schemas.microsoft.com/office/drawing/2014/main" id="{0FE50C12-4E00-47EC-9265-4494F0E6ACCF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453" y="2271"/>
              <a:ext cx="318" cy="225"/>
            </a:xfrm>
            <a:custGeom>
              <a:avLst/>
              <a:gdLst>
                <a:gd name="T0" fmla="*/ 6 w 318"/>
                <a:gd name="T1" fmla="*/ 225 h 225"/>
                <a:gd name="T2" fmla="*/ 0 w 318"/>
                <a:gd name="T3" fmla="*/ 195 h 225"/>
                <a:gd name="T4" fmla="*/ 315 w 318"/>
                <a:gd name="T5" fmla="*/ 0 h 225"/>
                <a:gd name="T6" fmla="*/ 303 w 318"/>
                <a:gd name="T7" fmla="*/ 27 h 225"/>
                <a:gd name="T8" fmla="*/ 318 w 318"/>
                <a:gd name="T9" fmla="*/ 4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6" name="Freeform 16">
              <a:extLst>
                <a:ext uri="{FF2B5EF4-FFF2-40B4-BE49-F238E27FC236}">
                  <a16:creationId xmlns:a16="http://schemas.microsoft.com/office/drawing/2014/main" id="{9292DCD5-D44B-5870-D53D-A43B4A774BB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58"/>
              <a:ext cx="2595" cy="933"/>
            </a:xfrm>
            <a:custGeom>
              <a:avLst/>
              <a:gdLst>
                <a:gd name="T0" fmla="*/ 1050 w 2595"/>
                <a:gd name="T1" fmla="*/ 657 h 933"/>
                <a:gd name="T2" fmla="*/ 1581 w 2595"/>
                <a:gd name="T3" fmla="*/ 690 h 933"/>
                <a:gd name="T4" fmla="*/ 1671 w 2595"/>
                <a:gd name="T5" fmla="*/ 723 h 933"/>
                <a:gd name="T6" fmla="*/ 1176 w 2595"/>
                <a:gd name="T7" fmla="*/ 621 h 933"/>
                <a:gd name="T8" fmla="*/ 1854 w 2595"/>
                <a:gd name="T9" fmla="*/ 567 h 933"/>
                <a:gd name="T10" fmla="*/ 1869 w 2595"/>
                <a:gd name="T11" fmla="*/ 612 h 933"/>
                <a:gd name="T12" fmla="*/ 2103 w 2595"/>
                <a:gd name="T13" fmla="*/ 861 h 933"/>
                <a:gd name="T14" fmla="*/ 1883 w 2595"/>
                <a:gd name="T15" fmla="*/ 520 h 933"/>
                <a:gd name="T16" fmla="*/ 1842 w 2595"/>
                <a:gd name="T17" fmla="*/ 490 h 933"/>
                <a:gd name="T18" fmla="*/ 1770 w 2595"/>
                <a:gd name="T19" fmla="*/ 466 h 933"/>
                <a:gd name="T20" fmla="*/ 1740 w 2595"/>
                <a:gd name="T21" fmla="*/ 448 h 933"/>
                <a:gd name="T22" fmla="*/ 1758 w 2595"/>
                <a:gd name="T23" fmla="*/ 436 h 933"/>
                <a:gd name="T24" fmla="*/ 1830 w 2595"/>
                <a:gd name="T25" fmla="*/ 430 h 933"/>
                <a:gd name="T26" fmla="*/ 1877 w 2595"/>
                <a:gd name="T27" fmla="*/ 424 h 933"/>
                <a:gd name="T28" fmla="*/ 1955 w 2595"/>
                <a:gd name="T29" fmla="*/ 394 h 933"/>
                <a:gd name="T30" fmla="*/ 2052 w 2595"/>
                <a:gd name="T31" fmla="*/ 396 h 933"/>
                <a:gd name="T32" fmla="*/ 2253 w 2595"/>
                <a:gd name="T33" fmla="*/ 732 h 933"/>
                <a:gd name="T34" fmla="*/ 2415 w 2595"/>
                <a:gd name="T35" fmla="*/ 933 h 933"/>
                <a:gd name="T36" fmla="*/ 2397 w 2595"/>
                <a:gd name="T37" fmla="*/ 828 h 933"/>
                <a:gd name="T38" fmla="*/ 2088 w 2595"/>
                <a:gd name="T39" fmla="*/ 400 h 933"/>
                <a:gd name="T40" fmla="*/ 2046 w 2595"/>
                <a:gd name="T41" fmla="*/ 346 h 933"/>
                <a:gd name="T42" fmla="*/ 1997 w 2595"/>
                <a:gd name="T43" fmla="*/ 304 h 933"/>
                <a:gd name="T44" fmla="*/ 1967 w 2595"/>
                <a:gd name="T45" fmla="*/ 286 h 933"/>
                <a:gd name="T46" fmla="*/ 1973 w 2595"/>
                <a:gd name="T47" fmla="*/ 286 h 933"/>
                <a:gd name="T48" fmla="*/ 2009 w 2595"/>
                <a:gd name="T49" fmla="*/ 286 h 933"/>
                <a:gd name="T50" fmla="*/ 2082 w 2595"/>
                <a:gd name="T51" fmla="*/ 322 h 933"/>
                <a:gd name="T52" fmla="*/ 2199 w 2595"/>
                <a:gd name="T53" fmla="*/ 384 h 933"/>
                <a:gd name="T54" fmla="*/ 2394 w 2595"/>
                <a:gd name="T55" fmla="*/ 448 h 933"/>
                <a:gd name="T56" fmla="*/ 2595 w 2595"/>
                <a:gd name="T57" fmla="*/ 516 h 933"/>
                <a:gd name="T58" fmla="*/ 2388 w 2595"/>
                <a:gd name="T59" fmla="*/ 424 h 933"/>
                <a:gd name="T60" fmla="*/ 2219 w 2595"/>
                <a:gd name="T61" fmla="*/ 340 h 933"/>
                <a:gd name="T62" fmla="*/ 2052 w 2595"/>
                <a:gd name="T63" fmla="*/ 280 h 933"/>
                <a:gd name="T64" fmla="*/ 1955 w 2595"/>
                <a:gd name="T65" fmla="*/ 262 h 933"/>
                <a:gd name="T66" fmla="*/ 1877 w 2595"/>
                <a:gd name="T67" fmla="*/ 274 h 933"/>
                <a:gd name="T68" fmla="*/ 1752 w 2595"/>
                <a:gd name="T69" fmla="*/ 274 h 933"/>
                <a:gd name="T70" fmla="*/ 1661 w 2595"/>
                <a:gd name="T71" fmla="*/ 292 h 933"/>
                <a:gd name="T72" fmla="*/ 1607 w 2595"/>
                <a:gd name="T73" fmla="*/ 316 h 933"/>
                <a:gd name="T74" fmla="*/ 1589 w 2595"/>
                <a:gd name="T75" fmla="*/ 322 h 933"/>
                <a:gd name="T76" fmla="*/ 1409 w 2595"/>
                <a:gd name="T77" fmla="*/ 358 h 933"/>
                <a:gd name="T78" fmla="*/ 1152 w 2595"/>
                <a:gd name="T79" fmla="*/ 442 h 933"/>
                <a:gd name="T80" fmla="*/ 966 w 2595"/>
                <a:gd name="T81" fmla="*/ 460 h 933"/>
                <a:gd name="T82" fmla="*/ 870 w 2595"/>
                <a:gd name="T83" fmla="*/ 442 h 933"/>
                <a:gd name="T84" fmla="*/ 828 w 2595"/>
                <a:gd name="T85" fmla="*/ 430 h 933"/>
                <a:gd name="T86" fmla="*/ 743 w 2595"/>
                <a:gd name="T87" fmla="*/ 388 h 933"/>
                <a:gd name="T88" fmla="*/ 636 w 2595"/>
                <a:gd name="T89" fmla="*/ 334 h 933"/>
                <a:gd name="T90" fmla="*/ 467 w 2595"/>
                <a:gd name="T91" fmla="*/ 256 h 933"/>
                <a:gd name="T92" fmla="*/ 0 w 2595"/>
                <a:gd name="T93" fmla="*/ 0 h 933"/>
                <a:gd name="T94" fmla="*/ 585 w 2595"/>
                <a:gd name="T95" fmla="*/ 390 h 933"/>
                <a:gd name="T96" fmla="*/ 849 w 2595"/>
                <a:gd name="T97" fmla="*/ 543 h 933"/>
                <a:gd name="T98" fmla="*/ 897 w 2595"/>
                <a:gd name="T99" fmla="*/ 621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7" name="Freeform 17">
              <a:extLst>
                <a:ext uri="{FF2B5EF4-FFF2-40B4-BE49-F238E27FC236}">
                  <a16:creationId xmlns:a16="http://schemas.microsoft.com/office/drawing/2014/main" id="{46A53C1F-3104-C4BC-AEF0-A469CF828C62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994"/>
              <a:ext cx="2723" cy="1091"/>
            </a:xfrm>
            <a:custGeom>
              <a:avLst/>
              <a:gdLst>
                <a:gd name="T0" fmla="*/ 2370 w 2723"/>
                <a:gd name="T1" fmla="*/ 72 h 1091"/>
                <a:gd name="T2" fmla="*/ 2597 w 2723"/>
                <a:gd name="T3" fmla="*/ 198 h 1091"/>
                <a:gd name="T4" fmla="*/ 2639 w 2723"/>
                <a:gd name="T5" fmla="*/ 276 h 1091"/>
                <a:gd name="T6" fmla="*/ 2453 w 2723"/>
                <a:gd name="T7" fmla="*/ 264 h 1091"/>
                <a:gd name="T8" fmla="*/ 2297 w 2723"/>
                <a:gd name="T9" fmla="*/ 204 h 1091"/>
                <a:gd name="T10" fmla="*/ 2112 w 2723"/>
                <a:gd name="T11" fmla="*/ 66 h 1091"/>
                <a:gd name="T12" fmla="*/ 2088 w 2723"/>
                <a:gd name="T13" fmla="*/ 72 h 1091"/>
                <a:gd name="T14" fmla="*/ 2106 w 2723"/>
                <a:gd name="T15" fmla="*/ 114 h 1091"/>
                <a:gd name="T16" fmla="*/ 2412 w 2723"/>
                <a:gd name="T17" fmla="*/ 552 h 1091"/>
                <a:gd name="T18" fmla="*/ 2279 w 2723"/>
                <a:gd name="T19" fmla="*/ 564 h 1091"/>
                <a:gd name="T20" fmla="*/ 2189 w 2723"/>
                <a:gd name="T21" fmla="*/ 492 h 1091"/>
                <a:gd name="T22" fmla="*/ 2058 w 2723"/>
                <a:gd name="T23" fmla="*/ 330 h 1091"/>
                <a:gd name="T24" fmla="*/ 1991 w 2723"/>
                <a:gd name="T25" fmla="*/ 234 h 1091"/>
                <a:gd name="T26" fmla="*/ 1949 w 2723"/>
                <a:gd name="T27" fmla="*/ 174 h 1091"/>
                <a:gd name="T28" fmla="*/ 1824 w 2723"/>
                <a:gd name="T29" fmla="*/ 132 h 1091"/>
                <a:gd name="T30" fmla="*/ 1794 w 2723"/>
                <a:gd name="T31" fmla="*/ 144 h 1091"/>
                <a:gd name="T32" fmla="*/ 1895 w 2723"/>
                <a:gd name="T33" fmla="*/ 222 h 1091"/>
                <a:gd name="T34" fmla="*/ 1943 w 2723"/>
                <a:gd name="T35" fmla="*/ 366 h 1091"/>
                <a:gd name="T36" fmla="*/ 2064 w 2723"/>
                <a:gd name="T37" fmla="*/ 630 h 1091"/>
                <a:gd name="T38" fmla="*/ 2052 w 2723"/>
                <a:gd name="T39" fmla="*/ 695 h 1091"/>
                <a:gd name="T40" fmla="*/ 1955 w 2723"/>
                <a:gd name="T41" fmla="*/ 683 h 1091"/>
                <a:gd name="T42" fmla="*/ 1913 w 2723"/>
                <a:gd name="T43" fmla="*/ 636 h 1091"/>
                <a:gd name="T44" fmla="*/ 1703 w 2723"/>
                <a:gd name="T45" fmla="*/ 312 h 1091"/>
                <a:gd name="T46" fmla="*/ 1637 w 2723"/>
                <a:gd name="T47" fmla="*/ 276 h 1091"/>
                <a:gd name="T48" fmla="*/ 1643 w 2723"/>
                <a:gd name="T49" fmla="*/ 318 h 1091"/>
                <a:gd name="T50" fmla="*/ 1673 w 2723"/>
                <a:gd name="T51" fmla="*/ 408 h 1091"/>
                <a:gd name="T52" fmla="*/ 1716 w 2723"/>
                <a:gd name="T53" fmla="*/ 779 h 1091"/>
                <a:gd name="T54" fmla="*/ 1691 w 2723"/>
                <a:gd name="T55" fmla="*/ 737 h 1091"/>
                <a:gd name="T56" fmla="*/ 1613 w 2723"/>
                <a:gd name="T57" fmla="*/ 582 h 1091"/>
                <a:gd name="T58" fmla="*/ 1494 w 2723"/>
                <a:gd name="T59" fmla="*/ 480 h 1091"/>
                <a:gd name="T60" fmla="*/ 1248 w 2723"/>
                <a:gd name="T61" fmla="*/ 528 h 1091"/>
                <a:gd name="T62" fmla="*/ 996 w 2723"/>
                <a:gd name="T63" fmla="*/ 630 h 1091"/>
                <a:gd name="T64" fmla="*/ 714 w 2723"/>
                <a:gd name="T65" fmla="*/ 534 h 1091"/>
                <a:gd name="T66" fmla="*/ 198 w 2723"/>
                <a:gd name="T67" fmla="*/ 288 h 1091"/>
                <a:gd name="T68" fmla="*/ 0 w 2723"/>
                <a:gd name="T69" fmla="*/ 460 h 1091"/>
                <a:gd name="T70" fmla="*/ 288 w 2723"/>
                <a:gd name="T71" fmla="*/ 570 h 1091"/>
                <a:gd name="T72" fmla="*/ 461 w 2723"/>
                <a:gd name="T73" fmla="*/ 654 h 1091"/>
                <a:gd name="T74" fmla="*/ 725 w 2723"/>
                <a:gd name="T75" fmla="*/ 755 h 1091"/>
                <a:gd name="T76" fmla="*/ 966 w 2723"/>
                <a:gd name="T77" fmla="*/ 791 h 1091"/>
                <a:gd name="T78" fmla="*/ 1176 w 2723"/>
                <a:gd name="T79" fmla="*/ 779 h 1091"/>
                <a:gd name="T80" fmla="*/ 1278 w 2723"/>
                <a:gd name="T81" fmla="*/ 791 h 1091"/>
                <a:gd name="T82" fmla="*/ 1404 w 2723"/>
                <a:gd name="T83" fmla="*/ 845 h 1091"/>
                <a:gd name="T84" fmla="*/ 1416 w 2723"/>
                <a:gd name="T85" fmla="*/ 887 h 1091"/>
                <a:gd name="T86" fmla="*/ 1361 w 2723"/>
                <a:gd name="T87" fmla="*/ 923 h 1091"/>
                <a:gd name="T88" fmla="*/ 1385 w 2723"/>
                <a:gd name="T89" fmla="*/ 1007 h 1091"/>
                <a:gd name="T90" fmla="*/ 1494 w 2723"/>
                <a:gd name="T91" fmla="*/ 1085 h 1091"/>
                <a:gd name="T92" fmla="*/ 1697 w 2723"/>
                <a:gd name="T93" fmla="*/ 1043 h 1091"/>
                <a:gd name="T94" fmla="*/ 1812 w 2723"/>
                <a:gd name="T95" fmla="*/ 989 h 1091"/>
                <a:gd name="T96" fmla="*/ 1973 w 2723"/>
                <a:gd name="T97" fmla="*/ 917 h 1091"/>
                <a:gd name="T98" fmla="*/ 2201 w 2723"/>
                <a:gd name="T99" fmla="*/ 899 h 1091"/>
                <a:gd name="T100" fmla="*/ 2364 w 2723"/>
                <a:gd name="T101" fmla="*/ 863 h 1091"/>
                <a:gd name="T102" fmla="*/ 2400 w 2723"/>
                <a:gd name="T103" fmla="*/ 743 h 1091"/>
                <a:gd name="T104" fmla="*/ 2471 w 2723"/>
                <a:gd name="T105" fmla="*/ 701 h 1091"/>
                <a:gd name="T106" fmla="*/ 2621 w 2723"/>
                <a:gd name="T107" fmla="*/ 504 h 1091"/>
                <a:gd name="T108" fmla="*/ 2693 w 2723"/>
                <a:gd name="T109" fmla="*/ 37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378" name="Rectangle 18">
            <a:extLst>
              <a:ext uri="{FF2B5EF4-FFF2-40B4-BE49-F238E27FC236}">
                <a16:creationId xmlns:a16="http://schemas.microsoft.com/office/drawing/2014/main" id="{24CAB2A8-2CAA-BCB3-D58A-879A06518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5379" name="Rectangle 19">
            <a:extLst>
              <a:ext uri="{FF2B5EF4-FFF2-40B4-BE49-F238E27FC236}">
                <a16:creationId xmlns:a16="http://schemas.microsoft.com/office/drawing/2014/main" id="{EC250774-9030-308D-90A3-BD52564FD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5380" name="Rectangle 20">
            <a:extLst>
              <a:ext uri="{FF2B5EF4-FFF2-40B4-BE49-F238E27FC236}">
                <a16:creationId xmlns:a16="http://schemas.microsoft.com/office/drawing/2014/main" id="{0DA16B13-4D01-801D-F0D8-574737C74B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5381" name="Rectangle 21">
            <a:extLst>
              <a:ext uri="{FF2B5EF4-FFF2-40B4-BE49-F238E27FC236}">
                <a16:creationId xmlns:a16="http://schemas.microsoft.com/office/drawing/2014/main" id="{03F3A660-2948-A1C1-255F-0179B1079E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fld id="{808C3281-2D46-4479-ACAE-B9482CFE86AB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5382" name="Rectangle 22">
            <a:extLst>
              <a:ext uri="{FF2B5EF4-FFF2-40B4-BE49-F238E27FC236}">
                <a16:creationId xmlns:a16="http://schemas.microsoft.com/office/drawing/2014/main" id="{0ADCE7EC-9831-D1B8-8BBA-697EEC42C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5">
            <a:extLst>
              <a:ext uri="{FF2B5EF4-FFF2-40B4-BE49-F238E27FC236}">
                <a16:creationId xmlns:a16="http://schemas.microsoft.com/office/drawing/2014/main" id="{9CAFAB20-B107-C7D4-DCE4-EECB3731E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33600"/>
            <a:ext cx="73152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200" b="1">
                <a:latin typeface="Verdana" panose="020B0604030504040204" pitchFamily="34" charset="0"/>
              </a:rPr>
              <a:t>311</a:t>
            </a:r>
          </a:p>
          <a:p>
            <a:pPr algn="ctr">
              <a:spcBef>
                <a:spcPct val="30000"/>
              </a:spcBef>
            </a:pPr>
            <a:r>
              <a:rPr lang="en-US" altLang="pt-BR" sz="3200" b="1" i="1">
                <a:latin typeface="Verdana" panose="020B0604030504040204" pitchFamily="34" charset="0"/>
              </a:rPr>
              <a:t>JESUS, MEU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7">
            <a:extLst>
              <a:ext uri="{FF2B5EF4-FFF2-40B4-BE49-F238E27FC236}">
                <a16:creationId xmlns:a16="http://schemas.microsoft.com/office/drawing/2014/main" id="{63D632BF-67EE-8CF8-899A-2E31EBC0D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Jesus salvou-me do mundo,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Ele é tão doce p’ra mim;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Amor, Lhe tenho, profundo,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Por Sua graça sem fim;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Quando ia eu no deserto,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Sem gozo, paz e sem luz,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Ele buscou-me, por certo,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Té que achou-me Jesus!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endParaRPr lang="en-US" altLang="pt-BR" sz="36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CCB1E0A-91D8-127B-5E0A-99E416657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Jesus, Jesus,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Tu és meu Salvador,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Jesus, Jesus,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só Teu serei, Senhor.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Na senda mui verdadeira,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Guia-me Tua mão,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E ao findar minha carreira,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Receberei galardão.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DD9A3C3-C0A4-16F6-6D0B-8B851C034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Jesus de Saron é a rosa,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Lírio suave é p’ra mim;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Ele é a rocha preciosa,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Onde há gozo sem fim;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É da manhã a estrela,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Na noite escura e sem luz,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Tenho doçura em vê-la,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Pois ela é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18A18B6-CBFC-F37F-E79B-B94E5B06D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Jesus, Jesus,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Tu és meu Salvador,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Jesus, Jesus,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Só Teu serei, Senhor.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Na senda mui verdadeira,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Guia-me Tua mão,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E ao findar minha carreira,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Receberei galardão.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B85CACA-C5D1-090E-2A11-FD4999AFE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Na manjedoura nascendo,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No mundo, só batalhou;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Em meu lugar padecendo,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Sangue por mim derramou,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Ressurgiu da sepultura,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Subindo à destra de Deus;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Breve virá das alturas,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Descendo em nuvens dos céus.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2C04509-DA04-9514-D4A9-D053776A8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6278562"/>
          </a:xfrm>
        </p:spPr>
        <p:txBody>
          <a:bodyPr/>
          <a:lstStyle/>
          <a:p>
            <a:pPr algn="l"/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Jesus, Jesus,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Tu és meu Salvador,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Jesus, Jesus, 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Só Teu serei, Senhor.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Na senda mui verdadeira,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Guia-me Tua mão,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E ao findar minha carreira,</a:t>
            </a:r>
            <a:b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 i="1">
                <a:solidFill>
                  <a:schemeClr val="tx1"/>
                </a:solidFill>
                <a:latin typeface="Verdana" panose="020B0604030504040204" pitchFamily="34" charset="0"/>
              </a:rPr>
              <a:t>Receberei galardão.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balho em equipe">
  <a:themeElements>
    <a:clrScheme name="Trabalho em equipe 4">
      <a:dk1>
        <a:srgbClr val="006E6B"/>
      </a:dk1>
      <a:lt1>
        <a:srgbClr val="FFFFFF"/>
      </a:lt1>
      <a:dk2>
        <a:srgbClr val="006666"/>
      </a:dk2>
      <a:lt2>
        <a:srgbClr val="B9EFEE"/>
      </a:lt2>
      <a:accent1>
        <a:srgbClr val="33CCCC"/>
      </a:accent1>
      <a:accent2>
        <a:srgbClr val="6AB475"/>
      </a:accent2>
      <a:accent3>
        <a:srgbClr val="AAB8B8"/>
      </a:accent3>
      <a:accent4>
        <a:srgbClr val="DADADA"/>
      </a:accent4>
      <a:accent5>
        <a:srgbClr val="ADE2E2"/>
      </a:accent5>
      <a:accent6>
        <a:srgbClr val="5FA369"/>
      </a:accent6>
      <a:hlink>
        <a:srgbClr val="00FF99"/>
      </a:hlink>
      <a:folHlink>
        <a:srgbClr val="CCFF66"/>
      </a:folHlink>
    </a:clrScheme>
    <a:fontScheme name="Trabalho em equipe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rabalho em equipe 1">
        <a:dk1>
          <a:srgbClr val="000078"/>
        </a:dk1>
        <a:lt1>
          <a:srgbClr val="FFFFFF"/>
        </a:lt1>
        <a:dk2>
          <a:srgbClr val="000066"/>
        </a:dk2>
        <a:lt2>
          <a:srgbClr val="CCECFF"/>
        </a:lt2>
        <a:accent1>
          <a:srgbClr val="0099CC"/>
        </a:accent1>
        <a:accent2>
          <a:srgbClr val="008080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007373"/>
        </a:accent6>
        <a:hlink>
          <a:srgbClr val="00FF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2">
        <a:dk1>
          <a:srgbClr val="0000A6"/>
        </a:dk1>
        <a:lt1>
          <a:srgbClr val="FFFFFF"/>
        </a:lt1>
        <a:dk2>
          <a:srgbClr val="000099"/>
        </a:dk2>
        <a:lt2>
          <a:srgbClr val="CCFFFF"/>
        </a:lt2>
        <a:accent1>
          <a:srgbClr val="00CCFF"/>
        </a:accent1>
        <a:accent2>
          <a:srgbClr val="FFE701"/>
        </a:accent2>
        <a:accent3>
          <a:srgbClr val="AAAACA"/>
        </a:accent3>
        <a:accent4>
          <a:srgbClr val="DADADA"/>
        </a:accent4>
        <a:accent5>
          <a:srgbClr val="AAE2FF"/>
        </a:accent5>
        <a:accent6>
          <a:srgbClr val="E7D101"/>
        </a:accent6>
        <a:hlink>
          <a:srgbClr val="FFCC66"/>
        </a:hlink>
        <a:folHlink>
          <a:srgbClr val="00CA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3">
        <a:dk1>
          <a:srgbClr val="000000"/>
        </a:dk1>
        <a:lt1>
          <a:srgbClr val="E0EBF6"/>
        </a:lt1>
        <a:dk2>
          <a:srgbClr val="77A4AF"/>
        </a:dk2>
        <a:lt2>
          <a:srgbClr val="F3F7FB"/>
        </a:lt2>
        <a:accent1>
          <a:srgbClr val="B9C4D7"/>
        </a:accent1>
        <a:accent2>
          <a:srgbClr val="B1A1C5"/>
        </a:accent2>
        <a:accent3>
          <a:srgbClr val="EDF3FA"/>
        </a:accent3>
        <a:accent4>
          <a:srgbClr val="000000"/>
        </a:accent4>
        <a:accent5>
          <a:srgbClr val="D9DEE8"/>
        </a:accent5>
        <a:accent6>
          <a:srgbClr val="A091B2"/>
        </a:accent6>
        <a:hlink>
          <a:srgbClr val="3F2FB5"/>
        </a:hlink>
        <a:folHlink>
          <a:srgbClr val="3189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4">
        <a:dk1>
          <a:srgbClr val="006E6B"/>
        </a:dk1>
        <a:lt1>
          <a:srgbClr val="FFFFFF"/>
        </a:lt1>
        <a:dk2>
          <a:srgbClr val="006666"/>
        </a:dk2>
        <a:lt2>
          <a:srgbClr val="B9EFEE"/>
        </a:lt2>
        <a:accent1>
          <a:srgbClr val="33CCCC"/>
        </a:accent1>
        <a:accent2>
          <a:srgbClr val="6AB475"/>
        </a:accent2>
        <a:accent3>
          <a:srgbClr val="AAB8B8"/>
        </a:accent3>
        <a:accent4>
          <a:srgbClr val="DADADA"/>
        </a:accent4>
        <a:accent5>
          <a:srgbClr val="ADE2E2"/>
        </a:accent5>
        <a:accent6>
          <a:srgbClr val="5FA369"/>
        </a:accent6>
        <a:hlink>
          <a:srgbClr val="00FF99"/>
        </a:hlink>
        <a:folHlink>
          <a:srgbClr val="CC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5">
        <a:dk1>
          <a:srgbClr val="8ABA8D"/>
        </a:dk1>
        <a:lt1>
          <a:srgbClr val="FFFFFF"/>
        </a:lt1>
        <a:dk2>
          <a:srgbClr val="6FB56D"/>
        </a:dk2>
        <a:lt2>
          <a:srgbClr val="DCF1F4"/>
        </a:lt2>
        <a:accent1>
          <a:srgbClr val="2E7E2E"/>
        </a:accent1>
        <a:accent2>
          <a:srgbClr val="25735D"/>
        </a:accent2>
        <a:accent3>
          <a:srgbClr val="BBD7BA"/>
        </a:accent3>
        <a:accent4>
          <a:srgbClr val="DADADA"/>
        </a:accent4>
        <a:accent5>
          <a:srgbClr val="ADC0AD"/>
        </a:accent5>
        <a:accent6>
          <a:srgbClr val="206853"/>
        </a:accent6>
        <a:hlink>
          <a:srgbClr val="FFFF00"/>
        </a:hlink>
        <a:folHlink>
          <a:srgbClr val="FFF4B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6">
        <a:dk1>
          <a:srgbClr val="005400"/>
        </a:dk1>
        <a:lt1>
          <a:srgbClr val="FFFFFF"/>
        </a:lt1>
        <a:dk2>
          <a:srgbClr val="004800"/>
        </a:dk2>
        <a:lt2>
          <a:srgbClr val="D6D8C0"/>
        </a:lt2>
        <a:accent1>
          <a:srgbClr val="339933"/>
        </a:accent1>
        <a:accent2>
          <a:srgbClr val="7D8C70"/>
        </a:accent2>
        <a:accent3>
          <a:srgbClr val="AAB1AA"/>
        </a:accent3>
        <a:accent4>
          <a:srgbClr val="DADADA"/>
        </a:accent4>
        <a:accent5>
          <a:srgbClr val="ADCAAD"/>
        </a:accent5>
        <a:accent6>
          <a:srgbClr val="717E65"/>
        </a:accent6>
        <a:hlink>
          <a:srgbClr val="CCCC00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7">
        <a:dk1>
          <a:srgbClr val="000000"/>
        </a:dk1>
        <a:lt1>
          <a:srgbClr val="F5F0BD"/>
        </a:lt1>
        <a:dk2>
          <a:srgbClr val="BD9D69"/>
        </a:dk2>
        <a:lt2>
          <a:srgbClr val="FFFFCC"/>
        </a:lt2>
        <a:accent1>
          <a:srgbClr val="CDBB77"/>
        </a:accent1>
        <a:accent2>
          <a:srgbClr val="F8EBD0"/>
        </a:accent2>
        <a:accent3>
          <a:srgbClr val="F9F6DB"/>
        </a:accent3>
        <a:accent4>
          <a:srgbClr val="000000"/>
        </a:accent4>
        <a:accent5>
          <a:srgbClr val="E3DABD"/>
        </a:accent5>
        <a:accent6>
          <a:srgbClr val="E1D5BC"/>
        </a:accent6>
        <a:hlink>
          <a:srgbClr val="FF9900"/>
        </a:hlink>
        <a:folHlink>
          <a:srgbClr val="C64B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8">
        <a:dk1>
          <a:srgbClr val="000000"/>
        </a:dk1>
        <a:lt1>
          <a:srgbClr val="E2DDD4"/>
        </a:lt1>
        <a:dk2>
          <a:srgbClr val="000000"/>
        </a:dk2>
        <a:lt2>
          <a:srgbClr val="EFEBE3"/>
        </a:lt2>
        <a:accent1>
          <a:srgbClr val="F2F2F2"/>
        </a:accent1>
        <a:accent2>
          <a:srgbClr val="C4AD74"/>
        </a:accent2>
        <a:accent3>
          <a:srgbClr val="EEEBE6"/>
        </a:accent3>
        <a:accent4>
          <a:srgbClr val="000000"/>
        </a:accent4>
        <a:accent5>
          <a:srgbClr val="F7F7F7"/>
        </a:accent5>
        <a:accent6>
          <a:srgbClr val="B19C68"/>
        </a:accent6>
        <a:hlink>
          <a:srgbClr val="A46032"/>
        </a:hlink>
        <a:folHlink>
          <a:srgbClr val="8F8E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9">
        <a:dk1>
          <a:srgbClr val="8A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5831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4AD"/>
        </a:accent5>
        <a:accent6>
          <a:srgbClr val="B24B36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300</Words>
  <Application>Microsoft Office PowerPoint</Application>
  <PresentationFormat>Apresentação na tela (4:3)</PresentationFormat>
  <Paragraphs>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Garamond</vt:lpstr>
      <vt:lpstr>Times New Roman</vt:lpstr>
      <vt:lpstr>Wingdings</vt:lpstr>
      <vt:lpstr>Verdana</vt:lpstr>
      <vt:lpstr>Papyrus</vt:lpstr>
      <vt:lpstr>Trabalho em equipe</vt:lpstr>
      <vt:lpstr>Apresentação do PowerPoint</vt:lpstr>
      <vt:lpstr>Jesus salvou-me do mundo, Ele é tão doce p’ra mim; Amor, Lhe tenho, profundo, Por Sua graça sem fim; Quando ia eu no deserto, Sem gozo, paz e sem luz, Ele buscou-me, por certo, Té que achou-me Jesus! </vt:lpstr>
      <vt:lpstr>Jesus, Jesus,  Tu és meu Salvador, Jesus, Jesus,  só Teu serei, Senhor. Na senda mui verdadeira, Guia-me Tua mão, E ao findar minha carreira, Receberei galardão.</vt:lpstr>
      <vt:lpstr>Jesus de Saron é a rosa, Lírio suave é p’ra mim; Ele é a rocha preciosa, Onde há gozo sem fim; É da manhã a estrela, Na noite escura e sem luz, Tenho doçura em vê-la, Pois ela é meu Jesus!</vt:lpstr>
      <vt:lpstr>Jesus, Jesus,  Tu és meu Salvador, Jesus, Jesus,  Só Teu serei, Senhor. Na senda mui verdadeira, Guia-me Tua mão, E ao findar minha carreira, Receberei galardão.</vt:lpstr>
      <vt:lpstr>Na manjedoura nascendo, No mundo, só batalhou; Em meu lugar padecendo, Sangue por mim derramou, Ressurgiu da sepultura, Subindo à destra de Deus; Breve virá das alturas, Descendo em nuvens dos céus.</vt:lpstr>
      <vt:lpstr>Jesus, Jesus,  Tu és meu Salvador, Jesus, Jesus,  Só Teu serei, Senhor. Na senda mui verdadeira, Guia-me Tua mão, E ao findar minha carreira, Receberei galardão.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Queres, neste mundo,     ser um vencedor? Queres tu cantar     nas lutas e na dor? Queres ser alegre,     qual bom lutador? Guarda o contacto     com teu Salvador!</dc:title>
  <dc:creator>Heliezer de Bem</dc:creator>
  <cp:lastModifiedBy>Emerson Souza</cp:lastModifiedBy>
  <cp:revision>11</cp:revision>
  <dcterms:created xsi:type="dcterms:W3CDTF">2005-01-13T23:34:03Z</dcterms:created>
  <dcterms:modified xsi:type="dcterms:W3CDTF">2026-05-02T22:02:51Z</dcterms:modified>
</cp:coreProperties>
</file>