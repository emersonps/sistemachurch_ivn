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08AC8-EFDF-80B5-2488-EEE80693B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F6F22E-25AE-E6B3-9B8E-D6913A8E7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B20695-B828-F875-DDD7-400B4CC9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EC4471-9900-1E45-8966-7E9AE684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22B67D-36BB-9EF2-AF84-AB2C7D34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17975-B032-48DF-AFAF-C01AB1FCFD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692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0335F-ED71-E311-2A1C-4384033F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AFD188-1C6C-0580-F4CD-6E76A4130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1CC376-2380-8309-E1DB-69D996703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1D4B75-DC8D-E6AC-CFE1-08D2D152A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535D17-FD6D-83BB-FFB5-75F06228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DA5A5-0A26-44E0-AF73-28890C9468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33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00B2C-56F5-EBB8-74F6-E5D0BFD3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A050B0-7020-BF89-BE47-84DAAD6B2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17F63A-0B0B-828B-4D50-F5C4F8EC9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722E70-4C4D-106E-E2FC-E9195D400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A18F56-8580-71E3-87EC-9B98FA62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8271E-3BFB-4BA9-BF55-53B0748EA0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552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EBF08-88C1-EBD8-D20D-DFEDC545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0A0B06-2E40-42B3-44DF-A5A0EFEEB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F8FF46-147D-A022-8EBC-0696A25FC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DACB34-DBB7-992E-9EEF-FAAFA725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477A2F-3932-F009-DED4-75A34263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1B08D2-2DC0-F4DC-6300-7C57C0E7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994D16-3205-40C1-B299-E2F6F107BF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404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FD648-9A6D-B1E2-EDE8-D6E6076E6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C3E7C2-8DF5-E2DA-687D-871E8A457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993A4B-F6A2-F9BC-374E-74CF27C76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6A98DA-0A77-36B0-D9BE-8167E8718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B8AA312-F216-08F2-8DD0-F47E0FED9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72C3959-4F20-1E1C-A31F-12BEBB25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14C86B-3992-9F9C-A101-C96FFBE7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8E5D5C-23AE-E75A-AB15-AD73B077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AB1D57-6F6A-46BB-BC91-87E1A4C958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549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E462A-7D24-80D5-BB35-EAF7E600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437E72-AAEC-3C14-91FD-86D85505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C50AAF-1509-5801-4374-DDD59CDE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638F3C2-C751-ECA8-233F-47462057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A11914-8824-4B13-8883-9CF867F3DF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957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B5A323-E2B4-7E18-FAFE-AF133DF08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94244F-B5A0-E6DA-5864-4FE9751C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0FF389-6E14-0BEE-DFAE-DDE1F647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686CB-FFEF-45B3-A317-683AF74A2C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913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1A04E-F792-4DC5-F9B7-2E10D1D8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8C9F1C-34C3-8F94-1127-2CEA1C19C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AC85DB-4BE0-0027-72CB-3D70DF679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B8336C-5DDF-263D-E704-5AAB12FD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60B24F-ACF1-A608-0F8D-6DF17144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550E35-D7E0-ACD8-5A6F-3562D453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1FDDAE-635D-402E-8927-5524BD9814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014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E1EF8-6B63-F2D1-0034-6FDAA9C9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C90357-04E9-6852-08C3-F50A00D2F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C5E4B6-B5C3-0426-1CF5-582502C8D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D34381-45E6-6C00-E90B-85FFFAE3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D78465-E6A7-F198-C59D-A4D1E561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90DF4D-3994-F823-037D-FC576AC9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10900F-9221-4032-9B9A-CE9E557FC2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8185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2314B-C56F-E779-CA0A-E5936229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CBC180-0764-ECB4-0EBE-328D23925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F7DED1-58B0-8CF1-B2A9-932750B6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ACF512-6752-1E24-4BCA-D1A011E9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BC6F08-46CC-47E9-2192-BE09BA5D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39823-B647-4C77-9F3E-2256CDACCD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218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EEDEC0-F178-5C1D-BF8F-9B092BAF6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26C0D1-AD69-3C3B-7D4B-A9B7F7A3C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B33D1F-57F0-11FF-FB53-0CEC529B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A10709-17D0-DEAD-DA7F-300BA8FC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568C1-E91A-52FB-5A34-E5AE2FC6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C8F52-F799-4838-AC64-AC9FDB474F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070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12C85A8-1500-E836-1ADD-09F4E4629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F2DDC68-88CB-9295-E5AB-EF66A3812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4EB6A5-F04C-E5C3-3FD7-7559795617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E3D55FC-32C9-36F5-521F-2C4F064DAB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87E32C7-19FE-F34B-1672-40D66B5ABEA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E994920-D7D4-4C94-8EC6-72223B306E0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E020DB3-1C31-22F5-F436-007257A8D1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196975"/>
            <a:ext cx="9144000" cy="2547938"/>
          </a:xfrm>
        </p:spPr>
        <p:txBody>
          <a:bodyPr anchor="ctr"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75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>
                <a:solidFill>
                  <a:srgbClr val="FFFFFF"/>
                </a:solidFill>
              </a:rPr>
              <a:t>EM JESUS TENS </a:t>
            </a:r>
            <a:r>
              <a:rPr lang="en-US" altLang="pt-BR" sz="4000" b="1" i="1">
                <a:solidFill>
                  <a:srgbClr val="FFFFFF"/>
                </a:solidFill>
              </a:rPr>
              <a:t>A </a:t>
            </a:r>
            <a:r>
              <a:rPr lang="en-US" altLang="pt-BR" sz="4000" b="1">
                <a:solidFill>
                  <a:srgbClr val="FFFFFF"/>
                </a:solidFill>
              </a:rPr>
              <a:t>PALMA DA VITÓRIA</a:t>
            </a:r>
            <a:r>
              <a:rPr lang="en-US" altLang="pt-BR" sz="4000" b="1" i="1">
                <a:solidFill>
                  <a:srgbClr val="FFFFFF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C536B07-562B-457C-0C0C-0936DF426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248150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FFFFFF"/>
                </a:solidFill>
              </a:rPr>
              <a:t>Tentado, não cedas, ceder é pecar,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Melhor e mais nobre, será triunfar,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Coragem, ó crente, domina o teu mal.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Deus pode livrar-te de queda fatal.</a:t>
            </a:r>
            <a:br>
              <a:rPr lang="en-US" altLang="pt-BR" sz="4000">
                <a:solidFill>
                  <a:srgbClr val="FFFFFF"/>
                </a:solidFill>
              </a:rPr>
            </a:br>
            <a:endParaRPr lang="en-US" altLang="pt-BR" sz="4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4A7C1C67-4644-0C69-D4AB-D6CF87598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25538"/>
            <a:ext cx="9144000" cy="4392612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Em Jesus tens a palma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Da vitória, minh'alma;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E também doce calma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Pelo sangue da cruz!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522F8DCA-04AC-2FA9-7D7F-AD834221D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679950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FFFFFF"/>
                </a:solidFill>
              </a:rPr>
              <a:t>Evita o pecado,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Procura agradar a Deus,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A quem deves no corpo exaltar;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Não manches teus lábios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Com impura voz;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Defende tua alma do vício atroz.</a:t>
            </a:r>
            <a:br>
              <a:rPr lang="en-US" altLang="pt-BR" sz="4000">
                <a:solidFill>
                  <a:srgbClr val="FFFFFF"/>
                </a:solidFill>
              </a:rPr>
            </a:br>
            <a:endParaRPr lang="en-US" altLang="pt-BR" sz="4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71E41CD1-3E7D-9F2E-5180-294F56F4F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679950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Em Jesus tens a palma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Da vitória, minh'alma;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E também doce calma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Pelo sangue da cruz!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78EE5180-A8D4-F037-29D9-71A1B9CA6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6975"/>
            <a:ext cx="9144000" cy="4319588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FFFFFF"/>
                </a:solidFill>
              </a:rPr>
              <a:t>Sê manso e benigno, qual morto até.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Na rocha eterna, firma tua fé;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Veraz é teu dito: de Deus é teu ser?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T'espera a coroa, tu podes vencer.	</a:t>
            </a:r>
            <a:br>
              <a:rPr lang="en-US" altLang="pt-BR" sz="4000">
                <a:solidFill>
                  <a:srgbClr val="FFFFFF"/>
                </a:solidFill>
              </a:rPr>
            </a:b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								</a:t>
            </a:r>
            <a:r>
              <a:rPr lang="en-US" altLang="pt-BR" sz="1600">
                <a:solidFill>
                  <a:srgbClr val="FFFFFF"/>
                </a:solidFill>
              </a:rPr>
              <a:t>P.L.M.</a:t>
            </a:r>
            <a:br>
              <a:rPr lang="en-US" altLang="pt-BR" sz="4000">
                <a:solidFill>
                  <a:srgbClr val="FFFFFF"/>
                </a:solidFill>
              </a:rPr>
            </a:br>
            <a:endParaRPr lang="en-US" altLang="pt-BR" sz="4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C98774CB-F153-BC5C-5CB4-5C7C74EEF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5400675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Em Jesus tens a palma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Da vitória, minh'alma;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E também doce calma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Pelo sangue da cruz!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75 EM JESUS TENS A PALMA DA VITÓRIA </vt:lpstr>
      <vt:lpstr>Tentado, não cedas, ceder é pecar,  Melhor e mais nobre, será triunfar,  Coragem, ó crente, domina o teu mal.  Deus pode livrar-te de queda fatal. </vt:lpstr>
      <vt:lpstr>Em Jesus tens a palma  Da vitória, minh'alma;  E também doce calma  Pelo sangue da cruz! </vt:lpstr>
      <vt:lpstr>Evita o pecado,  Procura agradar a Deus,  A quem deves no corpo exaltar;  Não manches teus lábios  Com impura voz;  Defende tua alma do vício atroz. </vt:lpstr>
      <vt:lpstr>Em Jesus tens a palma  Da vitória, minh'alma;  E também doce calma  Pelo sangue da cruz! </vt:lpstr>
      <vt:lpstr>Sê manso e benigno, qual morto até.  Na rocha eterna, firma tua fé; Veraz é teu dito: de Deus é teu ser? T'espera a coroa, tu podes vencer.           P.L.M. </vt:lpstr>
      <vt:lpstr>Em Jesus tens a palma  Da vitória, minh'alma; E também doce calma  Pelo sangue da cruz!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75 </dc:title>
  <dc:creator>Montagna</dc:creator>
  <cp:lastModifiedBy>Emerson Souza</cp:lastModifiedBy>
  <cp:revision>2</cp:revision>
  <dcterms:created xsi:type="dcterms:W3CDTF">2005-10-16T00:33:04Z</dcterms:created>
  <dcterms:modified xsi:type="dcterms:W3CDTF">2026-05-02T21:43:02Z</dcterms:modified>
</cp:coreProperties>
</file>