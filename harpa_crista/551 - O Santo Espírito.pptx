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80355-4CEC-31BC-D453-D3A015CF3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E6E4DF-96C7-0CF2-2020-B07EFE9CE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12B41E-CC53-BDB3-2EBB-405EF143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B1CB3F-8E96-398A-278F-2667939E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FED97C-85DD-64E5-C092-0194FB51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7180C4-76E4-43CE-93A0-600AAAAB57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826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B525D-DA97-EF2C-50CE-2FB17690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536FD0-1AF1-93B4-AC59-9F86FA438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00561E-0174-1B16-AEFA-D492002E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9065FB-4D02-033B-DB1B-29E81DA0E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3CC0F9-D1FE-92EB-E348-151C5BBB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DF083F-053D-401B-9CE9-07CEE9EE9D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726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60013-FBDF-8122-FF65-6500C299B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C07A82-5640-C850-F173-527A09B3C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800A0D-F1CA-EFD8-D862-573D7E0C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5C5C61-83D0-43F8-1E77-9318AC03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AED9C3-E82B-6395-BF1B-7CD419B1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3BE3F9-2E0B-4F4C-A65B-2790EA2D19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509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1738A-B858-33B0-8A48-0158986E5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C6F0EF-19E3-A5C9-4EDC-95D6AEDA1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4AEB08-E013-FEA6-7F32-372FA99B7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3B31DA-2027-2352-C7C9-32C55BE9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C40F2B-7157-36F3-D096-F4B43ABD3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3056EC-6F32-5B73-5B64-F5907C6E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B7EAAF-0DAC-4066-B82B-40953CFA7B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6221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B8545-780C-3DB7-3505-55689A95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81748F-84FB-EA9C-488C-4477F75F0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CF4EB5-0703-4601-F55F-9F9DA169F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D76F2F-198C-B028-B11C-EF21CC247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82F42D-983A-C411-E2CB-C2B48FED5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A6794F-B7BF-8F26-2F40-6282A43B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55FFDEB-1F77-9603-F699-3FC0A18B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74D3EA0-6BB3-560E-BEA5-52DFE13A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B3A9C9-D2A4-4123-81AE-A413157C41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684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EA922-6131-BDB4-4A9E-01D4CF39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6703C4-452C-912B-DF1F-E2D6F4B0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A82F3AD-BA56-1A7F-4B0C-F4BEE3A3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32D05F6-B4EF-AEBA-86D9-4CFBEEF4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15B212-1B1B-460C-B214-8844483820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933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B0C2C3-9177-551B-55D9-14CD054C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BD1684-FDA6-8154-3C1F-7D3BE0F2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626B08-DAFE-228F-B9FC-A7AF8B6D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17CE4-3019-43C1-8DA4-9542E58D47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758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DD6E4-C97A-9A50-3427-7A0ACED78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D1DCB9-7B36-203D-2061-B91A626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3F492F-4F1F-8D9A-2BF9-A4FF2C3DE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A6A4B4-2480-459C-5FFF-60EA7A84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0ED4DD-3EE1-9028-49C8-F76BE648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98373D-C5A2-1EA9-1B4B-06F1FC22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7532-3B55-46D0-AE4D-19053E6E82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6693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C4460-7CA0-648B-4F0F-B109543A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8EABD4B-30D5-EC7C-0E32-D88538D4C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F4581C-2392-BBDA-5361-0E040F203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7EB9E0-E839-B8EA-043B-C4ECE82A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D640C4-E765-F86A-6E5A-9BDAAE0F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FFF9E5-C978-F190-D688-90E192E20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34B413-3599-4A38-891F-A5761846B8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6327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68689-3FFE-DE31-3B18-3A35CE04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07093A-4285-E26F-479F-C978E4BBF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C17017-460E-A6E7-473B-28A28D00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AFAB5F-7C3F-000A-CA39-6FA63166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E42E4E-607A-7D8E-C641-4129B478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F4BB6E-FB94-48A9-8ED9-EFC0D1D859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13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F5FA09-0545-585C-4E72-B51FB904C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C1BE9D-1F7E-74D2-8068-27BFE1143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71B09F-A536-3B8E-A8D3-7BD985BC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32120A-CA37-D1C7-98C5-6BD5B7EB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098F9-BBC7-1A40-F6BE-0956A647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754AD7-55F4-4034-828E-1F1462B154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40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A62C60D-79CB-6D0A-83B9-E4D4C4627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BD6E27E-9287-404B-17BD-5FF70C56D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0E3493-3437-61F1-2C50-B7CC0D1070A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5695F8-DCD7-A912-1637-225AED8BBBE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6967521-D709-8F6F-5075-C7B838AD49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8A49AED-1CD4-49E6-982B-BC126FA09D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CF40547-263C-8D14-631C-790B548F1D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551 - O Santo Espírito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1971692-1057-6C41-1674-D5EC597487E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EF44754-53AB-0576-2192-DE07784A2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 Santo Espírito, Consolador, </a:t>
            </a:r>
            <a:br>
              <a:rPr lang="en-US" altLang="pt-BR" sz="4000" i="1"/>
            </a:br>
            <a:r>
              <a:rPr lang="en-US" altLang="pt-BR" sz="4000" i="1"/>
              <a:t>Já nos encheu de seu eterno amor, </a:t>
            </a:r>
            <a:br>
              <a:rPr lang="en-US" altLang="pt-BR" sz="4000" i="1"/>
            </a:br>
            <a:r>
              <a:rPr lang="en-US" altLang="pt-BR" sz="4000" i="1"/>
              <a:t>De sua graça e plena unção, </a:t>
            </a:r>
            <a:br>
              <a:rPr lang="en-US" altLang="pt-BR" sz="4000" i="1"/>
            </a:br>
            <a:r>
              <a:rPr lang="en-US" altLang="pt-BR" sz="4000" i="1"/>
              <a:t>Pra anunciarmos a salvação! </a:t>
            </a:r>
            <a:br>
              <a:rPr lang="en-US" altLang="pt-BR" sz="4000" i="1"/>
            </a:br>
            <a:r>
              <a:rPr lang="en-US" altLang="pt-BR" sz="4000" i="1"/>
              <a:t>Amém.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551 - O Santo Espírito</vt:lpstr>
      <vt:lpstr>O Santo Espírito, Consolador,  Já nos encheu de seu eterno amor,  De sua graça e plena unção,  Pra anunciarmos a salvação!  Amém.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551 - O Santo Espírito</dc:title>
  <dc:creator>Junior</dc:creator>
  <cp:lastModifiedBy>Emerson Souza</cp:lastModifiedBy>
  <cp:revision>1</cp:revision>
  <dcterms:created xsi:type="dcterms:W3CDTF">2005-12-27T00:17:26Z</dcterms:created>
  <dcterms:modified xsi:type="dcterms:W3CDTF">2026-05-02T22:23:11Z</dcterms:modified>
</cp:coreProperties>
</file>