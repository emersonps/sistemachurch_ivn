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1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C2B27-9A50-C833-C00D-9E6883DC7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4CB31-BA42-B276-E59B-468BAFF1C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54F406-063E-C981-970D-0CC58A70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D7506A-1014-64F9-5A2C-D8C061FA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CEB67-E677-6851-2676-A60F8A64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A15AC-36AC-4D5E-954E-F61CFAB31B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600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CE8F6-B840-DF3E-47D8-D1FC75F9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462A28-A2A8-31C1-F1DD-4F4F56780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EBF1E5-862D-5EC3-B000-47E1443D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6BDCE-66F8-CC32-8A7C-F55204A3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809D31-3719-43B5-C94E-6EF1AF31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C814A8-B396-4113-B8D9-032671031D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411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71A96-1D3E-EC00-F90F-656ED955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7CDD2F-5842-DC6A-3D71-4E725512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551881-31B9-4D0C-7121-EED929D6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1BA197-1542-8883-47D0-2DEC330F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B8D93B-4801-D1D2-83DF-C1E90DFE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59FA1-EB94-4366-B3EC-113D7D2349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035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83AA0-AFD5-4647-B5FB-A997C40E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46388-802C-8834-9EE1-EE88D23A3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7254D6-417D-D3F6-20E7-7A8824D3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1FDAFB-3392-13B4-2D9E-2DB8E882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69B0E1-67AA-F564-F6D8-5578EE43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7A42E8-B42C-FB14-78EF-85A7BE6C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EC49E-94F6-4CB8-8700-ABCB7B8D5F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274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55BD8-DE4F-9725-F9ED-E44375E43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CECF68-4002-63B1-0A6C-2FB4B102E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B7EA34-75E8-8449-DCF2-0CEAA90CE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2EBC1A-D67E-215E-E304-01EFC1658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C4AFA6-DC4C-01A2-682D-8E642A3AF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D1B510-21FD-3B2A-CD0F-093E934E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805AE9-C7F5-E816-FEF5-7121A386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41A3BA1-51F9-0F8E-14A6-A4911C44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01F5E-2AF3-44E2-8164-05FFB2FD0A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57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A0102-7B4C-261A-555F-4F883A51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2A048E-C48D-99C6-5A85-EDEBEB01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8EA002B-6EF0-680C-6E7F-D7EF30833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76334E-F922-D9B5-ADA4-BC24AB2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04478-C0F5-4C3C-A9D9-5A7D28D340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988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EAAC43-0A34-FDB7-917B-88ACA37F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636FEC-8364-2E08-4340-BE5C7D8F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0F7B0E-4E0A-5188-0A93-DE116458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1DF48-62E6-473D-8EE4-1A5A043F90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570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FF3F0-5E2E-596B-82E7-71C74656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88E52-2498-E638-A0BF-FC1B9A4E9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0DC683-FFEC-1DC0-332A-60EEF0A18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E5AA3F-6030-F390-B196-6F108276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9B0EAA-F4D6-530F-4B91-927B7E6B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F21C2A-7E76-6A9C-5E5A-B0DE6230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37389-36E0-416E-9BC2-CAECC1692D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942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BE7D7-15C8-31D6-A85E-F7FB105E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3434AA-8DAA-AEC8-4CC5-3F54CE0D0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BE6A6F-3B62-2EEA-0E83-502D3ECE5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842667-2017-4F64-A2DF-11AEB15B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C8DB4B-6EE7-D7E2-A7BE-3F36FE9A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685EDD-1757-6AFF-5350-1B98E9A4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36F63-5E0B-48F1-B9B1-9953582895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660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5E257-BE99-D8F9-B31A-9651B9AD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46AD21-B5AA-8D2C-443F-BB2A834D7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C72FCE-E9AA-0992-910D-5512F76C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40B34-1DAE-D1B3-E197-3A208AF0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C6AA1-3675-1385-247A-CF57F376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989273-C7AC-4A54-AC2F-ED502BCA42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3696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7B27EF-B0D1-CF8E-8FB2-71AF47AC5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EE95A1-8139-1C6B-0E9A-5E8DC971E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F6BD32-8030-FEAB-15D6-6A5B2EB3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ECDD24-B83F-85ED-A256-50F87579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276EA4-E124-0741-5DF3-7CD7C2CE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7E64-2144-440C-A456-BA0095FFA5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8941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996886-AA8F-B926-518A-9694A9F2F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410190B-0B56-5729-61A7-FB70E390A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32B66A-E0D3-45F2-A6B3-127F179659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F2B882-05B9-541F-EB0F-C4FF61C054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660C50-1881-3017-6E16-A39A29A385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442D1E-3AC6-4875-A966-FCC055ED8E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DE7224E-C93D-E937-D737-2B6735D893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/>
              <a:t> </a:t>
            </a:r>
            <a:r>
              <a:rPr lang="en-US" altLang="pt-BR" sz="4400" b="1" i="1"/>
              <a:t>133</a:t>
            </a:r>
            <a:br>
              <a:rPr lang="en-US" altLang="pt-BR" sz="4400" b="1" i="1"/>
            </a:br>
            <a:r>
              <a:rPr lang="en-US" altLang="pt-BR" sz="4400" b="1" i="1"/>
              <a:t>NO ROL DO LIVRO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B48C23F-8BF3-74C3-E03B-B06A0A7222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50DFFD9-7E84-11D2-7AF5-8B5067A48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i="1"/>
              <a:t>Teu nome, por inteiro, </a:t>
            </a:r>
            <a:br>
              <a:rPr lang="en-US" altLang="pt-BR" sz="3800" i="1"/>
            </a:br>
            <a:r>
              <a:rPr lang="en-US" altLang="pt-BR" sz="3800" i="1"/>
              <a:t>Escrito está nos céus </a:t>
            </a:r>
            <a:br>
              <a:rPr lang="en-US" altLang="pt-BR" sz="3800" i="1"/>
            </a:br>
            <a:r>
              <a:rPr lang="en-US" altLang="pt-BR" sz="3800" i="1"/>
              <a:t>No livro do Cordeiro, </a:t>
            </a:r>
            <a:br>
              <a:rPr lang="en-US" altLang="pt-BR" sz="3800" i="1"/>
            </a:br>
            <a:r>
              <a:rPr lang="en-US" altLang="pt-BR" sz="3800" i="1"/>
              <a:t>No livro do bom Deus, </a:t>
            </a:r>
            <a:br>
              <a:rPr lang="en-US" altLang="pt-BR" sz="3800" i="1"/>
            </a:br>
            <a:r>
              <a:rPr lang="en-US" altLang="pt-BR" sz="3800" i="1"/>
              <a:t>Teremos a vitória, olhando no Senhor; Por isso, damos glórias e gran louvor.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5ABCC0D-427C-065F-D102-94ED0E099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por Deus,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No livro da vida, </a:t>
            </a:r>
            <a:br>
              <a:rPr lang="en-US" altLang="pt-BR" sz="3800" b="1" i="1"/>
            </a:br>
            <a:r>
              <a:rPr lang="en-US" altLang="pt-BR" sz="3800" b="1" i="1"/>
              <a:t>No rol dos filhos Seus,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nos céus;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Oh! glória, aleluia! Amém.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A668DB0-4E77-DAE6-CB85-2D9B81CC4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por Deus,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No livro da vida, </a:t>
            </a:r>
            <a:br>
              <a:rPr lang="en-US" altLang="pt-BR" sz="3800" b="1" i="1"/>
            </a:br>
            <a:r>
              <a:rPr lang="en-US" altLang="pt-BR" sz="3800" b="1" i="1"/>
              <a:t>No rol dos filhos Seus,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nos céus;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Oh! glória, aleluia! Amém.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3644D9-BCCB-E6AF-ED5F-E68A8A190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i="1"/>
              <a:t>Alegres nós andamos </a:t>
            </a:r>
            <a:br>
              <a:rPr lang="en-US" altLang="pt-BR" sz="3800" i="1"/>
            </a:br>
            <a:r>
              <a:rPr lang="en-US" altLang="pt-BR" sz="3800" i="1"/>
              <a:t>Na graça do Senhor; </a:t>
            </a:r>
            <a:br>
              <a:rPr lang="en-US" altLang="pt-BR" sz="3800" i="1"/>
            </a:br>
            <a:r>
              <a:rPr lang="en-US" altLang="pt-BR" sz="3800" i="1"/>
              <a:t>E nela nós achamos poder consolador! De Cristo recebemos, ajuda e vigor; Avante, pois marchemos, </a:t>
            </a:r>
            <a:br>
              <a:rPr lang="en-US" altLang="pt-BR" sz="3800" i="1"/>
            </a:br>
            <a:r>
              <a:rPr lang="en-US" altLang="pt-BR" sz="3800" i="1"/>
              <a:t>Sem mais temor.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E401E9A-7DA3-1741-85AC-D0BED0D78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por Deus,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No livro da vida, </a:t>
            </a:r>
            <a:br>
              <a:rPr lang="en-US" altLang="pt-BR" sz="3800" b="1" i="1"/>
            </a:br>
            <a:r>
              <a:rPr lang="en-US" altLang="pt-BR" sz="3800" b="1" i="1"/>
              <a:t>No rol dos filhos Seus,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nos céus;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Oh! glória, aleluia! Amém.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46BC5CE-56A4-CA3D-6531-6B77E718B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i="1"/>
              <a:t>Nós criaturas, somos </a:t>
            </a:r>
            <a:br>
              <a:rPr lang="en-US" altLang="pt-BR" sz="3800" i="1"/>
            </a:br>
            <a:r>
              <a:rPr lang="en-US" altLang="pt-BR" sz="3800" i="1"/>
              <a:t>Remidas por Jesus, </a:t>
            </a:r>
            <a:br>
              <a:rPr lang="en-US" altLang="pt-BR" sz="3800" i="1"/>
            </a:br>
            <a:r>
              <a:rPr lang="en-US" altLang="pt-BR" sz="3800" i="1"/>
              <a:t>No qual eleitos fomos, </a:t>
            </a:r>
            <a:br>
              <a:rPr lang="en-US" altLang="pt-BR" sz="3800" i="1"/>
            </a:br>
            <a:r>
              <a:rPr lang="en-US" altLang="pt-BR" sz="3800" i="1"/>
              <a:t>Pra desfrutar a luz, </a:t>
            </a:r>
            <a:br>
              <a:rPr lang="en-US" altLang="pt-BR" sz="3800" i="1"/>
            </a:br>
            <a:r>
              <a:rPr lang="en-US" altLang="pt-BR" sz="3800" i="1"/>
              <a:t>Nós temos, por herança, </a:t>
            </a:r>
            <a:br>
              <a:rPr lang="en-US" altLang="pt-BR" sz="3800" i="1"/>
            </a:br>
            <a:r>
              <a:rPr lang="en-US" altLang="pt-BR" sz="3800" i="1"/>
              <a:t>Jesus nos altos céus, </a:t>
            </a:r>
            <a:br>
              <a:rPr lang="en-US" altLang="pt-BR" sz="3800" i="1"/>
            </a:br>
            <a:r>
              <a:rPr lang="en-US" altLang="pt-BR" sz="3800" i="1"/>
              <a:t>Também a esperança de ver a Deus.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2785B6-4BD2-8A73-55A0-18A7B0032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por Deus,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No livro da vida, </a:t>
            </a:r>
            <a:br>
              <a:rPr lang="en-US" altLang="pt-BR" sz="3800" b="1" i="1"/>
            </a:br>
            <a:r>
              <a:rPr lang="en-US" altLang="pt-BR" sz="3800" b="1" i="1"/>
              <a:t>No rol dos filhos Seus,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nos céus;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Oh! glória, aleluia! Amém.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AE339CF-D34E-5161-78BA-94E35C195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i="1"/>
              <a:t>Contentes, levantemos </a:t>
            </a:r>
            <a:br>
              <a:rPr lang="en-US" altLang="pt-BR" sz="3800" i="1"/>
            </a:br>
            <a:r>
              <a:rPr lang="en-US" altLang="pt-BR" sz="3800" i="1"/>
              <a:t>Os olhos para os céus, </a:t>
            </a:r>
            <a:br>
              <a:rPr lang="en-US" altLang="pt-BR" sz="3800" i="1"/>
            </a:br>
            <a:r>
              <a:rPr lang="en-US" altLang="pt-BR" sz="3800" i="1"/>
              <a:t>Escritos nós já temos, </a:t>
            </a:r>
            <a:br>
              <a:rPr lang="en-US" altLang="pt-BR" sz="3800" i="1"/>
            </a:br>
            <a:r>
              <a:rPr lang="en-US" altLang="pt-BR" sz="3800" i="1"/>
              <a:t>Os nomes, lá por Deus; </a:t>
            </a:r>
            <a:br>
              <a:rPr lang="en-US" altLang="pt-BR" sz="3800" i="1"/>
            </a:br>
            <a:r>
              <a:rPr lang="en-US" altLang="pt-BR" sz="3800" i="1"/>
              <a:t>Sentindo grande gozo, </a:t>
            </a:r>
            <a:br>
              <a:rPr lang="en-US" altLang="pt-BR" sz="3800" i="1"/>
            </a:br>
            <a:r>
              <a:rPr lang="en-US" altLang="pt-BR" sz="3800" i="1"/>
              <a:t>Servindo ao Senhor, </a:t>
            </a:r>
            <a:br>
              <a:rPr lang="en-US" altLang="pt-BR" sz="3800" i="1"/>
            </a:br>
            <a:r>
              <a:rPr lang="en-US" altLang="pt-BR" sz="3800" i="1"/>
              <a:t>Ao Todo-poderoso, ao Redentor.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3336B23-D803-06FA-88F5-B324CA08F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por Deus,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No livro da vida, </a:t>
            </a:r>
            <a:br>
              <a:rPr lang="en-US" altLang="pt-BR" sz="3800" b="1" i="1"/>
            </a:br>
            <a:r>
              <a:rPr lang="en-US" altLang="pt-BR" sz="3800" b="1" i="1"/>
              <a:t>No rol dos filhos Seus,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Teu nome escrito, irmão, </a:t>
            </a:r>
            <a:br>
              <a:rPr lang="en-US" altLang="pt-BR" sz="3800" b="1" i="1"/>
            </a:br>
            <a:r>
              <a:rPr lang="en-US" altLang="pt-BR" sz="3800" b="1" i="1"/>
              <a:t>Está nos céus;</a:t>
            </a:r>
            <a:r>
              <a:rPr lang="en-US" altLang="pt-BR" sz="3800" i="1"/>
              <a:t> </a:t>
            </a:r>
            <a:br>
              <a:rPr lang="en-US" altLang="pt-BR" sz="3800" i="1"/>
            </a:br>
            <a:r>
              <a:rPr lang="en-US" altLang="pt-BR" sz="3800" b="1" i="1"/>
              <a:t>Oh! glória, aleluia! Amém.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Arial</vt:lpstr>
      <vt:lpstr>Design padrão</vt:lpstr>
      <vt:lpstr> 133 NO ROL DO LIVRO</vt:lpstr>
      <vt:lpstr>Teu nome, por inteiro,  Escrito está nos céus  No livro do Cordeiro,  No livro do bom Deus,  Teremos a vitória, olhando no Senhor; Por isso, damos glórias e gran louvor. </vt:lpstr>
      <vt:lpstr>Teu nome escrito, irmão,  Está por Deus,  No livro da vida,  No rol dos filhos Seus,  Teu nome escrito, irmão,  Está nos céus;  Oh! glória, aleluia! Amém. </vt:lpstr>
      <vt:lpstr>Teu nome escrito, irmão,  Está por Deus,  No livro da vida,  No rol dos filhos Seus,  Teu nome escrito, irmão,  Está nos céus;  Oh! glória, aleluia! Amém. </vt:lpstr>
      <vt:lpstr>Alegres nós andamos  Na graça do Senhor;  E nela nós achamos poder consolador! De Cristo recebemos, ajuda e vigor; Avante, pois marchemos,  Sem mais temor. </vt:lpstr>
      <vt:lpstr>Teu nome escrito, irmão,  Está por Deus,  No livro da vida,  No rol dos filhos Seus,  Teu nome escrito, irmão,  Está nos céus;  Oh! glória, aleluia! Amém. </vt:lpstr>
      <vt:lpstr>Nós criaturas, somos  Remidas por Jesus,  No qual eleitos fomos,  Pra desfrutar a luz,  Nós temos, por herança,  Jesus nos altos céus,  Também a esperança de ver a Deus. </vt:lpstr>
      <vt:lpstr>Teu nome escrito, irmão,  Está por Deus,  No livro da vida,  No rol dos filhos Seus,  Teu nome escrito, irmão,  Está nos céus;  Oh! glória, aleluia! Amém. </vt:lpstr>
      <vt:lpstr>Contentes, levantemos  Os olhos para os céus,  Escritos nós já temos,  Os nomes, lá por Deus;  Sentindo grande gozo,  Servindo ao Senhor,  Ao Todo-poderoso, ao Redentor. </vt:lpstr>
      <vt:lpstr>Teu nome escrito, irmão,  Está por Deus,  No livro da vida,  No rol dos filhos Seus,  Teu nome escrito, irmão,  Está nos céus;  Oh! glória, aleluia! Amém.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133 NO ROL DO LIVRO</dc:title>
  <dc:creator>Junior</dc:creator>
  <cp:lastModifiedBy>Emerson Souza</cp:lastModifiedBy>
  <cp:revision>1</cp:revision>
  <dcterms:created xsi:type="dcterms:W3CDTF">2005-12-23T14:49:20Z</dcterms:created>
  <dcterms:modified xsi:type="dcterms:W3CDTF">2026-05-02T21:47:52Z</dcterms:modified>
</cp:coreProperties>
</file>