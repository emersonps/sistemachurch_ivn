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5941E-290C-30AF-0144-A882641A0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1D333D-C021-AC41-49FD-36C2F87D7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7470BD-818C-EB29-BB62-7EBA32AB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61ACF3-2962-AB0C-87A0-BF404A354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702373-720A-604F-C5D7-B014449A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83B87-BD16-4B05-B67B-B37AAF5276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56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76A2F-2E45-70E3-4775-2E439DA9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4437C9-FD61-BDF1-DEDC-F412250AC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AD920-BE26-65B5-78DD-E0F1293D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04CD78-C30F-27E6-999F-3B111D7A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EDA7A0-3C52-9603-E43D-F15A9B6E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FB116C-DE9B-40AC-9011-C13224C7E3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846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180CE-AC72-48E5-B8FD-290D44ECF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0A7BB6-B21F-80CA-D516-AE2262E0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C22A2A-A8EE-9257-9820-C3630C62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431FFE-0618-E5AF-0BBB-7371623E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A4A124-9A48-7D39-DE86-D505EC5F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3F047-BDB1-415A-A6AF-7F58E2EB47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055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8527A-998F-26D1-A87E-86721CE5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715EE2-D22F-05C0-010B-702C1A08F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4CE235-F8E1-1ECD-C475-FB01271FA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71E14A-21D4-2F48-991C-C462BCFF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E41D0A-4AA7-AAF8-7B42-88FDFE40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0E7ABE-7B3A-AF5C-D40D-8C3F0496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7426F-D670-4F65-A7E4-902E96B765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123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82B4E-D07C-2054-6520-3ADF4E74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34E878-C96E-719A-2A3D-774375F66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AF135B-C7BE-E06C-BA10-E1FDBF0E3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B3254C-0E03-60D9-3AF6-3E012E221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920E22-4FEC-8870-9085-8A4A2F8B5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84FAFC-8CCD-47E0-2DB3-CF28C425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6D6480-383E-99C8-B070-02062EF2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8D42A6E-4E1D-082B-4C32-3AF016D5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9D824-C926-419E-BA1C-EC14A0B37D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232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2E238-EF1D-9A54-F2F6-7B56B1AE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E31FC6-BDF6-130B-A7C3-2E458E73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80AF38-6E90-29FE-BC5F-75F597D12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7A7CF9-A815-1DC4-8735-B38075F3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B375E-99AA-48DF-A714-0AD81F49A9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082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4D9AFF-6274-D4CB-993D-5AD355DB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36E056-B780-5035-C277-4EAEB60B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FD5A48-CA74-4D4D-FED0-D48676DC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36E8C-35E0-41E8-BBF7-8C8A6E6ADB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493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FA4E2-90E6-9256-2050-01D31425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C58D35-6750-0E1E-7A01-587CE4F8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9CE088-7B97-5E01-5450-DABEA1DB7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35446D-750A-5686-BDDB-D97C7928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3D3ED2-6DA2-B741-73A1-2C17BB66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019465-F80B-9275-C0E5-F382CD0D2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F64C3-4D79-4EAF-B32A-D6BB268C59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9199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13644-D656-A70B-5B41-D4341559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6471BA-66B8-DA03-53D3-660EA2D30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5E8460-D069-B6A0-9191-B33555849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1135C2-C649-72AA-9491-5D65605F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98D1B1-BDA7-DE8F-86CD-7A57A3FE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952288-D95B-0259-F2B4-28F96D8D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294F6-6939-45F5-A635-727E4098EA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453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8086C-1674-5D65-5E50-B8E51E29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7841DB-535A-0D03-6AC8-2DEAC3800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E9AE4F-0D48-B4C2-A6C4-7730C550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25969B-223B-6DBD-47E7-4BBB57DC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83DB17-E1CA-ECE8-E3D0-A8F2FD58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64EE5-4F44-486F-983C-89D305512F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000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9776C6-4F66-7F10-164F-5505DA8FC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57FCC8-834A-C48D-6D0D-262226A4D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4C8ECD-B77F-B144-9E9C-56CDDE29A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499AB-2D28-36CD-C498-C0C4037F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8219A0-CEEB-5AB3-7BB3-792B0316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F15AF-02A4-4FFF-A298-E6C42BD767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85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719AFB6-7DE5-38FB-EBF3-FE843662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CD8E8D-DAF7-20A0-633F-AD5C291C4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EB2F52-0263-3E8B-FF3C-4CFE0139DD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4814DDF-D8EE-BD6C-E7AA-373D197D19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AE1DAA-BA57-6B5A-DCF7-3888BB0E342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C6505D1-3AED-4C71-9ED5-D12F9F1618D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B7B3A8-A639-9467-3D4F-E8BDB4C8D9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347 – Vem a Cristo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4F62A19-8A25-F448-09EC-6E7441D88C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FA69959-708B-37CF-4E9F-6A1499A80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Vem a Cristo, vem agora, </a:t>
            </a:r>
            <a:br>
              <a:rPr lang="en-US" altLang="pt-BR" sz="4000" i="1"/>
            </a:br>
            <a:r>
              <a:rPr lang="en-US" altLang="pt-BR" sz="4000" i="1"/>
              <a:t>Vem assim como estás; </a:t>
            </a:r>
            <a:br>
              <a:rPr lang="en-US" altLang="pt-BR" sz="4000" i="1"/>
            </a:br>
            <a:r>
              <a:rPr lang="en-US" altLang="pt-BR" sz="4000" i="1"/>
              <a:t>De Deus, sem demora, </a:t>
            </a:r>
            <a:br>
              <a:rPr lang="en-US" altLang="pt-BR" sz="4000" i="1"/>
            </a:br>
            <a:r>
              <a:rPr lang="en-US" altLang="pt-BR" sz="4000" i="1"/>
              <a:t>O perdão obterás.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CA9FB7F-FFAA-0194-54BE-98C37532A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Crê e firma tua confiança </a:t>
            </a:r>
            <a:br>
              <a:rPr lang="en-US" altLang="pt-BR" sz="4000" i="1"/>
            </a:br>
            <a:r>
              <a:rPr lang="en-US" altLang="pt-BR" sz="4000" i="1"/>
              <a:t>Na Sua morte por ti; </a:t>
            </a:r>
            <a:br>
              <a:rPr lang="en-US" altLang="pt-BR" sz="4000" i="1"/>
            </a:br>
            <a:r>
              <a:rPr lang="en-US" altLang="pt-BR" sz="4000" i="1"/>
              <a:t>Pois gozo alcança, </a:t>
            </a:r>
            <a:br>
              <a:rPr lang="en-US" altLang="pt-BR" sz="4000" i="1"/>
            </a:br>
            <a:r>
              <a:rPr lang="en-US" altLang="pt-BR" sz="4000" i="1"/>
              <a:t>Todo que faz assim.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F7E967-73A6-AA3D-F691-E1FF82E52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Vem a Cristo, não temendo </a:t>
            </a:r>
            <a:br>
              <a:rPr lang="en-US" altLang="pt-BR" sz="4000" i="1"/>
            </a:br>
            <a:r>
              <a:rPr lang="en-US" altLang="pt-BR" sz="4000" i="1"/>
              <a:t>Pensa no Seu amor; </a:t>
            </a:r>
            <a:br>
              <a:rPr lang="en-US" altLang="pt-BR" sz="4000" i="1"/>
            </a:br>
            <a:r>
              <a:rPr lang="en-US" altLang="pt-BR" sz="4000" i="1"/>
              <a:t>Vem logo, mas crendo, </a:t>
            </a:r>
            <a:br>
              <a:rPr lang="en-US" altLang="pt-BR" sz="4000" i="1"/>
            </a:br>
            <a:r>
              <a:rPr lang="en-US" altLang="pt-BR" sz="4000" i="1"/>
              <a:t>Pois te chama o Senhor.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BC49F14-2DB7-071B-C6C3-30A0DD61C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Ele anela redimir-te, </a:t>
            </a:r>
            <a:br>
              <a:rPr lang="en-US" altLang="pt-BR" sz="4000" i="1"/>
            </a:br>
            <a:r>
              <a:rPr lang="en-US" altLang="pt-BR" sz="4000" i="1"/>
              <a:t>Quer livrar-te do mal; </a:t>
            </a:r>
            <a:br>
              <a:rPr lang="en-US" altLang="pt-BR" sz="4000" i="1"/>
            </a:br>
            <a:r>
              <a:rPr lang="en-US" altLang="pt-BR" sz="4000" i="1"/>
              <a:t>As portas abrir-te, </a:t>
            </a:r>
            <a:br>
              <a:rPr lang="en-US" altLang="pt-BR" sz="4000" i="1"/>
            </a:br>
            <a:r>
              <a:rPr lang="en-US" altLang="pt-BR" sz="4000" i="1"/>
              <a:t>Do prazer divinal.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347 – Vem a Cristo</vt:lpstr>
      <vt:lpstr>Vem a Cristo, vem agora,  Vem assim como estás;  De Deus, sem demora,  O perdão obterás.  </vt:lpstr>
      <vt:lpstr>Crê e firma tua confiança  Na Sua morte por ti;  Pois gozo alcança,  Todo que faz assim.  </vt:lpstr>
      <vt:lpstr>Vem a Cristo, não temendo  Pensa no Seu amor;  Vem logo, mas crendo,  Pois te chama o Senhor.  </vt:lpstr>
      <vt:lpstr>Ele anela redimir-te,  Quer livrar-te do mal;  As portas abrir-te,  Do prazer divinal.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347 – Vem a Cristo</dc:title>
  <dc:creator>Junior</dc:creator>
  <cp:lastModifiedBy>Emerson Souza</cp:lastModifiedBy>
  <cp:revision>1</cp:revision>
  <dcterms:created xsi:type="dcterms:W3CDTF">2005-12-26T22:33:22Z</dcterms:created>
  <dcterms:modified xsi:type="dcterms:W3CDTF">2026-05-02T22:05:51Z</dcterms:modified>
</cp:coreProperties>
</file>