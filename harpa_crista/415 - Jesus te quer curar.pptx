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075BE-7946-72DC-487D-236147DBB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0D494E-5988-D244-0791-1AB0E8408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716F84-BD5E-1E76-D438-2C711F967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BC4372-D3F6-7AF9-5EBF-F33A4B90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61E363-3DCD-F5B7-D911-BF3D4A63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9207BD-4684-483F-B7E6-BFB496A9F9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024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2AFC2-FD88-490B-AA54-24104BB4B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D44640-C5F2-9276-56E6-9DCE508DA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3E20B2-616C-BF7E-B4B5-A1F667807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F81003-ED2E-7C48-1137-A47FC0152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FE5782-A529-6E19-6FFE-BD7EBF2F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6AA427-FA1E-4455-B9A7-4E0CD99CD4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8112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2AD99F-5C46-EFE8-990E-D63E67C99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9F3193-581A-569F-05C3-1E3A394A2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B22080-F3CA-92EC-5D54-F2DE3F84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814F7A-F6AD-C836-3E26-DCC4373F8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80AB72-FE5D-65BA-D746-2954D946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609E72-5A6D-4114-8B6E-FBE40A8014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3142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6837A-DF0D-22B2-C2FA-86E60A01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0B8660-E83D-F07C-3945-42B1D067B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AEBDF5-A64E-BE0D-958E-8AC2BFB5A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2939A8-E36F-FBA1-814C-1E417A66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30DFDD-C599-F632-8E41-74B9F2275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E203D0-B709-4282-CE64-011FA463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CCA008-9AA7-43CF-A522-4DDB9C07F9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181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D1DBF-CCB0-236D-5926-841972B54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845F1B-CF35-24CA-ED29-99152F444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72B87C-889A-AF23-D723-477E3528F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A9C79C7-BAD5-6BDE-08FB-6B3FE93749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453C68-D1FB-597A-FC5E-5FD349C89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EE642E6-0086-32DA-8C7D-C71838CE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195DA07-CA36-DEF5-D954-CDD55E89F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C52C453-E935-B42C-2BA8-74261B900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19C5D0-6677-4B6E-8692-33A60381A8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1973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63656-1D17-EFC9-5F25-75C75B590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D988A42-6CEB-E9D4-5995-88DCF253A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B4B85FF-D205-C69F-003F-CD9639862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631CA57-BEC6-50D0-F7B2-3B8B97163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08FB25-CA5C-4F7B-AF46-3F9A965A6F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623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04D301C-32A3-C2BF-766C-328C5408F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4846600-A308-2D05-43C4-4D7E4DEF0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99DB1C-2E6C-44B9-3E14-0BD11E498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715720-9933-4504-A55E-6AA5BD2443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983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1B0C6-4351-F2E4-ECC6-ED5C654B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569F23-5AA6-5611-D505-CA15AD032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3DB296-F66C-7F2D-FF98-DE7BBA7A5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D8F40E-530D-0733-4B35-94BFDF26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15F159-8AA3-B5A3-6770-FBC52208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512C30-DB3E-15F2-E509-36F904C0B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6F736-9C15-4373-BC8B-AFCBD5E0CD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379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C6726-9A3A-17DB-1081-7304F6CF3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7D1A81F-346B-8309-12B8-E4EA7101C6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CCD9CC-0C1E-5310-D6E6-B18EA4EA5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0B3C1D-20E4-D613-BB03-90FBC6C5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6D8773-199C-4398-7A99-8612CEE9E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986EA4-0034-47BE-6831-5E24B773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028993-4E52-44C9-A193-2B7BDA0799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0885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58251-C2B8-EF41-C856-932536B17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B02BEC-20DE-F330-2CD3-F127BD16F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A39557-38DC-AE22-3CC5-933795CDD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580745-4CFB-1ACB-423D-F3A75B787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6F5017-39D7-B4FD-72A2-4AFDAA21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AF8929-E21B-4E6A-B05D-8C0F29603D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2928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FF93061-99B8-CAF5-0233-2AA001783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D744833-D7AF-3C63-2848-F5FD34951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1994F8-F84E-AA3E-8215-FC713FD64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20DB37-947C-DFE5-60B9-B2042E531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D1211D-F216-AB13-FAC5-049CEF14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B586CC-8B7C-4793-A3D4-944DBEE333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624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9DCE877-2BF1-5608-E326-14C596993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09F0E6B-771A-3102-A31F-C0E1C33563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27736DB-4322-E896-A35C-33EC214EC81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495EC2-E7C1-B1AD-E3EC-47A8754D6C6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663258A-6166-71B6-F4D0-C7F617F50A9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DC038EB-EF9E-473B-BC6F-550608CF7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A11E98C-C44B-CD8A-FBA1-32013889471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415 – Jesus te quer curar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47B34E4-C0DB-DADF-A8EC-ED68FB64C8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1E02867-233A-01AB-63C6-C974DE0B6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A terna voz do Salvador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 fala comovida;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"Ó vem ao médico de amor,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dá aos mortos vida"!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4C99E83-63FD-0464-DC2E-B50728097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Cristo Jesus te quer curar,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 tem poder p’ra te curar,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Dos males todos te livrar,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 nEle confiares!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B02A218-1CFC-14C5-9393-B78BEC731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Crê tu, a quem já Satanás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Há anos tem ligado;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fé te salva, vai-te em paz,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todo o mal curado!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4F0284A-3DB6-D8D5-941E-5EF00BF53F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Cristo Jesus te quer curar,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 tem poder p’ra te curar,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Dos males todos te livrar,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 nEle confiares!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5D8E151-D336-4086-9317-0881F8A80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Os surdos ouvem, cegos vêem,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Cristo é poderoso!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Os coxos saram e andam bem.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Por Seu poder glorioso!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B25CDE8-41C4-F5F6-BE8B-C50BD822D2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Cristo Jesus te quer curar,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 tem poder p’ra te curar,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Dos males todos te livrar,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 nEle confiares!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CC586E6-B9AB-3142-B37C-9D0FB695EE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Sinais pra sempre seguirão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Aos verdadeiros crentes!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Demônios, sim, expulsarão,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curarão as gentes.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D6144B9-D0D6-05B2-15BC-9E24425D0B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Cristo Jesus te quer curar,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 tem poder p’ra te curar,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Dos males todos te livrar,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 nEle confiares!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415 – Jesus te quer curar </vt:lpstr>
      <vt:lpstr>A terna voz do Salvador  Te fala comovida;  "Ó vem ao médico de amor,  Que dá aos mortos vida"!  </vt:lpstr>
      <vt:lpstr>Cristo Jesus te quer curar,  E tem poder p’ra te curar,  Dos males todos te livrar,  Se nEle confiares!  </vt:lpstr>
      <vt:lpstr>Crê tu, a quem já Satanás  Há anos tem ligado;  A fé te salva, vai-te em paz,  De todo o mal curado!  </vt:lpstr>
      <vt:lpstr>Cristo Jesus te quer curar,  E tem poder p’ra te curar,  Dos males todos te livrar,  Se nEle confiares!  </vt:lpstr>
      <vt:lpstr>Os surdos ouvem, cegos vêem,  Pois Cristo é poderoso!  Os coxos saram e andam bem.  Por Seu poder glorioso!  </vt:lpstr>
      <vt:lpstr>Cristo Jesus te quer curar,  E tem poder p’ra te curar,  Dos males todos te livrar,  Se nEle confiares!  </vt:lpstr>
      <vt:lpstr>Sinais pra sempre seguirão  Aos verdadeiros crentes!  Demônios, sim, expulsarão,  E curarão as gentes.</vt:lpstr>
      <vt:lpstr>Cristo Jesus te quer curar,  E tem poder p’ra te curar,  Dos males todos te livrar,  Se nEle confiares!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415 – Jesus te quer curar </dc:title>
  <dc:creator>Junior</dc:creator>
  <cp:lastModifiedBy>Emerson Souza</cp:lastModifiedBy>
  <cp:revision>1</cp:revision>
  <dcterms:created xsi:type="dcterms:W3CDTF">2005-12-26T19:56:56Z</dcterms:created>
  <dcterms:modified xsi:type="dcterms:W3CDTF">2026-05-02T22:11:31Z</dcterms:modified>
</cp:coreProperties>
</file>