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61" r:id="rId6"/>
    <p:sldId id="259" r:id="rId7"/>
    <p:sldId id="262" r:id="rId8"/>
    <p:sldId id="260" r:id="rId9"/>
    <p:sldId id="264" r:id="rId1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728" autoAdjust="0"/>
  </p:normalViewPr>
  <p:slideViewPr>
    <p:cSldViewPr>
      <p:cViewPr varScale="1">
        <p:scale>
          <a:sx n="66" d="100"/>
          <a:sy n="66" d="100"/>
        </p:scale>
        <p:origin x="-162" y="-1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96ECA0-A265-FCDD-8E69-5D7A989DA6F3}"/>
              </a:ext>
            </a:extLst>
          </p:cNvPr>
          <p:cNvSpPr>
            <a:spLocks noGrp="1"/>
          </p:cNvSpPr>
          <p:nvPr>
            <p:ph type="ctrTitle"/>
          </p:nvPr>
        </p:nvSpPr>
        <p:spPr>
          <a:xfrm>
            <a:off x="1143000" y="1122363"/>
            <a:ext cx="6858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DDDD07C-97D8-2593-A699-1166E22C27B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CA8F17E2-3CEF-1EA2-2555-D2C6B29402ED}"/>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8BB97AF6-C1A7-FE0C-D366-C50B777974B9}"/>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9E87BC37-CD5D-9B30-C7B3-695EB02D54B1}"/>
              </a:ext>
            </a:extLst>
          </p:cNvPr>
          <p:cNvSpPr>
            <a:spLocks noGrp="1"/>
          </p:cNvSpPr>
          <p:nvPr>
            <p:ph type="sldNum" sz="quarter" idx="12"/>
          </p:nvPr>
        </p:nvSpPr>
        <p:spPr/>
        <p:txBody>
          <a:bodyPr/>
          <a:lstStyle>
            <a:lvl1pPr>
              <a:defRPr/>
            </a:lvl1pPr>
          </a:lstStyle>
          <a:p>
            <a:fld id="{52291131-22F8-4A4A-910F-E41C4E59D159}" type="slidenum">
              <a:rPr lang="en-US" altLang="pt-BR"/>
              <a:pPr/>
              <a:t>‹nº›</a:t>
            </a:fld>
            <a:endParaRPr lang="en-US" altLang="pt-BR"/>
          </a:p>
        </p:txBody>
      </p:sp>
    </p:spTree>
    <p:extLst>
      <p:ext uri="{BB962C8B-B14F-4D97-AF65-F5344CB8AC3E}">
        <p14:creationId xmlns:p14="http://schemas.microsoft.com/office/powerpoint/2010/main" val="976789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FC9463-6996-66E4-F1CD-E9600D9F6F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A8ED41D-E811-46FD-2075-7635F0102E99}"/>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82B0C1A-34DE-4CF4-6903-9C95E07C7CAC}"/>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E9BB891F-5B6C-2604-ABDD-2917B1D397F4}"/>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D7837089-C287-E27C-D24F-4B8A14F18648}"/>
              </a:ext>
            </a:extLst>
          </p:cNvPr>
          <p:cNvSpPr>
            <a:spLocks noGrp="1"/>
          </p:cNvSpPr>
          <p:nvPr>
            <p:ph type="sldNum" sz="quarter" idx="12"/>
          </p:nvPr>
        </p:nvSpPr>
        <p:spPr/>
        <p:txBody>
          <a:bodyPr/>
          <a:lstStyle>
            <a:lvl1pPr>
              <a:defRPr/>
            </a:lvl1pPr>
          </a:lstStyle>
          <a:p>
            <a:fld id="{0659EA51-A7B8-4C8F-B5CB-4DB6E3BFF6A4}" type="slidenum">
              <a:rPr lang="en-US" altLang="pt-BR"/>
              <a:pPr/>
              <a:t>‹nº›</a:t>
            </a:fld>
            <a:endParaRPr lang="en-US" altLang="pt-BR"/>
          </a:p>
        </p:txBody>
      </p:sp>
    </p:spTree>
    <p:extLst>
      <p:ext uri="{BB962C8B-B14F-4D97-AF65-F5344CB8AC3E}">
        <p14:creationId xmlns:p14="http://schemas.microsoft.com/office/powerpoint/2010/main" val="1503770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A7AA26-874E-92F3-5180-7B6A4F9F2ED9}"/>
              </a:ext>
            </a:extLst>
          </p:cNvPr>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3B200A8B-13DD-6DB7-D2B4-0B55179269F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D7B6868D-101A-71AD-8CF0-0A7973531F24}"/>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99344BF5-113C-EA50-25E9-7F44BEDFBDB8}"/>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B3F7F0A7-DD74-6726-B121-9A7E406B1067}"/>
              </a:ext>
            </a:extLst>
          </p:cNvPr>
          <p:cNvSpPr>
            <a:spLocks noGrp="1"/>
          </p:cNvSpPr>
          <p:nvPr>
            <p:ph type="sldNum" sz="quarter" idx="12"/>
          </p:nvPr>
        </p:nvSpPr>
        <p:spPr/>
        <p:txBody>
          <a:bodyPr/>
          <a:lstStyle>
            <a:lvl1pPr>
              <a:defRPr/>
            </a:lvl1pPr>
          </a:lstStyle>
          <a:p>
            <a:fld id="{A4D6AE0E-F38E-488D-9661-2C6AA0AE76FB}" type="slidenum">
              <a:rPr lang="en-US" altLang="pt-BR"/>
              <a:pPr/>
              <a:t>‹nº›</a:t>
            </a:fld>
            <a:endParaRPr lang="en-US" altLang="pt-BR"/>
          </a:p>
        </p:txBody>
      </p:sp>
    </p:spTree>
    <p:extLst>
      <p:ext uri="{BB962C8B-B14F-4D97-AF65-F5344CB8AC3E}">
        <p14:creationId xmlns:p14="http://schemas.microsoft.com/office/powerpoint/2010/main" val="1613818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082CC7-631A-0B10-6733-9CF68A45FCF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996D28A-4EF2-4323-504F-41A087D411C4}"/>
              </a:ext>
            </a:extLst>
          </p:cNvPr>
          <p:cNvSpPr>
            <a:spLocks noGrp="1"/>
          </p:cNvSpPr>
          <p:nvPr>
            <p:ph sz="half" idx="1"/>
          </p:nvPr>
        </p:nvSpPr>
        <p:spPr>
          <a:xfrm>
            <a:off x="457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7F74917-3D5E-5699-853F-DBE0DC2A55B5}"/>
              </a:ext>
            </a:extLst>
          </p:cNvPr>
          <p:cNvSpPr>
            <a:spLocks noGrp="1"/>
          </p:cNvSpPr>
          <p:nvPr>
            <p:ph sz="half" idx="2"/>
          </p:nvPr>
        </p:nvSpPr>
        <p:spPr>
          <a:xfrm>
            <a:off x="4648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F3D31CD0-50F0-D46A-2A13-DC0836F7742C}"/>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D4471C68-D738-E0E1-B4A8-A9D150790E2D}"/>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DCCCBFA2-0DC5-1F78-C04E-1BBABE760514}"/>
              </a:ext>
            </a:extLst>
          </p:cNvPr>
          <p:cNvSpPr>
            <a:spLocks noGrp="1"/>
          </p:cNvSpPr>
          <p:nvPr>
            <p:ph type="sldNum" sz="quarter" idx="12"/>
          </p:nvPr>
        </p:nvSpPr>
        <p:spPr/>
        <p:txBody>
          <a:bodyPr/>
          <a:lstStyle>
            <a:lvl1pPr>
              <a:defRPr/>
            </a:lvl1pPr>
          </a:lstStyle>
          <a:p>
            <a:fld id="{34BD57A9-23E2-4D9B-843D-93183695427F}" type="slidenum">
              <a:rPr lang="en-US" altLang="pt-BR"/>
              <a:pPr/>
              <a:t>‹nº›</a:t>
            </a:fld>
            <a:endParaRPr lang="en-US" altLang="pt-BR"/>
          </a:p>
        </p:txBody>
      </p:sp>
    </p:spTree>
    <p:extLst>
      <p:ext uri="{BB962C8B-B14F-4D97-AF65-F5344CB8AC3E}">
        <p14:creationId xmlns:p14="http://schemas.microsoft.com/office/powerpoint/2010/main" val="657084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9F4741-4359-C4A2-28E8-C1137A90FF40}"/>
              </a:ext>
            </a:extLst>
          </p:cNvPr>
          <p:cNvSpPr>
            <a:spLocks noGrp="1"/>
          </p:cNvSpPr>
          <p:nvPr>
            <p:ph type="title"/>
          </p:nvPr>
        </p:nvSpPr>
        <p:spPr>
          <a:xfrm>
            <a:off x="630238" y="365125"/>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6448883-7E29-0012-E629-7B345B78E32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D840AAFF-D80A-573E-41DA-D1F8BABC8D1B}"/>
              </a:ext>
            </a:extLst>
          </p:cNvPr>
          <p:cNvSpPr>
            <a:spLocks noGrp="1"/>
          </p:cNvSpPr>
          <p:nvPr>
            <p:ph sz="half" idx="2"/>
          </p:nvPr>
        </p:nvSpPr>
        <p:spPr>
          <a:xfrm>
            <a:off x="630238" y="2505075"/>
            <a:ext cx="386873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8E521E0-EAB2-F79E-E456-76C0FC4C21D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659A224-A106-5D81-5946-BA4D343E138B}"/>
              </a:ext>
            </a:extLst>
          </p:cNvPr>
          <p:cNvSpPr>
            <a:spLocks noGrp="1"/>
          </p:cNvSpPr>
          <p:nvPr>
            <p:ph sz="quarter" idx="4"/>
          </p:nvPr>
        </p:nvSpPr>
        <p:spPr>
          <a:xfrm>
            <a:off x="4629150" y="2505075"/>
            <a:ext cx="38877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745E58F-9FA8-C091-4EEF-8197FBACEFCD}"/>
              </a:ext>
            </a:extLst>
          </p:cNvPr>
          <p:cNvSpPr>
            <a:spLocks noGrp="1"/>
          </p:cNvSpPr>
          <p:nvPr>
            <p:ph type="dt" sz="half" idx="10"/>
          </p:nvPr>
        </p:nvSpPr>
        <p:spPr/>
        <p:txBody>
          <a:bodyPr/>
          <a:lstStyle>
            <a:lvl1pPr>
              <a:defRPr/>
            </a:lvl1pPr>
          </a:lstStyle>
          <a:p>
            <a:endParaRPr lang="en-US" altLang="pt-BR"/>
          </a:p>
        </p:txBody>
      </p:sp>
      <p:sp>
        <p:nvSpPr>
          <p:cNvPr id="8" name="Espaço Reservado para Rodapé 7">
            <a:extLst>
              <a:ext uri="{FF2B5EF4-FFF2-40B4-BE49-F238E27FC236}">
                <a16:creationId xmlns:a16="http://schemas.microsoft.com/office/drawing/2014/main" id="{BFC99E1A-0634-F70E-F51D-EC88CB6B6EA5}"/>
              </a:ext>
            </a:extLst>
          </p:cNvPr>
          <p:cNvSpPr>
            <a:spLocks noGrp="1"/>
          </p:cNvSpPr>
          <p:nvPr>
            <p:ph type="ftr" sz="quarter" idx="11"/>
          </p:nvPr>
        </p:nvSpPr>
        <p:spPr/>
        <p:txBody>
          <a:bodyPr/>
          <a:lstStyle>
            <a:lvl1pPr>
              <a:defRPr/>
            </a:lvl1pPr>
          </a:lstStyle>
          <a:p>
            <a:endParaRPr lang="en-US" altLang="pt-BR"/>
          </a:p>
        </p:txBody>
      </p:sp>
      <p:sp>
        <p:nvSpPr>
          <p:cNvPr id="9" name="Espaço Reservado para Número de Slide 8">
            <a:extLst>
              <a:ext uri="{FF2B5EF4-FFF2-40B4-BE49-F238E27FC236}">
                <a16:creationId xmlns:a16="http://schemas.microsoft.com/office/drawing/2014/main" id="{8F848C19-F7F6-3D57-B42E-9512698B3FA4}"/>
              </a:ext>
            </a:extLst>
          </p:cNvPr>
          <p:cNvSpPr>
            <a:spLocks noGrp="1"/>
          </p:cNvSpPr>
          <p:nvPr>
            <p:ph type="sldNum" sz="quarter" idx="12"/>
          </p:nvPr>
        </p:nvSpPr>
        <p:spPr/>
        <p:txBody>
          <a:bodyPr/>
          <a:lstStyle>
            <a:lvl1pPr>
              <a:defRPr/>
            </a:lvl1pPr>
          </a:lstStyle>
          <a:p>
            <a:fld id="{AAD381E3-0867-4096-8104-6D1B2E6F6CB6}" type="slidenum">
              <a:rPr lang="en-US" altLang="pt-BR"/>
              <a:pPr/>
              <a:t>‹nº›</a:t>
            </a:fld>
            <a:endParaRPr lang="en-US" altLang="pt-BR"/>
          </a:p>
        </p:txBody>
      </p:sp>
    </p:spTree>
    <p:extLst>
      <p:ext uri="{BB962C8B-B14F-4D97-AF65-F5344CB8AC3E}">
        <p14:creationId xmlns:p14="http://schemas.microsoft.com/office/powerpoint/2010/main" val="318318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1DEE61-B447-C92A-6743-1CC7D874CFB5}"/>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5727404-6609-D485-4C50-77120B29C2F8}"/>
              </a:ext>
            </a:extLst>
          </p:cNvPr>
          <p:cNvSpPr>
            <a:spLocks noGrp="1"/>
          </p:cNvSpPr>
          <p:nvPr>
            <p:ph type="dt" sz="half" idx="10"/>
          </p:nvPr>
        </p:nvSpPr>
        <p:spPr/>
        <p:txBody>
          <a:bodyPr/>
          <a:lstStyle>
            <a:lvl1pPr>
              <a:defRPr/>
            </a:lvl1pPr>
          </a:lstStyle>
          <a:p>
            <a:endParaRPr lang="en-US" altLang="pt-BR"/>
          </a:p>
        </p:txBody>
      </p:sp>
      <p:sp>
        <p:nvSpPr>
          <p:cNvPr id="4" name="Espaço Reservado para Rodapé 3">
            <a:extLst>
              <a:ext uri="{FF2B5EF4-FFF2-40B4-BE49-F238E27FC236}">
                <a16:creationId xmlns:a16="http://schemas.microsoft.com/office/drawing/2014/main" id="{244DEA8B-7386-789D-5843-246C20FF1367}"/>
              </a:ext>
            </a:extLst>
          </p:cNvPr>
          <p:cNvSpPr>
            <a:spLocks noGrp="1"/>
          </p:cNvSpPr>
          <p:nvPr>
            <p:ph type="ftr" sz="quarter" idx="11"/>
          </p:nvPr>
        </p:nvSpPr>
        <p:spPr/>
        <p:txBody>
          <a:bodyPr/>
          <a:lstStyle>
            <a:lvl1pPr>
              <a:defRPr/>
            </a:lvl1pPr>
          </a:lstStyle>
          <a:p>
            <a:endParaRPr lang="en-US" altLang="pt-BR"/>
          </a:p>
        </p:txBody>
      </p:sp>
      <p:sp>
        <p:nvSpPr>
          <p:cNvPr id="5" name="Espaço Reservado para Número de Slide 4">
            <a:extLst>
              <a:ext uri="{FF2B5EF4-FFF2-40B4-BE49-F238E27FC236}">
                <a16:creationId xmlns:a16="http://schemas.microsoft.com/office/drawing/2014/main" id="{EDBBA882-C6CE-2CC1-D8D3-C43E295D6CD4}"/>
              </a:ext>
            </a:extLst>
          </p:cNvPr>
          <p:cNvSpPr>
            <a:spLocks noGrp="1"/>
          </p:cNvSpPr>
          <p:nvPr>
            <p:ph type="sldNum" sz="quarter" idx="12"/>
          </p:nvPr>
        </p:nvSpPr>
        <p:spPr/>
        <p:txBody>
          <a:bodyPr/>
          <a:lstStyle>
            <a:lvl1pPr>
              <a:defRPr/>
            </a:lvl1pPr>
          </a:lstStyle>
          <a:p>
            <a:fld id="{48CDC179-EB0D-4738-B7EB-534050C5BED9}" type="slidenum">
              <a:rPr lang="en-US" altLang="pt-BR"/>
              <a:pPr/>
              <a:t>‹nº›</a:t>
            </a:fld>
            <a:endParaRPr lang="en-US" altLang="pt-BR"/>
          </a:p>
        </p:txBody>
      </p:sp>
    </p:spTree>
    <p:extLst>
      <p:ext uri="{BB962C8B-B14F-4D97-AF65-F5344CB8AC3E}">
        <p14:creationId xmlns:p14="http://schemas.microsoft.com/office/powerpoint/2010/main" val="1081622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3E5B298-4C36-99C3-5A15-33C94479BE45}"/>
              </a:ext>
            </a:extLst>
          </p:cNvPr>
          <p:cNvSpPr>
            <a:spLocks noGrp="1"/>
          </p:cNvSpPr>
          <p:nvPr>
            <p:ph type="dt" sz="half" idx="10"/>
          </p:nvPr>
        </p:nvSpPr>
        <p:spPr/>
        <p:txBody>
          <a:bodyPr/>
          <a:lstStyle>
            <a:lvl1pPr>
              <a:defRPr/>
            </a:lvl1pPr>
          </a:lstStyle>
          <a:p>
            <a:endParaRPr lang="en-US" altLang="pt-BR"/>
          </a:p>
        </p:txBody>
      </p:sp>
      <p:sp>
        <p:nvSpPr>
          <p:cNvPr id="3" name="Espaço Reservado para Rodapé 2">
            <a:extLst>
              <a:ext uri="{FF2B5EF4-FFF2-40B4-BE49-F238E27FC236}">
                <a16:creationId xmlns:a16="http://schemas.microsoft.com/office/drawing/2014/main" id="{1D9E6FE5-5009-95EC-B976-D3A92A6C9081}"/>
              </a:ext>
            </a:extLst>
          </p:cNvPr>
          <p:cNvSpPr>
            <a:spLocks noGrp="1"/>
          </p:cNvSpPr>
          <p:nvPr>
            <p:ph type="ftr" sz="quarter" idx="11"/>
          </p:nvPr>
        </p:nvSpPr>
        <p:spPr/>
        <p:txBody>
          <a:bodyPr/>
          <a:lstStyle>
            <a:lvl1pPr>
              <a:defRPr/>
            </a:lvl1pPr>
          </a:lstStyle>
          <a:p>
            <a:endParaRPr lang="en-US" altLang="pt-BR"/>
          </a:p>
        </p:txBody>
      </p:sp>
      <p:sp>
        <p:nvSpPr>
          <p:cNvPr id="4" name="Espaço Reservado para Número de Slide 3">
            <a:extLst>
              <a:ext uri="{FF2B5EF4-FFF2-40B4-BE49-F238E27FC236}">
                <a16:creationId xmlns:a16="http://schemas.microsoft.com/office/drawing/2014/main" id="{B75B597E-01BD-3E16-9C1D-8EAC96084530}"/>
              </a:ext>
            </a:extLst>
          </p:cNvPr>
          <p:cNvSpPr>
            <a:spLocks noGrp="1"/>
          </p:cNvSpPr>
          <p:nvPr>
            <p:ph type="sldNum" sz="quarter" idx="12"/>
          </p:nvPr>
        </p:nvSpPr>
        <p:spPr/>
        <p:txBody>
          <a:bodyPr/>
          <a:lstStyle>
            <a:lvl1pPr>
              <a:defRPr/>
            </a:lvl1pPr>
          </a:lstStyle>
          <a:p>
            <a:fld id="{3A6512FB-29A9-4DF1-8FC0-2C16B3D93480}" type="slidenum">
              <a:rPr lang="en-US" altLang="pt-BR"/>
              <a:pPr/>
              <a:t>‹nº›</a:t>
            </a:fld>
            <a:endParaRPr lang="en-US" altLang="pt-BR"/>
          </a:p>
        </p:txBody>
      </p:sp>
    </p:spTree>
    <p:extLst>
      <p:ext uri="{BB962C8B-B14F-4D97-AF65-F5344CB8AC3E}">
        <p14:creationId xmlns:p14="http://schemas.microsoft.com/office/powerpoint/2010/main" val="236246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549102-7B40-54F1-F1DF-F19F9EADD4D4}"/>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D886AE8E-B33C-2044-CE70-5B62246A9D6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E5982639-26EF-A107-7699-CC1D5082749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5B18EBF3-A52C-FBB3-2379-4117B1BE88D2}"/>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BCF02F1D-0BA2-7E6E-DD5D-026C8A8D591A}"/>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877F1844-7974-C7BD-9F4F-1381A508A7BB}"/>
              </a:ext>
            </a:extLst>
          </p:cNvPr>
          <p:cNvSpPr>
            <a:spLocks noGrp="1"/>
          </p:cNvSpPr>
          <p:nvPr>
            <p:ph type="sldNum" sz="quarter" idx="12"/>
          </p:nvPr>
        </p:nvSpPr>
        <p:spPr/>
        <p:txBody>
          <a:bodyPr/>
          <a:lstStyle>
            <a:lvl1pPr>
              <a:defRPr/>
            </a:lvl1pPr>
          </a:lstStyle>
          <a:p>
            <a:fld id="{D6C8BBA1-9FEC-4C55-88D0-F8A476C94044}" type="slidenum">
              <a:rPr lang="en-US" altLang="pt-BR"/>
              <a:pPr/>
              <a:t>‹nº›</a:t>
            </a:fld>
            <a:endParaRPr lang="en-US" altLang="pt-BR"/>
          </a:p>
        </p:txBody>
      </p:sp>
    </p:spTree>
    <p:extLst>
      <p:ext uri="{BB962C8B-B14F-4D97-AF65-F5344CB8AC3E}">
        <p14:creationId xmlns:p14="http://schemas.microsoft.com/office/powerpoint/2010/main" val="41281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C6D39F-7631-C426-69D4-913DF30E4024}"/>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75E6B1CE-486E-D5DA-F556-DA663B516CA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A56E83B-AB13-EFA3-5E2A-585DF243B41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6A98C4E-1924-4DB0-2248-90C91956E5A0}"/>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D0D8D432-12B3-2F33-51C6-FB299D18CA31}"/>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8A6F7BDC-384B-193E-1BBC-C783ACA27339}"/>
              </a:ext>
            </a:extLst>
          </p:cNvPr>
          <p:cNvSpPr>
            <a:spLocks noGrp="1"/>
          </p:cNvSpPr>
          <p:nvPr>
            <p:ph type="sldNum" sz="quarter" idx="12"/>
          </p:nvPr>
        </p:nvSpPr>
        <p:spPr/>
        <p:txBody>
          <a:bodyPr/>
          <a:lstStyle>
            <a:lvl1pPr>
              <a:defRPr/>
            </a:lvl1pPr>
          </a:lstStyle>
          <a:p>
            <a:fld id="{6794DFF0-CB69-4F09-B427-D4AAB028352C}" type="slidenum">
              <a:rPr lang="en-US" altLang="pt-BR"/>
              <a:pPr/>
              <a:t>‹nº›</a:t>
            </a:fld>
            <a:endParaRPr lang="en-US" altLang="pt-BR"/>
          </a:p>
        </p:txBody>
      </p:sp>
    </p:spTree>
    <p:extLst>
      <p:ext uri="{BB962C8B-B14F-4D97-AF65-F5344CB8AC3E}">
        <p14:creationId xmlns:p14="http://schemas.microsoft.com/office/powerpoint/2010/main" val="3212065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252F50-30F7-33D1-52D3-54A6FD042B5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9EBF5E01-71FD-ECE0-A963-5B578FB95A0D}"/>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A23F36-3345-5ED1-77BB-CBE4A33EF0FA}"/>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E518CCEC-CD21-C50F-CE9F-766BDF3EF786}"/>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8FBE0C84-C4FA-1C97-AC9A-06677EEC7B98}"/>
              </a:ext>
            </a:extLst>
          </p:cNvPr>
          <p:cNvSpPr>
            <a:spLocks noGrp="1"/>
          </p:cNvSpPr>
          <p:nvPr>
            <p:ph type="sldNum" sz="quarter" idx="12"/>
          </p:nvPr>
        </p:nvSpPr>
        <p:spPr/>
        <p:txBody>
          <a:bodyPr/>
          <a:lstStyle>
            <a:lvl1pPr>
              <a:defRPr/>
            </a:lvl1pPr>
          </a:lstStyle>
          <a:p>
            <a:fld id="{9094EF60-53FD-4FEA-A1A6-E5083A1A56B7}" type="slidenum">
              <a:rPr lang="en-US" altLang="pt-BR"/>
              <a:pPr/>
              <a:t>‹nº›</a:t>
            </a:fld>
            <a:endParaRPr lang="en-US" altLang="pt-BR"/>
          </a:p>
        </p:txBody>
      </p:sp>
    </p:spTree>
    <p:extLst>
      <p:ext uri="{BB962C8B-B14F-4D97-AF65-F5344CB8AC3E}">
        <p14:creationId xmlns:p14="http://schemas.microsoft.com/office/powerpoint/2010/main" val="2210287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EB20032-7FB1-0434-FAD8-DD0725510A8A}"/>
              </a:ext>
            </a:extLst>
          </p:cNvPr>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65978192-D5ED-DE88-194E-B5A205BC2CC2}"/>
              </a:ext>
            </a:extLst>
          </p:cNvPr>
          <p:cNvSpPr>
            <a:spLocks noGrp="1"/>
          </p:cNvSpPr>
          <p:nvPr>
            <p:ph type="body" orient="vert" idx="1"/>
          </p:nvPr>
        </p:nvSpPr>
        <p:spPr>
          <a:xfrm>
            <a:off x="457200" y="274638"/>
            <a:ext cx="6019800" cy="585152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3C7AF1E-4585-141E-F065-0CC3420665FB}"/>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91AD74CA-0C5A-AE02-B5F1-D73D095C7A19}"/>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861E4B8F-1BBA-A059-C248-A2C781E6CE6E}"/>
              </a:ext>
            </a:extLst>
          </p:cNvPr>
          <p:cNvSpPr>
            <a:spLocks noGrp="1"/>
          </p:cNvSpPr>
          <p:nvPr>
            <p:ph type="sldNum" sz="quarter" idx="12"/>
          </p:nvPr>
        </p:nvSpPr>
        <p:spPr/>
        <p:txBody>
          <a:bodyPr/>
          <a:lstStyle>
            <a:lvl1pPr>
              <a:defRPr/>
            </a:lvl1pPr>
          </a:lstStyle>
          <a:p>
            <a:fld id="{BAFAF6C9-56C9-445B-8EDF-B1AC63FDC4EE}" type="slidenum">
              <a:rPr lang="en-US" altLang="pt-BR"/>
              <a:pPr/>
              <a:t>‹nº›</a:t>
            </a:fld>
            <a:endParaRPr lang="en-US" altLang="pt-BR"/>
          </a:p>
        </p:txBody>
      </p:sp>
    </p:spTree>
    <p:extLst>
      <p:ext uri="{BB962C8B-B14F-4D97-AF65-F5344CB8AC3E}">
        <p14:creationId xmlns:p14="http://schemas.microsoft.com/office/powerpoint/2010/main" val="874315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FB60B3C-1B57-D22E-D7BD-83091273D9BF}"/>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pt-BR"/>
              <a:t>Clique para editar o estilo do título mestre</a:t>
            </a:r>
          </a:p>
        </p:txBody>
      </p:sp>
      <p:sp>
        <p:nvSpPr>
          <p:cNvPr id="1027" name="Rectangle 3">
            <a:extLst>
              <a:ext uri="{FF2B5EF4-FFF2-40B4-BE49-F238E27FC236}">
                <a16:creationId xmlns:a16="http://schemas.microsoft.com/office/drawing/2014/main" id="{9C8EBDAD-4A3F-E988-0E8D-145C92598534}"/>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pt-BR"/>
              <a:t>Clique para editar os estilos do texto mestre</a:t>
            </a:r>
          </a:p>
          <a:p>
            <a:pPr lvl="1"/>
            <a:r>
              <a:rPr lang="en-US" altLang="pt-BR"/>
              <a:t>Segundo nível</a:t>
            </a:r>
          </a:p>
          <a:p>
            <a:pPr lvl="2"/>
            <a:r>
              <a:rPr lang="en-US" altLang="pt-BR"/>
              <a:t>Terceiro nível</a:t>
            </a:r>
          </a:p>
          <a:p>
            <a:pPr lvl="3"/>
            <a:r>
              <a:rPr lang="en-US" altLang="pt-BR"/>
              <a:t>Quarto nível</a:t>
            </a:r>
          </a:p>
          <a:p>
            <a:pPr lvl="4"/>
            <a:r>
              <a:rPr lang="en-US" altLang="pt-BR"/>
              <a:t>Quinto nível</a:t>
            </a:r>
          </a:p>
        </p:txBody>
      </p:sp>
      <p:sp>
        <p:nvSpPr>
          <p:cNvPr id="1028" name="Rectangle 4">
            <a:extLst>
              <a:ext uri="{FF2B5EF4-FFF2-40B4-BE49-F238E27FC236}">
                <a16:creationId xmlns:a16="http://schemas.microsoft.com/office/drawing/2014/main" id="{C9B3833A-ECE5-FEEE-2EB4-1E7CFA977E4C}"/>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pt-BR"/>
          </a:p>
        </p:txBody>
      </p:sp>
      <p:sp>
        <p:nvSpPr>
          <p:cNvPr id="1029" name="Rectangle 5">
            <a:extLst>
              <a:ext uri="{FF2B5EF4-FFF2-40B4-BE49-F238E27FC236}">
                <a16:creationId xmlns:a16="http://schemas.microsoft.com/office/drawing/2014/main" id="{B94FFB16-ABD3-0476-0598-EE988279FAEB}"/>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pt-BR"/>
          </a:p>
        </p:txBody>
      </p:sp>
      <p:sp>
        <p:nvSpPr>
          <p:cNvPr id="1030" name="Rectangle 6">
            <a:extLst>
              <a:ext uri="{FF2B5EF4-FFF2-40B4-BE49-F238E27FC236}">
                <a16:creationId xmlns:a16="http://schemas.microsoft.com/office/drawing/2014/main" id="{54415830-1D1A-520E-BBA3-A84B4E93923B}"/>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CA04E83-1198-4EBA-8A29-662C181DBE9A}" type="slidenum">
              <a:rPr lang="en-US" altLang="pt-BR"/>
              <a:pPr/>
              <a:t>‹nº›</a:t>
            </a:fld>
            <a:endParaRPr lang="en-US" alt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92C0CBF1-AE29-45E7-0F67-90403FE77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0"/>
            <a:ext cx="9753600" cy="7315200"/>
          </a:xfrm>
          <a:prstGeom prst="rect">
            <a:avLst/>
          </a:prstGeom>
          <a:noFill/>
          <a:extLst>
            <a:ext uri="{909E8E84-426E-40DD-AFC4-6F175D3DCCD1}">
              <a14:hiddenFill xmlns:a14="http://schemas.microsoft.com/office/drawing/2010/main">
                <a:solidFill>
                  <a:srgbClr val="FFFFFF"/>
                </a:solidFill>
              </a14:hiddenFill>
            </a:ext>
          </a:extLst>
        </p:spPr>
      </p:pic>
      <p:sp>
        <p:nvSpPr>
          <p:cNvPr id="2053" name="Rectangle 5">
            <a:extLst>
              <a:ext uri="{FF2B5EF4-FFF2-40B4-BE49-F238E27FC236}">
                <a16:creationId xmlns:a16="http://schemas.microsoft.com/office/drawing/2014/main" id="{6D095EBA-1B05-844E-0E4E-5D986CE3D79C}"/>
              </a:ext>
            </a:extLst>
          </p:cNvPr>
          <p:cNvSpPr>
            <a:spLocks noGrp="1" noChangeArrowheads="1"/>
          </p:cNvSpPr>
          <p:nvPr>
            <p:ph type="ctrTitle"/>
          </p:nvPr>
        </p:nvSpPr>
        <p:spPr>
          <a:xfrm>
            <a:off x="685800" y="2130425"/>
            <a:ext cx="7772400" cy="1470025"/>
          </a:xfrm>
        </p:spPr>
        <p:txBody>
          <a:bodyPr anchor="ctr"/>
          <a:lstStyle/>
          <a:p>
            <a:r>
              <a:rPr lang="pt-BR" altLang="pt-BR" sz="4000" i="1">
                <a:solidFill>
                  <a:schemeClr val="bg1"/>
                </a:solidFill>
              </a:rPr>
              <a:t>242 – Eu confio Firmemente.</a:t>
            </a:r>
            <a:endParaRPr lang="en-US" altLang="pt-BR" sz="4000" i="1">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40" name="Rectangle 4">
            <a:extLst>
              <a:ext uri="{FF2B5EF4-FFF2-40B4-BE49-F238E27FC236}">
                <a16:creationId xmlns:a16="http://schemas.microsoft.com/office/drawing/2014/main" id="{9CA896B2-F842-7CD9-FE36-C8B3FE0F6E25}"/>
              </a:ext>
            </a:extLst>
          </p:cNvPr>
          <p:cNvSpPr>
            <a:spLocks noGrp="1" noChangeArrowheads="1"/>
          </p:cNvSpPr>
          <p:nvPr>
            <p:ph type="title"/>
          </p:nvPr>
        </p:nvSpPr>
        <p:spPr>
          <a:xfrm>
            <a:off x="152400" y="685800"/>
            <a:ext cx="8991600" cy="4953000"/>
          </a:xfrm>
          <a:noFill/>
          <a:ln/>
        </p:spPr>
        <p:txBody>
          <a:bodyPr/>
          <a:lstStyle/>
          <a:p>
            <a:r>
              <a:rPr lang="en-US" altLang="pt-BR" sz="4000">
                <a:solidFill>
                  <a:schemeClr val="bg1"/>
                </a:solidFill>
              </a:rPr>
              <a:t>Eu confio firmemente,</a:t>
            </a:r>
            <a:br>
              <a:rPr lang="en-US" altLang="pt-BR" sz="4000">
                <a:solidFill>
                  <a:schemeClr val="bg1"/>
                </a:solidFill>
              </a:rPr>
            </a:br>
            <a:r>
              <a:rPr lang="en-US" altLang="pt-BR" sz="4000">
                <a:solidFill>
                  <a:schemeClr val="bg1"/>
                </a:solidFill>
              </a:rPr>
              <a:t>Que no céu vou descansar</a:t>
            </a:r>
            <a:br>
              <a:rPr lang="en-US" altLang="pt-BR" sz="4000">
                <a:solidFill>
                  <a:schemeClr val="bg1"/>
                </a:solidFill>
              </a:rPr>
            </a:br>
            <a:r>
              <a:rPr lang="en-US" altLang="pt-BR" sz="4000">
                <a:solidFill>
                  <a:schemeClr val="bg1"/>
                </a:solidFill>
              </a:rPr>
              <a:t>com Jesus alegremente, Aleluia!</a:t>
            </a:r>
            <a:br>
              <a:rPr lang="en-US" altLang="pt-BR" sz="4000">
                <a:solidFill>
                  <a:schemeClr val="bg1"/>
                </a:solidFill>
              </a:rPr>
            </a:br>
            <a:r>
              <a:rPr lang="en-US" altLang="pt-BR" sz="4000">
                <a:solidFill>
                  <a:schemeClr val="bg1"/>
                </a:solidFill>
              </a:rPr>
              <a:t>Que prazer celeste sente</a:t>
            </a:r>
            <a:br>
              <a:rPr lang="en-US" altLang="pt-BR" sz="4000">
                <a:solidFill>
                  <a:schemeClr val="bg1"/>
                </a:solidFill>
              </a:rPr>
            </a:br>
            <a:r>
              <a:rPr lang="en-US" altLang="pt-BR" sz="4000">
                <a:solidFill>
                  <a:schemeClr val="bg1"/>
                </a:solidFill>
              </a:rPr>
              <a:t>A minh’alma em pensar,</a:t>
            </a:r>
            <a:br>
              <a:rPr lang="en-US" altLang="pt-BR" sz="4000">
                <a:solidFill>
                  <a:schemeClr val="bg1"/>
                </a:solidFill>
              </a:rPr>
            </a:br>
            <a:r>
              <a:rPr lang="en-US" altLang="pt-BR" sz="4000">
                <a:solidFill>
                  <a:schemeClr val="bg1"/>
                </a:solidFill>
              </a:rPr>
              <a:t>Na glória que no céu eu vou gozar!</a:t>
            </a:r>
            <a:br>
              <a:rPr lang="en-US" altLang="pt-BR" sz="4000">
                <a:solidFill>
                  <a:schemeClr val="bg1"/>
                </a:solidFill>
              </a:rPr>
            </a:br>
            <a:endParaRPr lang="en-US" altLang="pt-BR" sz="400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9" name="Picture 7">
            <a:extLst>
              <a:ext uri="{FF2B5EF4-FFF2-40B4-BE49-F238E27FC236}">
                <a16:creationId xmlns:a16="http://schemas.microsoft.com/office/drawing/2014/main" id="{7F8B9E8B-A029-FC48-1145-42C3481821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 y="0"/>
            <a:ext cx="9372600" cy="6858000"/>
          </a:xfrm>
          <a:extLst>
            <a:ext uri="{909E8E84-426E-40DD-AFC4-6F175D3DCCD1}">
              <a14:hiddenFill xmlns:a14="http://schemas.microsoft.com/office/drawing/2010/main">
                <a:solidFill>
                  <a:srgbClr val="FFFFFF"/>
                </a:solidFill>
              </a14:hiddenFill>
            </a:ext>
          </a:extLst>
        </p:spPr>
      </p:pic>
      <p:sp>
        <p:nvSpPr>
          <p:cNvPr id="3074" name="Rectangle 2">
            <a:extLst>
              <a:ext uri="{FF2B5EF4-FFF2-40B4-BE49-F238E27FC236}">
                <a16:creationId xmlns:a16="http://schemas.microsoft.com/office/drawing/2014/main" id="{8B526074-0892-DE8B-071D-A6805F85314B}"/>
              </a:ext>
            </a:extLst>
          </p:cNvPr>
          <p:cNvSpPr>
            <a:spLocks noGrp="1" noChangeArrowheads="1"/>
          </p:cNvSpPr>
          <p:nvPr>
            <p:ph type="title"/>
          </p:nvPr>
        </p:nvSpPr>
        <p:spPr>
          <a:xfrm>
            <a:off x="-152400" y="579438"/>
            <a:ext cx="9296400" cy="4373562"/>
          </a:xfrm>
        </p:spPr>
        <p:txBody>
          <a:bodyPr/>
          <a:lstStyle/>
          <a:p>
            <a:r>
              <a:rPr lang="en-US" altLang="pt-BR" sz="4000">
                <a:solidFill>
                  <a:schemeClr val="bg1"/>
                </a:solidFill>
              </a:rPr>
              <a:t>Que eterna glória vou no céu gozar!</a:t>
            </a:r>
            <a:br>
              <a:rPr lang="en-US" altLang="pt-BR" sz="4000">
                <a:solidFill>
                  <a:schemeClr val="bg1"/>
                </a:solidFill>
              </a:rPr>
            </a:br>
            <a:r>
              <a:rPr lang="en-US" altLang="pt-BR" sz="4000">
                <a:solidFill>
                  <a:schemeClr val="bg1"/>
                </a:solidFill>
              </a:rPr>
              <a:t>Com Jesus, que do pecado me salvou;</a:t>
            </a:r>
            <a:br>
              <a:rPr lang="en-US" altLang="pt-BR" sz="4000">
                <a:solidFill>
                  <a:schemeClr val="bg1"/>
                </a:solidFill>
              </a:rPr>
            </a:br>
            <a:r>
              <a:rPr lang="en-US" altLang="pt-BR" sz="4000">
                <a:solidFill>
                  <a:schemeClr val="bg1"/>
                </a:solidFill>
              </a:rPr>
              <a:t>Santa paz e alegria lá no céu vou desfrutar;</a:t>
            </a:r>
            <a:br>
              <a:rPr lang="en-US" altLang="pt-BR" sz="4000">
                <a:solidFill>
                  <a:schemeClr val="bg1"/>
                </a:solidFill>
              </a:rPr>
            </a:br>
            <a:r>
              <a:rPr lang="en-US" altLang="pt-BR" sz="4000">
                <a:solidFill>
                  <a:schemeClr val="bg1"/>
                </a:solidFill>
              </a:rPr>
              <a:t>Eterna glória Cristo me comprou!</a:t>
            </a:r>
            <a:br>
              <a:rPr lang="en-US" altLang="pt-BR" sz="4000">
                <a:solidFill>
                  <a:schemeClr val="bg1"/>
                </a:solidFill>
              </a:rPr>
            </a:br>
            <a:endParaRPr lang="en-US" altLang="pt-BR" sz="400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626086C9-FE0C-8CB9-A63D-C875B390BFC8}"/>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89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8" name="Rectangle 2">
            <a:extLst>
              <a:ext uri="{FF2B5EF4-FFF2-40B4-BE49-F238E27FC236}">
                <a16:creationId xmlns:a16="http://schemas.microsoft.com/office/drawing/2014/main" id="{6BF3341B-508D-031E-E554-96D5B62545FA}"/>
              </a:ext>
            </a:extLst>
          </p:cNvPr>
          <p:cNvSpPr>
            <a:spLocks noGrp="1" noChangeArrowheads="1"/>
          </p:cNvSpPr>
          <p:nvPr>
            <p:ph type="title"/>
          </p:nvPr>
        </p:nvSpPr>
        <p:spPr>
          <a:xfrm>
            <a:off x="457200" y="609600"/>
            <a:ext cx="8229600" cy="4678363"/>
          </a:xfrm>
        </p:spPr>
        <p:txBody>
          <a:bodyPr/>
          <a:lstStyle/>
          <a:p>
            <a:r>
              <a:rPr lang="en-US" altLang="pt-BR" sz="4000">
                <a:solidFill>
                  <a:schemeClr val="bg1"/>
                </a:solidFill>
              </a:rPr>
              <a:t>No céu vou ver o Cordeiro,</a:t>
            </a:r>
            <a:br>
              <a:rPr lang="en-US" altLang="pt-BR" sz="4000">
                <a:solidFill>
                  <a:schemeClr val="bg1"/>
                </a:solidFill>
              </a:rPr>
            </a:br>
            <a:r>
              <a:rPr lang="en-US" altLang="pt-BR" sz="4000">
                <a:solidFill>
                  <a:schemeClr val="bg1"/>
                </a:solidFill>
              </a:rPr>
              <a:t>Que por mim quis expirar,</a:t>
            </a:r>
            <a:br>
              <a:rPr lang="en-US" altLang="pt-BR" sz="4000">
                <a:solidFill>
                  <a:schemeClr val="bg1"/>
                </a:solidFill>
              </a:rPr>
            </a:br>
            <a:r>
              <a:rPr lang="en-US" altLang="pt-BR" sz="4000">
                <a:solidFill>
                  <a:schemeClr val="bg1"/>
                </a:solidFill>
              </a:rPr>
              <a:t>Pendurado no madeiro, Aleluia!</a:t>
            </a:r>
            <a:br>
              <a:rPr lang="en-US" altLang="pt-BR" sz="4000">
                <a:solidFill>
                  <a:schemeClr val="bg1"/>
                </a:solidFill>
              </a:rPr>
            </a:br>
            <a:r>
              <a:rPr lang="en-US" altLang="pt-BR" sz="4000">
                <a:solidFill>
                  <a:schemeClr val="bg1"/>
                </a:solidFill>
              </a:rPr>
              <a:t>Que me fez também herdeiro</a:t>
            </a:r>
            <a:br>
              <a:rPr lang="en-US" altLang="pt-BR" sz="4000">
                <a:solidFill>
                  <a:schemeClr val="bg1"/>
                </a:solidFill>
              </a:rPr>
            </a:br>
            <a:r>
              <a:rPr lang="en-US" altLang="pt-BR" sz="4000">
                <a:solidFill>
                  <a:schemeClr val="bg1"/>
                </a:solidFill>
              </a:rPr>
              <a:t>Do que nunca vai murchar,</a:t>
            </a:r>
            <a:br>
              <a:rPr lang="en-US" altLang="pt-BR" sz="4000">
                <a:solidFill>
                  <a:schemeClr val="bg1"/>
                </a:solidFill>
              </a:rPr>
            </a:br>
            <a:r>
              <a:rPr lang="en-US" altLang="pt-BR" sz="4000">
                <a:solidFill>
                  <a:schemeClr val="bg1"/>
                </a:solidFill>
              </a:rPr>
              <a:t>Da glória que no céu eu vou gozar!</a:t>
            </a:r>
            <a:br>
              <a:rPr lang="en-US" altLang="pt-BR" sz="4000">
                <a:solidFill>
                  <a:schemeClr val="bg1"/>
                </a:solidFill>
              </a:rPr>
            </a:br>
            <a:endParaRPr lang="en-US" altLang="pt-BR" sz="400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884A39FE-07C0-F444-598F-7EE31C0B6D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p:spPr>
      </p:pic>
      <p:sp>
        <p:nvSpPr>
          <p:cNvPr id="9219" name="Rectangle 3">
            <a:extLst>
              <a:ext uri="{FF2B5EF4-FFF2-40B4-BE49-F238E27FC236}">
                <a16:creationId xmlns:a16="http://schemas.microsoft.com/office/drawing/2014/main" id="{767E217C-1F19-CBA4-F5E3-6818A0ACB241}"/>
              </a:ext>
            </a:extLst>
          </p:cNvPr>
          <p:cNvSpPr>
            <a:spLocks noGrp="1" noChangeArrowheads="1"/>
          </p:cNvSpPr>
          <p:nvPr>
            <p:ph type="title"/>
          </p:nvPr>
        </p:nvSpPr>
        <p:spPr>
          <a:xfrm>
            <a:off x="0" y="838200"/>
            <a:ext cx="9144000" cy="5211763"/>
          </a:xfrm>
        </p:spPr>
        <p:txBody>
          <a:bodyPr/>
          <a:lstStyle/>
          <a:p>
            <a:r>
              <a:rPr lang="en-US" altLang="pt-BR" sz="4000">
                <a:solidFill>
                  <a:schemeClr val="bg1"/>
                </a:solidFill>
              </a:rPr>
              <a:t>Que eterna Glória vou no céu gozar!</a:t>
            </a:r>
            <a:br>
              <a:rPr lang="en-US" altLang="pt-BR" sz="4000">
                <a:solidFill>
                  <a:schemeClr val="bg1"/>
                </a:solidFill>
              </a:rPr>
            </a:br>
            <a:r>
              <a:rPr lang="en-US" altLang="pt-BR" sz="4000">
                <a:solidFill>
                  <a:schemeClr val="bg1"/>
                </a:solidFill>
              </a:rPr>
              <a:t>Com Jesus, Que do pecado me salvou;</a:t>
            </a:r>
            <a:br>
              <a:rPr lang="en-US" altLang="pt-BR" sz="4000">
                <a:solidFill>
                  <a:schemeClr val="bg1"/>
                </a:solidFill>
              </a:rPr>
            </a:br>
            <a:r>
              <a:rPr lang="en-US" altLang="pt-BR" sz="4000">
                <a:solidFill>
                  <a:schemeClr val="bg1"/>
                </a:solidFill>
              </a:rPr>
              <a:t>Santa paz e alegria lá no céu vou desfrutar;</a:t>
            </a:r>
            <a:br>
              <a:rPr lang="en-US" altLang="pt-BR" sz="4000">
                <a:solidFill>
                  <a:schemeClr val="bg1"/>
                </a:solidFill>
              </a:rPr>
            </a:br>
            <a:r>
              <a:rPr lang="en-US" altLang="pt-BR" sz="4000">
                <a:solidFill>
                  <a:schemeClr val="bg1"/>
                </a:solidFill>
              </a:rPr>
              <a:t>Eterna glória Cristo me comprou!</a:t>
            </a:r>
            <a:br>
              <a:rPr lang="en-US" altLang="pt-BR" sz="4000">
                <a:solidFill>
                  <a:schemeClr val="bg1"/>
                </a:solidFill>
              </a:rPr>
            </a:br>
            <a:endParaRPr lang="en-US" altLang="pt-BR" sz="400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F12C4A3C-D667-B73E-3A48-D17EDA177D6C}"/>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2" name="Rectangle 2">
            <a:extLst>
              <a:ext uri="{FF2B5EF4-FFF2-40B4-BE49-F238E27FC236}">
                <a16:creationId xmlns:a16="http://schemas.microsoft.com/office/drawing/2014/main" id="{089A45F7-6EC6-5C2C-8783-6A97D3B9B560}"/>
              </a:ext>
            </a:extLst>
          </p:cNvPr>
          <p:cNvSpPr>
            <a:spLocks noGrp="1" noChangeArrowheads="1"/>
          </p:cNvSpPr>
          <p:nvPr>
            <p:ph type="title"/>
          </p:nvPr>
        </p:nvSpPr>
        <p:spPr>
          <a:xfrm>
            <a:off x="228600" y="457200"/>
            <a:ext cx="8763000" cy="5562600"/>
          </a:xfrm>
        </p:spPr>
        <p:txBody>
          <a:bodyPr/>
          <a:lstStyle/>
          <a:p>
            <a:r>
              <a:rPr lang="en-US" altLang="pt-BR" sz="4000">
                <a:solidFill>
                  <a:schemeClr val="bg1"/>
                </a:solidFill>
              </a:rPr>
              <a:t>De Jesus, o rosto santo,</a:t>
            </a:r>
            <a:br>
              <a:rPr lang="en-US" altLang="pt-BR" sz="4000">
                <a:solidFill>
                  <a:schemeClr val="bg1"/>
                </a:solidFill>
              </a:rPr>
            </a:br>
            <a:r>
              <a:rPr lang="en-US" altLang="pt-BR" sz="4000">
                <a:solidFill>
                  <a:schemeClr val="bg1"/>
                </a:solidFill>
              </a:rPr>
              <a:t>No céu hei de contemplar,</a:t>
            </a:r>
            <a:br>
              <a:rPr lang="en-US" altLang="pt-BR" sz="4000">
                <a:solidFill>
                  <a:schemeClr val="bg1"/>
                </a:solidFill>
              </a:rPr>
            </a:br>
            <a:r>
              <a:rPr lang="en-US" altLang="pt-BR" sz="4000">
                <a:solidFill>
                  <a:schemeClr val="bg1"/>
                </a:solidFill>
              </a:rPr>
              <a:t>Onde não há dor ou pranto, Aleluia!</a:t>
            </a:r>
            <a:br>
              <a:rPr lang="en-US" altLang="pt-BR" sz="4000">
                <a:solidFill>
                  <a:schemeClr val="bg1"/>
                </a:solidFill>
              </a:rPr>
            </a:br>
            <a:r>
              <a:rPr lang="en-US" altLang="pt-BR" sz="4000">
                <a:solidFill>
                  <a:schemeClr val="bg1"/>
                </a:solidFill>
              </a:rPr>
              <a:t>Mas sim um sublime canto </a:t>
            </a:r>
            <a:br>
              <a:rPr lang="en-US" altLang="pt-BR" sz="4000">
                <a:solidFill>
                  <a:schemeClr val="bg1"/>
                </a:solidFill>
              </a:rPr>
            </a:br>
            <a:r>
              <a:rPr lang="en-US" altLang="pt-BR" sz="4000">
                <a:solidFill>
                  <a:schemeClr val="bg1"/>
                </a:solidFill>
              </a:rPr>
              <a:t>Que p’ra sempre vai soar</a:t>
            </a:r>
            <a:br>
              <a:rPr lang="en-US" altLang="pt-BR" sz="4000">
                <a:solidFill>
                  <a:schemeClr val="bg1"/>
                </a:solidFill>
              </a:rPr>
            </a:br>
            <a:r>
              <a:rPr lang="en-US" altLang="pt-BR" sz="4000">
                <a:solidFill>
                  <a:schemeClr val="bg1"/>
                </a:solidFill>
              </a:rPr>
              <a:t>Na glória, que no céu eu vou gozar!</a:t>
            </a:r>
            <a:br>
              <a:rPr lang="en-US" altLang="pt-BR" sz="4000">
                <a:solidFill>
                  <a:schemeClr val="bg1"/>
                </a:solidFill>
              </a:rPr>
            </a:br>
            <a:endParaRPr lang="en-US" altLang="pt-BR" sz="400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2CD7D749-53D8-4F3F-0F90-62FCA082812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p:spPr>
      </p:pic>
      <p:sp>
        <p:nvSpPr>
          <p:cNvPr id="10243" name="Rectangle 3">
            <a:extLst>
              <a:ext uri="{FF2B5EF4-FFF2-40B4-BE49-F238E27FC236}">
                <a16:creationId xmlns:a16="http://schemas.microsoft.com/office/drawing/2014/main" id="{19E98899-471C-98E5-C05A-2E780AE479BB}"/>
              </a:ext>
            </a:extLst>
          </p:cNvPr>
          <p:cNvSpPr>
            <a:spLocks noGrp="1" noChangeArrowheads="1"/>
          </p:cNvSpPr>
          <p:nvPr>
            <p:ph type="title"/>
          </p:nvPr>
        </p:nvSpPr>
        <p:spPr>
          <a:xfrm>
            <a:off x="0" y="762000"/>
            <a:ext cx="9144000" cy="5211763"/>
          </a:xfrm>
        </p:spPr>
        <p:txBody>
          <a:bodyPr/>
          <a:lstStyle/>
          <a:p>
            <a:r>
              <a:rPr lang="en-US" altLang="pt-BR" sz="4000">
                <a:solidFill>
                  <a:schemeClr val="bg1"/>
                </a:solidFill>
              </a:rPr>
              <a:t>Que eterna Glória vou no céu gozar!</a:t>
            </a:r>
            <a:br>
              <a:rPr lang="en-US" altLang="pt-BR" sz="4000">
                <a:solidFill>
                  <a:schemeClr val="bg1"/>
                </a:solidFill>
              </a:rPr>
            </a:br>
            <a:r>
              <a:rPr lang="en-US" altLang="pt-BR" sz="4000">
                <a:solidFill>
                  <a:schemeClr val="bg1"/>
                </a:solidFill>
              </a:rPr>
              <a:t>Com Jesus, Que do pecado me salvou;</a:t>
            </a:r>
            <a:br>
              <a:rPr lang="en-US" altLang="pt-BR" sz="4000">
                <a:solidFill>
                  <a:schemeClr val="bg1"/>
                </a:solidFill>
              </a:rPr>
            </a:br>
            <a:r>
              <a:rPr lang="en-US" altLang="pt-BR" sz="4000">
                <a:solidFill>
                  <a:schemeClr val="bg1"/>
                </a:solidFill>
              </a:rPr>
              <a:t>Santa paz e alegria lá no céu vou desfrutar;</a:t>
            </a:r>
            <a:br>
              <a:rPr lang="en-US" altLang="pt-BR" sz="4000">
                <a:solidFill>
                  <a:schemeClr val="bg1"/>
                </a:solidFill>
              </a:rPr>
            </a:br>
            <a:r>
              <a:rPr lang="en-US" altLang="pt-BR" sz="4000">
                <a:solidFill>
                  <a:schemeClr val="bg1"/>
                </a:solidFill>
              </a:rPr>
              <a:t>Eterna glória Cristo me comprou!</a:t>
            </a:r>
            <a:br>
              <a:rPr lang="en-US" altLang="pt-BR" sz="4000">
                <a:solidFill>
                  <a:schemeClr val="bg1"/>
                </a:solidFill>
              </a:rPr>
            </a:br>
            <a:endParaRPr lang="en-US" altLang="pt-BR" sz="400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a:extLst>
              <a:ext uri="{FF2B5EF4-FFF2-40B4-BE49-F238E27FC236}">
                <a16:creationId xmlns:a16="http://schemas.microsoft.com/office/drawing/2014/main" id="{598CB95C-AD43-5758-983C-5227A1E47523}"/>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6" name="Rectangle 2">
            <a:extLst>
              <a:ext uri="{FF2B5EF4-FFF2-40B4-BE49-F238E27FC236}">
                <a16:creationId xmlns:a16="http://schemas.microsoft.com/office/drawing/2014/main" id="{95822BB5-80C8-2DCB-5DDE-ECB0624AB87A}"/>
              </a:ext>
            </a:extLst>
          </p:cNvPr>
          <p:cNvSpPr>
            <a:spLocks noGrp="1" noChangeArrowheads="1"/>
          </p:cNvSpPr>
          <p:nvPr>
            <p:ph type="title"/>
          </p:nvPr>
        </p:nvSpPr>
        <p:spPr>
          <a:xfrm>
            <a:off x="381000" y="609600"/>
            <a:ext cx="8382000" cy="5059363"/>
          </a:xfrm>
        </p:spPr>
        <p:txBody>
          <a:bodyPr/>
          <a:lstStyle/>
          <a:p>
            <a:r>
              <a:rPr lang="en-US" altLang="pt-BR" sz="4000">
                <a:solidFill>
                  <a:schemeClr val="bg1"/>
                </a:solidFill>
              </a:rPr>
              <a:t>Quando for ao céu chegado</a:t>
            </a:r>
            <a:br>
              <a:rPr lang="en-US" altLang="pt-BR" sz="4000">
                <a:solidFill>
                  <a:schemeClr val="bg1"/>
                </a:solidFill>
              </a:rPr>
            </a:br>
            <a:r>
              <a:rPr lang="en-US" altLang="pt-BR" sz="4000">
                <a:solidFill>
                  <a:schemeClr val="bg1"/>
                </a:solidFill>
              </a:rPr>
              <a:t>E a Glória alcançar</a:t>
            </a:r>
            <a:br>
              <a:rPr lang="en-US" altLang="pt-BR" sz="4000">
                <a:solidFill>
                  <a:schemeClr val="bg1"/>
                </a:solidFill>
              </a:rPr>
            </a:br>
            <a:r>
              <a:rPr lang="en-US" altLang="pt-BR" sz="4000">
                <a:solidFill>
                  <a:schemeClr val="bg1"/>
                </a:solidFill>
              </a:rPr>
              <a:t>Por ter Cristo ao meu lado, aleluia!</a:t>
            </a:r>
            <a:br>
              <a:rPr lang="en-US" altLang="pt-BR" sz="4000">
                <a:solidFill>
                  <a:schemeClr val="bg1"/>
                </a:solidFill>
              </a:rPr>
            </a:br>
            <a:r>
              <a:rPr lang="en-US" altLang="pt-BR" sz="4000">
                <a:solidFill>
                  <a:schemeClr val="bg1"/>
                </a:solidFill>
              </a:rPr>
              <a:t>No seu trono assentado, </a:t>
            </a:r>
            <a:br>
              <a:rPr lang="en-US" altLang="pt-BR" sz="4000">
                <a:solidFill>
                  <a:schemeClr val="bg1"/>
                </a:solidFill>
              </a:rPr>
            </a:br>
            <a:r>
              <a:rPr lang="en-US" altLang="pt-BR" sz="4000">
                <a:solidFill>
                  <a:schemeClr val="bg1"/>
                </a:solidFill>
              </a:rPr>
              <a:t>A Jesus vou adorar;</a:t>
            </a:r>
            <a:br>
              <a:rPr lang="en-US" altLang="pt-BR" sz="4000">
                <a:solidFill>
                  <a:schemeClr val="bg1"/>
                </a:solidFill>
              </a:rPr>
            </a:br>
            <a:r>
              <a:rPr lang="en-US" altLang="pt-BR" sz="4000">
                <a:solidFill>
                  <a:schemeClr val="bg1"/>
                </a:solidFill>
              </a:rPr>
              <a:t>Eterna glória vou no céu gozar!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5364" name="Rectangle 4">
            <a:extLst>
              <a:ext uri="{FF2B5EF4-FFF2-40B4-BE49-F238E27FC236}">
                <a16:creationId xmlns:a16="http://schemas.microsoft.com/office/drawing/2014/main" id="{D80AC7D0-EA15-13EF-46A5-95B720FC847D}"/>
              </a:ext>
            </a:extLst>
          </p:cNvPr>
          <p:cNvSpPr>
            <a:spLocks noGrp="1" noChangeArrowheads="1"/>
          </p:cNvSpPr>
          <p:nvPr>
            <p:ph type="title"/>
          </p:nvPr>
        </p:nvSpPr>
        <p:spPr>
          <a:xfrm>
            <a:off x="0" y="1143000"/>
            <a:ext cx="9144000" cy="3962400"/>
          </a:xfrm>
          <a:noFill/>
          <a:ln/>
        </p:spPr>
        <p:txBody>
          <a:bodyPr/>
          <a:lstStyle/>
          <a:p>
            <a:r>
              <a:rPr lang="en-US" altLang="pt-BR" sz="4000">
                <a:solidFill>
                  <a:schemeClr val="bg1"/>
                </a:solidFill>
              </a:rPr>
              <a:t>Que eterna Glória vou no céu gozar!</a:t>
            </a:r>
            <a:br>
              <a:rPr lang="en-US" altLang="pt-BR" sz="4000">
                <a:solidFill>
                  <a:schemeClr val="bg1"/>
                </a:solidFill>
              </a:rPr>
            </a:br>
            <a:r>
              <a:rPr lang="en-US" altLang="pt-BR" sz="4000">
                <a:solidFill>
                  <a:schemeClr val="bg1"/>
                </a:solidFill>
              </a:rPr>
              <a:t>Com Jesus, Que do pecado me salvou;</a:t>
            </a:r>
            <a:br>
              <a:rPr lang="en-US" altLang="pt-BR" sz="4000">
                <a:solidFill>
                  <a:schemeClr val="bg1"/>
                </a:solidFill>
              </a:rPr>
            </a:br>
            <a:r>
              <a:rPr lang="en-US" altLang="pt-BR" sz="4000">
                <a:solidFill>
                  <a:schemeClr val="bg1"/>
                </a:solidFill>
              </a:rPr>
              <a:t>Santa paz e alegria lá no céu vou desfrutar;</a:t>
            </a:r>
            <a:br>
              <a:rPr lang="en-US" altLang="pt-BR" sz="4000">
                <a:solidFill>
                  <a:schemeClr val="bg1"/>
                </a:solidFill>
              </a:rPr>
            </a:br>
            <a:r>
              <a:rPr lang="en-US" altLang="pt-BR" sz="4000">
                <a:solidFill>
                  <a:schemeClr val="bg1"/>
                </a:solidFill>
              </a:rPr>
              <a:t>Eterna glória Cristo me comprou!</a:t>
            </a:r>
            <a:br>
              <a:rPr lang="en-US" altLang="pt-BR" sz="4800"/>
            </a:br>
            <a:endParaRPr lang="en-US" altLang="pt-BR" sz="4800"/>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326</Words>
  <Application>Microsoft Office PowerPoint</Application>
  <PresentationFormat>Apresentação na tela (4:3)</PresentationFormat>
  <Paragraphs>9</Paragraphs>
  <Slides>9</Slides>
  <Notes>0</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9</vt:i4>
      </vt:variant>
    </vt:vector>
  </HeadingPairs>
  <TitlesOfParts>
    <vt:vector size="11" baseType="lpstr">
      <vt:lpstr>Arial</vt:lpstr>
      <vt:lpstr>Design padrão</vt:lpstr>
      <vt:lpstr>242 – Eu confio Firmemente.</vt:lpstr>
      <vt:lpstr>Eu confio firmemente, Que no céu vou descansar com Jesus alegremente, Aleluia! Que prazer celeste sente A minh’alma em pensar, Na glória que no céu eu vou gozar! </vt:lpstr>
      <vt:lpstr>Que eterna glória vou no céu gozar! Com Jesus, que do pecado me salvou; Santa paz e alegria lá no céu vou desfrutar; Eterna glória Cristo me comprou! </vt:lpstr>
      <vt:lpstr>No céu vou ver o Cordeiro, Que por mim quis expirar, Pendurado no madeiro, Aleluia! Que me fez também herdeiro Do que nunca vai murchar, Da glória que no céu eu vou gozar! </vt:lpstr>
      <vt:lpstr>Que eterna Glória vou no céu gozar! Com Jesus, Que do pecado me salvou; Santa paz e alegria lá no céu vou desfrutar; Eterna glória Cristo me comprou! </vt:lpstr>
      <vt:lpstr>De Jesus, o rosto santo, No céu hei de contemplar, Onde não há dor ou pranto, Aleluia! Mas sim um sublime canto  Que p’ra sempre vai soar Na glória, que no céu eu vou gozar! </vt:lpstr>
      <vt:lpstr>Que eterna Glória vou no céu gozar! Com Jesus, Que do pecado me salvou; Santa paz e alegria lá no céu vou desfrutar; Eterna glória Cristo me comprou! </vt:lpstr>
      <vt:lpstr>Quando for ao céu chegado E a Glória alcançar Por ter Cristo ao meu lado, aleluia! No seu trono assentado,  A Jesus vou adorar; Eterna glória vou no céu gozar!</vt:lpstr>
      <vt:lpstr>Que eterna Glória vou no céu gozar! Com Jesus, Que do pecado me salvou; Santa paz e alegria lá no céu vou desfrutar; Eterna glória Cristo me comprou! </vt:lpstr>
    </vt:vector>
  </TitlesOfParts>
  <Company>Bethesda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confio firmamente, Que no céu vou descansar com Jesus alegremente, Aleluia! Que prazer celeste sente A minh’alma em pensar, Na Glória que no céu eu vou gozar! </dc:title>
  <dc:creator>owner</dc:creator>
  <cp:lastModifiedBy>Emerson Souza</cp:lastModifiedBy>
  <cp:revision>3</cp:revision>
  <dcterms:created xsi:type="dcterms:W3CDTF">2004-11-28T19:52:47Z</dcterms:created>
  <dcterms:modified xsi:type="dcterms:W3CDTF">2026-05-02T21:57:04Z</dcterms:modified>
</cp:coreProperties>
</file>