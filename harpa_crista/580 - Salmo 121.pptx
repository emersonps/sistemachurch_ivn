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6A09-E6A8-0016-E8FB-17728F25F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AD7221-E579-DA35-B73B-A6075FCDB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EA610-5083-400D-E4BB-6507BAB0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0DA1E1-336F-1BA8-4E4B-5DB8277F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071361-95DD-A64B-5267-1A70B773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A1EB74-8F8F-41DC-9307-D560B4798E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894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F3BAA-9F5D-6EF4-B1F2-BD582A9A3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91CB91-20A7-B795-D0C6-2E6BE333D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C91A5D-4128-668E-092C-734F9CF4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7D4286-5180-DCBD-35B3-D13AFC8E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DEA5F9-17AB-234E-A963-42FE112B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DCC31-07C8-481A-A0FB-7980F32E26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557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930D5-82D3-1F90-61A3-60AC1BC4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0C282-BE1A-6230-93AD-F0EA16223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493791-C88E-2C3F-30FE-52CDDB3B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44084C-296F-38E1-93EF-AB2EBBDF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7A5348-8B8A-0660-4428-22C18A2E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FF4CEE-571D-4FFB-9FB4-6F31FD15F3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836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D88B7-5C0C-87A2-1B23-C7C75A06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C9484C-9FE8-D009-8F82-D326740E1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9AB21D-5635-FD94-31A3-A893B9367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390C1A-16ED-292A-E266-332FE65B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C858AF-61FC-0D3C-56A4-38B0EDA6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2DDB5-6421-812E-D531-82631AA9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095556-9922-4A98-8EDC-9E162E536A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094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D71EB-E778-BBD7-1DCE-0D4159C5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7BC976-4599-B865-DF79-A99DD2517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B6AEA2-921E-2270-DC1C-FE1B5D53A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C0CD6B-E1D1-E19D-2B9B-258DEF3A4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4249A4-4C2D-2A44-0AC0-C3BC93C31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053471-8B76-527A-378A-3E4F267C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EBC9A14-6702-11AA-5346-B695A989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E5F99AE-3C8F-392A-7F50-96105C02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16BD5-D9F8-4EEB-9D63-C914524DB2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242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7084C-3B76-B102-053C-E040AFC9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C2D7BC-7106-29B9-FABC-45BA9DD6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95AE3F-3B2C-6E99-F1F2-BBD7142A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66A07F-E1FA-6F95-FCFC-E0BA434C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027051-3E27-4636-9ED1-C39FD98D23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645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3319AA-312B-4239-C518-FCB3312F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DC42AD-9AFD-25AD-981A-955686AE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23E716-4E17-3921-E3FF-F0CF875F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8D59F-BB45-4F60-8CE1-E4051804EA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17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72417-7388-034E-A27D-81BB046E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20F541-6FCC-89A9-4771-BC171552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170D55-CE72-EE0D-44D2-F6571CCE5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CB8E34-CE9A-7D14-A0E2-06556094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471D79-679C-DEFC-BDBD-5FF528EF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3B1ECC-37E3-A7AD-DB8D-E57DACDE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9D64F-415C-4606-9C41-2447C9692B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046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06C10-B575-DB02-D167-9D39D4E9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E8468F-884A-AD58-117D-9BF3242E4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DDE469-7989-EB8A-C7AD-3B386D00A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A3C0C-BF77-8DCB-24E2-2301984D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535289-134C-E5A6-AC81-A359C636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8757FA-82E6-B1DA-5C38-3297A80F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FB3611-FD9A-4765-BACB-445333240D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139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561EF-C0DD-E812-24B5-D9879884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959F8A-2FB6-A2B8-C60A-17B1B2AEF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062D37-BE87-55D6-3A3E-69B05931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97ADE9-33C1-D601-5D79-340DC99D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F2BD00-FF81-733C-A209-1D9E89BF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0FF177-BB4C-46F7-966D-D2D18D50E1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118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B6F05B-AB1C-6355-0A26-98BEAD678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4595AA-D4BC-AA19-0BD4-62097BB40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BE049D-4C33-3F24-F730-493C83A0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7A0165-8DF9-104A-9D5F-AF07354F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5F1012-EF78-B9B0-BCA6-2782901A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CF240-6637-4699-8364-632E6FDD88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645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BE8D73-9AF3-01CB-22B5-11DDDB5562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71A6B1-07AC-5B1F-7A2D-D1B93D292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2CDD13-061F-86F3-1F31-4727E5730F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F20F21-5D43-E451-97DF-E2DB2C3B18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607078-2BE9-6E5C-D18B-7132140E54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1B99F5-2B90-44D8-BFDD-69FC76A96FC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2050782-9A67-2A47-5AA2-879A82EA8E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580 – Salmo 121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041D5AF-50AD-9584-68B7-49C1A1492B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85664EB-4E90-EEE5-9FE3-65F74AB77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Ergo os meus olhos para os altos montes: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meu socorro, de onde me virá?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meu socorro vem do Deus eterno</a:t>
            </a:r>
            <a:r>
              <a:rPr lang="en-US" altLang="pt-BR" sz="4000"/>
              <a:t> </a:t>
            </a:r>
            <a:r>
              <a:rPr lang="en-US" altLang="pt-BR" sz="4000" i="1"/>
              <a:t>Que fez a terra, fez o céu e o mar.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9EA8FE5-1D89-23A3-E518-6582889EB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Ele te guarda se teu pé vacila: </a:t>
            </a:r>
            <a:br>
              <a:rPr lang="en-US" altLang="pt-BR" sz="4000" i="1"/>
            </a:br>
            <a:r>
              <a:rPr lang="en-US" altLang="pt-BR" sz="4000" i="1"/>
              <a:t>Teu guarda nunca tosquenejará. </a:t>
            </a:r>
            <a:br>
              <a:rPr lang="en-US" altLang="pt-BR" sz="4000" i="1"/>
            </a:br>
            <a:r>
              <a:rPr lang="en-US" altLang="pt-BR" sz="4000" i="1"/>
              <a:t>É tua sombra: nem de noite a lua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Nem o sol de dia te molestarão.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1822D5D-1142-3B71-E8FA-E5608EDA4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Todos os males Ele é quem afasta,</a:t>
            </a:r>
            <a:r>
              <a:rPr lang="en-US" altLang="pt-BR" sz="4000"/>
              <a:t> </a:t>
            </a:r>
            <a:r>
              <a:rPr lang="en-US" altLang="pt-BR" sz="4000" i="1"/>
              <a:t>Pois tua alma Ela guardará.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Guarda a saída, guarda a tua entrada,</a:t>
            </a:r>
            <a:r>
              <a:rPr lang="en-US" altLang="pt-BR" sz="4000"/>
              <a:t> </a:t>
            </a:r>
            <a:r>
              <a:rPr lang="en-US" altLang="pt-BR" sz="4000" i="1"/>
              <a:t>Sim, desde agora, para sempre, amém</a:t>
            </a:r>
            <a:r>
              <a:rPr lang="en-US" altLang="pt-BR" i="1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580 – Salmo 121 </vt:lpstr>
      <vt:lpstr>Ergo os meus olhos para os altos montes:  O meu socorro, de onde me virá?  O meu socorro vem do Deus eterno Que fez a terra, fez o céu e o mar.  </vt:lpstr>
      <vt:lpstr>Ele te guarda se teu pé vacila:  Teu guarda nunca tosquenejará.  É tua sombra: nem de noite a lua  Nem o sol de dia te molestarão.    </vt:lpstr>
      <vt:lpstr>Todos os males Ele é quem afasta, Pois tua alma Ela guardará.  Guarda a saída, guarda a tua entrada, Sim, desde agora, para sempre,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580 – Salmo 121 </dc:title>
  <dc:creator>Junior</dc:creator>
  <cp:lastModifiedBy>Emerson Souza</cp:lastModifiedBy>
  <cp:revision>1</cp:revision>
  <dcterms:created xsi:type="dcterms:W3CDTF">2005-12-27T01:54:01Z</dcterms:created>
  <dcterms:modified xsi:type="dcterms:W3CDTF">2026-05-02T22:25:49Z</dcterms:modified>
</cp:coreProperties>
</file>