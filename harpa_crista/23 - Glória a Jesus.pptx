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6" r:id="rId10"/>
    <p:sldId id="262" r:id="rId11"/>
    <p:sldId id="267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CDF"/>
    <a:srgbClr val="FCE1CC"/>
    <a:srgbClr val="FFD4B7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18" autoAdjust="0"/>
  </p:normalViewPr>
  <p:slideViewPr>
    <p:cSldViewPr>
      <p:cViewPr varScale="1">
        <p:scale>
          <a:sx n="66" d="100"/>
          <a:sy n="66" d="100"/>
        </p:scale>
        <p:origin x="-5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4D4F8-13CF-911C-7F4D-111A971E8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9635D4-50CE-B7D3-C8FE-66D4B8995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714A09-1D96-3C12-1FFF-D8E362DF3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26CC8B-1EEC-4C1D-F1F1-E0AE6095E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30ABDA-31CF-36B5-0EB9-1FEB5A2E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0CB03F-FFEB-4237-A879-D6C0F7AB3D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279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94EA7-6752-80C5-CA18-BA95A5602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073290-B559-525C-CF75-9524E157C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D26803-6836-A4B8-C2EA-3816F594C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0420B1-CA5A-24CA-3A4E-D47259A71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316D80-9A43-220E-D994-B8DC5EC83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036AE9-22C5-498D-971E-64D1083AAE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729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D6805-DAFD-6527-FED9-398A83D74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45ED3E-4B75-DD0F-1EB1-FFC7E0CF5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645E58-E337-AB90-3473-A7C851649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2249C4-C6D3-8100-A64D-4530F9F8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42F6EF-0454-EE5D-B8FD-2F2A9F07D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766DA5-25B3-4F03-B87E-F8C01F782B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301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EEA20-FE3E-3B9B-DBCD-D4F05492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7993BF-2557-2F9A-81A6-C09B0C69F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80BBF2-FBFA-1005-6613-51B72AFA5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D43B16-5C22-B421-BA69-45ADDB917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13D205-99F5-DDD8-466B-3A35B1B7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380716-0D83-C9B8-6F2B-BB00134A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157B38-D3BA-4F84-BA50-C0BC61E19E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829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F2D64-B133-28D5-69E4-50E9284DB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9798EE-22D2-7A15-46C3-F84C44260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2831DB-244B-E182-5CAA-625CBFAB9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B085B63-2A73-ED44-4255-DFF4AEA8C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6FD30B4-1E32-31FF-B042-D2D126B16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6C1678E-4118-1E1B-0E59-84E763EF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D738521-E2E8-700F-D5C5-A3D7BFCC4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85C7DBD-4A4D-3178-6F78-B5710FACD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96878A-07A6-4CC7-8645-9665F87731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1896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F498E-5CCE-6DC8-3585-0644704C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5D130DF-E37A-B940-D3E3-92044670D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084B2A-8426-51F2-90A8-8522DD416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B55379D-67F2-A193-C43A-7B250327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C3056C-B1CD-4CE4-A46C-F6C0246B92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620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D34B422-A178-1537-890D-51C7318F9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85DDF75-E7A8-02AB-BA9C-E1025078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89CAB7-E3AD-2FC1-9E2A-F96A1785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E08E3D-984B-427E-81E7-163CC85B5E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687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179A8-E2AD-C947-1C1F-5290E47C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240A6B-0604-1A6D-55E2-0ED03FDE7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C46C7B-616E-002C-31D9-9AB07D064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8E1ED9-9303-DBCA-E7AC-36BEA6769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F35B02-10EF-2AF1-9591-909053E84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658D6E-4A20-BA11-167A-EB2EB66E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548279-A931-4BDA-A3E4-718982CAC1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8679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BB5BE3-0890-3660-7604-137A28CA6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81D17CA-8F0E-0A17-B9CF-93E30B2B91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F54D09-9293-0AFB-ADEB-CA0D304D3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26E8B1-500E-ED78-89B9-EA8157209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5C66EE-2070-38BC-28AC-018643DB6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1D3449-3EC5-ABC6-7E94-3538256A5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4233-EC0F-42E5-95AC-174CBF83DA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6343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66350-01BC-2025-C2C3-199D8C55E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7ACBD8-76A6-F435-BDF0-B88AD8CE0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CCFFF5-444E-1955-00E5-FA358D98D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3D96A5-4A05-6D9C-F8BD-C5153F9FE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D16DF8-BE07-9775-6DF5-797F6F7F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9E3617-62D2-4F4B-9DA6-66095406DF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9741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93DA5D5-8C10-7B03-E01C-D88D4221D0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F2DE35-E04A-DDE6-7D6F-48F014D4B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DFD168-03C0-4711-E679-751E6565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F17D0E-4D88-6B7B-73D3-E86E9F909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616D8A-BA8C-A4E1-53F3-3AC5CC01B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148B0-7C76-4869-A068-B516576B53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7970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6600"/>
            </a:gs>
            <a:gs pos="100000">
              <a:srgbClr val="CC6600">
                <a:gamma/>
                <a:tint val="77255"/>
                <a:invGamma/>
              </a:srgbClr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16B1105-CA6A-7A46-76E8-F000D72EE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FE1A9CE-9353-851E-121D-1F4EB3FC1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6F2A3F8-8E35-7BB1-C6D0-46F6FF6D8E5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8AE2668-8AEB-ECDD-FF51-16F34208E8B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1C0D67C-FD30-153C-B3C0-B5DDD7CA13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A59949D-57A6-44E9-9B11-E1ACE1EABA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44CA4A2-1BFA-DD84-8EA3-F7C3F8D7E7B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i="1">
                <a:solidFill>
                  <a:srgbClr val="FDECDF"/>
                </a:solidFill>
              </a:rPr>
              <a:t>23 </a:t>
            </a:r>
            <a:br>
              <a:rPr lang="en-US" altLang="pt-BR" sz="4400" i="1">
                <a:solidFill>
                  <a:srgbClr val="FDECDF"/>
                </a:solidFill>
              </a:rPr>
            </a:br>
            <a:r>
              <a:rPr lang="en-US" altLang="pt-BR" sz="4400" i="1">
                <a:solidFill>
                  <a:srgbClr val="FDECDF"/>
                </a:solidFill>
              </a:rPr>
              <a:t>GLÓRIA A JESUS</a:t>
            </a:r>
            <a:r>
              <a:rPr lang="en-US" altLang="pt-BR" sz="4400">
                <a:solidFill>
                  <a:srgbClr val="FDECDF"/>
                </a:solidFill>
              </a:rPr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542FA4A-3D31-7A25-D905-AB3428765C2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A88F766-ABAE-877B-5B8F-2B35753D6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i="1">
                <a:solidFill>
                  <a:srgbClr val="FDECDF"/>
                </a:solidFill>
              </a:rPr>
              <a:t>Cantam os santos com fervor,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i="1">
                <a:solidFill>
                  <a:srgbClr val="FDECDF"/>
                </a:solidFill>
              </a:rPr>
              <a:t>A quem por mim foi imolado,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i="1">
                <a:solidFill>
                  <a:srgbClr val="FDECDF"/>
                </a:solidFill>
              </a:rPr>
              <a:t>Na cruz, sofrendo o meu pecado.</a:t>
            </a:r>
            <a:r>
              <a:rPr lang="en-US" altLang="pt-BR">
                <a:solidFill>
                  <a:srgbClr val="FDECD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3A3CC7B-036E-0DD7-DF79-C454DB131F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b="1" i="1">
                <a:solidFill>
                  <a:srgbClr val="FDECDF"/>
                </a:solidFill>
              </a:rPr>
              <a:t>Glória a Jesus!</a:t>
            </a:r>
            <a:r>
              <a:rPr lang="en-US" altLang="pt-BR" i="1">
                <a:solidFill>
                  <a:srgbClr val="FDECDF"/>
                </a:solidFill>
              </a:rPr>
              <a:t>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b="1" i="1">
                <a:solidFill>
                  <a:srgbClr val="FDECDF"/>
                </a:solidFill>
              </a:rPr>
              <a:t>Glória a Jesus!</a:t>
            </a:r>
            <a:r>
              <a:rPr lang="en-US" altLang="pt-BR" i="1">
                <a:solidFill>
                  <a:srgbClr val="FDECDF"/>
                </a:solidFill>
              </a:rPr>
              <a:t>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b="1" i="1">
                <a:solidFill>
                  <a:srgbClr val="FDECDF"/>
                </a:solidFill>
              </a:rPr>
              <a:t>Glória a Jesus, o Salvador!</a:t>
            </a:r>
            <a:r>
              <a:rPr lang="en-US" altLang="pt-BR">
                <a:solidFill>
                  <a:srgbClr val="FDECD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FFD4213-B24B-E43C-20D7-649EAB68B9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i="1">
                <a:solidFill>
                  <a:srgbClr val="FDECDF"/>
                </a:solidFill>
              </a:rPr>
              <a:t>Deus é o Justificador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i="1">
                <a:solidFill>
                  <a:srgbClr val="FDECDF"/>
                </a:solidFill>
              </a:rPr>
              <a:t>De quem crer no Seu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i="1">
                <a:solidFill>
                  <a:srgbClr val="FDECDF"/>
                </a:solidFill>
              </a:rPr>
              <a:t>Enviado Sim, no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i="1">
                <a:solidFill>
                  <a:srgbClr val="FDECDF"/>
                </a:solidFill>
              </a:rPr>
              <a:t>Seu Filho mui amado.</a:t>
            </a:r>
            <a:r>
              <a:rPr lang="en-US" altLang="pt-BR">
                <a:solidFill>
                  <a:srgbClr val="FDECD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A45EE68-1E30-7952-7CB0-C746E257A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b="1" i="1">
                <a:solidFill>
                  <a:srgbClr val="FDECDF"/>
                </a:solidFill>
              </a:rPr>
              <a:t>Glória a Jesus!</a:t>
            </a:r>
            <a:r>
              <a:rPr lang="en-US" altLang="pt-BR" i="1">
                <a:solidFill>
                  <a:srgbClr val="FDECDF"/>
                </a:solidFill>
              </a:rPr>
              <a:t>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b="1" i="1">
                <a:solidFill>
                  <a:srgbClr val="FDECDF"/>
                </a:solidFill>
              </a:rPr>
              <a:t>Glória a Jesus!</a:t>
            </a:r>
            <a:r>
              <a:rPr lang="en-US" altLang="pt-BR" i="1">
                <a:solidFill>
                  <a:srgbClr val="FDECDF"/>
                </a:solidFill>
              </a:rPr>
              <a:t>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b="1" i="1">
                <a:solidFill>
                  <a:srgbClr val="FDECDF"/>
                </a:solidFill>
              </a:rPr>
              <a:t>Glória a Jesus, o Salvador!</a:t>
            </a:r>
            <a:r>
              <a:rPr lang="en-US" altLang="pt-BR">
                <a:solidFill>
                  <a:srgbClr val="FDECD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7B8C6E7-11A6-0428-8F6E-7B6770AC63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i="1">
                <a:solidFill>
                  <a:srgbClr val="FDECDF"/>
                </a:solidFill>
              </a:rPr>
              <a:t>Do Seu Pai recebeu louvor,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i="1">
                <a:solidFill>
                  <a:srgbClr val="FDECDF"/>
                </a:solidFill>
              </a:rPr>
              <a:t>E com poder foi exaltado,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i="1">
                <a:solidFill>
                  <a:srgbClr val="FDECDF"/>
                </a:solidFill>
              </a:rPr>
              <a:t>Por isso é glorificado.  </a:t>
            </a:r>
            <a:r>
              <a:rPr lang="en-US" altLang="pt-BR">
                <a:solidFill>
                  <a:srgbClr val="FDECD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7C9ED20-B46B-8A5B-C632-5996249B5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b="1" i="1">
                <a:solidFill>
                  <a:srgbClr val="FDECDF"/>
                </a:solidFill>
              </a:rPr>
              <a:t>Glória a Jesus!</a:t>
            </a:r>
            <a:r>
              <a:rPr lang="en-US" altLang="pt-BR" i="1">
                <a:solidFill>
                  <a:srgbClr val="FDECDF"/>
                </a:solidFill>
              </a:rPr>
              <a:t>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b="1" i="1">
                <a:solidFill>
                  <a:srgbClr val="FDECDF"/>
                </a:solidFill>
              </a:rPr>
              <a:t>Glória a Jesus!</a:t>
            </a:r>
            <a:r>
              <a:rPr lang="en-US" altLang="pt-BR" i="1">
                <a:solidFill>
                  <a:srgbClr val="FDECDF"/>
                </a:solidFill>
              </a:rPr>
              <a:t>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b="1" i="1">
                <a:solidFill>
                  <a:srgbClr val="FDECDF"/>
                </a:solidFill>
              </a:rPr>
              <a:t>Glória a Jesus, o Salvador!</a:t>
            </a:r>
            <a:r>
              <a:rPr lang="en-US" altLang="pt-BR">
                <a:solidFill>
                  <a:srgbClr val="FDECD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B480530-0EA3-A359-839A-226ABEDC4D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i="1">
                <a:solidFill>
                  <a:srgbClr val="FDECDF"/>
                </a:solidFill>
              </a:rPr>
              <a:t>Do "sangue purificador",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i="1">
                <a:solidFill>
                  <a:srgbClr val="FDECDF"/>
                </a:solidFill>
              </a:rPr>
              <a:t>Eu quero sempre ter lembrança,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i="1">
                <a:solidFill>
                  <a:srgbClr val="FDECDF"/>
                </a:solidFill>
              </a:rPr>
              <a:t>E nEle ter mais confiança.  </a:t>
            </a:r>
            <a:r>
              <a:rPr lang="en-US" altLang="pt-BR">
                <a:solidFill>
                  <a:srgbClr val="FDECD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361616B-827C-AA01-455D-545F27AD76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b="1" i="1">
                <a:solidFill>
                  <a:srgbClr val="FDECDF"/>
                </a:solidFill>
              </a:rPr>
              <a:t>Glória a Jesus!</a:t>
            </a:r>
            <a:r>
              <a:rPr lang="en-US" altLang="pt-BR" i="1">
                <a:solidFill>
                  <a:srgbClr val="FDECDF"/>
                </a:solidFill>
              </a:rPr>
              <a:t>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b="1" i="1">
                <a:solidFill>
                  <a:srgbClr val="FDECDF"/>
                </a:solidFill>
              </a:rPr>
              <a:t>Glória a Jesus!</a:t>
            </a:r>
            <a:r>
              <a:rPr lang="en-US" altLang="pt-BR" i="1">
                <a:solidFill>
                  <a:srgbClr val="FDECDF"/>
                </a:solidFill>
              </a:rPr>
              <a:t>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b="1" i="1">
                <a:solidFill>
                  <a:srgbClr val="FDECDF"/>
                </a:solidFill>
              </a:rPr>
              <a:t>Glória a Jesus, o Salvador!</a:t>
            </a:r>
            <a:r>
              <a:rPr lang="en-US" altLang="pt-BR">
                <a:solidFill>
                  <a:srgbClr val="FDECD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E153914-5831-635D-B71E-503BE19B0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i="1">
                <a:solidFill>
                  <a:srgbClr val="FDECDF"/>
                </a:solidFill>
              </a:rPr>
              <a:t>Por nós, na cruz, sofreu a dor,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i="1">
                <a:solidFill>
                  <a:srgbClr val="FDECDF"/>
                </a:solidFill>
              </a:rPr>
              <a:t>Com sangue fomos nós comprados,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i="1">
                <a:solidFill>
                  <a:srgbClr val="FDECDF"/>
                </a:solidFill>
              </a:rPr>
              <a:t>E do pecado resgatados.  </a:t>
            </a:r>
            <a:r>
              <a:rPr lang="en-US" altLang="pt-BR">
                <a:solidFill>
                  <a:srgbClr val="FDECD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57C5739-175B-F646-5CED-31B466B1D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b="1" i="1">
                <a:solidFill>
                  <a:srgbClr val="FDECDF"/>
                </a:solidFill>
              </a:rPr>
              <a:t>Glória a Jesus!</a:t>
            </a:r>
            <a:r>
              <a:rPr lang="en-US" altLang="pt-BR" i="1">
                <a:solidFill>
                  <a:srgbClr val="FDECDF"/>
                </a:solidFill>
              </a:rPr>
              <a:t>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b="1" i="1">
                <a:solidFill>
                  <a:srgbClr val="FDECDF"/>
                </a:solidFill>
              </a:rPr>
              <a:t>Glória a Jesus!</a:t>
            </a:r>
            <a:r>
              <a:rPr lang="en-US" altLang="pt-BR" i="1">
                <a:solidFill>
                  <a:srgbClr val="FDECDF"/>
                </a:solidFill>
              </a:rPr>
              <a:t> </a:t>
            </a:r>
            <a:br>
              <a:rPr lang="en-US" altLang="pt-BR" i="1">
                <a:solidFill>
                  <a:srgbClr val="FDECDF"/>
                </a:solidFill>
              </a:rPr>
            </a:br>
            <a:r>
              <a:rPr lang="en-US" altLang="pt-BR" b="1" i="1">
                <a:solidFill>
                  <a:srgbClr val="FDECDF"/>
                </a:solidFill>
              </a:rPr>
              <a:t>Glória a Jesus, o Salvador!</a:t>
            </a:r>
            <a:r>
              <a:rPr lang="en-US" altLang="pt-BR">
                <a:solidFill>
                  <a:srgbClr val="FDECDF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195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23  GLÓRIA A JESUS </vt:lpstr>
      <vt:lpstr>Cantam os santos com fervor,  A quem por mim foi imolado,  Na cruz, sofrendo o meu pecado. </vt:lpstr>
      <vt:lpstr>Glória a Jesus!  Glória a Jesus!  Glória a Jesus, o Salvador! </vt:lpstr>
      <vt:lpstr>Deus é o Justificador  De quem crer no Seu  Enviado Sim, no  Seu Filho mui amado. </vt:lpstr>
      <vt:lpstr>Glória a Jesus!  Glória a Jesus!  Glória a Jesus, o Salvador! </vt:lpstr>
      <vt:lpstr>Do Seu Pai recebeu louvor,  E com poder foi exaltado,  Por isso é glorificado.   </vt:lpstr>
      <vt:lpstr>Glória a Jesus!  Glória a Jesus!  Glória a Jesus, o Salvador! </vt:lpstr>
      <vt:lpstr>Do "sangue purificador",  Eu quero sempre ter lembrança,  E nEle ter mais confiança.   </vt:lpstr>
      <vt:lpstr>Glória a Jesus!  Glória a Jesus!  Glória a Jesus, o Salvador! </vt:lpstr>
      <vt:lpstr>Por nós, na cruz, sofreu a dor,  Com sangue fomos nós comprados,  E do pecado resgatados.   </vt:lpstr>
      <vt:lpstr>Glória a Jesus!  Glória a Jesus!  Glória a Jesus, o Salvador!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  GLÓRIA A JESUS </dc:title>
  <dc:creator>Junior</dc:creator>
  <cp:lastModifiedBy>Emerson Souza</cp:lastModifiedBy>
  <cp:revision>2</cp:revision>
  <dcterms:created xsi:type="dcterms:W3CDTF">2005-12-22T20:27:34Z</dcterms:created>
  <dcterms:modified xsi:type="dcterms:W3CDTF">2026-05-02T21:38:55Z</dcterms:modified>
</cp:coreProperties>
</file>