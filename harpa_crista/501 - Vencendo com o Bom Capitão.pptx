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62" autoAdjust="0"/>
  </p:normalViewPr>
  <p:slideViewPr>
    <p:cSldViewPr>
      <p:cViewPr varScale="1">
        <p:scale>
          <a:sx n="62" d="100"/>
          <a:sy n="62" d="100"/>
        </p:scale>
        <p:origin x="-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E7BAB-FAD8-2F94-7E8C-3A3B827F2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DCA8D2-804E-3D65-1F00-83B5D5CCD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64D9A-9630-4F65-1C6A-13406121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523ED2-1DC9-F05A-6BFD-57EAE7FD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279BE4-E08A-BE82-D265-B1535C1E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66BB0A-D4EF-466B-A97D-1A69E75D84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933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C883A-BA15-3390-4EC2-852A55CD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2509F-7C86-AA06-53F5-499BB367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F4CD80-7D4B-4DF6-B70B-CF7E3A90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419906-5352-DAB9-CA5C-9EC5D7CE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CE800B-EB32-2462-676B-E6C22FEF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90412-607D-4C09-8D66-4F85838AB1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93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3FFDE-EB7E-28F3-7039-FBC9988C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0DCB87-9877-46F5-51D7-E2423DE0A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485565-CAA4-9325-E597-7CB5522E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C34D2E-5459-BF5F-5B86-C4C977CF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CD66F9-A558-B1CB-F5FE-C1D13A47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7A444A-16DA-43CB-9719-F5712E36CA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644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67B34-E3A4-9219-87EA-06915C1A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BD29B6-F7E4-B6FB-01E1-5282CBC3A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1C2530-C38A-7C90-C6AD-A854B1E8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7C0CF8-7B0E-C7E7-CD95-CDCF916D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57345E-66A2-852D-4F24-88613569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443F7C-7F85-D590-5A9E-D6C59C97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A0585-DE1B-4449-979C-78AC494D52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04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86E5C-7A3F-8FBB-77D8-DE120CC1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CB0F7B-0B34-12B1-B55A-BEAAF97EB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6A7382-7577-4B32-A5E7-5C66548A7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0327C1-8435-FD19-18AC-DBF84B4F0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6A384E-4EAA-A960-B5E7-E0A58E943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2D574E-7149-F3FC-6964-07986BD7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9D2999-4B12-C9F6-B279-742AAD8C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A732A-9892-2CC0-0F8B-B71DEEE3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0B3DE-408C-4D2F-B1F5-CE4FFC6854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575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F95A-14C9-CD25-A9F7-0F63561E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BB048A-9B62-E587-1EB7-66F4BBA6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04C6D9-E1AC-B14A-2E11-9293E3B5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1A7DDB-9501-0F2B-386F-F2842DCD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8B620-833E-4520-B83D-7DCBE51DD8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429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34F2A3-CD45-BB59-502E-D1343F2D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7638B4-9E72-4A99-EC34-B756FA59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1D30CF-2821-E19C-E39B-3B2DCC33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3A57F-AA7B-4D02-91A1-1871E3432D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240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70C65-6599-D517-D1F7-577465D6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C66B53-C50A-B3EE-F281-36F8914FD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485D9D-5B05-7C63-96F7-CF610E221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8BFB66-045F-EE69-0D57-22877575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E5A97A-CE1E-9350-8D91-0D1AA84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05408D-7EB8-2BF5-9F1A-B513C611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08E52-91AB-47C2-82FF-6C8FD0D336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792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377DE-ACFE-3050-E875-73F8322E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BF413A-AD12-2B49-8974-256301386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6CC2B7-0B98-57C1-ABC5-31F775FDE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1C9860-A7F5-FCB8-D65F-BCC4AE36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F5C330-191C-F621-32A8-B68F6114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23FC7B-47A0-AF5B-1391-37675789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3551B5-2566-4880-B819-111A8BC775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162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72AEB-784B-E344-BAB9-BC83F4EE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E8B68A-FF65-CBC7-C766-8D47AB6CE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72A754-E2A3-00ED-02E1-1B35F54B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F69B9B-AB9C-B609-276C-8785B04F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B680B-86E8-80F4-A565-EED89EA1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26F928-9762-4245-BA25-F7DF241C9A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359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62C5FF-FC63-6583-45B3-3F9D30CEB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9E5D19-E74A-84E2-F332-C851FBA82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ACF468-332A-E410-6DE3-AD38C60D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91FDD-8E2E-BCAC-6C7D-FD6BE28F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1EB7CD-82F2-B181-7F31-C64E17AE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E2963B-3ACF-4729-A827-FE10F67436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233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2A4999C-3E93-064E-7A6D-DFC6C9E0A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0F9ABA-F9BC-470F-D6F6-96410E09B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16572F-0B29-18D9-87E8-08AF9F0AD2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06DBEE4-AEF2-5AAA-0EF4-64D683FF4B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2DD820-A584-BBD7-EFE9-6B112596D2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29E7B0-18C8-4724-9BC1-0D9AA01B287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2B4BF8-C8E3-AC51-46AD-E8F06868CC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501 – Vencendo com o Bom Capitão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B80ACB9-0AC4-55F4-F259-BDAB90596A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9B720E0-2DD6-3474-90EB-726DE8ED9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que serve a Deus de coração, vence o mal;</a:t>
            </a:r>
            <a:r>
              <a:rPr lang="en-US" altLang="pt-BR" sz="4000"/>
              <a:t> </a:t>
            </a:r>
            <a:r>
              <a:rPr lang="en-US" altLang="pt-BR" sz="4000" i="1"/>
              <a:t>Quem vencer terá um galardão eternal;</a:t>
            </a:r>
            <a:r>
              <a:rPr lang="en-US" altLang="pt-BR" sz="4000"/>
              <a:t> </a:t>
            </a:r>
            <a:r>
              <a:rPr lang="en-US" altLang="pt-BR" sz="4000" i="1"/>
              <a:t>Ó não queiras mais desanimar, quando vier a provação;</a:t>
            </a:r>
            <a:r>
              <a:rPr lang="en-US" altLang="pt-BR" sz="4000"/>
              <a:t> </a:t>
            </a:r>
            <a:r>
              <a:rPr lang="en-US" altLang="pt-BR" sz="4000" i="1"/>
              <a:t>Vencerá, quem puro conservar seu coração.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984E84E-4E8F-3177-0A2F-AFA908743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Com todo o fervor, contra o tentador,</a:t>
            </a:r>
            <a:r>
              <a:rPr lang="en-US" altLang="pt-BR" sz="4000"/>
              <a:t> </a:t>
            </a:r>
            <a:r>
              <a:rPr lang="en-US" altLang="pt-BR" sz="4000" b="1" i="1"/>
              <a:t>Vencerá então, co’o bom Capitão!</a:t>
            </a:r>
            <a:r>
              <a:rPr lang="en-US" altLang="pt-BR" sz="4000"/>
              <a:t> </a:t>
            </a:r>
            <a:r>
              <a:rPr lang="en-US" altLang="pt-BR" sz="4000" i="1"/>
              <a:t>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218CED-5C31-3801-556F-A2580E073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2 Nada poderá a fé tirar, que dá Deus;</a:t>
            </a:r>
            <a:r>
              <a:rPr lang="en-US" altLang="pt-BR" sz="4000"/>
              <a:t> </a:t>
            </a:r>
            <a:r>
              <a:rPr lang="en-US" altLang="pt-BR" sz="4000" i="1"/>
              <a:t>Pois seu povo sempre vai guiar para os céus;</a:t>
            </a:r>
            <a:r>
              <a:rPr lang="en-US" altLang="pt-BR" sz="4000"/>
              <a:t> </a:t>
            </a:r>
            <a:r>
              <a:rPr lang="en-US" altLang="pt-BR" sz="4000" i="1"/>
              <a:t>Quem a Ele tudo confessar, nunca lutará em vão,</a:t>
            </a:r>
            <a:r>
              <a:rPr lang="en-US" altLang="pt-BR" sz="4000"/>
              <a:t> </a:t>
            </a:r>
            <a:r>
              <a:rPr lang="en-US" altLang="pt-BR" sz="4000" i="1"/>
              <a:t>Vencerá, quem puro conservar seu coração.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FB34D08-56BD-E072-90EF-8605C846B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3 Eis que as armas para combater vêm dos céus,</a:t>
            </a:r>
            <a:r>
              <a:rPr lang="en-US" altLang="pt-BR" sz="4000"/>
              <a:t> </a:t>
            </a:r>
            <a:r>
              <a:rPr lang="en-US" altLang="pt-BR" sz="4000" i="1"/>
              <a:t>São as armas d’eficaz poder do bom Deus;</a:t>
            </a:r>
            <a:r>
              <a:rPr lang="en-US" altLang="pt-BR" sz="4000"/>
              <a:t> </a:t>
            </a:r>
            <a:r>
              <a:rPr lang="en-US" altLang="pt-BR" sz="4000" i="1"/>
              <a:t>Com a espada pode pelejar e vencer a tentação,</a:t>
            </a:r>
            <a:r>
              <a:rPr lang="en-US" altLang="pt-BR" sz="4000"/>
              <a:t> </a:t>
            </a:r>
            <a:r>
              <a:rPr lang="en-US" altLang="pt-BR" sz="4000" i="1"/>
              <a:t>Vencerá, quem puro conservar seu coração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501 – Vencendo com o Bom Capitão </vt:lpstr>
      <vt:lpstr>O que serve a Deus de coração, vence o mal; Quem vencer terá um galardão eternal; Ó não queiras mais desanimar, quando vier a provação; Vencerá, quem puro conservar seu coração.  </vt:lpstr>
      <vt:lpstr>Com todo o fervor, contra o tentador, Vencerá então, co’o bom Capitão!  .</vt:lpstr>
      <vt:lpstr>2 Nada poderá a fé tirar, que dá Deus; Pois seu povo sempre vai guiar para os céus; Quem a Ele tudo confessar, nunca lutará em vão, Vencerá, quem puro conservar seu coração.  </vt:lpstr>
      <vt:lpstr>3 Eis que as armas para combater vêm dos céus, São as armas d’eficaz poder do bom Deus; Com a espada pode pelejar e vencer a tentação, Vencerá, quem puro conservar seu coração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501 – Vencendo com o Bom Capitão </dc:title>
  <dc:creator>Junior</dc:creator>
  <cp:lastModifiedBy>Emerson Souza</cp:lastModifiedBy>
  <cp:revision>1</cp:revision>
  <dcterms:created xsi:type="dcterms:W3CDTF">2005-12-24T22:12:36Z</dcterms:created>
  <dcterms:modified xsi:type="dcterms:W3CDTF">2026-05-02T22:18:54Z</dcterms:modified>
</cp:coreProperties>
</file>