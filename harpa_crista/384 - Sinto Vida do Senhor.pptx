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DA944-A270-98A3-5882-31B81DBDB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0ED28A-9E3D-EA50-2F00-BFCFE986B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FA45BA-D2FF-D67D-C699-1D0104243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2665C0-58E4-AEA8-93B8-532E398E4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1FD64E-5C66-AFBE-DB7E-3F95CC755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5217FA-36DA-4E72-98BD-1A01E8F734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25151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C07DA-1D5C-C5B1-4599-2B4E2DCF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1F4C50-E05D-9AB4-C09D-97042BC9B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A7CD66-597B-6A60-58EA-A8277F8F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EBEF30-66E9-ABC3-0549-239632D8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CA47FC-F8E3-5504-8EF6-94A9282B9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DEAD3-8086-45AF-936F-5225D0D9BC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555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40846-197F-97D4-4BBA-C59B31260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9C4738-20C0-0B45-A4C7-C5E9D40C6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6D2ECA-0117-F077-F0F2-C7FAB7D1F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8DAA9C-2EB2-E3C3-050F-9B409A73A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5E5595-3D2D-F89D-DBFA-4A0F5F674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14F18-F3EC-4C5D-A3D9-6F68E5344E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14726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6890A4-F465-800E-10AB-30D3D722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9C87FD-8E92-2124-6098-ABF18DA162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5CF195-1289-A52B-6F7C-636F8AD2B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130C5F-2AFD-41F8-24D0-0A64F5CFE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14123B-C164-7CEA-A8BC-72E5F9EE6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2F1BB2-BB91-4DC2-505E-1A850C53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D466FC-8ED0-4AC9-A0E1-AF45408F68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62567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310EC-BA28-1617-BD43-9E93D04DC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4BD1B6-F3A5-59EB-9537-54158E62F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504FA3D-FEBD-9BFA-C998-4FBEBCE7C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0EC00C6-A0D7-538E-7769-A83A5C07A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FDE1A68-1D7A-DE8B-5617-3DA228B272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673C03B-A27D-50F3-BBAB-DF04C7C53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0159069-B8E5-0581-752F-429013253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F6D4E50-4CE1-4781-040A-D4303C56D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A495E-57C7-452B-84F8-DEF3E62317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50529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162561-5C79-955B-F442-36A01C28B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CC3330-1A68-6CCD-70FD-F9F0EFCBD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DD401B3-35A8-0839-9C04-D264095F5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BBFAE92-0EB7-15BD-E2A4-0BB05B146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738AC1-1CE9-4242-9CEA-8BD3296D40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9606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279ED0C-7317-FB14-44DE-67F6DD51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BCB4532-C3C0-E973-6EF7-A1C813FC9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65A1DB-EABA-05F7-7AA7-6309BAAA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783A76-B327-4FD1-A0ED-153D4BC3A2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2043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80B28-A64D-2A09-48A6-D0C25A934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FAAB51-002C-A24E-6E3B-B14BEAFFD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DA5BCE-6A3C-C467-FF31-31D557047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8D042C0-1312-B381-0721-A2C418A89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072130-79D6-397D-31F6-FF838313F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521B0F-DE92-405E-B242-52755D0B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DA29-43C4-4BF8-B4F4-DD848921AE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1795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F1823E-B856-83CB-D757-D82150864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58273D5-0818-3046-908B-A8CD948D39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8DCE641-C40B-A477-FBEA-E62E32D0C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2C8B54-F438-BB11-0F61-1A9417844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2CB9209-5648-545C-8713-AE56A981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0C0DA2-92D8-7FDD-B627-4C042F57E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26BF4F-7875-4943-89DB-BD7BCBE569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36698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0C8D2-8B2D-1388-5932-841D0ED6D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2C8BDD-8BF5-B316-1819-C67D9EE4E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354063-0A43-460E-EDF3-D26E99DA8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B6ECC0-9C2E-04B3-10FF-23AB148F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5C858D-6CEF-7C5C-5C72-D0414BF55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1EF6A5-F181-4E34-8CB5-88B4BA2E05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0646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F9807C-8E25-644D-512C-2ED5C40192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5E40AD1-6D68-C243-E007-91F856318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ED85F7-73DD-BC5C-825E-9229F185A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2A3549-95E9-20B7-EA75-169BBDA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9E0963-EEA0-3C04-8569-ADF365AF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7B27E-226F-4D5D-8440-039774B3E14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179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6C07E-027D-E1B5-4B93-6226D5C6BD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752EE0B-B38E-735D-AEEE-2EA2E0C5E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6DAA58E-8CF7-5317-73C4-F77ACBFD54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E003923-0EEB-47AC-A0EB-37D01E20FA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92346B8-D1DB-F71A-A1C6-D650A6AF1B6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A567D6C-DB59-4597-A51E-96C789253DA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D2516ED-05FD-D9F8-4635-35F122D1E66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384 - Sinto Vida do Senhor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E3A2823-5D63-47A9-8190-B80CB0C170A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53CADFF-29A0-8150-C6B9-78051D16E6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Sinto que vivo no Senhor, </a:t>
            </a:r>
            <a:br>
              <a:rPr lang="en-US" altLang="pt-BR" sz="4000" i="1"/>
            </a:br>
            <a:r>
              <a:rPr lang="en-US" altLang="pt-BR" sz="4000" i="1"/>
              <a:t>Que veio me salvar; </a:t>
            </a:r>
            <a:br>
              <a:rPr lang="en-US" altLang="pt-BR" sz="4000" i="1"/>
            </a:br>
            <a:r>
              <a:rPr lang="en-US" altLang="pt-BR" sz="4000" i="1"/>
              <a:t>E Sua lei, por Seu amor, </a:t>
            </a:r>
            <a:br>
              <a:rPr lang="en-US" altLang="pt-BR" sz="4000" i="1"/>
            </a:br>
            <a:r>
              <a:rPr lang="en-US" altLang="pt-BR" sz="4000" i="1"/>
              <a:t>Desejo sempre guardar.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D2300EA-3E3A-6A95-4F76-D70E3BEF9C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Habitarei sempre em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Firmá-Lo-ei no coração;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Deus, pela fé, em mim produz</a:t>
            </a:r>
            <a:r>
              <a:rPr lang="en-US" altLang="pt-BR" sz="4000" i="1"/>
              <a:t> </a:t>
            </a:r>
            <a:r>
              <a:rPr lang="en-US" altLang="pt-BR" sz="4000" b="1" i="1"/>
              <a:t>Perfeição!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10FA02B-5926-4A58-18F3-CF35A9477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Sinto que vivo no Senhor, </a:t>
            </a:r>
            <a:br>
              <a:rPr lang="en-US" altLang="pt-BR" sz="4000" i="1"/>
            </a:br>
            <a:r>
              <a:rPr lang="en-US" altLang="pt-BR" sz="4000" i="1"/>
              <a:t>Em liberdade já, </a:t>
            </a:r>
            <a:br>
              <a:rPr lang="en-US" altLang="pt-BR" sz="4000" i="1"/>
            </a:br>
            <a:r>
              <a:rPr lang="en-US" altLang="pt-BR" sz="4000" i="1"/>
              <a:t>Jesus me cobre de favor, </a:t>
            </a:r>
            <a:br>
              <a:rPr lang="en-US" altLang="pt-BR" sz="4000" i="1"/>
            </a:br>
            <a:r>
              <a:rPr lang="en-US" altLang="pt-BR" sz="4000" i="1"/>
              <a:t>Repouso sempre me dá.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3E04FAD-F050-29BD-3D79-B14AC5BF5C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Habitarei sempre em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Firmá-Lo-ei no coração;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Deus, pela fé, em mim produz</a:t>
            </a:r>
            <a:r>
              <a:rPr lang="en-US" altLang="pt-BR" sz="4000" i="1"/>
              <a:t> </a:t>
            </a:r>
            <a:r>
              <a:rPr lang="en-US" altLang="pt-BR" sz="4000" b="1" i="1"/>
              <a:t>Perfeição!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7BA7254-C3C3-1190-7748-AD5A4BC70A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Sinto que vivo no Senhor, </a:t>
            </a:r>
            <a:br>
              <a:rPr lang="en-US" altLang="pt-BR" sz="4000" i="1"/>
            </a:br>
            <a:r>
              <a:rPr lang="en-US" altLang="pt-BR" sz="4000" i="1"/>
              <a:t>Na rocha eternal, </a:t>
            </a:r>
            <a:br>
              <a:rPr lang="en-US" altLang="pt-BR" sz="4000" i="1"/>
            </a:br>
            <a:r>
              <a:rPr lang="en-US" altLang="pt-BR" sz="4000" i="1"/>
              <a:t>Que me sustenta com vigor, </a:t>
            </a:r>
            <a:br>
              <a:rPr lang="en-US" altLang="pt-BR" sz="4000" i="1"/>
            </a:br>
            <a:r>
              <a:rPr lang="en-US" altLang="pt-BR" sz="4000" i="1"/>
              <a:t>Nas tempestades do mal.  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FC2C3D3-71F5-B2DC-A62A-707516FD67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Habitarei sempre em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Firmá-Lo-ei no coração;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Deus, pela fé, em mim produz</a:t>
            </a:r>
            <a:r>
              <a:rPr lang="en-US" altLang="pt-BR" sz="4000" i="1"/>
              <a:t> </a:t>
            </a:r>
            <a:r>
              <a:rPr lang="en-US" altLang="pt-BR" sz="4000" b="1" i="1"/>
              <a:t>Perfeição!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7E083CE-7BAF-C8D9-7381-F74DFBAB29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Sinto que vivo no Senhor. </a:t>
            </a:r>
            <a:br>
              <a:rPr lang="en-US" altLang="pt-BR" sz="4000" i="1"/>
            </a:br>
            <a:r>
              <a:rPr lang="en-US" altLang="pt-BR" sz="4000" i="1"/>
              <a:t>E sempre viverei; </a:t>
            </a:r>
            <a:br>
              <a:rPr lang="en-US" altLang="pt-BR" sz="4000" i="1"/>
            </a:br>
            <a:r>
              <a:rPr lang="en-US" altLang="pt-BR" sz="4000" i="1"/>
              <a:t>Por Seu poder consolador, </a:t>
            </a:r>
            <a:br>
              <a:rPr lang="en-US" altLang="pt-BR" sz="4000" i="1"/>
            </a:br>
            <a:r>
              <a:rPr lang="en-US" altLang="pt-BR" sz="4000" i="1"/>
              <a:t>Em Deus permanecerei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744619A-EFEB-F27E-389B-8DF7BD65E7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Habitarei sempre em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Firmá-Lo-ei no coração;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Deus, pela fé, em mim produz</a:t>
            </a:r>
            <a:r>
              <a:rPr lang="en-US" altLang="pt-BR" sz="4000" i="1"/>
              <a:t> </a:t>
            </a:r>
            <a:r>
              <a:rPr lang="en-US" altLang="pt-BR" sz="4000" b="1" i="1"/>
              <a:t>Perfeição!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384 - Sinto Vida do Senhor </vt:lpstr>
      <vt:lpstr>Sinto que vivo no Senhor,  Que veio me salvar;  E Sua lei, por Seu amor,  Desejo sempre guardar.  </vt:lpstr>
      <vt:lpstr>Habitarei sempre em Jesus,  Firmá-Lo-ei no coração;  Deus, pela fé, em mim produz Perfeição!  </vt:lpstr>
      <vt:lpstr>Sinto que vivo no Senhor,  Em liberdade já,  Jesus me cobre de favor,  Repouso sempre me dá.  </vt:lpstr>
      <vt:lpstr>Habitarei sempre em Jesus,  Firmá-Lo-ei no coração;  Deus, pela fé, em mim produz Perfeição!  </vt:lpstr>
      <vt:lpstr>Sinto que vivo no Senhor,  Na rocha eternal,  Que me sustenta com vigor,  Nas tempestades do mal.  .</vt:lpstr>
      <vt:lpstr>Habitarei sempre em Jesus,  Firmá-Lo-ei no coração;  Deus, pela fé, em mim produz Perfeição!  </vt:lpstr>
      <vt:lpstr>Sinto que vivo no Senhor.  E sempre viverei;  Por Seu poder consolador,  Em Deus permanecerei</vt:lpstr>
      <vt:lpstr>Habitarei sempre em Jesus,  Firmá-Lo-ei no coração;  Deus, pela fé, em mim produz Perfeição!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384 - Sinto Vida do Senhor </dc:title>
  <dc:creator>Junior</dc:creator>
  <cp:lastModifiedBy>Emerson Souza</cp:lastModifiedBy>
  <cp:revision>1</cp:revision>
  <dcterms:created xsi:type="dcterms:W3CDTF">2005-12-26T21:03:31Z</dcterms:created>
  <dcterms:modified xsi:type="dcterms:W3CDTF">2026-05-02T22:08:59Z</dcterms:modified>
</cp:coreProperties>
</file>