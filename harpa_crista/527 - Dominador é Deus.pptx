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4D818-CA5F-8F56-5966-AEC7B73CF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B0FB37-9E91-A5EA-E4EC-4FE14898F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92A0DE-E6E6-A59F-3493-BFB49042A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FF1651-2B51-97D0-1C67-546CB4D5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747EFB-8D7C-4298-9C66-41C6043F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266492-AB84-4FCF-B49F-98D71E81F9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259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024EF-0B15-1205-051A-1336C1EA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1BE9B3-2D79-91A8-CA01-7C2C899D2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ADA921-C8A8-E42A-835A-F29EE7FA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6E8C32-ADB7-F9A5-0199-87E032B9B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6E2647-EBB4-B831-DE03-B2E3BEB6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731100-7F03-4241-80BD-CB723962E0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8356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228C3-D7CE-9E12-8427-7F869676B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90F873-1D84-337C-D8CE-716145707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382533-0EA1-121E-8187-EF684AA44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782D4C0-A78D-0DFD-6264-79FA45B8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3A14CE-15A4-BCAE-C16B-76B834BF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97844D-EB05-4B2D-BA86-707E42303F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049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97A7FA-0C74-4595-0C65-9483CA283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5CD5A6-AA2F-E51B-F5AA-5056EB04B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FD005B-7C13-789B-F875-7509D9BBC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DF48B5E-FBE2-929F-ED08-1C7B1A6B0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5F7D1D5-91F3-963E-61A4-AB172BB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0ECFAB1-D468-FB3A-AF5C-A18CF67D8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AFEFA3-FC3E-4887-9ED8-C015FDFA6B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083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3E78F-99B8-EC10-E404-72CFFF58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17F68F-62B4-0919-FB06-1D57D9C4B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B47276-A5FF-E461-F458-200B517AC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1A2F94-BC05-29A9-B1CE-FFEE9CC7CE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90E284-1F0C-8C20-5ED0-BF536C0625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133E776-841B-196C-4D5E-5BA819231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B08AC7C-ECBD-0D25-AE98-C21D0104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631DB7-AA28-F97C-AA68-49EA44C07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E3B263-4C1B-4D4F-8203-1EEC6850A2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2801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AEB3C-9793-ED1A-48F9-0C414395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35A6EC-4C05-D18A-1255-C0480B4B9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D16BC9E-A509-8013-A918-1035C3F7F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11A6DB-D4FE-5ACD-75D9-0F8FD1F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6B2DB-B45E-4146-9242-DACE26E2E8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86861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510C36-C03D-F488-CFF4-84963B54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89AF778-99E0-42E8-A377-3AB806E0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5139A3-B7AF-2411-D840-96177D8A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643DAD-CFE7-4FE9-815A-291F9A040D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3010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C3C39-B880-8394-8E09-0F6715768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38BC4D-35CE-541B-0D38-0ADD3C9B6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791AB2-4EAE-3969-13E9-41D41C92C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4582EC-29F1-A326-E0E3-668BBF8F5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69DAB8-2527-F8E3-20C6-B3C9DE6F5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D01B10-D623-DF66-705D-207989CF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3028EA-FB01-4FCB-ADD6-30EF89C810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212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37F54-893B-9E84-95BF-2BF012E50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31DC7B-8282-67A4-43DF-96E395DAF7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B74848-7712-A670-68D0-F644BF167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5165C5-FC2C-5AE5-7334-DE7FBB85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C5A535-29C7-B247-BE5C-85754732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A2DF2E-0EC1-97F4-2482-7C790F516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66BC4E-D5C4-4DCE-BAC3-649DA71E31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89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33C0F-7251-2E9A-D223-34FCD801E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EA19C1-CDFD-8977-C180-E2478392E5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DFEEB2-20EC-106C-6700-50C4D9A6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471C17-4168-F775-424A-CEE990A97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FDD646-87A3-F7EF-FCDC-9442662CF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B1786E-F90E-466A-B3C0-AB6F64719D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1921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F85AF0-9B68-4EBE-8992-58A643715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2EED6E-E0E4-0FE8-90AE-DC838E197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3FB4F1-B8B5-2E71-27A5-8236AF7FA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9B3A6D-58EC-F0A2-FACF-BFB0F226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ACEB65-5BB2-9890-57F4-B91C6349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23B065-BFF4-4141-9A6A-9D3980F035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9951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77E8170-C764-6F94-E0B9-71C9EE47A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BC6066A-6D95-8617-6593-20A7A4D37E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AAC576A-A93D-83BB-A65E-5E192C6D271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E39D74C-B241-6CB5-7648-92DCDBE7F13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AB8EA8B-7B4E-0190-1797-33851DA092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7332702-1B38-4B58-B63E-755E8A50E0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75A8AFA-EC00-0809-2898-294AFDE70A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527 – Dominador é Deus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D1EBC7B-C397-1A9F-2391-2D748ECD60D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50AF44D-6732-C5E4-5094-BBAE7124C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Dominador é Deus sem par,</a:t>
            </a:r>
            <a:br>
              <a:rPr lang="en-US" altLang="pt-BR" sz="4000" i="1"/>
            </a:br>
            <a:r>
              <a:rPr lang="en-US" altLang="pt-BR" sz="4000" i="1"/>
              <a:t>Pois, com potente mão,</a:t>
            </a:r>
            <a:br>
              <a:rPr lang="en-US" altLang="pt-BR" sz="4000" i="1"/>
            </a:br>
            <a:r>
              <a:rPr lang="en-US" altLang="pt-BR" sz="4000" i="1"/>
              <a:t>A tempestade faz cessar,</a:t>
            </a:r>
            <a:br>
              <a:rPr lang="en-US" altLang="pt-BR" sz="4000" i="1"/>
            </a:br>
            <a:r>
              <a:rPr lang="en-US" altLang="pt-BR" sz="4000" i="1"/>
              <a:t>E reina paz, então.</a:t>
            </a:r>
            <a:r>
              <a:rPr lang="en-US" altLang="pt-BR" sz="4000"/>
              <a:t>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159C5AE-5276-4215-4D47-70F071D81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Os céus e terra Ele criou;</a:t>
            </a:r>
            <a:br>
              <a:rPr lang="en-US" altLang="pt-BR" sz="4000" i="1"/>
            </a:br>
            <a:r>
              <a:rPr lang="en-US" altLang="pt-BR" sz="4000" i="1"/>
              <a:t>Seres e mananciais.</a:t>
            </a:r>
            <a:br>
              <a:rPr lang="en-US" altLang="pt-BR" sz="4000" i="1"/>
            </a:br>
            <a:r>
              <a:rPr lang="en-US" altLang="pt-BR" sz="4000" i="1"/>
              <a:t>Sua vontade Ele ditou,</a:t>
            </a:r>
            <a:br>
              <a:rPr lang="en-US" altLang="pt-BR" sz="4000" i="1"/>
            </a:br>
            <a:r>
              <a:rPr lang="en-US" altLang="pt-BR" sz="4000" i="1"/>
              <a:t>E vida a todos traz.</a:t>
            </a:r>
            <a:r>
              <a:rPr lang="en-US" altLang="pt-BR" sz="4000"/>
              <a:t> </a:t>
            </a:r>
            <a:br>
              <a:rPr lang="en-US" altLang="pt-BR" sz="4000" i="1"/>
            </a:b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59463E7-7387-B8F6-FAFC-BF763F036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santos! nele esperai!</a:t>
            </a:r>
            <a:br>
              <a:rPr lang="en-US" altLang="pt-BR" sz="4000" i="1"/>
            </a:br>
            <a:r>
              <a:rPr lang="en-US" altLang="pt-BR" sz="4000" i="1"/>
              <a:t>Até em aflição;</a:t>
            </a:r>
            <a:br>
              <a:rPr lang="en-US" altLang="pt-BR" sz="4000" i="1"/>
            </a:br>
            <a:r>
              <a:rPr lang="en-US" altLang="pt-BR" sz="4000" i="1"/>
              <a:t>Pois as promessas do bom Pai</a:t>
            </a:r>
            <a:br>
              <a:rPr lang="en-US" altLang="pt-BR" sz="4000" i="1"/>
            </a:br>
            <a:r>
              <a:rPr lang="en-US" altLang="pt-BR" sz="4000" i="1"/>
              <a:t>Jamais nos falharão.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D247985-B604-84B2-79BC-711DB540D2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Oh! Jamais duvideis de Deus!</a:t>
            </a:r>
            <a:r>
              <a:rPr lang="en-US" altLang="pt-BR" sz="4000"/>
              <a:t> </a:t>
            </a:r>
            <a:r>
              <a:rPr lang="en-US" altLang="pt-BR" sz="4000" i="1"/>
              <a:t>Devemos confiar.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 abençoa os filhos seus, </a:t>
            </a:r>
            <a:br>
              <a:rPr lang="en-US" altLang="pt-BR" sz="4000" i="1"/>
            </a:br>
            <a:r>
              <a:rPr lang="en-US" altLang="pt-BR" sz="4000" i="1"/>
              <a:t>Por muito os amar.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527 – Dominador é Deus </vt:lpstr>
      <vt:lpstr>Dominador é Deus sem par, Pois, com potente mão, A tempestade faz cessar, E reina paz, então.  </vt:lpstr>
      <vt:lpstr>Os céus e terra Ele criou; Seres e mananciais. Sua vontade Ele ditou, E vida a todos traz.  </vt:lpstr>
      <vt:lpstr>Oh! santos! nele esperai! Até em aflição; Pois as promessas do bom Pai Jamais nos falharão.  </vt:lpstr>
      <vt:lpstr>Oh! Jamais duvideis de Deus! Devemos confiar.  Ele abençoa os filhos seus,  Por muito os amar.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527 – Dominador é Deus </dc:title>
  <dc:creator>Junior</dc:creator>
  <cp:lastModifiedBy>Emerson Souza</cp:lastModifiedBy>
  <cp:revision>1</cp:revision>
  <dcterms:created xsi:type="dcterms:W3CDTF">2005-12-26T23:02:20Z</dcterms:created>
  <dcterms:modified xsi:type="dcterms:W3CDTF">2026-05-02T22:21:16Z</dcterms:modified>
</cp:coreProperties>
</file>