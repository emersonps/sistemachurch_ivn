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E8B31-6F64-8970-2094-88AD3493C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2186A2-E270-6DBA-FAA7-7E259274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5CB6B-20C0-9EFA-82D9-0884F957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ECA446-FF2E-765A-72B6-243EA611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6BED96-F777-6D7D-562B-C52368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EF2A98-FE92-4DAE-BD1A-4A211C9B0C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411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449D4-71C5-E33E-E9BF-FF9B9288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400C5-5807-A1E0-DC55-3A496ADCF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735AD1-8CE5-FE20-17F7-EDF57E98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70EA64-C0FB-842A-62C6-A34D2842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F83B59-63F9-0A24-D910-81C4E745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106C0-DCD5-471B-8856-46C6BE1209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198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7966C-3F52-3530-69E1-AC2378BF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FA28CB-1AA6-9F2F-C047-58835C82E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05FB76-FDB2-F15D-42B1-3ABCA289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B52C30-2773-EB04-3241-ED4D1C34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80DF59-5F8E-A3E6-C58D-0607312A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46631-D865-4054-BBC9-CB786B0D99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994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39493-E1B5-8C63-3E74-0A8FCB9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50F620-DEF7-A509-9E80-B1EDE88E9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3A4A43-3C89-580F-FE1C-7BBC56EB8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B95B2C-1685-6405-ADBE-E0758113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8A0DDD-B8C1-9E03-B0B2-550AED0D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311618-390F-DEB0-4CF8-93D56AFB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414AF9-CB3C-45FD-8EFD-E6E4564648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730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B848C-2D37-7B17-6232-86FF923A8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80E44E-F56A-9BDB-D7C8-5ED45C8F1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0F8298-799C-9D6F-7F87-9FDEE6BDE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9450BAC-0B25-3C58-F8BF-616D09EB3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0D772D3-8D1D-A428-F528-A39903B5B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DFB4F8-7559-631A-7844-C28788E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22C142-09B0-76AD-C36A-E6624FAC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17ED9F-27AF-DF35-1719-F504345C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A76F00-58AF-4F6F-BC6A-D3CA1FF94E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09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4B543-2CC1-C5E5-A5E6-82C08A5B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7792AB1-C628-7CA4-5754-0ED12DAC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EE05DD-3EEC-5B94-73C0-E050F3AF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1096D1-A826-082A-C7DE-301B7EBA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A2DA29-A8B9-4DD0-BA79-DFF7644D61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431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3EFDE5-54C0-8DB6-7071-A78593F5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53E86DC-5B63-CF83-305D-1B52A985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9018B2-6CA5-650D-7F29-B8BEACB8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14FF69-2B7C-4A5D-9AA3-52FFE5369D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276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61395-48DF-6DEC-EF7E-BA414717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13AB9-294E-FA78-AC72-89400022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7A0EC3-14D2-066C-45B3-56F5E5F9A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308080-61D5-0D06-39F9-83E3E5A6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8344D4-9191-CEEE-C9EF-F8549B9E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836D72-4B73-6687-8A15-66490717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B032E-521D-4444-8B23-E7C983575A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700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A58DD-0A03-1BF4-4394-BE123761C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0B9789-3BD4-A580-B80A-3AEA3757F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1851EC-0F46-7BDC-60E5-77D7F5084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120BB5-EE81-8B9D-6CF4-EF741D9A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6CA3F6-FDCB-F8AF-FCBE-D859D0C0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5744C3-1389-1CA5-6E47-A45E9A22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C313BF-D823-40F6-A12E-8F69731011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484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0EDC4-5DEA-4086-95E4-FE7AD76B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CE1865-288F-C91B-9DBD-05F6EC91C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1EC7E0-A246-5EF2-7993-DE521F5CC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AC5744-B119-EBC2-DD6D-38075F6E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D5719-86E6-6B29-21AA-A4AAE311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E88CD-18D3-4184-9F56-2520AA624C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620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7FB2B1-FB7A-6D1B-91FC-FCB2E1C45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6C7AAC-53ED-731D-A933-C338676CD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3F5F26-6D70-1729-48E0-3CDD98D6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026E02-182A-4804-FEE7-8EFB808A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AE1AA-B89F-02AF-B880-E2BBD4D5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81F940-9852-4DF8-9F99-F6F57C99E9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5066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72BB8B-72B8-CAC4-4DD3-4CA8F327D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3D141A-52F8-7F09-F5DE-A8ABE453C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65EAE2F-5028-4A31-F2AE-9195E9A133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C235A5-9E54-E9A8-A236-ADA98E4765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D3BAF31-020D-2DCC-61C7-8DE0BAD53E7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F44C7EA-4768-45ED-B1AF-7CB43A4A76F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065A168-5F8D-A192-9763-CEDD455EE8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468 – Cristo está chamando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ACD33F5-6149-1848-D3F6-82C65D2F03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2EBA74D-4727-D34D-FF9B-EA8872A41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Queres tu seguir a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andar na Sua luz?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Queres ser por todos visto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Carregando a tua cruz?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BAA6E76-AEB9-A802-01CF-F39EAFDCC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Jesus Cristo está chamando,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 da morte te livrar;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Com paciência te esperando,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Vem, p’ra Ele te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6514701-569F-4893-CE17-B76C9D493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Queres hoje dar o passo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tornares-te cristão?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pecado, rompe o laço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terás a salvação.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7D52E3E-3817-9EFC-DB92-FB71ABECF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Jesus Cristo está chamando,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 da morte te livrar;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Com paciência te esperando,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Vem, p’ra Ele te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7833316-8441-8361-307C-D5CBF054A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Por que tens tu resistido,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Esta voz de compaixão?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Sê do amor de Deus vencido,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Vem, recebe a salvação.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791BB1F-3296-4F63-537E-BF21DED4B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Jesus Cristo está chamando,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 da morte te livrar;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Com paciência te esperando,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Vem, p’ra Ele te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63AB1BA-DD54-7F67-CACA-F9B406DE7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 que pede, aqui recebe,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perdão no sangue Seu;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Quem da água viva bebe,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Jubilo terá no céu!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18337D2-7D01-88D5-870E-9D6FB9C1D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Jesus Cristo está chamando,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 da morte te livrar;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Com paciência te esperando,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Vem, p’ra Ele te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468 – Cristo está chamando </vt:lpstr>
      <vt:lpstr>Queres tu seguir a Cristo,  E andar na Sua luz?  Queres ser por todos visto  Carregando a tua cruz?  </vt:lpstr>
      <vt:lpstr>Jesus Cristo está chamando,  Quer da morte te livrar;  Com paciência te esperando,  Vem, p’ra Ele te salvar.  </vt:lpstr>
      <vt:lpstr>Queres hoje dar o passo  E tornares-te cristão?  Do pecado, rompe o laço  E terás a salvação. </vt:lpstr>
      <vt:lpstr>Jesus Cristo está chamando,  Quer da morte te livrar;  Com paciência te esperando,  Vem, p’ra Ele te salvar.  </vt:lpstr>
      <vt:lpstr>Por que tens tu resistido,  Esta voz de compaixão?  Sê do amor de Deus vencido,  Vem, recebe a salvação.  </vt:lpstr>
      <vt:lpstr>Jesus Cristo está chamando,  Quer da morte te livrar;  Com paciência te esperando,  Vem, p’ra Ele te salvar.  </vt:lpstr>
      <vt:lpstr>O que pede, aqui recebe,  O perdão no sangue Seu;  Quem da água viva bebe,  Jubilo terá no céu!</vt:lpstr>
      <vt:lpstr>Jesus Cristo está chamando,  Quer da morte te livrar;  Com paciência te esperando,  Vem, p’ra Ele te salvar.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468 – Cristo está chamando </dc:title>
  <dc:creator>Junior</dc:creator>
  <cp:lastModifiedBy>Emerson Souza</cp:lastModifiedBy>
  <cp:revision>1</cp:revision>
  <dcterms:created xsi:type="dcterms:W3CDTF">2005-12-26T18:01:56Z</dcterms:created>
  <dcterms:modified xsi:type="dcterms:W3CDTF">2026-05-02T22:16:14Z</dcterms:modified>
</cp:coreProperties>
</file>