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3284A-C803-0381-B6C6-CC3DEE145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FD6695-BA9B-FAA5-EEE1-AE4726C8D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4EB8B1-B6BB-1A43-AEE7-71C19658D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1981EB-6F6A-5F85-6960-F503C9253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AC08BB-EBCF-5DF5-F19B-E34945701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7E3397-27A4-4697-B71A-B82D739B97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73969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09991-0BF7-BFF0-34AA-9672D00B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EA3333-E37E-66EE-E4A4-1F0BA3969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0B67E3-43B7-FCD5-1847-55E33CBB4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A68B7B-8DBA-EEB0-EF4A-759638B94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ED3820-BA2C-693E-B8BD-9F5515E98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703AE3-E5BE-46FB-ACEE-F7E799E7EB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7950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AC57D-098F-C242-FC1B-28A99EC31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0D7DE5-D5B0-5BE3-CA14-A8222DE5E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DE260C-CF25-5C80-B3EC-288ACD5D7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10AA18-F053-25E3-2FC2-D79D1FCC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218901-4346-F5D3-C6A6-3A2E7A89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20E419-306B-4EAB-A40F-08D446B61D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9112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797477-AD5A-4040-7C3E-C7908A10B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49E54F-36AC-97A3-684E-5586652C6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63FA52-0C9F-7585-53F4-03293EA84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09EEAB-ECA4-DF3B-A530-0E4268152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6357F8-2AD6-53D5-E014-BB1F63A4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3FBB7D-7C2A-A3E6-DA83-6AED9577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5D1039-9318-4319-88D7-CDD11F7734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13945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6018F7-A0FB-49C3-B682-3D84DF72C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3F5C61-8D65-DD1E-CD41-D3B60ED7D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AA4512-F339-B684-DB6F-62CD2A389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57F5715-D6FD-ADAC-CB69-AB696111D7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236115-25C5-E5D3-FBA3-2A3A0E448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3114CB2-66C5-9632-A9F1-F30C34CCF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3714A11-1CA7-5C97-B225-EF2402DB4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BE39FEC-9235-FCA2-2115-A6A152994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A292B5-ADE2-4BDD-AE6A-50530978B7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7284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F9252-5DAA-11DB-9677-1AA2887AC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5AE9965-DEFD-1790-D770-1079FF19F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A5FBEC-7F46-5997-409D-B0AC602BC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002421A-125B-39CA-FE7A-F981A5CC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72785B-085C-4E9A-9D6D-E5F230FEE7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40728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6D4E0A-BE01-1CDA-9339-50E20D82E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6D44C45-466D-5405-9B1C-A84793A77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3F33CE9-F589-B9FF-E120-E54EFF9B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1698F5-E619-4D96-9778-F8FA92E827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2158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8A369D-CAC5-6A20-9F01-9CA1A4D9A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C0C83F-A8A3-148B-968C-4FA32FB9A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1C057F-BBB4-B834-5CBF-942EE462C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2A812B-3554-D09D-8AE8-1E408603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77F61E-6283-DC7B-62F3-89963B36E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E12965-2EF3-898D-8730-55AACC225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628A01-1096-4FC2-A19B-4106DAD614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7357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F65B9-C448-3C04-C76C-3673868B8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9A48D5E-EBFB-CCE5-76DC-022192AF5D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41996B-DA0C-F575-F406-598D14448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72F8492-8ADF-041C-A92E-C5B7D6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984CED-0D11-4F39-5874-B851452B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9715E6-F4C7-04E2-3BAB-923F1F88C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91E4DE-DB0A-494A-90D6-0D583B353F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104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D535DF-3360-ABE3-7C77-F8A9DDC0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03B682A-680E-E54B-D37D-59283507A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9DA10D-2211-AAAD-70D9-88424F88B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051028-DC96-C49F-D49B-CCDC4F11A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DF7FDC-1A52-5185-918E-208C35BA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2A2624-1522-4C05-8C7E-1BD7E085E9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722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987381F-024B-97BA-ADB1-FAD93D444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B8CA266-1C0D-6E8A-72C5-2F39D71EC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BCE677-B52D-ED7D-428D-361F74D55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E18B53-C377-1A72-B046-066EC020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994679-C68D-0738-D727-180F51E25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7168C5-38F5-4E84-AB1E-BC72AA4547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89285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DDF16AF-8097-B37C-A1B6-AEB87015EA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D320242-69BB-CF74-12FC-A968BE4BF9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16782BA-0D0A-6B94-3970-9E015344A5B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E33B555-084F-49B1-5F41-0A401617F80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05FA2AA-60F7-9224-43C3-C3E77C097F8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2751A5B-5695-42FD-B816-8ABCFF8275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7793B96-287F-BEE5-6785-74D28602226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600" b="1" i="1"/>
              <a:t>578 – Sossegai!</a:t>
            </a:r>
            <a:endParaRPr lang="en-US" altLang="pt-BR" sz="36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6C1EC9C-8A0C-B946-2186-6CE99E5FB32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8F7109F-9CDB-0F6C-04B5-DED144EB0E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Ó Mestre! O mar se revolta:</a:t>
            </a:r>
            <a:br>
              <a:rPr lang="en-US" altLang="pt-BR" sz="3600" i="1"/>
            </a:br>
            <a:r>
              <a:rPr lang="en-US" altLang="pt-BR" sz="3600" i="1"/>
              <a:t>As ondas nos dão pavor:</a:t>
            </a:r>
            <a:br>
              <a:rPr lang="en-US" altLang="pt-BR" sz="3600" i="1"/>
            </a:br>
            <a:r>
              <a:rPr lang="en-US" altLang="pt-BR" sz="3600" i="1"/>
              <a:t>O céu se reveste de trevas:</a:t>
            </a:r>
            <a:br>
              <a:rPr lang="en-US" altLang="pt-BR" sz="3600" i="1"/>
            </a:br>
            <a:r>
              <a:rPr lang="en-US" altLang="pt-BR" sz="3600" i="1"/>
              <a:t>Não temos um Salvador!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Não se te dá que morramos?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Podes assim dormir.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Se a cada momento nos vemos,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Sim, prestes a submergir?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  <a:endParaRPr lang="en-US" altLang="pt-BR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94D056C-DDA7-0FFA-2DA6-8780C0A3A8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“As ondas atendem ao meu mandar:</a:t>
            </a:r>
            <a:r>
              <a:rPr lang="en-US" altLang="pt-BR" sz="3600"/>
              <a:t> </a:t>
            </a:r>
            <a:r>
              <a:rPr lang="en-US" altLang="pt-BR" sz="3600" b="1" i="1"/>
              <a:t>Sossegai!</a:t>
            </a:r>
            <a:r>
              <a:rPr lang="en-US" altLang="pt-BR" sz="3600"/>
              <a:t> </a:t>
            </a:r>
            <a:r>
              <a:rPr lang="en-US" altLang="pt-BR" sz="3600" b="1" i="1"/>
              <a:t>Seja o encapelado mar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A ira dos homens, o gênio do mal: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Tais águas não podem a nau tragar,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Que leva o Senhor, Rei do Céu e mar,</a:t>
            </a:r>
            <a:r>
              <a:rPr lang="en-US" altLang="pt-BR" sz="3600"/>
              <a:t> </a:t>
            </a:r>
            <a:r>
              <a:rPr lang="en-US" altLang="pt-BR" sz="3600" b="1" i="1"/>
              <a:t>Pois todos ouvem o meu mandar:</a:t>
            </a:r>
            <a:r>
              <a:rPr lang="en-US" altLang="pt-BR" sz="3600"/>
              <a:t> </a:t>
            </a:r>
            <a:r>
              <a:rPr lang="en-US" altLang="pt-BR" sz="3600" b="1" i="1"/>
              <a:t>Sossegai! sossegai!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Convosco estou para vos salvar:</a:t>
            </a:r>
            <a:br>
              <a:rPr lang="en-US" altLang="pt-BR" sz="3600" b="1" i="1"/>
            </a:br>
            <a:r>
              <a:rPr lang="en-US" altLang="pt-BR" sz="3600" b="1" i="1"/>
              <a:t>Sim, sossegai!”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B75BA6F-C313-6AB3-5088-FA39418901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Mestre, na minha tristeza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Estou quase a sucumbir: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A dor que perturba minha alma,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Oh! Peço-te, vem banir!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De ondas do mal que me encobrem,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Quem me fará sair?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Pereço, sem ti, oh! meu Mestre!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Vem logo, vem me acudir!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B797049-5D15-B4EA-57A0-54C3A4A2D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“As ondas atendem ao meu mandar:</a:t>
            </a:r>
            <a:r>
              <a:rPr lang="en-US" altLang="pt-BR" sz="3600"/>
              <a:t> </a:t>
            </a:r>
            <a:r>
              <a:rPr lang="en-US" altLang="pt-BR" sz="3600" b="1" i="1"/>
              <a:t>Sossegai!</a:t>
            </a:r>
            <a:r>
              <a:rPr lang="en-US" altLang="pt-BR" sz="3600"/>
              <a:t> </a:t>
            </a:r>
            <a:r>
              <a:rPr lang="en-US" altLang="pt-BR" sz="3600" b="1" i="1"/>
              <a:t>Seja o encapelado mar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A ira dos homens, o gênio do mal: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Tais águas não podem a nau tragar,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Que leva o Senhor, Rei do Céu e mar,</a:t>
            </a:r>
            <a:r>
              <a:rPr lang="en-US" altLang="pt-BR" sz="3600"/>
              <a:t> </a:t>
            </a:r>
            <a:r>
              <a:rPr lang="en-US" altLang="pt-BR" sz="3600" b="1" i="1"/>
              <a:t>Pois todos ouvem o meu mandar:</a:t>
            </a:r>
            <a:r>
              <a:rPr lang="en-US" altLang="pt-BR" sz="3600"/>
              <a:t> </a:t>
            </a:r>
            <a:r>
              <a:rPr lang="en-US" altLang="pt-BR" sz="3600" b="1" i="1"/>
              <a:t>Sossegai! sossegai!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Convosco estou para vos salvar:</a:t>
            </a:r>
            <a:br>
              <a:rPr lang="en-US" altLang="pt-BR" sz="3600" b="1" i="1"/>
            </a:br>
            <a:r>
              <a:rPr lang="en-US" altLang="pt-BR" sz="3600" b="1" i="1"/>
              <a:t>Sim, sossegai!”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7AA4C97-C36A-86EF-8BE1-AF03BBFB08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Mestre, chegou a bonança,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Em paz eis o céu e o mar!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O meu coração goza calma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Que não poderá findar.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Fica comigo, oh! meu </a:t>
            </a:r>
            <a:br>
              <a:rPr lang="en-US" altLang="pt-BR" sz="3600" i="1"/>
            </a:br>
            <a:r>
              <a:rPr lang="en-US" altLang="pt-BR" sz="3600" i="1"/>
              <a:t>Mestre,</a:t>
            </a:r>
            <a:r>
              <a:rPr lang="en-US" altLang="pt-BR" sz="3600"/>
              <a:t> </a:t>
            </a:r>
            <a:r>
              <a:rPr lang="en-US" altLang="pt-BR" sz="3600" i="1"/>
              <a:t>Dono da Terra e Céu,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E assim chegarei bem seguro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Ao porto, destino meu.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BCBE1A8-51DA-4C72-C7A0-585423053E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“As ondas atendem ao meu mandar:</a:t>
            </a:r>
            <a:r>
              <a:rPr lang="en-US" altLang="pt-BR" sz="3600"/>
              <a:t> </a:t>
            </a:r>
            <a:r>
              <a:rPr lang="en-US" altLang="pt-BR" sz="3600" b="1" i="1"/>
              <a:t>Sossegai!</a:t>
            </a:r>
            <a:r>
              <a:rPr lang="en-US" altLang="pt-BR" sz="3600"/>
              <a:t> </a:t>
            </a:r>
            <a:r>
              <a:rPr lang="en-US" altLang="pt-BR" sz="3600" b="1" i="1"/>
              <a:t>Seja o encapelado mar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A ira dos homens, o gênio do mal: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Tais águas não podem a nau tragar,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Que leva o Senhor, Rei do Céu e mar,</a:t>
            </a:r>
            <a:r>
              <a:rPr lang="en-US" altLang="pt-BR" sz="3600"/>
              <a:t> </a:t>
            </a:r>
            <a:r>
              <a:rPr lang="en-US" altLang="pt-BR" sz="3600" b="1" i="1"/>
              <a:t>Pois todos ouvem o meu mandar:</a:t>
            </a:r>
            <a:r>
              <a:rPr lang="en-US" altLang="pt-BR" sz="3600"/>
              <a:t> </a:t>
            </a:r>
            <a:r>
              <a:rPr lang="en-US" altLang="pt-BR" sz="3600" b="1" i="1"/>
              <a:t>Sossegai! sossegai!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Convosco estou para vos salvar:</a:t>
            </a:r>
            <a:br>
              <a:rPr lang="en-US" altLang="pt-BR" sz="3600" b="1" i="1"/>
            </a:br>
            <a:r>
              <a:rPr lang="en-US" altLang="pt-BR" sz="3600" b="1" i="1"/>
              <a:t>Sim, sossegai!”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578 – Sossegai!</vt:lpstr>
      <vt:lpstr>Ó Mestre! O mar se revolta: As ondas nos dão pavor: O céu se reveste de trevas: Não temos um Salvador!  Não se te dá que morramos?  Podes assim dormir.  Se a cada momento nos vemos,  Sim, prestes a submergir?  </vt:lpstr>
      <vt:lpstr>“As ondas atendem ao meu mandar: Sossegai! Seja o encapelado mar  A ira dos homens, o gênio do mal:  Tais águas não podem a nau tragar,  Que leva o Senhor, Rei do Céu e mar, Pois todos ouvem o meu mandar: Sossegai! sossegai!  Convosco estou para vos salvar: Sim, sossegai!”  </vt:lpstr>
      <vt:lpstr>Mestre, na minha tristeza  Estou quase a sucumbir:  A dor que perturba minha alma,  Oh! Peço-te, vem banir!  De ondas do mal que me encobrem,  Quem me fará sair?  Pereço, sem ti, oh! meu Mestre!  Vem logo, vem me acudir!  </vt:lpstr>
      <vt:lpstr>“As ondas atendem ao meu mandar: Sossegai! Seja o encapelado mar  A ira dos homens, o gênio do mal:  Tais águas não podem a nau tragar,  Que leva o Senhor, Rei do Céu e mar, Pois todos ouvem o meu mandar: Sossegai! sossegai!  Convosco estou para vos salvar: Sim, sossegai!”  </vt:lpstr>
      <vt:lpstr>Mestre, chegou a bonança,  Em paz eis o céu e o mar!  O meu coração goza calma  Que não poderá findar.  Fica comigo, oh! meu  Mestre, Dono da Terra e Céu,  E assim chegarei bem seguro  Ao porto, destino meu.</vt:lpstr>
      <vt:lpstr>“As ondas atendem ao meu mandar: Sossegai! Seja o encapelado mar  A ira dos homens, o gênio do mal:  Tais águas não podem a nau tragar,  Que leva o Senhor, Rei do Céu e mar, Pois todos ouvem o meu mandar: Sossegai! sossegai!  Convosco estou para vos salvar: Sim, sossegai!”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578 – Sossegai!</dc:title>
  <dc:creator>Junior</dc:creator>
  <cp:lastModifiedBy>Emerson Souza</cp:lastModifiedBy>
  <cp:revision>1</cp:revision>
  <dcterms:created xsi:type="dcterms:W3CDTF">2005-12-27T01:47:55Z</dcterms:created>
  <dcterms:modified xsi:type="dcterms:W3CDTF">2026-05-02T22:25:37Z</dcterms:modified>
</cp:coreProperties>
</file>