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A90B2-2FFF-D019-C3F6-EF2145B75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84C334-3D88-7CDC-A956-45DFDCBCD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C8A7B9-54A6-4C1B-3633-A14D25DA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4D591F-1193-7458-4AEA-B0DE61B5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EE45F7-EE41-7B2F-07CE-B2745458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4C063-B75A-4A16-80F9-39E733B054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159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ACBEB-3B0C-8BAC-B133-562654BB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BD8A5A-5EDB-3A4B-4CEF-D8E579F40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DC8400-0619-3102-5D03-CC455893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59FED8-5003-1545-919C-5C4705E6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A2968C-47C8-AB45-2140-8653205D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653E35-59F7-4D8D-B6D7-D6BF8B9D10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4035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104E0-B023-900B-9DB7-3D927A3C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6BF7B1-24DA-318B-E3F9-0CDA6400D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0C15DA-2321-49FB-0B2C-8D302C6B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8B091A-796E-8D9A-2098-AED05A21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0A760E-5E74-730C-BFC3-6BFB8319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C28AE-EE3D-41D9-8AF9-BD82752B3C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101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A011C-9481-E15A-7D4F-4BE38AEF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9121E-5878-184B-9ED5-022BAE6F7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0D9B9C-CA08-3301-A82C-331430243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6989DE-12BB-E11E-522B-F89DDF4E5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B0B906-CFBC-8405-268F-8C756D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5191CD-5882-232C-8423-A144AF9E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64448-78B5-4BF5-B3EC-DB02786B02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511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BBE5F-52B0-385E-B619-7B4625CB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0A2B76-F77F-37D4-D4F3-0A9950675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DFFED9-E6BA-4B6D-4762-555959497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5BAC62-2562-BCE1-EB2E-FFAE57105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9783677-3902-E369-E38B-5AC6DD5CD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4F0AA5-D0E4-D9AF-0590-ABB6E605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019F1C-4DA2-DCA2-293E-65968474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C9AD9B-A31B-2A94-272C-B02950C3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91615D-61F0-4059-B46A-2D0FD9A224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444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704B8-4297-1A8D-D55A-8BC3A766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EDBD247-2C83-30C9-FB85-AA7273AC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7C5256-11F5-3FB3-5F1C-B954298A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974FD4-1DDC-0A47-83B2-C2402C5F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1A4878-21AC-4B61-A4CD-60EEC285F9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074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0AAEF23-DF4D-DE55-9362-9AE80535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1E0450-69DF-7EB8-AE09-014A947B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0C5830-7D27-344F-C2B2-04E01F6F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D586BE-245E-40B7-B6DC-F8627C0EF3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6607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E6EEF-69D8-E61A-3721-3CA95B3C4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F380F9-45E7-A9EA-F793-8F9B93360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F693FE-44AB-184B-5E70-0172753F6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3FB712-7E68-590B-4489-3479048E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7F43AA-0DEB-238C-519A-BDE0D610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A8B285-9691-756E-588C-76881278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7E0DB-FCD8-4834-92D4-9C50A10272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88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F9140-0B48-9D08-B2BB-0D5E9E25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1464BC-5376-3BC0-AA56-5AB5FCD5C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4E84F9-605B-F39A-82F0-054096AA1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9F526A-74FD-2CB2-82D7-CB24ADC1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A05423-BC7C-2EE1-1394-B83568DC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62B0DC-3C88-620F-B1FD-98EBB8C7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EEECBF-B456-4F08-B5E5-65C7DB1F4A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892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47156-DFB4-5F1F-B0C5-85E886BD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4EBE5A-392A-BB7C-C39B-35A780366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DEA02B-4BD8-B353-8DF5-4F963DA9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2855F9-6E1E-482E-52E3-5FF40006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04DF7-736A-2C09-EA56-3805FBFF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55ED61-CD79-49E4-AFD7-CEB110FC1F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224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08E135-45A8-D016-6B82-52F95E2B1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89B1F0-5CFB-8892-D89B-F9EBDB0CD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AEBE1F-93E8-2F4B-ED52-5A8FE8E1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4455A-41EC-C575-5E72-24F769D9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8F0A78-A38B-9D8C-5165-6242C32B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14A65A-E6F2-4FAE-83A7-7EB2C54632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489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28656EA-0DFC-B42B-047C-9D3DEA0E3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CB8008F-1758-1A56-4D51-CC1D231EC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0A2AA55-7823-1316-DFA4-B13DB4F8BE9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CB0B07-536E-6ECA-E252-7075289ED0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7C38119-0E98-8603-5F1F-BD9A0BD085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3C97C1B-F3AF-4AE4-AF4D-B77C25C16E7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ACB2ADF-93FB-74E5-E096-F4A342C257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317</a:t>
            </a:r>
            <a:br>
              <a:rPr lang="pt-BR" altLang="pt-BR" sz="4400" b="1"/>
            </a:br>
            <a:r>
              <a:rPr lang="pt-BR" altLang="pt-BR" sz="4400" b="1"/>
              <a:t>JESUS VEM TRIUNFANTE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B09369C-192C-CAA2-6FB6-7CC3C6864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Como brilha do oriente</a:t>
            </a:r>
            <a:br>
              <a:rPr lang="pt-BR" altLang="pt-BR" sz="3600"/>
            </a:br>
            <a:r>
              <a:rPr lang="pt-BR" altLang="pt-BR" sz="3600"/>
              <a:t>0 relâmpago ao ocidente,</a:t>
            </a:r>
            <a:br>
              <a:rPr lang="pt-BR" altLang="pt-BR" sz="3600"/>
            </a:br>
            <a:r>
              <a:rPr lang="pt-BR" altLang="pt-BR" sz="3600"/>
              <a:t>Deste mundo voltará do céu, Jesus;</a:t>
            </a:r>
            <a:br>
              <a:rPr lang="pt-BR" altLang="pt-BR" sz="3600"/>
            </a:br>
            <a:r>
              <a:rPr lang="pt-BR" altLang="pt-BR" sz="3600"/>
              <a:t>Levará Sua Noiva em gozo</a:t>
            </a:r>
            <a:br>
              <a:rPr lang="pt-BR" altLang="pt-BR" sz="3600"/>
            </a:br>
            <a:r>
              <a:rPr lang="pt-BR" altLang="pt-BR" sz="3600"/>
              <a:t>Ao Seu lado mui ditoso,</a:t>
            </a:r>
            <a:br>
              <a:rPr lang="pt-BR" altLang="pt-BR" sz="3600"/>
            </a:br>
            <a:r>
              <a:rPr lang="pt-BR" altLang="pt-BR" sz="3600"/>
              <a:t>Para o lar eterno de celeste luz.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6A34994-940B-66BE-7ABD-FD3A0E614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breve, do céu, Jesus virá nos buscar; </a:t>
            </a:r>
            <a:br>
              <a:rPr lang="pt-BR" altLang="pt-BR" sz="3600" b="1" i="1"/>
            </a:br>
            <a:r>
              <a:rPr lang="pt-BR" altLang="pt-BR" sz="3600" b="1" i="1"/>
              <a:t>Com gran poder, virá Jesus.</a:t>
            </a:r>
            <a:br>
              <a:rPr lang="pt-BR" altLang="pt-BR" sz="3600" b="1" i="1"/>
            </a:br>
            <a:r>
              <a:rPr lang="pt-BR" altLang="pt-BR" sz="3600" b="1" i="1"/>
              <a:t>E nós devemos todos preparados estar,</a:t>
            </a:r>
            <a:br>
              <a:rPr lang="pt-BR" altLang="pt-BR" sz="3600" b="1" i="1"/>
            </a:br>
            <a:r>
              <a:rPr lang="pt-BR" altLang="pt-BR" sz="3600" b="1" i="1"/>
              <a:t>Com vestes brancas, e brilhando como a luz.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6AB670A-B9D6-9EDD-EF5A-83F574E4F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Eis que a porta está aberta </a:t>
            </a:r>
            <a:br>
              <a:rPr lang="pt-BR" altLang="pt-BR" sz="3600"/>
            </a:br>
            <a:r>
              <a:rPr lang="pt-BR" altLang="pt-BR" sz="3600"/>
              <a:t>Para a alma que desperta,</a:t>
            </a:r>
            <a:br>
              <a:rPr lang="pt-BR" altLang="pt-BR" sz="3600"/>
            </a:br>
            <a:r>
              <a:rPr lang="pt-BR" altLang="pt-BR" sz="3600"/>
              <a:t>Aceitando a Jesus, o Salvador, </a:t>
            </a:r>
            <a:br>
              <a:rPr lang="pt-BR" altLang="pt-BR" sz="3600"/>
            </a:br>
            <a:r>
              <a:rPr lang="pt-BR" altLang="pt-BR" sz="3600"/>
              <a:t>Pois Seu sangue derramado</a:t>
            </a:r>
            <a:br>
              <a:rPr lang="pt-BR" altLang="pt-BR" sz="3600"/>
            </a:br>
            <a:r>
              <a:rPr lang="pt-BR" altLang="pt-BR" sz="3600"/>
              <a:t>Tem vencido o vil pecado,</a:t>
            </a:r>
            <a:br>
              <a:rPr lang="pt-BR" altLang="pt-BR" sz="3600"/>
            </a:br>
            <a:r>
              <a:rPr lang="pt-BR" altLang="pt-BR" sz="3600"/>
              <a:t>Carregando, no madeiro nossa 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C79D126-D233-6512-7958-379A48676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breve, do céu, Jesus virá nos buscar; </a:t>
            </a:r>
            <a:br>
              <a:rPr lang="pt-BR" altLang="pt-BR" sz="3600" b="1" i="1"/>
            </a:br>
            <a:r>
              <a:rPr lang="pt-BR" altLang="pt-BR" sz="3600" b="1" i="1"/>
              <a:t>Com gran poder, virá Jesus.</a:t>
            </a:r>
            <a:br>
              <a:rPr lang="pt-BR" altLang="pt-BR" sz="3600" b="1" i="1"/>
            </a:br>
            <a:r>
              <a:rPr lang="pt-BR" altLang="pt-BR" sz="3600" b="1" i="1"/>
              <a:t>E nós devemos todos preparados estar,</a:t>
            </a:r>
            <a:br>
              <a:rPr lang="pt-BR" altLang="pt-BR" sz="3600" b="1" i="1"/>
            </a:br>
            <a:r>
              <a:rPr lang="pt-BR" altLang="pt-BR" sz="3600" b="1" i="1"/>
              <a:t>Com vestes brancas, e brilhando como a luz.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2E8D7E8-6078-5446-E439-69D31D7F7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Jesus vem, vem triunfante,</a:t>
            </a:r>
            <a:br>
              <a:rPr lang="pt-BR" altLang="pt-BR" sz="3600"/>
            </a:br>
            <a:r>
              <a:rPr lang="pt-BR" altLang="pt-BR" sz="3600"/>
              <a:t>Com Seus olhos chamejantes,</a:t>
            </a:r>
            <a:br>
              <a:rPr lang="pt-BR" altLang="pt-BR" sz="3600"/>
            </a:br>
            <a:r>
              <a:rPr lang="pt-BR" altLang="pt-BR" sz="3600"/>
              <a:t>Pois Sua face brilhará qual luz do soll </a:t>
            </a:r>
            <a:br>
              <a:rPr lang="pt-BR" altLang="pt-BR" sz="3600"/>
            </a:br>
            <a:r>
              <a:rPr lang="pt-BR" altLang="pt-BR" sz="3600"/>
              <a:t>Mui felizes os que clamam,</a:t>
            </a:r>
            <a:br>
              <a:rPr lang="pt-BR" altLang="pt-BR" sz="3600"/>
            </a:br>
            <a:r>
              <a:rPr lang="pt-BR" altLang="pt-BR" sz="3600"/>
              <a:t>Sua vinda, pois O amam,</a:t>
            </a:r>
            <a:br>
              <a:rPr lang="pt-BR" altLang="pt-BR" sz="3600"/>
            </a:br>
            <a:r>
              <a:rPr lang="pt-BR" altLang="pt-BR" sz="3600"/>
              <a:t>E no céu, os nomes escritos têm no rol.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C46A2CD-7B8D-6471-D27C-7ED4E8C71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breve, do céu, Jesus virá nos buscar; </a:t>
            </a:r>
            <a:br>
              <a:rPr lang="pt-BR" altLang="pt-BR" sz="3600" b="1" i="1"/>
            </a:br>
            <a:r>
              <a:rPr lang="pt-BR" altLang="pt-BR" sz="3600" b="1" i="1"/>
              <a:t>Com gran poder, virá Jesus.</a:t>
            </a:r>
            <a:br>
              <a:rPr lang="pt-BR" altLang="pt-BR" sz="3600" b="1" i="1"/>
            </a:br>
            <a:r>
              <a:rPr lang="pt-BR" altLang="pt-BR" sz="3600" b="1" i="1"/>
              <a:t>E nós devemos todos preparados estar,</a:t>
            </a:r>
            <a:br>
              <a:rPr lang="pt-BR" altLang="pt-BR" sz="3600" b="1" i="1"/>
            </a:br>
            <a:r>
              <a:rPr lang="pt-BR" altLang="pt-BR" sz="3600" b="1" i="1"/>
              <a:t>Com vestes brancas, e brilhando como a luz.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99E3BAB-0AFD-BC30-0830-0A6D025D8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Jesus vem, qual sol raiando,</a:t>
            </a:r>
            <a:br>
              <a:rPr lang="pt-BR" altLang="pt-BR" sz="3600"/>
            </a:br>
            <a:r>
              <a:rPr lang="pt-BR" altLang="pt-BR" sz="3600"/>
              <a:t>Este mundo iluminando,</a:t>
            </a:r>
            <a:br>
              <a:rPr lang="pt-BR" altLang="pt-BR" sz="3600"/>
            </a:br>
            <a:r>
              <a:rPr lang="pt-BR" altLang="pt-BR" sz="3600"/>
              <a:t>A Igreja subirá ao encontro Seu;</a:t>
            </a:r>
            <a:br>
              <a:rPr lang="pt-BR" altLang="pt-BR" sz="3600"/>
            </a:br>
            <a:r>
              <a:rPr lang="pt-BR" altLang="pt-BR" sz="3600"/>
              <a:t>Na Sua mão traz luz brilhante,</a:t>
            </a:r>
            <a:br>
              <a:rPr lang="pt-BR" altLang="pt-BR" sz="3600"/>
            </a:br>
            <a:r>
              <a:rPr lang="pt-BR" altLang="pt-BR" sz="3600"/>
              <a:t>Qual estrela cintilante,</a:t>
            </a:r>
            <a:br>
              <a:rPr lang="pt-BR" altLang="pt-BR" sz="3600"/>
            </a:br>
            <a:r>
              <a:rPr lang="pt-BR" altLang="pt-BR" sz="3600"/>
              <a:t>E os louvores se ouvirão nos altos céus! 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967162C-C70B-515B-A378-EDBDA583CE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breve, do céu, Jesus virá nos buscar; </a:t>
            </a:r>
            <a:br>
              <a:rPr lang="pt-BR" altLang="pt-BR" sz="3600" b="1" i="1"/>
            </a:br>
            <a:r>
              <a:rPr lang="pt-BR" altLang="pt-BR" sz="3600" b="1" i="1"/>
              <a:t>Com gran poder, virá Jesus.</a:t>
            </a:r>
            <a:br>
              <a:rPr lang="pt-BR" altLang="pt-BR" sz="3600" b="1" i="1"/>
            </a:br>
            <a:r>
              <a:rPr lang="pt-BR" altLang="pt-BR" sz="3600" b="1" i="1"/>
              <a:t>E nós devemos todos preparados estar,</a:t>
            </a:r>
            <a:br>
              <a:rPr lang="pt-BR" altLang="pt-BR" sz="3600" b="1" i="1"/>
            </a:br>
            <a:r>
              <a:rPr lang="pt-BR" altLang="pt-BR" sz="3600" b="1" i="1"/>
              <a:t>Com vestes brancas, e brilhando como a luz.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317 JESUS VEM TRIUNFANTE</vt:lpstr>
      <vt:lpstr>Como brilha do oriente 0 relâmpago ao ocidente, Deste mundo voltará do céu, Jesus; Levará Sua Noiva em gozo Ao Seu lado mui ditoso, Para o lar eterno de celeste luz. </vt:lpstr>
      <vt:lpstr>Em breve, do céu, Jesus virá nos buscar;  Com gran poder, virá Jesus. E nós devemos todos preparados estar, Com vestes brancas, e brilhando como a luz.</vt:lpstr>
      <vt:lpstr>Eis que a porta está aberta  Para a alma que desperta, Aceitando a Jesus, o Salvador,  Pois Seu sangue derramado Tem vencido o vil pecado, Carregando, no madeiro nossa dor! </vt:lpstr>
      <vt:lpstr>Em breve, do céu, Jesus virá nos buscar;  Com gran poder, virá Jesus. E nós devemos todos preparados estar, Com vestes brancas, e brilhando como a luz.</vt:lpstr>
      <vt:lpstr>Jesus vem, vem triunfante, Com Seus olhos chamejantes, Pois Sua face brilhará qual luz do soll  Mui felizes os que clamam, Sua vinda, pois O amam, E no céu, os nomes escritos têm no rol. </vt:lpstr>
      <vt:lpstr>Em breve, do céu, Jesus virá nos buscar;  Com gran poder, virá Jesus. E nós devemos todos preparados estar, Com vestes brancas, e brilhando como a luz.</vt:lpstr>
      <vt:lpstr>Jesus vem, qual sol raiando, Este mundo iluminando, A Igreja subirá ao encontro Seu; Na Sua mão traz luz brilhante, Qual estrela cintilante, E os louvores se ouvirão nos altos céus! P.L.M. </vt:lpstr>
      <vt:lpstr>Em breve, do céu, Jesus virá nos buscar;  Com gran poder, virá Jesus. E nós devemos todos preparados estar, Com vestes brancas, e brilhando como a luz.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317 - JESUS VEM TRIUNFANTE</dc:title>
  <dc:creator>Montagna</dc:creator>
  <cp:lastModifiedBy>Emerson Souza</cp:lastModifiedBy>
  <cp:revision>3</cp:revision>
  <dcterms:created xsi:type="dcterms:W3CDTF">2005-10-19T10:10:17Z</dcterms:created>
  <dcterms:modified xsi:type="dcterms:W3CDTF">2026-05-02T22:03:20Z</dcterms:modified>
</cp:coreProperties>
</file>