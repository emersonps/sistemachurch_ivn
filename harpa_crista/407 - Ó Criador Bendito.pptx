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3163A-2904-1915-C39C-5858B5355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CBCF0-8476-FA4E-5A74-1974705F7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F9A19A-CDA3-25F7-D857-5957FA75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F93C7F-E7B3-A666-71CB-8F72A173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1C799-6F89-975D-1B44-124D3D09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7B9F7D-AA30-43F5-9F8D-DE5CC2E692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09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E6913-5A70-F1AB-119F-CEF52123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3B34E0-6F2E-AB11-4AF6-E0DE3E700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D6B74-CC67-5677-2F99-D260E6DFD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D01F6-D68E-A6B9-F0B0-A82784D8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A19076-3CC5-A2D8-EB05-2E491E76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2D59B-637D-47AF-BC71-9D110BB720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509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05ADE-8287-A08F-9659-29995E00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A49E6B-A430-436F-254F-479F8DF3C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197F6-21EC-6550-66ED-F15D35A0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CD03A5-4E97-D11A-5E2B-BD45DF3B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0BE53F-EB16-1B90-0423-A36540B2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06498-0B53-4B16-BA73-36FC4A18E7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317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F92D5-F90D-A9AE-A816-5A87BAF5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B7AECB-F460-0EBA-C672-2B68DF41D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7EE546-36D1-924A-2267-6216FB9C4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AC94A4-9B3D-8BA5-CBF2-CE58F374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A19F89-5CD3-3661-8E48-5F6B724C6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6655B6-F6A8-1D24-556F-72E00985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6BC06-B630-438B-9342-70EB1A7CED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175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4362E-FC3D-EEAF-4CA7-EBF0F3CC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AFA52B-5AC6-6679-B9A7-84E0A333E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AB1996-6E44-6B0F-F79E-440099A6A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79D664-B0D5-E10B-6720-F6A6ADB51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360193-D1C2-2D16-69A6-466CBBD7E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B91F317-E76A-8542-F923-0018BED7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7A5D24-BB91-81A3-7F22-50EC9188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07AB77-89E0-C43F-9750-627B27E0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5F5299-581D-4D96-99E4-58B65C21CF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466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B1105-F694-27E7-315D-1BEACD54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D6FF32-D111-15C1-9ED5-3242F6F9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9A49295-40D2-1446-5995-5A747D9A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7EB622-4B20-C985-8996-EED3E0DF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4C864-DECC-4D09-904C-90CA4C9EC0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108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A628B70-6084-0831-85D7-7013E4CF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E51358-50DC-4A66-1241-F04AE502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36D824-896E-E7B6-B072-C5C77D41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C6E386-AA44-4454-AB60-2663D3DEC3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2194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6C8DE-6167-AB77-4EF4-9F111FCE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363849-C666-2394-B185-1DD067A09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A9025D-6A1B-6A02-3279-169F011C0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94D86F-8C2B-E9E2-B09C-04DE7AB8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770D84-7CA3-17A5-946B-396E6EE16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9BE7E9-AABD-090F-8822-5C4603D6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AE7BA-ED48-4155-AFD9-B4234B59D1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008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2B3F5-8964-522D-2DBF-92A5FABA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C3AA3EF-E9B0-B32F-A190-C5F102EE4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E0A880-AE35-115F-7BDC-683C5BBF2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667E22-D39F-F4F3-3AF4-EA20F022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0A9DA0-076F-53A1-BD01-14B83387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24A55A-F643-4B38-2907-42666943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BF368-6FE7-4B20-B07D-EE58E61C3E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834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BA2EA-BE59-BB90-C416-1D519176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755DDA-8AFB-D826-0719-6787EC4B3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0783F2-18CB-A586-1613-6DE506D44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F771A3-9C8E-18A8-98A7-F509D5E9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FDB989-CC93-A553-7AC4-94B37551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1B691A-565A-4ECB-AEAC-96629CF990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329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4E00D3-A2BF-06D7-B988-41518C3D5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4E6F1E-B368-AEA5-D0E1-FEA935747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8026EE-0035-E881-141F-AD50656A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169038-FF2D-B169-FF55-D600CCEF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F45A26-4715-17D9-2378-6178FA9E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448731-1471-473E-AE7D-98C47A3A44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69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B99A060-D8F0-AAAF-69A3-9B719BD2D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18AE19-A1BD-FCA0-9B13-877A4874B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181555-4DBB-9236-8866-C9D214D84B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995BD9-94EB-81CB-88A5-06843B1AE5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5C65200-FDD3-CF02-3D7C-6E8BB6EBCC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06B7F32-5A53-4991-8469-3D51B197814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43555DB-F93B-0724-84E7-BE32216783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407</a:t>
            </a:r>
            <a:br>
              <a:rPr lang="pt-BR" altLang="pt-BR" sz="4400"/>
            </a:br>
            <a:r>
              <a:rPr lang="pt-BR" altLang="pt-BR" sz="4400"/>
              <a:t>Ó Criador Bendito </a:t>
            </a:r>
            <a:endParaRPr lang="en-US" altLang="pt-BR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7257382-EBE0-22DB-FC53-D85A04699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O Criador bendito, ó fonte de esperança,</a:t>
            </a:r>
            <a:br>
              <a:rPr lang="pt-BR" altLang="pt-BR" sz="3600"/>
            </a:br>
            <a:r>
              <a:rPr lang="pt-BR" altLang="pt-BR" sz="3600"/>
              <a:t>A Ti, ó Pai contritos, buscamos com confiança;</a:t>
            </a:r>
            <a:br>
              <a:rPr lang="pt-BR" altLang="pt-BR" sz="3600"/>
            </a:br>
            <a:r>
              <a:rPr lang="pt-BR" altLang="pt-BR" sz="3600"/>
              <a:t>Nos deste em herança a glória sempiterna;</a:t>
            </a:r>
            <a:br>
              <a:rPr lang="pt-BR" altLang="pt-BR" sz="3600"/>
            </a:br>
            <a:r>
              <a:rPr lang="pt-BR" altLang="pt-BR" sz="3600"/>
              <a:t>O pão da vida eterna, ó manda-nos dos céus!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2423299-7ED5-F09D-7786-F99998393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Excelso Criador, supremo benfeitor,</a:t>
            </a:r>
            <a:br>
              <a:rPr lang="pt-BR" altLang="pt-BR" sz="3600" b="1" i="1"/>
            </a:br>
            <a:r>
              <a:rPr lang="pt-BR" altLang="pt-BR" sz="3600" b="1" i="1"/>
              <a:t>O Teu amor derrama em nós, qual viva chama </a:t>
            </a:r>
            <a:br>
              <a:rPr lang="pt-BR" altLang="pt-BR" sz="3600" b="1" i="1"/>
            </a:br>
            <a:r>
              <a:rPr lang="pt-BR" altLang="pt-BR" sz="3600" b="1" i="1"/>
              <a:t>Excelso Criador, supremo benfeitor, </a:t>
            </a:r>
            <a:br>
              <a:rPr lang="pt-BR" altLang="pt-BR" sz="3600" b="1" i="1"/>
            </a:br>
            <a:r>
              <a:rPr lang="pt-BR" altLang="pt-BR" sz="3600" b="1" i="1"/>
              <a:t>O Teu amor derrama, por Teu Consolados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B8F92FB-1814-CBE5-1423-FA2DE9ED1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Unidos esperamos o Teu celeste ensino;</a:t>
            </a:r>
            <a:br>
              <a:rPr lang="pt-BR" altLang="pt-BR" sz="3600"/>
            </a:br>
            <a:r>
              <a:rPr lang="pt-BR" altLang="pt-BR" sz="3600"/>
              <a:t>Ó manda, suplicamos por Teu poder divino; </a:t>
            </a:r>
            <a:br>
              <a:rPr lang="pt-BR" altLang="pt-BR" sz="3600"/>
            </a:br>
            <a:r>
              <a:rPr lang="pt-BR" altLang="pt-BR" sz="3600"/>
              <a:t>Aceita este hino, que nós a Ti cantamos,</a:t>
            </a:r>
            <a:br>
              <a:rPr lang="pt-BR" altLang="pt-BR" sz="3600"/>
            </a:br>
            <a:r>
              <a:rPr lang="pt-BR" altLang="pt-BR" sz="3600"/>
              <a:t>Pois gratos Te louvamos, por Tua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32FE58C-6E86-A5D2-1BFD-8AA4C36F2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Excelso Criador, supremo benfeitor,</a:t>
            </a:r>
            <a:br>
              <a:rPr lang="pt-BR" altLang="pt-BR" sz="3600" b="1" i="1"/>
            </a:br>
            <a:r>
              <a:rPr lang="pt-BR" altLang="pt-BR" sz="3600" b="1" i="1"/>
              <a:t>O Teu amor derrama em nós, qual viva chama </a:t>
            </a:r>
            <a:br>
              <a:rPr lang="pt-BR" altLang="pt-BR" sz="3600" b="1" i="1"/>
            </a:br>
            <a:r>
              <a:rPr lang="pt-BR" altLang="pt-BR" sz="3600" b="1" i="1"/>
              <a:t>Excelso Criador, supremo benfeitor, </a:t>
            </a:r>
            <a:br>
              <a:rPr lang="pt-BR" altLang="pt-BR" sz="3600" b="1" i="1"/>
            </a:br>
            <a:r>
              <a:rPr lang="pt-BR" altLang="pt-BR" sz="3600" b="1" i="1"/>
              <a:t>O Teu amor derrama, por Teu Consolados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1E1C3D-1110-DF60-064F-9B417C31C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O coração se alegra </a:t>
            </a:r>
            <a:br>
              <a:rPr lang="pt-BR" altLang="pt-BR" sz="3600"/>
            </a:br>
            <a:r>
              <a:rPr lang="pt-BR" altLang="pt-BR" sz="3600"/>
              <a:t>e a alma está contente </a:t>
            </a:r>
            <a:br>
              <a:rPr lang="pt-BR" altLang="pt-BR" sz="3600"/>
            </a:br>
            <a:r>
              <a:rPr lang="pt-BR" altLang="pt-BR" sz="3600"/>
              <a:t>no dia que se ao Deus Onipotentes; </a:t>
            </a:r>
            <a:br>
              <a:rPr lang="pt-BR" altLang="pt-BR" sz="3600"/>
            </a:br>
            <a:r>
              <a:rPr lang="pt-BR" altLang="pt-BR" sz="3600"/>
              <a:t>que paz profunda sente </a:t>
            </a:r>
            <a:br>
              <a:rPr lang="pt-BR" altLang="pt-BR" sz="3600"/>
            </a:br>
            <a:r>
              <a:rPr lang="pt-BR" altLang="pt-BR" sz="3600"/>
              <a:t>a alma do perdido </a:t>
            </a:r>
            <a:br>
              <a:rPr lang="pt-BR" altLang="pt-BR" sz="3600"/>
            </a:br>
            <a:r>
              <a:rPr lang="pt-BR" altLang="pt-BR" sz="3600"/>
              <a:t>que hoje é um remido </a:t>
            </a:r>
            <a:br>
              <a:rPr lang="pt-BR" altLang="pt-BR" sz="3600"/>
            </a:br>
            <a:r>
              <a:rPr lang="pt-BR" altLang="pt-BR" sz="3600"/>
              <a:t>por Cristo, o Salvador.</a:t>
            </a:r>
            <a:endParaRPr lang="en-US" altLang="pt-BR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702C7F2-AEB4-4E50-F914-C6ED8ED7F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Excelso Criador, supremo benfeitor,</a:t>
            </a:r>
            <a:br>
              <a:rPr lang="pt-BR" altLang="pt-BR" sz="3600" b="1" i="1"/>
            </a:br>
            <a:r>
              <a:rPr lang="pt-BR" altLang="pt-BR" sz="3600" b="1" i="1"/>
              <a:t>O Teu amor derrama em nós, qual viva chama </a:t>
            </a:r>
            <a:br>
              <a:rPr lang="pt-BR" altLang="pt-BR" sz="3600" b="1" i="1"/>
            </a:br>
            <a:r>
              <a:rPr lang="pt-BR" altLang="pt-BR" sz="3600" b="1" i="1"/>
              <a:t>Excelso Criador, supremo benfeitor, </a:t>
            </a:r>
            <a:br>
              <a:rPr lang="pt-BR" altLang="pt-BR" sz="3600" b="1" i="1"/>
            </a:br>
            <a:r>
              <a:rPr lang="pt-BR" altLang="pt-BR" sz="3600" b="1" i="1"/>
              <a:t>O Teu amor derrama, por Teu Consolados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407 Ó Criador Bendito </vt:lpstr>
      <vt:lpstr>O Criador bendito, ó fonte de esperança, A Ti, ó Pai contritos, buscamos com confiança; Nos deste em herança a glória sempiterna; O pão da vida eterna, ó manda-nos dos céus! </vt:lpstr>
      <vt:lpstr>Excelso Criador, supremo benfeitor, O Teu amor derrama em nós, qual viva chama  Excelso Criador, supremo benfeitor,  O Teu amor derrama, por Teu Consolados</vt:lpstr>
      <vt:lpstr>Unidos esperamos o Teu celeste ensino; Ó manda, suplicamos por Teu poder divino;  Aceita este hino, que nós a Ti cantamos, Pois gratos Te louvamos, por Tua salvação. </vt:lpstr>
      <vt:lpstr>Excelso Criador, supremo benfeitor, O Teu amor derrama em nós, qual viva chama  Excelso Criador, supremo benfeitor,  O Teu amor derrama, por Teu Consolados</vt:lpstr>
      <vt:lpstr>O coração se alegra  e a alma está contente  no dia que se ao Deus Onipotentes;  que paz profunda sente  a alma do perdido  que hoje é um remido  por Cristo, o Salvador.</vt:lpstr>
      <vt:lpstr>Excelso Criador, supremo benfeitor, O Teu amor derrama em nós, qual viva chama  Excelso Criador, supremo benfeitor,  O Teu amor derrama, por Teu Consolados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407 – Ó Criador Bendito </dc:title>
  <dc:creator>Montagna</dc:creator>
  <cp:lastModifiedBy>Emerson Souza</cp:lastModifiedBy>
  <cp:revision>3</cp:revision>
  <dcterms:created xsi:type="dcterms:W3CDTF">2005-10-21T13:02:21Z</dcterms:created>
  <dcterms:modified xsi:type="dcterms:W3CDTF">2026-05-02T22:10:47Z</dcterms:modified>
</cp:coreProperties>
</file>