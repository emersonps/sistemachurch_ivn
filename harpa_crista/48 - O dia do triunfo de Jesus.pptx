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71" r:id="rId4"/>
    <p:sldId id="261" r:id="rId5"/>
    <p:sldId id="270" r:id="rId6"/>
    <p:sldId id="263" r:id="rId7"/>
    <p:sldId id="269" r:id="rId8"/>
    <p:sldId id="266" r:id="rId9"/>
    <p:sldId id="268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FFFFCC"/>
    <a:srgbClr val="FFFF66"/>
    <a:srgbClr val="CC0000"/>
    <a:srgbClr val="660033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2" autoAdjust="0"/>
    <p:restoredTop sz="94660"/>
  </p:normalViewPr>
  <p:slideViewPr>
    <p:cSldViewPr>
      <p:cViewPr varScale="1">
        <p:scale>
          <a:sx n="46" d="100"/>
          <a:sy n="46" d="100"/>
        </p:scale>
        <p:origin x="-62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6A9061-2B4F-2180-53E0-7777DE73B2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322F35-3941-3092-9409-2D4FEFFA31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1A8E47-8D93-9DCF-E9B3-A481820B2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B1EE06-1CE0-D171-3A79-4E6167940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1CCF06-BB83-003B-4449-826CB677D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2651C5-3B18-4FB7-BD18-4C94E0BEC43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1447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9B8A4F-6E29-6AF9-977E-B45E60C73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6B799B-801C-C95B-1768-2636143A9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C21269-3928-F742-5D06-61D166F7A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2F9D6E-411B-10FF-42B7-9C94ABF58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70915B-A80A-4E90-5934-BE25629F4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359F67-DBBD-4BF7-810F-4AD764AF754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35475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B2CB1C-ED9E-4852-D33A-1F9A45E7D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363DB8F-BA6A-9880-9FDA-4B52B50C2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ABAEB1-23F9-1D6C-0611-8E7B5FAFE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858DC9-0F08-A809-61DA-345E936E4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FC57A7-D5CD-5F5F-7154-E0B1DC758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523497-C1AE-4A82-BFBD-5876CCBF862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01855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B7A53F-45BE-4538-7EBE-52FB0D9C6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06B986-35B9-4AE6-EBB5-0934D24DB8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075B793-84B2-3294-2CD1-3F1DBC92BD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6B75EB-0BD4-568D-767C-8D9200BCC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214B84-5714-71D9-74AD-F09C18661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182C7A-01BB-3CBD-3EFF-DA581C81F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BF25E4-5CB5-440C-944D-A48F71CC85F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68327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9A1995-8984-5909-CEC7-F405DF4AC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A76F661-3FF6-FA26-D0C3-273536445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F2D0BCC-BE60-B3FB-4C75-E502C46733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97FBC78-FB8D-6ACA-8C43-650DE2411D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C41B5F6-108E-D178-9AF0-42CADE5995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5FEAF3E-E21B-2BE1-3771-ADC322935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EF2B8E4-0377-C6F3-F509-9AA829FA0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6E38CF0-324A-22AC-513F-5F456F9D3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4F5F34-D3D9-43E2-822F-F6524847B2C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45923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B52ED7-F3DA-0FBE-EB1C-22C1B5486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B10F8B-A692-096B-3525-AFF738D51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9395E3F-E550-F3C0-63A4-D362D6823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159B4B2-53F6-A0F9-7444-DE7B2B953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1FC2DC-5F8F-4D77-BBB9-84D38592937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64636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2D23A1B-0758-A7DA-E383-7849C45AE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8B1A51D-B0EF-7C2E-8773-3CBE8E606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FBE905F-5873-E259-2E31-C79B21BA7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9620EF-C519-4640-ADA4-7AC1340EDE4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15202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B27150-9FC2-FF81-BB7F-E996CAC1F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319343-5ED5-FCCF-8611-949CA9E70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E798239-D6B1-6EE1-EE23-03EF161FD3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DF29D71-CB81-C480-EA75-193A0AB8C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4E803A3-0931-3282-49E2-C526A5A9D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79BD29F-9661-597C-4731-306464F91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E2B7F9-54AD-4358-ADE9-B683DC96175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73209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969D4C-D4E2-5355-C98F-63902501C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BA6A9EF-9C99-068E-D90F-719252EF92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3A390B2-E69B-2BED-A203-1089D0DBBB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45FB3BE-4710-CB74-EBEF-A9012520F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8441460-42DF-01BA-240E-83FC46788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D4E462-461B-B78D-C228-2B8E3A0D8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17FDF1-C7C5-4837-86EE-20262B41F3F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97966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7C0C21-4B10-B857-9AD8-D1FEF7C7C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2EC3871-E6D4-827A-F479-EB346B487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C97130-1020-37B3-8787-0BC911882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AAFA1B1-C154-EBC7-732C-46AA58C8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4FB75C-ADAB-C5DA-C791-C3109FA0C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803AB4-859A-47F9-9EB0-5DC27A0820A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62911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B0906D0-7AE5-A9B8-6DB7-BB1E7D6CE8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032EF04-3FA2-2260-031A-F2876A044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0A2145-345B-9DC0-A809-D9E5B1D01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924D95-9E5E-1A88-F128-8AB871C88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D410DE-E48A-F860-2CF2-9AF326366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BB88B4-7E64-48DC-8386-5E11E427EB6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20393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660033"/>
            </a:gs>
            <a:gs pos="50000">
              <a:srgbClr val="CC0000"/>
            </a:gs>
            <a:gs pos="100000">
              <a:srgbClr val="66003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9D4B487-D077-ADC1-BC65-26CD848CB6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8B32009-7815-FA9B-FA74-AF14791FCD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BE24DA1-E4B5-94EE-05A4-4355F464401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9A6CE9E-40CC-375F-3F81-DC57520D06B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E287B9-EEA9-764F-FB71-1610CC1CC23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61C9414-A22D-4874-B153-9D6724A91A5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8F9799F-D627-29B2-869E-A417A729DDE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8229600" cy="2136775"/>
          </a:xfrm>
        </p:spPr>
        <p:txBody>
          <a:bodyPr anchor="ctr"/>
          <a:lstStyle/>
          <a:p>
            <a:r>
              <a:rPr lang="pt-BR" altLang="pt-BR" sz="4400" b="1" i="1">
                <a:solidFill>
                  <a:srgbClr val="FFFFCC"/>
                </a:solidFill>
                <a:latin typeface="Garamond" panose="02020404030301010803" pitchFamily="18" charset="0"/>
              </a:rPr>
              <a:t>48</a:t>
            </a:r>
            <a:br>
              <a:rPr lang="pt-BR" altLang="pt-BR" sz="4400" b="1" i="1">
                <a:solidFill>
                  <a:srgbClr val="FFFFCC"/>
                </a:solidFill>
                <a:latin typeface="Garamond" panose="02020404030301010803" pitchFamily="18" charset="0"/>
              </a:rPr>
            </a:br>
            <a:r>
              <a:rPr lang="pt-BR" altLang="pt-BR" sz="4400" b="1" i="1">
                <a:solidFill>
                  <a:srgbClr val="FFFFCC"/>
                </a:solidFill>
                <a:latin typeface="Garamond" panose="02020404030301010803" pitchFamily="18" charset="0"/>
              </a:rPr>
              <a:t>O DIA DO TRIUNFO DE JESUS</a:t>
            </a:r>
            <a:endParaRPr lang="en-US" altLang="pt-BR" sz="4400" b="1" i="1">
              <a:solidFill>
                <a:srgbClr val="FFFFCC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54B4E42C-FE54-EEA7-5569-FA4A2ABC02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447800"/>
            <a:ext cx="9144000" cy="4724400"/>
          </a:xfrm>
          <a:noFill/>
          <a:ln/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pt-BR" altLang="pt-BR" sz="4000" b="1">
                <a:solidFill>
                  <a:srgbClr val="FFFFCC"/>
                </a:solidFill>
                <a:latin typeface="Garamond" panose="02020404030301010803" pitchFamily="18" charset="0"/>
              </a:rPr>
              <a:t>Quando lá do céu descendo,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pt-BR" altLang="pt-BR" sz="4000" b="1">
                <a:solidFill>
                  <a:srgbClr val="FFFFCC"/>
                </a:solidFill>
                <a:latin typeface="Garamond" panose="02020404030301010803" pitchFamily="18" charset="0"/>
              </a:rPr>
              <a:t>Para os Seus, Jesus voltar,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pt-BR" altLang="pt-BR" sz="4000" b="1">
                <a:solidFill>
                  <a:srgbClr val="FFFFCC"/>
                </a:solidFill>
                <a:latin typeface="Garamond" panose="02020404030301010803" pitchFamily="18" charset="0"/>
              </a:rPr>
              <a:t>E o clarim de Deus a todos proclamar,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pt-BR" altLang="pt-BR" sz="4000" b="1">
                <a:solidFill>
                  <a:srgbClr val="FFFFCC"/>
                </a:solidFill>
                <a:latin typeface="Garamond" panose="02020404030301010803" pitchFamily="18" charset="0"/>
              </a:rPr>
              <a:t>Que chegou o grande dia 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pt-BR" altLang="pt-BR" sz="4000" b="1">
                <a:solidFill>
                  <a:srgbClr val="FFFFCC"/>
                </a:solidFill>
                <a:latin typeface="Garamond" panose="02020404030301010803" pitchFamily="18" charset="0"/>
              </a:rPr>
              <a:t>Do triunfar do meu Rei</a:t>
            </a:r>
            <a:br>
              <a:rPr lang="pt-BR" altLang="pt-BR" sz="4000" b="1">
                <a:solidFill>
                  <a:srgbClr val="FFFFCC"/>
                </a:solidFill>
                <a:latin typeface="Garamond" panose="02020404030301010803" pitchFamily="18" charset="0"/>
              </a:rPr>
            </a:br>
            <a:r>
              <a:rPr lang="pt-BR" altLang="pt-BR" sz="4000" b="1">
                <a:solidFill>
                  <a:srgbClr val="FFFFCC"/>
                </a:solidFill>
                <a:latin typeface="Garamond" panose="02020404030301010803" pitchFamily="18" charset="0"/>
              </a:rPr>
              <a:t>Eu, por sua imensa graça, lá estarei.</a:t>
            </a:r>
            <a:br>
              <a:rPr lang="pt-BR" altLang="pt-BR" sz="4000" b="1" i="1">
                <a:solidFill>
                  <a:srgbClr val="FFFFCC"/>
                </a:solidFill>
                <a:latin typeface="Garamond" panose="02020404030301010803" pitchFamily="18" charset="0"/>
              </a:rPr>
            </a:br>
            <a:endParaRPr lang="pt-BR" altLang="pt-BR" sz="4000" b="1" i="1">
              <a:solidFill>
                <a:srgbClr val="FFFFCC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04AB63D-2944-0CC1-7AED-746ED9211F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447800"/>
            <a:ext cx="9144000" cy="4953000"/>
          </a:xfrm>
          <a:noFill/>
          <a:ln/>
        </p:spPr>
        <p:txBody>
          <a:bodyPr/>
          <a:lstStyle/>
          <a:p>
            <a:pPr algn="ctr">
              <a:buFontTx/>
              <a:buNone/>
            </a:pPr>
            <a:r>
              <a:rPr lang="pt-BR" altLang="pt-BR" sz="4800" b="1" i="1">
                <a:solidFill>
                  <a:srgbClr val="FFFFCC"/>
                </a:solidFill>
                <a:latin typeface="Garamond" panose="02020404030301010803" pitchFamily="18" charset="0"/>
              </a:rPr>
              <a:t>Quando enfim, chegar o dia</a:t>
            </a:r>
          </a:p>
          <a:p>
            <a:pPr algn="ctr">
              <a:buFontTx/>
              <a:buNone/>
            </a:pPr>
            <a:r>
              <a:rPr lang="pt-BR" altLang="pt-BR" sz="4800" b="1" i="1">
                <a:solidFill>
                  <a:srgbClr val="FFFFCC"/>
                </a:solidFill>
                <a:latin typeface="Garamond" panose="02020404030301010803" pitchFamily="18" charset="0"/>
              </a:rPr>
              <a:t>Do triunfar do meu Rei, </a:t>
            </a:r>
          </a:p>
          <a:p>
            <a:pPr algn="ctr">
              <a:buFontTx/>
              <a:buNone/>
            </a:pPr>
            <a:r>
              <a:rPr lang="pt-BR" altLang="pt-BR" sz="4800" b="1" i="1">
                <a:solidFill>
                  <a:srgbClr val="FFFFCC"/>
                </a:solidFill>
                <a:latin typeface="Garamond" panose="02020404030301010803" pitchFamily="18" charset="0"/>
              </a:rPr>
              <a:t>Quando enfim, chegar o dia,</a:t>
            </a:r>
          </a:p>
          <a:p>
            <a:pPr algn="ctr">
              <a:buFontTx/>
              <a:buNone/>
            </a:pPr>
            <a:r>
              <a:rPr lang="pt-BR" altLang="pt-BR" sz="4800" b="1" i="1">
                <a:solidFill>
                  <a:srgbClr val="FFFFCC"/>
                </a:solidFill>
                <a:latin typeface="Garamond" panose="02020404030301010803" pitchFamily="18" charset="0"/>
              </a:rPr>
              <a:t>Pela graça de Jesus eu lá estarei!</a:t>
            </a:r>
            <a:br>
              <a:rPr lang="pt-BR" altLang="pt-BR" sz="4800" b="1" i="1">
                <a:solidFill>
                  <a:srgbClr val="FFFFCC"/>
                </a:solidFill>
                <a:latin typeface="Garamond" panose="02020404030301010803" pitchFamily="18" charset="0"/>
              </a:rPr>
            </a:br>
            <a:endParaRPr lang="pt-BR" altLang="pt-BR" sz="4800" b="1" i="1">
              <a:solidFill>
                <a:srgbClr val="FFFFCC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E1871D38-9A9C-D209-4724-CD58F7C3FC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381000"/>
            <a:ext cx="8305800" cy="5638800"/>
          </a:xfrm>
          <a:noFill/>
          <a:ln/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pt-BR" altLang="pt-BR" sz="4400" b="1">
                <a:solidFill>
                  <a:srgbClr val="FFFFCC"/>
                </a:solidFill>
                <a:latin typeface="Garamond" panose="02020404030301010803" pitchFamily="18" charset="0"/>
              </a:rPr>
              <a:t>Nesse dia, quando os mortos</a:t>
            </a:r>
            <a:br>
              <a:rPr lang="pt-BR" altLang="pt-BR" sz="4400" b="1">
                <a:solidFill>
                  <a:srgbClr val="FFFFCC"/>
                </a:solidFill>
                <a:latin typeface="Garamond" panose="02020404030301010803" pitchFamily="18" charset="0"/>
              </a:rPr>
            </a:br>
            <a:r>
              <a:rPr lang="pt-BR" altLang="pt-BR" sz="4400" b="1">
                <a:solidFill>
                  <a:srgbClr val="FFFFCC"/>
                </a:solidFill>
                <a:latin typeface="Garamond" panose="02020404030301010803" pitchFamily="18" charset="0"/>
              </a:rPr>
              <a:t>Hão de a voz de Cristo ouvir,</a:t>
            </a:r>
            <a:br>
              <a:rPr lang="pt-BR" altLang="pt-BR" sz="4400" b="1">
                <a:solidFill>
                  <a:srgbClr val="FFFFCC"/>
                </a:solidFill>
                <a:latin typeface="Garamond" panose="02020404030301010803" pitchFamily="18" charset="0"/>
              </a:rPr>
            </a:br>
            <a:r>
              <a:rPr lang="pt-BR" altLang="pt-BR" sz="4400" b="1">
                <a:solidFill>
                  <a:srgbClr val="FFFFCC"/>
                </a:solidFill>
                <a:latin typeface="Garamond" panose="02020404030301010803" pitchFamily="18" charset="0"/>
              </a:rPr>
              <a:t>E dos seus sepulcros</a:t>
            </a:r>
            <a:br>
              <a:rPr lang="pt-BR" altLang="pt-BR" sz="4400" b="1">
                <a:solidFill>
                  <a:srgbClr val="FFFFCC"/>
                </a:solidFill>
                <a:latin typeface="Garamond" panose="02020404030301010803" pitchFamily="18" charset="0"/>
              </a:rPr>
            </a:br>
            <a:r>
              <a:rPr lang="pt-BR" altLang="pt-BR" sz="4400" b="1">
                <a:solidFill>
                  <a:srgbClr val="FFFFCC"/>
                </a:solidFill>
                <a:latin typeface="Garamond" panose="02020404030301010803" pitchFamily="18" charset="0"/>
              </a:rPr>
              <a:t>Hão de ressurgir,</a:t>
            </a:r>
            <a:br>
              <a:rPr lang="pt-BR" altLang="pt-BR" sz="4400" b="1">
                <a:solidFill>
                  <a:srgbClr val="FFFFCC"/>
                </a:solidFill>
                <a:latin typeface="Garamond" panose="02020404030301010803" pitchFamily="18" charset="0"/>
              </a:rPr>
            </a:br>
            <a:r>
              <a:rPr lang="pt-BR" altLang="pt-BR" sz="4400" b="1">
                <a:solidFill>
                  <a:srgbClr val="FFFFCC"/>
                </a:solidFill>
                <a:latin typeface="Garamond" panose="02020404030301010803" pitchFamily="18" charset="0"/>
              </a:rPr>
              <a:t>Os remidos reunidos, logo aclamarão seu Rei,</a:t>
            </a:r>
            <a:br>
              <a:rPr lang="pt-BR" altLang="pt-BR" sz="4400" b="1">
                <a:solidFill>
                  <a:srgbClr val="FFFFCC"/>
                </a:solidFill>
                <a:latin typeface="Garamond" panose="02020404030301010803" pitchFamily="18" charset="0"/>
              </a:rPr>
            </a:br>
            <a:r>
              <a:rPr lang="pt-BR" altLang="pt-BR" sz="4400" b="1">
                <a:solidFill>
                  <a:srgbClr val="FFFFCC"/>
                </a:solidFill>
                <a:latin typeface="Garamond" panose="02020404030301010803" pitchFamily="18" charset="0"/>
              </a:rPr>
              <a:t>E, por sua imensa graça, lá estarei.</a:t>
            </a:r>
            <a:br>
              <a:rPr lang="pt-BR" altLang="pt-BR" sz="4400" b="1">
                <a:solidFill>
                  <a:srgbClr val="FFFFCC"/>
                </a:solidFill>
                <a:latin typeface="Garamond" panose="02020404030301010803" pitchFamily="18" charset="0"/>
              </a:rPr>
            </a:br>
            <a:endParaRPr lang="pt-BR" altLang="pt-BR" sz="4400" b="1">
              <a:solidFill>
                <a:srgbClr val="FFFFCC"/>
              </a:solidFill>
              <a:latin typeface="Garamond" panose="02020404030301010803" pitchFamily="18" charset="0"/>
            </a:endParaRPr>
          </a:p>
          <a:p>
            <a:pPr algn="ctr">
              <a:lnSpc>
                <a:spcPct val="90000"/>
              </a:lnSpc>
              <a:buFontTx/>
              <a:buNone/>
            </a:pPr>
            <a:endParaRPr lang="pt-BR" altLang="pt-BR" sz="4400" b="1">
              <a:solidFill>
                <a:srgbClr val="FFFFCC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3CDD268-3BC5-34C9-866A-6C1D06BD8D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447800"/>
            <a:ext cx="9144000" cy="4953000"/>
          </a:xfrm>
          <a:noFill/>
          <a:ln/>
        </p:spPr>
        <p:txBody>
          <a:bodyPr/>
          <a:lstStyle/>
          <a:p>
            <a:pPr algn="ctr">
              <a:buFontTx/>
              <a:buNone/>
            </a:pPr>
            <a:r>
              <a:rPr lang="pt-BR" altLang="pt-BR" sz="4800" b="1" i="1">
                <a:solidFill>
                  <a:srgbClr val="FFFFCC"/>
                </a:solidFill>
                <a:latin typeface="Garamond" panose="02020404030301010803" pitchFamily="18" charset="0"/>
              </a:rPr>
              <a:t>Quando enfim, chegar o dia</a:t>
            </a:r>
          </a:p>
          <a:p>
            <a:pPr algn="ctr">
              <a:buFontTx/>
              <a:buNone/>
            </a:pPr>
            <a:r>
              <a:rPr lang="pt-BR" altLang="pt-BR" sz="4800" b="1" i="1">
                <a:solidFill>
                  <a:srgbClr val="FFFFCC"/>
                </a:solidFill>
                <a:latin typeface="Garamond" panose="02020404030301010803" pitchFamily="18" charset="0"/>
              </a:rPr>
              <a:t>Do triunfar do meu Rei, </a:t>
            </a:r>
          </a:p>
          <a:p>
            <a:pPr algn="ctr">
              <a:buFontTx/>
              <a:buNone/>
            </a:pPr>
            <a:r>
              <a:rPr lang="pt-BR" altLang="pt-BR" sz="4800" b="1" i="1">
                <a:solidFill>
                  <a:srgbClr val="FFFFCC"/>
                </a:solidFill>
                <a:latin typeface="Garamond" panose="02020404030301010803" pitchFamily="18" charset="0"/>
              </a:rPr>
              <a:t>Quando enfim, chegar o dia,</a:t>
            </a:r>
          </a:p>
          <a:p>
            <a:pPr algn="ctr">
              <a:buFontTx/>
              <a:buNone/>
            </a:pPr>
            <a:r>
              <a:rPr lang="pt-BR" altLang="pt-BR" sz="4800" b="1" i="1">
                <a:solidFill>
                  <a:srgbClr val="FFFFCC"/>
                </a:solidFill>
                <a:latin typeface="Garamond" panose="02020404030301010803" pitchFamily="18" charset="0"/>
              </a:rPr>
              <a:t>Pela graça de Jesus eu lá estarei!</a:t>
            </a:r>
            <a:br>
              <a:rPr lang="pt-BR" altLang="pt-BR" sz="4800" b="1" i="1">
                <a:solidFill>
                  <a:srgbClr val="FFFFCC"/>
                </a:solidFill>
                <a:latin typeface="Garamond" panose="02020404030301010803" pitchFamily="18" charset="0"/>
              </a:rPr>
            </a:br>
            <a:endParaRPr lang="pt-BR" altLang="pt-BR" sz="4800" b="1" i="1">
              <a:solidFill>
                <a:srgbClr val="FFFFCC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7EC197FA-27BA-B9FC-E859-51DB09ECEB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257800"/>
          </a:xfrm>
          <a:noFill/>
          <a:ln/>
        </p:spPr>
        <p:txBody>
          <a:bodyPr/>
          <a:lstStyle/>
          <a:p>
            <a:pPr algn="ctr">
              <a:buFontTx/>
              <a:buNone/>
            </a:pPr>
            <a:r>
              <a:rPr lang="pt-BR" altLang="pt-BR" sz="4000" b="1">
                <a:solidFill>
                  <a:srgbClr val="FFFFCC"/>
                </a:solidFill>
                <a:latin typeface="Garamond" panose="02020404030301010803" pitchFamily="18" charset="0"/>
              </a:rPr>
              <a:t>Pelo mundo, rejeitado foi, Jesus, </a:t>
            </a:r>
          </a:p>
          <a:p>
            <a:pPr algn="ctr">
              <a:buFontTx/>
              <a:buNone/>
            </a:pPr>
            <a:r>
              <a:rPr lang="pt-BR" altLang="pt-BR" sz="4000" b="1">
                <a:solidFill>
                  <a:srgbClr val="FFFFCC"/>
                </a:solidFill>
                <a:latin typeface="Garamond" panose="02020404030301010803" pitchFamily="18" charset="0"/>
              </a:rPr>
              <a:t>meu salvador.</a:t>
            </a:r>
            <a:br>
              <a:rPr lang="pt-BR" altLang="pt-BR" sz="4000" b="1">
                <a:solidFill>
                  <a:srgbClr val="FFFFCC"/>
                </a:solidFill>
                <a:latin typeface="Garamond" panose="02020404030301010803" pitchFamily="18" charset="0"/>
              </a:rPr>
            </a:br>
            <a:r>
              <a:rPr lang="pt-BR" altLang="pt-BR" sz="4000" b="1">
                <a:solidFill>
                  <a:srgbClr val="FFFFCC"/>
                </a:solidFill>
                <a:latin typeface="Garamond" panose="02020404030301010803" pitchFamily="18" charset="0"/>
              </a:rPr>
              <a:t>Desprezaram, insultaram meu Senhor,</a:t>
            </a:r>
            <a:br>
              <a:rPr lang="pt-BR" altLang="pt-BR" sz="4000" b="1">
                <a:solidFill>
                  <a:srgbClr val="FFFFCC"/>
                </a:solidFill>
                <a:latin typeface="Garamond" panose="02020404030301010803" pitchFamily="18" charset="0"/>
              </a:rPr>
            </a:br>
            <a:r>
              <a:rPr lang="pt-BR" altLang="pt-BR" sz="4000" b="1">
                <a:solidFill>
                  <a:srgbClr val="FFFFCC"/>
                </a:solidFill>
                <a:latin typeface="Garamond" panose="02020404030301010803" pitchFamily="18" charset="0"/>
              </a:rPr>
              <a:t>Mas, faustoso, vem o dia</a:t>
            </a:r>
            <a:br>
              <a:rPr lang="pt-BR" altLang="pt-BR" sz="4000" b="1">
                <a:solidFill>
                  <a:srgbClr val="FFFFCC"/>
                </a:solidFill>
                <a:latin typeface="Garamond" panose="02020404030301010803" pitchFamily="18" charset="0"/>
              </a:rPr>
            </a:br>
            <a:r>
              <a:rPr lang="pt-BR" altLang="pt-BR" sz="4000" b="1">
                <a:solidFill>
                  <a:srgbClr val="FFFFCC"/>
                </a:solidFill>
                <a:latin typeface="Garamond" panose="02020404030301010803" pitchFamily="18" charset="0"/>
              </a:rPr>
              <a:t>Do triunfar do meu Rei,</a:t>
            </a:r>
            <a:br>
              <a:rPr lang="pt-BR" altLang="pt-BR" sz="4000" b="1">
                <a:solidFill>
                  <a:srgbClr val="FFFFCC"/>
                </a:solidFill>
                <a:latin typeface="Garamond" panose="02020404030301010803" pitchFamily="18" charset="0"/>
              </a:rPr>
            </a:br>
            <a:r>
              <a:rPr lang="pt-BR" altLang="pt-BR" sz="4000" b="1">
                <a:solidFill>
                  <a:srgbClr val="FFFFCC"/>
                </a:solidFill>
                <a:latin typeface="Garamond" panose="02020404030301010803" pitchFamily="18" charset="0"/>
              </a:rPr>
              <a:t>E, por sua imensa graça, lá estarei.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05E20E77-C2A7-9C91-F62C-6B5C52636E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447800"/>
            <a:ext cx="9144000" cy="4953000"/>
          </a:xfrm>
          <a:noFill/>
          <a:ln/>
        </p:spPr>
        <p:txBody>
          <a:bodyPr/>
          <a:lstStyle/>
          <a:p>
            <a:pPr algn="ctr">
              <a:buFontTx/>
              <a:buNone/>
            </a:pPr>
            <a:r>
              <a:rPr lang="pt-BR" altLang="pt-BR" sz="4800" b="1" i="1">
                <a:solidFill>
                  <a:srgbClr val="FFFFCC"/>
                </a:solidFill>
                <a:latin typeface="Garamond" panose="02020404030301010803" pitchFamily="18" charset="0"/>
              </a:rPr>
              <a:t>Quando enfim, chegar o dia</a:t>
            </a:r>
          </a:p>
          <a:p>
            <a:pPr algn="ctr">
              <a:buFontTx/>
              <a:buNone/>
            </a:pPr>
            <a:r>
              <a:rPr lang="pt-BR" altLang="pt-BR" sz="4800" b="1" i="1">
                <a:solidFill>
                  <a:srgbClr val="FFFFCC"/>
                </a:solidFill>
                <a:latin typeface="Garamond" panose="02020404030301010803" pitchFamily="18" charset="0"/>
              </a:rPr>
              <a:t>Do triunfar do meu Rei, </a:t>
            </a:r>
          </a:p>
          <a:p>
            <a:pPr algn="ctr">
              <a:buFontTx/>
              <a:buNone/>
            </a:pPr>
            <a:r>
              <a:rPr lang="pt-BR" altLang="pt-BR" sz="4800" b="1" i="1">
                <a:solidFill>
                  <a:srgbClr val="FFFFCC"/>
                </a:solidFill>
                <a:latin typeface="Garamond" panose="02020404030301010803" pitchFamily="18" charset="0"/>
              </a:rPr>
              <a:t>Quando enfim, chegar o dia,</a:t>
            </a:r>
          </a:p>
          <a:p>
            <a:pPr algn="ctr">
              <a:buFontTx/>
              <a:buNone/>
            </a:pPr>
            <a:r>
              <a:rPr lang="pt-BR" altLang="pt-BR" sz="4800" b="1" i="1">
                <a:solidFill>
                  <a:srgbClr val="FFFFCC"/>
                </a:solidFill>
                <a:latin typeface="Garamond" panose="02020404030301010803" pitchFamily="18" charset="0"/>
              </a:rPr>
              <a:t>Pela graça de Jesus eu lá estarei!</a:t>
            </a:r>
            <a:br>
              <a:rPr lang="pt-BR" altLang="pt-BR" sz="4800" b="1" i="1">
                <a:solidFill>
                  <a:srgbClr val="FFFFCC"/>
                </a:solidFill>
                <a:latin typeface="Garamond" panose="02020404030301010803" pitchFamily="18" charset="0"/>
              </a:rPr>
            </a:br>
            <a:endParaRPr lang="pt-BR" altLang="pt-BR" sz="4800" b="1" i="1">
              <a:solidFill>
                <a:srgbClr val="FFFFCC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>
            <a:extLst>
              <a:ext uri="{FF2B5EF4-FFF2-40B4-BE49-F238E27FC236}">
                <a16:creationId xmlns:a16="http://schemas.microsoft.com/office/drawing/2014/main" id="{DD60E16B-8325-4280-C9F2-C6A21A35D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533400"/>
            <a:ext cx="9144000" cy="5334000"/>
          </a:xfrm>
          <a:noFill/>
          <a:ln/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pt-BR" altLang="pt-BR" sz="4000" b="1">
                <a:solidFill>
                  <a:srgbClr val="FFFFCC"/>
                </a:solidFill>
                <a:latin typeface="Garamond" panose="02020404030301010803" pitchFamily="18" charset="0"/>
              </a:rPr>
              <a:t>Em mim mesmo, nada tenho</a:t>
            </a:r>
            <a:br>
              <a:rPr lang="pt-BR" altLang="pt-BR" sz="4000" b="1">
                <a:solidFill>
                  <a:srgbClr val="FFFFCC"/>
                </a:solidFill>
                <a:latin typeface="Garamond" panose="02020404030301010803" pitchFamily="18" charset="0"/>
              </a:rPr>
            </a:br>
            <a:r>
              <a:rPr lang="pt-BR" altLang="pt-BR" sz="4000" b="1">
                <a:solidFill>
                  <a:srgbClr val="FFFFCC"/>
                </a:solidFill>
                <a:latin typeface="Garamond" panose="02020404030301010803" pitchFamily="18" charset="0"/>
              </a:rPr>
              <a:t>em que possa confiar,</a:t>
            </a:r>
            <a:br>
              <a:rPr lang="pt-BR" altLang="pt-BR" sz="4000" b="1">
                <a:solidFill>
                  <a:srgbClr val="FFFFCC"/>
                </a:solidFill>
                <a:latin typeface="Garamond" panose="02020404030301010803" pitchFamily="18" charset="0"/>
              </a:rPr>
            </a:br>
            <a:r>
              <a:rPr lang="pt-BR" altLang="pt-BR" sz="4000" b="1">
                <a:solidFill>
                  <a:srgbClr val="FFFFCC"/>
                </a:solidFill>
                <a:latin typeface="Garamond" panose="02020404030301010803" pitchFamily="18" charset="0"/>
              </a:rPr>
              <a:t>Mas Jesus morreu na cruz 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pt-BR" altLang="pt-BR" sz="4000" b="1">
                <a:solidFill>
                  <a:srgbClr val="FFFFCC"/>
                </a:solidFill>
                <a:latin typeface="Garamond" panose="02020404030301010803" pitchFamily="18" charset="0"/>
              </a:rPr>
              <a:t>P’ra me salvar;</a:t>
            </a:r>
            <a:br>
              <a:rPr lang="pt-BR" altLang="pt-BR" sz="4000" b="1">
                <a:solidFill>
                  <a:srgbClr val="FFFFCC"/>
                </a:solidFill>
                <a:latin typeface="Garamond" panose="02020404030301010803" pitchFamily="18" charset="0"/>
              </a:rPr>
            </a:br>
            <a:r>
              <a:rPr lang="pt-BR" altLang="pt-BR" sz="4000" b="1">
                <a:solidFill>
                  <a:srgbClr val="FFFFCC"/>
                </a:solidFill>
                <a:latin typeface="Garamond" panose="02020404030301010803" pitchFamily="18" charset="0"/>
              </a:rPr>
              <a:t>Tão somente nEle espero, sim, e sempre esperarei,</a:t>
            </a:r>
            <a:br>
              <a:rPr lang="pt-BR" altLang="pt-BR" sz="4000" b="1">
                <a:solidFill>
                  <a:srgbClr val="FFFFCC"/>
                </a:solidFill>
                <a:latin typeface="Garamond" panose="02020404030301010803" pitchFamily="18" charset="0"/>
              </a:rPr>
            </a:br>
            <a:r>
              <a:rPr lang="pt-BR" altLang="pt-BR" sz="4000" b="1">
                <a:solidFill>
                  <a:srgbClr val="FFFFCC"/>
                </a:solidFill>
                <a:latin typeface="Garamond" panose="02020404030301010803" pitchFamily="18" charset="0"/>
              </a:rPr>
              <a:t>Pois, por sua imensa graça, lá estarei.</a:t>
            </a:r>
          </a:p>
          <a:p>
            <a:pPr algn="ctr">
              <a:lnSpc>
                <a:spcPct val="90000"/>
              </a:lnSpc>
              <a:buFontTx/>
              <a:buNone/>
            </a:pPr>
            <a:endParaRPr lang="pt-BR" altLang="pt-BR" sz="4000" b="1">
              <a:solidFill>
                <a:srgbClr val="FFFFCC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4">
            <a:extLst>
              <a:ext uri="{FF2B5EF4-FFF2-40B4-BE49-F238E27FC236}">
                <a16:creationId xmlns:a16="http://schemas.microsoft.com/office/drawing/2014/main" id="{FABD2C85-1811-9E65-2A3F-7193AED842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447800"/>
            <a:ext cx="9144000" cy="4953000"/>
          </a:xfrm>
          <a:noFill/>
          <a:ln/>
        </p:spPr>
        <p:txBody>
          <a:bodyPr/>
          <a:lstStyle/>
          <a:p>
            <a:pPr algn="ctr">
              <a:buFontTx/>
              <a:buNone/>
            </a:pPr>
            <a:r>
              <a:rPr lang="pt-BR" altLang="pt-BR" sz="4800" b="1" i="1">
                <a:solidFill>
                  <a:srgbClr val="FFFFCC"/>
                </a:solidFill>
                <a:latin typeface="Garamond" panose="02020404030301010803" pitchFamily="18" charset="0"/>
              </a:rPr>
              <a:t>Quando enfim, chegar o dia</a:t>
            </a:r>
          </a:p>
          <a:p>
            <a:pPr algn="ctr">
              <a:buFontTx/>
              <a:buNone/>
            </a:pPr>
            <a:r>
              <a:rPr lang="pt-BR" altLang="pt-BR" sz="4800" b="1" i="1">
                <a:solidFill>
                  <a:srgbClr val="FFFFCC"/>
                </a:solidFill>
                <a:latin typeface="Garamond" panose="02020404030301010803" pitchFamily="18" charset="0"/>
              </a:rPr>
              <a:t>Do triunfar do meu Rei, </a:t>
            </a:r>
          </a:p>
          <a:p>
            <a:pPr algn="ctr">
              <a:buFontTx/>
              <a:buNone/>
            </a:pPr>
            <a:r>
              <a:rPr lang="pt-BR" altLang="pt-BR" sz="4800" b="1" i="1">
                <a:solidFill>
                  <a:srgbClr val="FFFFCC"/>
                </a:solidFill>
                <a:latin typeface="Garamond" panose="02020404030301010803" pitchFamily="18" charset="0"/>
              </a:rPr>
              <a:t>Quando enfim, chegar o dia,</a:t>
            </a:r>
          </a:p>
          <a:p>
            <a:pPr algn="ctr">
              <a:buFontTx/>
              <a:buNone/>
            </a:pPr>
            <a:r>
              <a:rPr lang="pt-BR" altLang="pt-BR" sz="4800" b="1" i="1">
                <a:solidFill>
                  <a:srgbClr val="FFFFCC"/>
                </a:solidFill>
                <a:latin typeface="Garamond" panose="02020404030301010803" pitchFamily="18" charset="0"/>
              </a:rPr>
              <a:t>Pela graça de Jesus eu lá estarei!</a:t>
            </a:r>
            <a:br>
              <a:rPr lang="pt-BR" altLang="pt-BR" sz="4800" b="1" i="1">
                <a:solidFill>
                  <a:srgbClr val="FFFFCC"/>
                </a:solidFill>
                <a:latin typeface="Garamond" panose="02020404030301010803" pitchFamily="18" charset="0"/>
              </a:rPr>
            </a:br>
            <a:endParaRPr lang="pt-BR" altLang="pt-BR" sz="4800" b="1" i="1">
              <a:solidFill>
                <a:srgbClr val="FFFFCC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300</Words>
  <Application>Microsoft Office PowerPoint</Application>
  <PresentationFormat>Apresentação na tela (4:3)</PresentationFormat>
  <Paragraphs>27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Garamond</vt:lpstr>
      <vt:lpstr>Design padrão</vt:lpstr>
      <vt:lpstr>48 O DIA DO TRIUNFO DE JESUS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48 O DIA DO TRIUNFO DE JESUS</dc:title>
  <dc:creator>Junior</dc:creator>
  <cp:lastModifiedBy>Emerson Souza</cp:lastModifiedBy>
  <cp:revision>2</cp:revision>
  <dcterms:created xsi:type="dcterms:W3CDTF">2005-07-02T18:19:23Z</dcterms:created>
  <dcterms:modified xsi:type="dcterms:W3CDTF">2026-05-02T21:40:52Z</dcterms:modified>
</cp:coreProperties>
</file>