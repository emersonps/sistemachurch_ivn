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46D74-E5A3-B74C-C085-18778B48E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553262-996C-6C44-E919-DFF210E40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39684C-7AD4-BDBB-6B3A-9EAC2BC9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4A572-7B3E-011C-631C-4D6ECF27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8A6333-79E6-F4BB-E14B-431C315C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9981A-4D79-4ED4-9B70-8400EDD3FF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183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D9D2C-CE0D-FA33-1ED5-F8DD7923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5CD58-1414-29DB-1B58-40331ED5A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40BD0-7FBD-070F-302F-62D59BDE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7CA659-DEFF-C81A-8728-393212C5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9434C-F238-83BD-126C-15FF6C2D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F92D8-AE44-4DF2-86CB-FE75F43FE3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636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058A2-7F87-257F-4DA5-DA00169B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3F1209-B316-E10C-4732-9596F6EB0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5140A-FE0F-6BF4-93A4-2C879195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F9F0AA-A413-F2D1-31F9-79DF7DF9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714EB8-B7D7-74FA-3F39-F0D8350D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601445-D44A-4F91-93D7-85F759CA4F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113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E51F4-84C9-C13F-70FC-E3D8C87C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AD80AA-9ACB-F5A4-2480-140B732C6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456CD6-003A-07C8-A663-DD49B4C9B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99C676-97F2-826F-246A-8CD5C23E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FFFE11-ECBC-753E-9FDD-E72B32B4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877387-AC1A-6C7A-9C9D-A495FEF8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D0B10-0F97-4737-8B76-C6D8E2D5E5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859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04EB2-AD94-458B-9C59-C8667D66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CDBEC-EC60-B126-E8A1-D287FC2F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B18690-E5B2-F63C-DD98-7F106C7A2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D27372D-C51E-0DBC-6742-B101DD242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CA4F73-CD14-EE94-E508-6DA60A6C4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B16383-F935-114A-66B8-2E6C243B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806EBD-4765-8F86-3D9C-2B0A1393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E053E2-F619-54D1-89FE-F294E111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456FE-5007-4BF9-B9E6-3ADADABC5A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457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662E4-AD57-D8BF-A193-DDB67E16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0A4FDE-3E92-7435-0AD5-5CF09E6E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989EC5-B736-B18B-C222-B46F0824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AA7F6A-4FF4-820A-A2D0-9EA229B3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D426F5-7A10-46FC-8CE4-A7D896C856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368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E67963-DFAA-2C87-F683-90647E28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B2C123-4D49-A1FE-885E-BCB41C03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7586CD-CFC1-8D8A-9CD0-38412173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DA588-BD33-41CA-B11F-A0C249F0BA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631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17EA1-B7E3-FE50-D611-2D8E5225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C5C2D-319D-D5A2-7C55-9CEDD496F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65BCE5-508A-AD86-593B-FA9A634D0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15F81B-EDFD-C718-D479-A9FB0D0D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C15D07-E576-14DC-FFB4-4D32F6D3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920319-73FD-B186-2549-E871D072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078A8-09DD-4756-A5D5-3E4847F1B9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057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FC8E7-B433-D0AA-D97B-2ACD6748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352DEAE-8350-5F26-6150-C97B1FE53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7BF390-061F-F5A8-EB95-CF2B5395E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43FFC7-7AD6-3E26-BB1F-A5BB8B03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554D6A-ACC5-59CB-602E-D4CA63E2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F7048B-BE60-64FC-C7DC-519F171F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E5B3B-18D5-4236-BE2C-0E7197AE3D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595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32AFD-8CE7-09E3-0FF5-2918FB92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3DF417-0CCC-7D95-9082-7BF92EA9D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D582F2-E7C4-8A00-9C2A-6EBDCB5B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072212-C5AD-6FC4-7498-9772958EF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F5D754-1D45-9D4B-CAEB-5BDC399B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E05E3D-C1AF-4C35-B5ED-8323553CC6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202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A92EF7-BBEB-E1A9-2307-B76965617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6E3069-E662-604C-1F40-D77872484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6912AE-8B64-D9B7-3446-F3DD9422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8E9072-B520-95C0-428E-ACB3A5B2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A74DCA-264C-ECD1-0B54-B1AE33E6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69CA28-0D76-4856-9EC4-1352829CBD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53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7B0CE96-F711-507E-13A8-2597D92E3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C73009-124E-B628-904D-77F5DC7DF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257BE6-BB23-2E45-2497-C5C57263FF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7A94526-25E7-5D1B-6E0A-595D031A5D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AB78E6F-B66D-15A1-CB3A-AE99148911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DBEDE22-F7B6-425D-939A-D8EE8D3E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6A43C5C-8EEC-0913-821F-0EAE103127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361</a:t>
            </a:r>
            <a:br>
              <a:rPr lang="pt-BR" altLang="pt-BR" sz="4400"/>
            </a:br>
            <a:r>
              <a:rPr lang="pt-BR" altLang="pt-BR" sz="4400" b="1"/>
              <a:t>O PEREGRINO E A GLORIA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06C0DA5-1C45-5ACE-2F37-89FDD919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Peregrino segue para a glória,</a:t>
            </a:r>
            <a:br>
              <a:rPr lang="pt-BR" altLang="pt-BR" sz="3600"/>
            </a:br>
            <a:r>
              <a:rPr lang="pt-BR" altLang="pt-BR" sz="3600"/>
              <a:t> Pois no céu em breve entrarás! </a:t>
            </a:r>
            <a:br>
              <a:rPr lang="pt-BR" altLang="pt-BR" sz="3600"/>
            </a:br>
            <a:r>
              <a:rPr lang="pt-BR" altLang="pt-BR" sz="3600"/>
              <a:t>Ouves já os cantos de vitória? </a:t>
            </a:r>
            <a:br>
              <a:rPr lang="pt-BR" altLang="pt-BR" sz="3600"/>
            </a:br>
            <a:r>
              <a:rPr lang="pt-BR" altLang="pt-BR" sz="3600"/>
              <a:t>Tua voz também lá unirás.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06F40DC-2B4B-593D-8EF8-34F03401E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Sim, queres entoar</a:t>
            </a:r>
            <a:br>
              <a:rPr lang="pt-BR" altLang="pt-BR" sz="3600" b="1" i="1"/>
            </a:br>
            <a:r>
              <a:rPr lang="pt-BR" altLang="pt-BR" sz="3600" b="1" i="1"/>
              <a:t>O cântico dos salvos, lá na glória, </a:t>
            </a:r>
            <a:br>
              <a:rPr lang="pt-BR" altLang="pt-BR" sz="3600" b="1" i="1"/>
            </a:br>
            <a:r>
              <a:rPr lang="pt-BR" altLang="pt-BR" sz="3600" b="1" i="1"/>
              <a:t>Que nos céus há de sempre soar? </a:t>
            </a:r>
            <a:br>
              <a:rPr lang="pt-BR" altLang="pt-BR" sz="3600" b="1" i="1"/>
            </a:br>
            <a:r>
              <a:rPr lang="pt-BR" altLang="pt-BR" sz="3600" b="1" i="1"/>
              <a:t>Sim, queres tu cantar,</a:t>
            </a:r>
            <a:br>
              <a:rPr lang="pt-BR" altLang="pt-BR" sz="3600" b="1" i="1"/>
            </a:br>
            <a:r>
              <a:rPr lang="pt-BR" altLang="pt-BR" sz="3600" b="1" i="1"/>
              <a:t>Os gloriosos hinos de vitória? </a:t>
            </a:r>
            <a:br>
              <a:rPr lang="pt-BR" altLang="pt-BR" sz="3600" b="1" i="1"/>
            </a:br>
            <a:r>
              <a:rPr lang="pt-BR" altLang="pt-BR" sz="3600" b="1" i="1"/>
              <a:t>A Jesus mil louvores entoar?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39BB31-43E9-195E-36A9-6A08DB5B8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Vem do céu um som de alegria, </a:t>
            </a:r>
            <a:br>
              <a:rPr lang="pt-BR" altLang="pt-BR" sz="3600"/>
            </a:br>
            <a:r>
              <a:rPr lang="pt-BR" altLang="pt-BR" sz="3600"/>
              <a:t>Na escura noite te chamar,</a:t>
            </a:r>
            <a:br>
              <a:rPr lang="pt-BR" altLang="pt-BR" sz="3600"/>
            </a:br>
            <a:r>
              <a:rPr lang="pt-BR" altLang="pt-BR" sz="3600"/>
              <a:t>Mui suave e cheio de harmonia. </a:t>
            </a:r>
            <a:br>
              <a:rPr lang="pt-BR" altLang="pt-BR" sz="3600"/>
            </a:br>
            <a:r>
              <a:rPr lang="pt-BR" altLang="pt-BR" sz="3600"/>
              <a:t>O minh'alma, volta p'ra teu lar!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8294698-6286-E93B-7C12-9C5837D12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Sim, queres entoar</a:t>
            </a:r>
            <a:br>
              <a:rPr lang="pt-BR" altLang="pt-BR" sz="3600" b="1" i="1"/>
            </a:br>
            <a:r>
              <a:rPr lang="pt-BR" altLang="pt-BR" sz="3600" b="1" i="1"/>
              <a:t>O cântico dos salvos, lá na glória, </a:t>
            </a:r>
            <a:br>
              <a:rPr lang="pt-BR" altLang="pt-BR" sz="3600" b="1" i="1"/>
            </a:br>
            <a:r>
              <a:rPr lang="pt-BR" altLang="pt-BR" sz="3600" b="1" i="1"/>
              <a:t>Que nos céus há de sempre soar? </a:t>
            </a:r>
            <a:br>
              <a:rPr lang="pt-BR" altLang="pt-BR" sz="3600" b="1" i="1"/>
            </a:br>
            <a:r>
              <a:rPr lang="pt-BR" altLang="pt-BR" sz="3600" b="1" i="1"/>
              <a:t>Sim, queres tu cantar,</a:t>
            </a:r>
            <a:br>
              <a:rPr lang="pt-BR" altLang="pt-BR" sz="3600" b="1" i="1"/>
            </a:br>
            <a:r>
              <a:rPr lang="pt-BR" altLang="pt-BR" sz="3600" b="1" i="1"/>
              <a:t>Os gloriosos hinos de vitória? </a:t>
            </a:r>
            <a:br>
              <a:rPr lang="pt-BR" altLang="pt-BR" sz="3600" b="1" i="1"/>
            </a:br>
            <a:r>
              <a:rPr lang="pt-BR" altLang="pt-BR" sz="3600" b="1" i="1"/>
              <a:t>A Jesus mil louvores entoar?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006533-AADA-0A3B-92E0-833F41C1D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Raios últimos do sol se escondem, </a:t>
            </a:r>
            <a:br>
              <a:rPr lang="pt-BR" altLang="pt-BR" sz="3600"/>
            </a:br>
            <a:r>
              <a:rPr lang="pt-BR" altLang="pt-BR" sz="3600"/>
              <a:t>Na dourada porta de Sião;</a:t>
            </a:r>
            <a:br>
              <a:rPr lang="pt-BR" altLang="pt-BR" sz="3600"/>
            </a:br>
            <a:r>
              <a:rPr lang="pt-BR" altLang="pt-BR" sz="3600"/>
              <a:t>Terminada a luta estarei onde</a:t>
            </a:r>
            <a:br>
              <a:rPr lang="pt-BR" altLang="pt-BR" sz="3600"/>
            </a:br>
            <a:r>
              <a:rPr lang="pt-BR" altLang="pt-BR" sz="3600"/>
              <a:t>As saudades não mais chegarão.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5E5563-F792-B19B-D21A-DF59C8D93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Sim, queres entoar</a:t>
            </a:r>
            <a:br>
              <a:rPr lang="pt-BR" altLang="pt-BR" sz="3600" b="1" i="1"/>
            </a:br>
            <a:r>
              <a:rPr lang="pt-BR" altLang="pt-BR" sz="3600" b="1" i="1"/>
              <a:t>O cântico dos salvos, lá na glória, </a:t>
            </a:r>
            <a:br>
              <a:rPr lang="pt-BR" altLang="pt-BR" sz="3600" b="1" i="1"/>
            </a:br>
            <a:r>
              <a:rPr lang="pt-BR" altLang="pt-BR" sz="3600" b="1" i="1"/>
              <a:t>Que nos céus há de sempre soar? </a:t>
            </a:r>
            <a:br>
              <a:rPr lang="pt-BR" altLang="pt-BR" sz="3600" b="1" i="1"/>
            </a:br>
            <a:r>
              <a:rPr lang="pt-BR" altLang="pt-BR" sz="3600" b="1" i="1"/>
              <a:t>Sim, queres tu cantar,</a:t>
            </a:r>
            <a:br>
              <a:rPr lang="pt-BR" altLang="pt-BR" sz="3600" b="1" i="1"/>
            </a:br>
            <a:r>
              <a:rPr lang="pt-BR" altLang="pt-BR" sz="3600" b="1" i="1"/>
              <a:t>Os gloriosos hinos de vitória? </a:t>
            </a:r>
            <a:br>
              <a:rPr lang="pt-BR" altLang="pt-BR" sz="3600" b="1" i="1"/>
            </a:br>
            <a:r>
              <a:rPr lang="pt-BR" altLang="pt-BR" sz="3600" b="1" i="1"/>
              <a:t>A Jesus mil louvores entoar?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C138186-FBF7-5BEE-B6A8-2269218AF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De Jesus, o sangue, dá entrada;</a:t>
            </a:r>
            <a:br>
              <a:rPr lang="pt-BR" altLang="pt-BR" sz="3600"/>
            </a:br>
            <a:r>
              <a:rPr lang="pt-BR" altLang="pt-BR" sz="3600"/>
              <a:t>Glória a Deus, a porta aberta está!</a:t>
            </a:r>
            <a:br>
              <a:rPr lang="pt-BR" altLang="pt-BR" sz="3600"/>
            </a:br>
            <a:r>
              <a:rPr lang="pt-BR" altLang="pt-BR" sz="3600"/>
              <a:t>Queres tu no céu feliz morada?</a:t>
            </a:r>
            <a:br>
              <a:rPr lang="pt-BR" altLang="pt-BR" sz="3600"/>
            </a:br>
            <a:r>
              <a:rPr lang="pt-BR" altLang="pt-BR" sz="3600"/>
              <a:t>Pois será mui triste não ir lá. F.V.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6158FC8-9345-19CC-060C-2C43C0B0A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Sim, queres entoar</a:t>
            </a:r>
            <a:br>
              <a:rPr lang="pt-BR" altLang="pt-BR" sz="3600" b="1" i="1"/>
            </a:br>
            <a:r>
              <a:rPr lang="pt-BR" altLang="pt-BR" sz="3600" b="1" i="1"/>
              <a:t>O cântico dos salvos, lá na glória, </a:t>
            </a:r>
            <a:br>
              <a:rPr lang="pt-BR" altLang="pt-BR" sz="3600" b="1" i="1"/>
            </a:br>
            <a:r>
              <a:rPr lang="pt-BR" altLang="pt-BR" sz="3600" b="1" i="1"/>
              <a:t>Que nos céus há de sempre soar? </a:t>
            </a:r>
            <a:br>
              <a:rPr lang="pt-BR" altLang="pt-BR" sz="3600" b="1" i="1"/>
            </a:br>
            <a:r>
              <a:rPr lang="pt-BR" altLang="pt-BR" sz="3600" b="1" i="1"/>
              <a:t>Sim, queres tu cantar,</a:t>
            </a:r>
            <a:br>
              <a:rPr lang="pt-BR" altLang="pt-BR" sz="3600" b="1" i="1"/>
            </a:br>
            <a:r>
              <a:rPr lang="pt-BR" altLang="pt-BR" sz="3600" b="1" i="1"/>
              <a:t>Os gloriosos hinos de vitória? </a:t>
            </a:r>
            <a:br>
              <a:rPr lang="pt-BR" altLang="pt-BR" sz="3600" b="1" i="1"/>
            </a:br>
            <a:r>
              <a:rPr lang="pt-BR" altLang="pt-BR" sz="3600" b="1" i="1"/>
              <a:t>A Jesus mil louvores entoar?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361 O PEREGRINO E A GLORIA</vt:lpstr>
      <vt:lpstr>Peregrino segue para a glória,  Pois no céu em breve entrarás!  Ouves já os cantos de vitória?  Tua voz também lá unirás. </vt:lpstr>
      <vt:lpstr>Sim, queres entoar O cântico dos salvos, lá na glória,  Que nos céus há de sempre soar?  Sim, queres tu cantar, Os gloriosos hinos de vitória?  A Jesus mil louvores entoar?</vt:lpstr>
      <vt:lpstr>Vem do céu um som de alegria,  Na escura noite te chamar, Mui suave e cheio de harmonia.  O minh'alma, volta p'ra teu lar! </vt:lpstr>
      <vt:lpstr>Sim, queres entoar O cântico dos salvos, lá na glória,  Que nos céus há de sempre soar?  Sim, queres tu cantar, Os gloriosos hinos de vitória?  A Jesus mil louvores entoar?</vt:lpstr>
      <vt:lpstr>Raios últimos do sol se escondem,  Na dourada porta de Sião; Terminada a luta estarei onde As saudades não mais chegarão. </vt:lpstr>
      <vt:lpstr>Sim, queres entoar O cântico dos salvos, lá na glória,  Que nos céus há de sempre soar?  Sim, queres tu cantar, Os gloriosos hinos de vitória?  A Jesus mil louvores entoar?</vt:lpstr>
      <vt:lpstr>De Jesus, o sangue, dá entrada; Glória a Deus, a porta aberta está! Queres tu no céu feliz morada? Pois será mui triste não ir lá. F.V. </vt:lpstr>
      <vt:lpstr>Sim, queres entoar O cântico dos salvos, lá na glória,  Que nos céus há de sempre soar?  Sim, queres tu cantar, Os gloriosos hinos de vitória?  A Jesus mil louvores entoar?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361 - O PEREGRINO E A GLORIA</dc:title>
  <dc:creator>Montagna</dc:creator>
  <cp:lastModifiedBy>Emerson Souza</cp:lastModifiedBy>
  <cp:revision>3</cp:revision>
  <dcterms:created xsi:type="dcterms:W3CDTF">2005-10-20T22:49:20Z</dcterms:created>
  <dcterms:modified xsi:type="dcterms:W3CDTF">2026-05-02T22:07:02Z</dcterms:modified>
</cp:coreProperties>
</file>