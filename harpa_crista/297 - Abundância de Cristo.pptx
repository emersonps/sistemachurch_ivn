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62383-986A-D3B3-321B-287981C8E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A88B21-110C-B598-5935-66BC5993D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2E5B8F-D957-87C0-E041-8C5128976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9F61A6-5EC0-096C-885B-BDFFEEFD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8032DF-E602-7403-8B4D-959767E62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DD9588-D77F-44F4-ADA5-EBAEF3479B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3029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FAF1A-7E92-5708-53F8-68C1C3DAA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DA18EC-C20C-32BC-E3D0-338191FA4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316142-5FA7-8632-AF98-DA68DDE3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B5CB63-C185-9F56-9B18-B75DBCF75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B21A5-B91C-10A7-41DC-9E1B00F54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D07445-DC87-4B14-AB7A-D46FE68BE55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6771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1D7CAA-C032-1C53-BE5F-62783D7F0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D14525-56A6-0FEF-D8E6-91A0FC121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1AF4C9-FD2A-4D85-C076-B37896AF9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556C0A-D35E-63AC-F0CA-037154CE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7CE1FD-3B9B-D49B-368B-2D19B6A0B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369737-9B9A-4560-B05A-F036B26776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260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6828F-F09F-4C52-4FBC-BD69BBD69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EB9C9C-3ECE-E296-4831-81F022FCEE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54B639-16AB-7736-D82C-AE52231A4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56D671-8E23-CDEC-AC88-55CB1B12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62157A-50C8-77E2-AE7F-D42476C71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384558-625A-7454-5524-E5413BA0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C5D7B8-4935-45C3-8BC3-DE3F5ABC42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2000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53EC0-8FE3-D176-E991-0DB7B3054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1CC207-C150-040E-BF25-EF5FC1C44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EECE6E0-01C0-8C3B-EB62-FE928D61C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895960D-F8D7-FE0B-0886-05DBA1202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AC4C6B5-E526-1532-F97B-E8080E6973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EBE451E-ACF2-CA99-FD05-79809487C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A0203A3-BA2D-351E-0273-A29499C09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1D56E3E-2AC2-26AF-CB06-1CCC9111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9E26EE-B443-4425-9F6B-7A8824FCC5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4809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916D17-C0F6-8FCB-F86B-2F87DF469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1F1AE8F-5F76-CBD2-DD99-2FE3C7007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E12945E-A2F5-A909-7985-B93AE5B8C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C37E813-7A29-DCC0-FFCC-58A6EBE16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68C308-EA96-4027-879E-FCF127029C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85417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DC52951-86EF-0441-D220-1F99AA8E4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5964932-3E6A-C6E5-8ABF-FC9E05B77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8642BB5-5668-2193-DE62-EDA76E45E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FCB3F-605D-49D5-BF1D-540950349C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12756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4E224-97A3-B748-BA2C-E4478A2E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86FC0C-D2E0-C188-FF30-8EAA542A6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5906A33-EE9F-394E-C3CB-D0B337B04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3CD0FE-59E7-61E2-6515-65B31B1B7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5E9F87-F7D0-39D0-0698-2BDB8184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0E35AB-E6A4-93C0-7243-BDD4A3D4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A83DBE-90E6-492A-8CA5-29BBD6C4C6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4563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75270-5F1E-EC75-9B2C-66288BC43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939EA94-D9BA-43E1-F81D-24B60F7590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3EF880-64D0-BFB6-9347-66029787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90D522-1EB6-6366-F54A-C2EAE9C8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C7F49C-7FB1-3D2E-C0C9-BEEFE9377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2B2D34-B49D-41A1-C379-186C0F60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3703A6-793C-424C-82DF-CAF3F5DC64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56852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0AC83-51A0-3F03-B203-654ED7FA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CC4090C-C246-F9C6-5652-CD765E1D2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417B91-0CB7-722B-3399-25FAE12F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5B797E-7F72-2685-680C-41A8D9F57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A6C35B-E727-CDB8-D6A4-A9CFF695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CE1C8D-E8AB-4F22-B9F1-2B35417BE2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2934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F6E10C-A3E3-0D3F-D65D-FBB4BB8C8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6F25A6-79FA-6054-645E-4319BA920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4A4066-8648-E511-F241-24A5E880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A37F21-5C5F-8FF1-6001-46E7673D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ACC22C-1A85-67BF-AE26-5C3CE056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D8E22E-1B90-4A6D-9B50-D49FC5035B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4518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2166D8E-9BAE-3682-A0D6-C447476D3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497E5F8-B81C-93BF-1305-234161BC24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A2F63B8-21C7-7AA8-389C-B6E3B124E8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38A7ACB-B232-16E2-7563-E355267675B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A391744-4041-1B7F-386B-E6A0A418BA3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A541E09-98F4-4983-8204-BAD6A3F00D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C011915-D4DB-9DA0-77EA-6AABF68BAC4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297 – Abundância de Cristo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705997A-7FA9-4544-A819-A9BB1B0549C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8C5ACEE-7374-28B7-B5AC-D1EF17FCBE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Desde que Jesus deu-me Sua luz, Posso jubilar, cantar;</a:t>
            </a:r>
            <a:br>
              <a:rPr lang="en-US" altLang="pt-BR" sz="4000" i="1"/>
            </a:br>
            <a:r>
              <a:rPr lang="en-US" altLang="pt-BR" sz="4000" i="1"/>
              <a:t>Ao meu coração trouxe salvação </a:t>
            </a:r>
            <a:br>
              <a:rPr lang="en-US" altLang="pt-BR" sz="4000" i="1"/>
            </a:br>
            <a:r>
              <a:rPr lang="en-US" altLang="pt-BR" sz="4000" i="1"/>
              <a:t>Que eu não posso te explicar.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A929C50-0020-2207-FD7A-BC35E6877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Abundantemente Cristo dá,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Graça, que não há igual, não há;</a:t>
            </a:r>
            <a:r>
              <a:rPr lang="en-US" altLang="pt-BR" sz="4000" i="1"/>
              <a:t> </a:t>
            </a:r>
            <a:r>
              <a:rPr lang="en-US" altLang="pt-BR" sz="4000" b="1" i="1"/>
              <a:t>Aleluia, glória ao nome Seu!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alegria Sinto eu!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F96112C-9C9B-EDD7-4B2D-7F625B2EC8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Desde que na cruz contemplei Jesus, Meus pecados dissipou; </a:t>
            </a:r>
            <a:br>
              <a:rPr lang="en-US" altLang="pt-BR" sz="4000" i="1"/>
            </a:br>
            <a:r>
              <a:rPr lang="en-US" altLang="pt-BR" sz="4000" i="1"/>
              <a:t>Tenho grande paz e perdão veraz, Quando a Seus pés estou.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132F0F8-0A09-D16E-C47E-BBE3994D75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Abundantemente Cristo dá,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Graça, que não há igual, não há;</a:t>
            </a:r>
            <a:r>
              <a:rPr lang="en-US" altLang="pt-BR" sz="4000" i="1"/>
              <a:t> </a:t>
            </a:r>
            <a:r>
              <a:rPr lang="en-US" altLang="pt-BR" sz="4000" b="1" i="1"/>
              <a:t>Aleluia, glória ao nome Seu!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alegria Sinto eu!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FAEE9D9-C5C1-E5A7-E5A3-92B9540B68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Lá da cruz provém, um caudal também, Que ao cansado forças dá; </a:t>
            </a:r>
            <a:br>
              <a:rPr lang="en-US" altLang="pt-BR" sz="4000" i="1"/>
            </a:br>
            <a:r>
              <a:rPr lang="en-US" altLang="pt-BR" sz="4000" i="1"/>
              <a:t>E das chagas vem o perdão, pra quem Mui sedento e fraco está!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AD1DC4E-98EA-F25E-3F96-D8A525813A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Abundantemente Cristo dá,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Graça, que não há igual, não há;</a:t>
            </a:r>
            <a:r>
              <a:rPr lang="en-US" altLang="pt-BR" sz="4000" i="1"/>
              <a:t> </a:t>
            </a:r>
            <a:r>
              <a:rPr lang="en-US" altLang="pt-BR" sz="4000" b="1" i="1"/>
              <a:t>Aleluia, glória ao nome Seu!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alegria Sinto eu!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2117022-A28A-6235-6677-145F2D5AE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Grato, então, darei glória a Cristo,o Rei, </a:t>
            </a:r>
            <a:br>
              <a:rPr lang="en-US" altLang="pt-BR" sz="4000" i="1"/>
            </a:br>
            <a:r>
              <a:rPr lang="en-US" altLang="pt-BR" sz="4000" i="1"/>
              <a:t>Pelo gozo que é sem par; </a:t>
            </a:r>
            <a:br>
              <a:rPr lang="en-US" altLang="pt-BR" sz="4000" i="1"/>
            </a:br>
            <a:r>
              <a:rPr lang="en-US" altLang="pt-BR" sz="4000" i="1"/>
              <a:t>Em continuação, o meu coração, </a:t>
            </a:r>
            <a:br>
              <a:rPr lang="en-US" altLang="pt-BR" sz="4000" i="1"/>
            </a:br>
            <a:r>
              <a:rPr lang="en-US" altLang="pt-BR" sz="4000" i="1"/>
              <a:t>Inda mais vai se alegrar.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4E5673C-BD67-E3D8-FA8D-CE8C4BF2E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Abundantemente Cristo dá,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Graça, que não há igual, não há;</a:t>
            </a:r>
            <a:r>
              <a:rPr lang="en-US" altLang="pt-BR" sz="4000" i="1"/>
              <a:t> </a:t>
            </a:r>
            <a:r>
              <a:rPr lang="en-US" altLang="pt-BR" sz="4000" b="1" i="1"/>
              <a:t>Aleluia, glória ao nome Seu!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alegria Sinto eu!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297 – Abundância de Cristo</vt:lpstr>
      <vt:lpstr>Desde que Jesus deu-me Sua luz, Posso jubilar, cantar; Ao meu coração trouxe salvação  Que eu não posso te explicar.  </vt:lpstr>
      <vt:lpstr>Abundantemente Cristo dá,  Graça, que não há igual, não há; Aleluia, glória ao nome Seu!  Que alegria Sinto eu!  </vt:lpstr>
      <vt:lpstr>Desde que na cruz contemplei Jesus, Meus pecados dissipou;  Tenho grande paz e perdão veraz, Quando a Seus pés estou.  </vt:lpstr>
      <vt:lpstr>Abundantemente Cristo dá,  Graça, que não há igual, não há; Aleluia, glória ao nome Seu!  Que alegria Sinto eu!  </vt:lpstr>
      <vt:lpstr>Lá da cruz provém, um caudal também, Que ao cansado forças dá;  E das chagas vem o perdão, pra quem Mui sedento e fraco está!  </vt:lpstr>
      <vt:lpstr>Abundantemente Cristo dá,  Graça, que não há igual, não há; Aleluia, glória ao nome Seu!  Que alegria Sinto eu!  </vt:lpstr>
      <vt:lpstr>Grato, então, darei glória a Cristo,o Rei,  Pelo gozo que é sem par;  Em continuação, o meu coração,  Inda mais vai se alegrar.</vt:lpstr>
      <vt:lpstr>Abundantemente Cristo dá,  Graça, que não há igual, não há; Aleluia, glória ao nome Seu!  Que alegria Sinto eu!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297 – Abundância de Cristo</dc:title>
  <dc:creator>Junior</dc:creator>
  <cp:lastModifiedBy>Emerson Souza</cp:lastModifiedBy>
  <cp:revision>1</cp:revision>
  <dcterms:created xsi:type="dcterms:W3CDTF">2005-12-26T22:30:00Z</dcterms:created>
  <dcterms:modified xsi:type="dcterms:W3CDTF">2026-05-02T22:01:40Z</dcterms:modified>
</cp:coreProperties>
</file>