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812E3B0-998B-4B23-158E-E007AC7166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2FDD97D-8FED-E652-9F0E-237E9EBE7CE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8DEB228B-190B-F3B3-3DA0-2F7A954CBE2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ADE9901F-CEB9-04D6-377E-8D1E3F6907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7E12F774-A5A0-B626-F44E-B03E65F9577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3BE809C1-661B-FE2C-583F-8142C89B0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6535902-98F3-4513-ACBC-61CA0C66BCF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5CEDE14-9F70-D53D-ACA6-C9C5F6AB1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EAA36C-BBBB-4DB5-ADE9-A79F57B24296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7E5C37C9-552E-8205-D4AD-7BB407C48F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64C1A1C-8D96-A3E4-502B-9C80AE5A5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AB3539BC-74C6-6E15-F67B-F5A4C905353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BA56D731-71DE-E078-77C6-61B884E7EB0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388" name="Freeform 4">
              <a:extLst>
                <a:ext uri="{FF2B5EF4-FFF2-40B4-BE49-F238E27FC236}">
                  <a16:creationId xmlns:a16="http://schemas.microsoft.com/office/drawing/2014/main" id="{8E07E689-FDD3-D1A6-33C5-BF964B69588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9" name="Freeform 5">
              <a:extLst>
                <a:ext uri="{FF2B5EF4-FFF2-40B4-BE49-F238E27FC236}">
                  <a16:creationId xmlns:a16="http://schemas.microsoft.com/office/drawing/2014/main" id="{AF896DCB-3879-2BFB-176F-512CDD32DBA0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BE614237-64B1-66F0-37EE-CDA852C525A3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1" name="Freeform 7">
              <a:extLst>
                <a:ext uri="{FF2B5EF4-FFF2-40B4-BE49-F238E27FC236}">
                  <a16:creationId xmlns:a16="http://schemas.microsoft.com/office/drawing/2014/main" id="{22209952-0F71-B7AE-7B37-8D63B0A9D20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2" name="Freeform 8">
              <a:extLst>
                <a:ext uri="{FF2B5EF4-FFF2-40B4-BE49-F238E27FC236}">
                  <a16:creationId xmlns:a16="http://schemas.microsoft.com/office/drawing/2014/main" id="{BCA1EF17-34F3-B6E9-E44A-EBC255DC3E6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3" name="Freeform 9">
              <a:extLst>
                <a:ext uri="{FF2B5EF4-FFF2-40B4-BE49-F238E27FC236}">
                  <a16:creationId xmlns:a16="http://schemas.microsoft.com/office/drawing/2014/main" id="{61D6D2D0-DC68-CB59-58A7-34063FE2DAA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4" name="Freeform 10">
              <a:extLst>
                <a:ext uri="{FF2B5EF4-FFF2-40B4-BE49-F238E27FC236}">
                  <a16:creationId xmlns:a16="http://schemas.microsoft.com/office/drawing/2014/main" id="{D4500B0F-1D6A-366C-F615-0FAC9877AF8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5" name="Freeform 11">
              <a:extLst>
                <a:ext uri="{FF2B5EF4-FFF2-40B4-BE49-F238E27FC236}">
                  <a16:creationId xmlns:a16="http://schemas.microsoft.com/office/drawing/2014/main" id="{E2EFBF4C-3E81-F4A2-5FAC-1C9E100A3146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6" name="Freeform 12">
              <a:extLst>
                <a:ext uri="{FF2B5EF4-FFF2-40B4-BE49-F238E27FC236}">
                  <a16:creationId xmlns:a16="http://schemas.microsoft.com/office/drawing/2014/main" id="{94327A4B-4890-00EE-A56C-9AD0193CCCB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7" name="Freeform 13">
              <a:extLst>
                <a:ext uri="{FF2B5EF4-FFF2-40B4-BE49-F238E27FC236}">
                  <a16:creationId xmlns:a16="http://schemas.microsoft.com/office/drawing/2014/main" id="{0FF7FC17-8BC8-71F3-9047-E21149CB8BE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8" name="Freeform 14">
              <a:extLst>
                <a:ext uri="{FF2B5EF4-FFF2-40B4-BE49-F238E27FC236}">
                  <a16:creationId xmlns:a16="http://schemas.microsoft.com/office/drawing/2014/main" id="{8F0CD265-9B27-DE8F-A23F-CFA059FC6D60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9" name="Freeform 15">
              <a:extLst>
                <a:ext uri="{FF2B5EF4-FFF2-40B4-BE49-F238E27FC236}">
                  <a16:creationId xmlns:a16="http://schemas.microsoft.com/office/drawing/2014/main" id="{B2B07356-ED53-386E-9306-F6AB14395243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0" name="Freeform 16">
              <a:extLst>
                <a:ext uri="{FF2B5EF4-FFF2-40B4-BE49-F238E27FC236}">
                  <a16:creationId xmlns:a16="http://schemas.microsoft.com/office/drawing/2014/main" id="{58BF132E-099F-7596-89D9-3384DEE5C0C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1" name="Freeform 17">
              <a:extLst>
                <a:ext uri="{FF2B5EF4-FFF2-40B4-BE49-F238E27FC236}">
                  <a16:creationId xmlns:a16="http://schemas.microsoft.com/office/drawing/2014/main" id="{A1801E6C-3F52-CF4E-5A0A-5AA307318453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D8F306DA-D62C-2A7A-1489-326C2323283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82DE4EA6-97D7-45BB-8CA2-E2B8A8A8A095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1FA67654-F6BC-0BF0-E947-7A38087C74A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405" name="Rectangle 21">
            <a:extLst>
              <a:ext uri="{FF2B5EF4-FFF2-40B4-BE49-F238E27FC236}">
                <a16:creationId xmlns:a16="http://schemas.microsoft.com/office/drawing/2014/main" id="{12D516ED-2925-03C3-88DF-E434517E04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406" name="Rectangle 22">
            <a:extLst>
              <a:ext uri="{FF2B5EF4-FFF2-40B4-BE49-F238E27FC236}">
                <a16:creationId xmlns:a16="http://schemas.microsoft.com/office/drawing/2014/main" id="{4316C586-B0CE-4BC4-8B87-3A61D0B650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D3EC98D-9CAE-439A-B689-571C8DB0BA7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62579-5618-F3E4-A392-6652BEDB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D6A6F-9294-7458-BDFE-A3F46B38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8412E1-61CA-9457-9727-ADE1650E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065D0F-E32F-41AC-1733-DFF056E8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214F43-3674-26AD-9BFA-969D103C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20B532-68CA-4CD4-B46B-0FBAD5C7D0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74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EC0B6-B753-385C-1030-BF211BF77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6690F7-3CD1-4CFB-9AE2-A1FC5655B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4B7F1E-A48C-77FA-07FF-0A7290A1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F5A333-C19A-BCEF-48DF-6AC5E9B4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EC62A8-3D1C-2328-86E1-2BD45AFB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416765-E2BF-4D70-8616-3815F36BF9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950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8C6C9-D408-C7DA-71F8-F14BF013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8C7D0-0A57-CD33-D16E-BDFF1993F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0E4105-0B72-6075-4D80-6AD5835E3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7456ED-2498-5D19-0F48-56060C36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EF175A-304D-23B2-5DBD-381443E2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F3B967-2D34-A6B0-3A8D-A53A73F5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2372D1-2DCE-456C-B33F-CAA9C5ED7D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770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D346E-AAF8-6DDD-0CB9-C9A3DC9B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68EC15-A534-F235-EEF5-ACFE10065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48B1C2-BFB1-7891-322E-0EEA1B741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436066-30E8-3AF4-0CB4-45F0A048E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48BB74-05FF-B766-1FD0-C0BA19230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A30B3B-5B24-E991-942D-4B698109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6AA0EB-3979-F81A-14D2-340D385B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47F782-D4D1-62B2-29C1-0E018786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9E36DF-B493-4012-8E96-CEF68C1B87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615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DC5F1-29AF-6D25-597B-0FD52775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740D22-DFFC-0C7D-4FBE-99469DFD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2A17BA-0858-BBA3-E647-026715E9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2DAD20-0067-F7EF-F4B7-523FFC45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F805A-859C-4BA8-A93E-C628E637BF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9662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2F3938-29C3-7DC2-6869-FDE0580A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BA6509-324B-D9E4-EA64-D77CC63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1E54AF-3213-61C0-2A81-414515C2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EA3CC3-805C-4FB7-A0C7-094938E6D5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334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A3344-1D33-7589-CD03-8899C95A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92A9A-E047-A4F4-047B-9B2DD2656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C63003-4E78-844A-8D04-293239259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93A187-AD54-2C8D-8340-3F42D301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43A262-9599-4CD6-C643-A4A0DDB4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BBCDEF-36EC-7766-84F3-A949CC36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92022-3913-4815-8EC5-7CC1327B22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924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3EDFC-0434-1DB9-5080-C943A878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FDFF5B-1136-ABFC-9877-832011982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7B38EE-0786-1B31-FCD6-D7674B5FC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754B2E-D5F8-497E-ACF8-F98B18FE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3EE30B-AF02-C39F-190D-6E859257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794C46-47B0-6164-667C-714E11F2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3D21B-48F1-45FA-A0D2-4D1F8B97D5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082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6018F-ECF1-8A22-6256-9D79F8F7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AF67AF-6B43-8A80-13C7-FF3187427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DB12B9-C517-E89D-7CF0-E7D611F2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C57DE3-7064-F452-AD36-059FA679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E305E-C054-1797-A2A6-FE72DAEE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322747-8C8D-4B0E-A81C-186BF35EEB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923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190F27-69EB-4D6E-C322-5E48B3792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C64F71-EAE8-E81A-3099-CB7BA2F93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E9229-FFE1-D437-978E-6BAFC05B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2613D4-9B63-58BA-C3C3-36988E6F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E32A94-FC48-4956-9924-B15939D8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DCF5C-4312-472C-8ADD-FA649F1F69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352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7E5A3DF0-BE04-9389-E5D8-787AA75E7EC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15363" name="Rectangle 3">
              <a:extLst>
                <a:ext uri="{FF2B5EF4-FFF2-40B4-BE49-F238E27FC236}">
                  <a16:creationId xmlns:a16="http://schemas.microsoft.com/office/drawing/2014/main" id="{9AFE277F-3EC3-A768-2710-04BD353A0C9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64" name="Freeform 4">
              <a:extLst>
                <a:ext uri="{FF2B5EF4-FFF2-40B4-BE49-F238E27FC236}">
                  <a16:creationId xmlns:a16="http://schemas.microsoft.com/office/drawing/2014/main" id="{3FC5DE41-43A6-C910-BE60-C1D7A57469F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5" name="Freeform 5">
              <a:extLst>
                <a:ext uri="{FF2B5EF4-FFF2-40B4-BE49-F238E27FC236}">
                  <a16:creationId xmlns:a16="http://schemas.microsoft.com/office/drawing/2014/main" id="{AB1594AA-C631-0C0C-EBA3-06FC2E5C770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6" name="Freeform 6">
              <a:extLst>
                <a:ext uri="{FF2B5EF4-FFF2-40B4-BE49-F238E27FC236}">
                  <a16:creationId xmlns:a16="http://schemas.microsoft.com/office/drawing/2014/main" id="{C908AC10-11F5-601F-88B0-9B54E91A57CD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7" name="Freeform 7">
              <a:extLst>
                <a:ext uri="{FF2B5EF4-FFF2-40B4-BE49-F238E27FC236}">
                  <a16:creationId xmlns:a16="http://schemas.microsoft.com/office/drawing/2014/main" id="{F89E25AF-828B-94C1-6115-E809588A355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8" name="Freeform 8">
              <a:extLst>
                <a:ext uri="{FF2B5EF4-FFF2-40B4-BE49-F238E27FC236}">
                  <a16:creationId xmlns:a16="http://schemas.microsoft.com/office/drawing/2014/main" id="{08BF72EA-732B-8A15-44DA-AF1364A8E6D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9" name="Freeform 9">
              <a:extLst>
                <a:ext uri="{FF2B5EF4-FFF2-40B4-BE49-F238E27FC236}">
                  <a16:creationId xmlns:a16="http://schemas.microsoft.com/office/drawing/2014/main" id="{9F43F3C1-149C-A240-C02E-4E374BC4303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0" name="Freeform 10">
              <a:extLst>
                <a:ext uri="{FF2B5EF4-FFF2-40B4-BE49-F238E27FC236}">
                  <a16:creationId xmlns:a16="http://schemas.microsoft.com/office/drawing/2014/main" id="{35403A0B-C759-104A-6087-CF20510D62E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1" name="Freeform 11">
              <a:extLst>
                <a:ext uri="{FF2B5EF4-FFF2-40B4-BE49-F238E27FC236}">
                  <a16:creationId xmlns:a16="http://schemas.microsoft.com/office/drawing/2014/main" id="{A75F94D7-A44D-C6F8-AD28-F3AD83E02DA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771A0334-1105-3EEF-834A-B380EB64666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BF8F2CA8-DE1C-55A1-756C-CC77216D169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E8F90086-D4A0-D7CF-364F-50D7CBA31240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D4CD448D-BCA4-8029-9839-E76AA18EC5A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84D3097E-43BC-877C-A44E-C3763E6473E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CCEEB82E-18C4-9FA7-89A2-9EBE2212519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78" name="Rectangle 18">
            <a:extLst>
              <a:ext uri="{FF2B5EF4-FFF2-40B4-BE49-F238E27FC236}">
                <a16:creationId xmlns:a16="http://schemas.microsoft.com/office/drawing/2014/main" id="{85B9CF2C-A7AA-5E30-F167-6E8DC3F62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379" name="Rectangle 19">
            <a:extLst>
              <a:ext uri="{FF2B5EF4-FFF2-40B4-BE49-F238E27FC236}">
                <a16:creationId xmlns:a16="http://schemas.microsoft.com/office/drawing/2014/main" id="{5421B1FC-205B-DD4A-4B2C-C1D2E6471F2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5380" name="Rectangle 20">
            <a:extLst>
              <a:ext uri="{FF2B5EF4-FFF2-40B4-BE49-F238E27FC236}">
                <a16:creationId xmlns:a16="http://schemas.microsoft.com/office/drawing/2014/main" id="{0B8D6935-3C87-ECC0-588C-9B19BE4FE6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5381" name="Rectangle 21">
            <a:extLst>
              <a:ext uri="{FF2B5EF4-FFF2-40B4-BE49-F238E27FC236}">
                <a16:creationId xmlns:a16="http://schemas.microsoft.com/office/drawing/2014/main" id="{ABDB2BC0-AD7D-0E74-12EF-53BE8198CD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fld id="{FA6185C3-9AE6-41BF-A1DA-E97F465136C5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5382" name="Rectangle 22">
            <a:extLst>
              <a:ext uri="{FF2B5EF4-FFF2-40B4-BE49-F238E27FC236}">
                <a16:creationId xmlns:a16="http://schemas.microsoft.com/office/drawing/2014/main" id="{F4DD5BD7-B8FC-8059-D87E-7346856FB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5">
            <a:extLst>
              <a:ext uri="{FF2B5EF4-FFF2-40B4-BE49-F238E27FC236}">
                <a16:creationId xmlns:a16="http://schemas.microsoft.com/office/drawing/2014/main" id="{BDE0259C-1050-478B-D80D-61F33CBBE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438400"/>
            <a:ext cx="731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b="1">
                <a:latin typeface="Verdana" panose="020B0604030504040204" pitchFamily="34" charset="0"/>
              </a:rPr>
              <a:t>77 - </a:t>
            </a:r>
            <a:r>
              <a:rPr lang="en-US" altLang="pt-BR" sz="3200" b="1" i="1">
                <a:latin typeface="Verdana" panose="020B0604030504040204" pitchFamily="34" charset="0"/>
              </a:rPr>
              <a:t>GUARDA O CONTACTO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>
            <a:extLst>
              <a:ext uri="{FF2B5EF4-FFF2-40B4-BE49-F238E27FC236}">
                <a16:creationId xmlns:a16="http://schemas.microsoft.com/office/drawing/2014/main" id="{A82583C1-7585-826D-1703-3FA131BD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Queres, neste mundo,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ser um vencedor?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Queres tu cantar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nas lutas e na dor?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Queres ser alegre,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qual bom lutador?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com teu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0340E1B-C2C5-BABA-A491-D86784C3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E a nuvem do mal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não te cobrirá;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Pela senda alegre,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tu caminharás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Indo em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C08207B-D5D5-BF7F-DB30-6AC09002B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Neste mundo,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vivem muitos a penar,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Cujos corações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transbordam de pesar;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Dá-lhes a mensagem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de amor sem par;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Com Deus o contacto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deves tu guardar!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CCBEA31-D7B6-D5B3-402C-BD4C0A451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E a nuvem do mal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não te cobrirá;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Pela senda alegre,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tu caminharás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Indo em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783B268-312C-6C8F-E05C-B5E1558C7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Queres tu, com Deus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a comunhão obter?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Sua glória em ti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sempre permanecer?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Que o mundo possa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Cristo em ti ver!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co’o supremo 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7592862-9860-6314-C828-5806E21F6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E a nuvem do mal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não te cobrirá;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Pela senda alegre,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tu caminharás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Indo em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5C26DCC-0EF2-7DF4-E913-FC4ECE547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Deixa que o Espírito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implante em teu ser,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O amor de Cristo,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divinal prazer;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Queres, neste mundo,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todo o mal vencer?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e terás poder!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265C4A8-3068-0EA5-8D38-39BE47F1F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Guarda o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E a nuvem do mal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não te cobrirá;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Pela senda alegre,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tu caminharás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Indo em contacto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  <a:cs typeface="Tahoma" panose="020B0604030504040204" pitchFamily="34" charset="0"/>
              </a:rPr>
              <a:t>			com teu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balho em equipe">
  <a:themeElements>
    <a:clrScheme name="Trabalho em equipe 4">
      <a:dk1>
        <a:srgbClr val="006E6B"/>
      </a:dk1>
      <a:lt1>
        <a:srgbClr val="FFFFFF"/>
      </a:lt1>
      <a:dk2>
        <a:srgbClr val="006666"/>
      </a:dk2>
      <a:lt2>
        <a:srgbClr val="B9EFEE"/>
      </a:lt2>
      <a:accent1>
        <a:srgbClr val="33CCCC"/>
      </a:accent1>
      <a:accent2>
        <a:srgbClr val="6AB475"/>
      </a:accent2>
      <a:accent3>
        <a:srgbClr val="AAB8B8"/>
      </a:accent3>
      <a:accent4>
        <a:srgbClr val="DADADA"/>
      </a:accent4>
      <a:accent5>
        <a:srgbClr val="ADE2E2"/>
      </a:accent5>
      <a:accent6>
        <a:srgbClr val="5FA369"/>
      </a:accent6>
      <a:hlink>
        <a:srgbClr val="00FF99"/>
      </a:hlink>
      <a:folHlink>
        <a:srgbClr val="CCFF66"/>
      </a:folHlink>
    </a:clrScheme>
    <a:fontScheme name="Trabalho em equipe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rabalho em equipe 1">
        <a:dk1>
          <a:srgbClr val="000078"/>
        </a:dk1>
        <a:lt1>
          <a:srgbClr val="FFFFFF"/>
        </a:lt1>
        <a:dk2>
          <a:srgbClr val="000066"/>
        </a:dk2>
        <a:lt2>
          <a:srgbClr val="CCECFF"/>
        </a:lt2>
        <a:accent1>
          <a:srgbClr val="0099CC"/>
        </a:accent1>
        <a:accent2>
          <a:srgbClr val="008080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007373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2">
        <a:dk1>
          <a:srgbClr val="0000A6"/>
        </a:dk1>
        <a:lt1>
          <a:srgbClr val="FFFFFF"/>
        </a:lt1>
        <a:dk2>
          <a:srgbClr val="000099"/>
        </a:dk2>
        <a:lt2>
          <a:srgbClr val="CCFFFF"/>
        </a:lt2>
        <a:accent1>
          <a:srgbClr val="00CCFF"/>
        </a:accent1>
        <a:accent2>
          <a:srgbClr val="FFE701"/>
        </a:accent2>
        <a:accent3>
          <a:srgbClr val="AAAACA"/>
        </a:accent3>
        <a:accent4>
          <a:srgbClr val="DADADA"/>
        </a:accent4>
        <a:accent5>
          <a:srgbClr val="AAE2FF"/>
        </a:accent5>
        <a:accent6>
          <a:srgbClr val="E7D101"/>
        </a:accent6>
        <a:hlink>
          <a:srgbClr val="FFCC66"/>
        </a:hlink>
        <a:folHlink>
          <a:srgbClr val="00CA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3">
        <a:dk1>
          <a:srgbClr val="000000"/>
        </a:dk1>
        <a:lt1>
          <a:srgbClr val="E0EBF6"/>
        </a:lt1>
        <a:dk2>
          <a:srgbClr val="77A4AF"/>
        </a:dk2>
        <a:lt2>
          <a:srgbClr val="F3F7FB"/>
        </a:lt2>
        <a:accent1>
          <a:srgbClr val="B9C4D7"/>
        </a:accent1>
        <a:accent2>
          <a:srgbClr val="B1A1C5"/>
        </a:accent2>
        <a:accent3>
          <a:srgbClr val="EDF3FA"/>
        </a:accent3>
        <a:accent4>
          <a:srgbClr val="000000"/>
        </a:accent4>
        <a:accent5>
          <a:srgbClr val="D9DEE8"/>
        </a:accent5>
        <a:accent6>
          <a:srgbClr val="A091B2"/>
        </a:accent6>
        <a:hlink>
          <a:srgbClr val="3F2FB5"/>
        </a:hlink>
        <a:folHlink>
          <a:srgbClr val="3189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4">
        <a:dk1>
          <a:srgbClr val="006E6B"/>
        </a:dk1>
        <a:lt1>
          <a:srgbClr val="FFFFFF"/>
        </a:lt1>
        <a:dk2>
          <a:srgbClr val="006666"/>
        </a:dk2>
        <a:lt2>
          <a:srgbClr val="B9EFEE"/>
        </a:lt2>
        <a:accent1>
          <a:srgbClr val="33CCCC"/>
        </a:accent1>
        <a:accent2>
          <a:srgbClr val="6AB475"/>
        </a:accent2>
        <a:accent3>
          <a:srgbClr val="AAB8B8"/>
        </a:accent3>
        <a:accent4>
          <a:srgbClr val="DADADA"/>
        </a:accent4>
        <a:accent5>
          <a:srgbClr val="ADE2E2"/>
        </a:accent5>
        <a:accent6>
          <a:srgbClr val="5FA369"/>
        </a:accent6>
        <a:hlink>
          <a:srgbClr val="00FF99"/>
        </a:hlink>
        <a:folHlink>
          <a:srgbClr val="CC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5">
        <a:dk1>
          <a:srgbClr val="8ABA8D"/>
        </a:dk1>
        <a:lt1>
          <a:srgbClr val="FFFFFF"/>
        </a:lt1>
        <a:dk2>
          <a:srgbClr val="6FB56D"/>
        </a:dk2>
        <a:lt2>
          <a:srgbClr val="DCF1F4"/>
        </a:lt2>
        <a:accent1>
          <a:srgbClr val="2E7E2E"/>
        </a:accent1>
        <a:accent2>
          <a:srgbClr val="25735D"/>
        </a:accent2>
        <a:accent3>
          <a:srgbClr val="BBD7BA"/>
        </a:accent3>
        <a:accent4>
          <a:srgbClr val="DADADA"/>
        </a:accent4>
        <a:accent5>
          <a:srgbClr val="ADC0AD"/>
        </a:accent5>
        <a:accent6>
          <a:srgbClr val="206853"/>
        </a:accent6>
        <a:hlink>
          <a:srgbClr val="FFFF00"/>
        </a:hlink>
        <a:folHlink>
          <a:srgbClr val="FFF4B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6">
        <a:dk1>
          <a:srgbClr val="005400"/>
        </a:dk1>
        <a:lt1>
          <a:srgbClr val="FFFFFF"/>
        </a:lt1>
        <a:dk2>
          <a:srgbClr val="004800"/>
        </a:dk2>
        <a:lt2>
          <a:srgbClr val="D6D8C0"/>
        </a:lt2>
        <a:accent1>
          <a:srgbClr val="339933"/>
        </a:accent1>
        <a:accent2>
          <a:srgbClr val="7D8C70"/>
        </a:accent2>
        <a:accent3>
          <a:srgbClr val="AAB1AA"/>
        </a:accent3>
        <a:accent4>
          <a:srgbClr val="DADADA"/>
        </a:accent4>
        <a:accent5>
          <a:srgbClr val="ADCAAD"/>
        </a:accent5>
        <a:accent6>
          <a:srgbClr val="717E65"/>
        </a:accent6>
        <a:hlink>
          <a:srgbClr val="CCCC00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7">
        <a:dk1>
          <a:srgbClr val="000000"/>
        </a:dk1>
        <a:lt1>
          <a:srgbClr val="F5F0BD"/>
        </a:lt1>
        <a:dk2>
          <a:srgbClr val="BD9D69"/>
        </a:dk2>
        <a:lt2>
          <a:srgbClr val="FFFFCC"/>
        </a:lt2>
        <a:accent1>
          <a:srgbClr val="CDBB77"/>
        </a:accent1>
        <a:accent2>
          <a:srgbClr val="F8EBD0"/>
        </a:accent2>
        <a:accent3>
          <a:srgbClr val="F9F6DB"/>
        </a:accent3>
        <a:accent4>
          <a:srgbClr val="000000"/>
        </a:accent4>
        <a:accent5>
          <a:srgbClr val="E3DABD"/>
        </a:accent5>
        <a:accent6>
          <a:srgbClr val="E1D5BC"/>
        </a:accent6>
        <a:hlink>
          <a:srgbClr val="FF9900"/>
        </a:hlink>
        <a:folHlink>
          <a:srgbClr val="C64B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8">
        <a:dk1>
          <a:srgbClr val="000000"/>
        </a:dk1>
        <a:lt1>
          <a:srgbClr val="E2DDD4"/>
        </a:lt1>
        <a:dk2>
          <a:srgbClr val="000000"/>
        </a:dk2>
        <a:lt2>
          <a:srgbClr val="EFEBE3"/>
        </a:lt2>
        <a:accent1>
          <a:srgbClr val="F2F2F2"/>
        </a:accent1>
        <a:accent2>
          <a:srgbClr val="C4AD74"/>
        </a:accent2>
        <a:accent3>
          <a:srgbClr val="EEEBE6"/>
        </a:accent3>
        <a:accent4>
          <a:srgbClr val="000000"/>
        </a:accent4>
        <a:accent5>
          <a:srgbClr val="F7F7F7"/>
        </a:accent5>
        <a:accent6>
          <a:srgbClr val="B19C68"/>
        </a:accent6>
        <a:hlink>
          <a:srgbClr val="A46032"/>
        </a:hlink>
        <a:folHlink>
          <a:srgbClr val="8F8E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9">
        <a:dk1>
          <a:srgbClr val="8A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5831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4AD"/>
        </a:accent5>
        <a:accent6>
          <a:srgbClr val="B24B36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386</Words>
  <Application>Microsoft Office PowerPoint</Application>
  <PresentationFormat>Apresentação na tela (4:3)</PresentationFormat>
  <Paragraphs>10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Arial</vt:lpstr>
      <vt:lpstr>Garamond</vt:lpstr>
      <vt:lpstr>Times New Roman</vt:lpstr>
      <vt:lpstr>Wingdings</vt:lpstr>
      <vt:lpstr>Verdana</vt:lpstr>
      <vt:lpstr>Tahoma</vt:lpstr>
      <vt:lpstr>Papyrus</vt:lpstr>
      <vt:lpstr>Trabalho em equipe</vt:lpstr>
      <vt:lpstr>Apresentação do PowerPoint</vt:lpstr>
      <vt:lpstr>Queres, neste mundo,    ser um vencedor? Queres tu cantar    nas lutas e na dor? Queres ser alegre,    qual bom lutador? Guarda o contacto    com teu Salvador!</vt:lpstr>
      <vt:lpstr>Guarda o contacto     com teu Salvador, E a nuvem do mal     não te cobrirá;  Pela senda alegre,     tu caminharás Indo em contacto     com teu Salvador.</vt:lpstr>
      <vt:lpstr>Neste mundo,    vivem muitos a penar, Cujos corações   transbordam de pesar; Dá-lhes a mensagem   de amor sem par; Com Deus o contacto   deves tu guardar!</vt:lpstr>
      <vt:lpstr>Guarda o contacto     com teu Salvador, E a nuvem do mal     não te cobrirá;  Pela senda alegre,     tu caminharás Indo em contacto     com teu Salvador.</vt:lpstr>
      <vt:lpstr>Queres tu, com Deus   a comunhão obter? Sua glória em ti    sempre permanecer? Que o mundo possa    Cristo em ti ver! Guarda o contacto   co’o supremo ser</vt:lpstr>
      <vt:lpstr>Guarda o contacto     com teu Salvador, E a nuvem do mal     não te cobrirá;  Pela senda alegre,     tu caminharás Indo em contacto     com teu Salvador.</vt:lpstr>
      <vt:lpstr>Deixa que o Espírito   implante em teu ser, O amor de Cristo,    divinal prazer; Queres, neste mundo,   todo o mal vencer? Guarda o contacto   e terás poder!</vt:lpstr>
      <vt:lpstr>Guarda o contacto     com teu Salvador, E a nuvem do mal     não te cobrirá;  Pela senda alegre,     tu caminharás Indo em contacto     com teu Salvador.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Queres, neste mundo,     ser um vencedor? Queres tu cantar     nas lutas e na dor? Queres ser alegre,     qual bom lutador? Guarda o contacto     com teu Salvador!</dc:title>
  <dc:creator>Heliezer de Bem</dc:creator>
  <cp:lastModifiedBy>Emerson Souza</cp:lastModifiedBy>
  <cp:revision>4</cp:revision>
  <dcterms:created xsi:type="dcterms:W3CDTF">2005-01-13T23:34:03Z</dcterms:created>
  <dcterms:modified xsi:type="dcterms:W3CDTF">2026-05-02T21:43:13Z</dcterms:modified>
</cp:coreProperties>
</file>