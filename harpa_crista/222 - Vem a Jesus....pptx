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94C04-E075-67F4-2A2E-35FADA383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2F8EB9-ECE4-C042-C32E-F1700BE97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E6CD0C-6820-401C-0C6E-2B470633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110EFC-097D-E192-CF21-2727B2ED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E487AE-A8EF-9278-9791-69A48DF0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CBBCE6-7F8C-4B8C-8D5E-3280B70386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219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2091D-A7D8-1D95-FA54-8797EC80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29A232-F985-24BE-660E-438A578D4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47038D-56CE-6454-C670-7B479D9A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4C7DDC-C80B-D0EA-5A30-23949253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C057ED-F418-2E2E-CAD4-D2CF508E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3E818-33F1-42CD-A283-7B59C453AA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2254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7CD01-2010-8D4B-80B6-6A63F9568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EC9C04-1364-F044-E8CE-AF7896DD6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3EC90D-2167-5212-7F71-D4B0F711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5F3A0A-05B9-1B77-CEF6-E811E388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BB0BCB-6127-0BF0-FC6A-6ADE16FE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0FEA5A-4184-476F-99C9-B1DD7294B7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926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66C7B-1033-AB19-DA12-1B25A093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E79F65-E476-7249-009D-4BBB414B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B62A8F-CA8F-0A5C-8E66-86874854F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CBCF4C-5521-CD9F-2CC6-EDF2C7D2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6E5972-80E3-5981-C2FA-6D220F53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0C40C7-ACA1-32FF-88B3-181864F8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DE2DA8-ECD3-423D-AB83-BB4B623A40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979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11109-B335-8208-1024-CA44E844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23CD51-0881-C37A-8871-33BA729D8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9F3A78-447C-1236-49B4-11F74029F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C5F64D-1C12-1504-5A25-13D9FCA67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39A2E3-AA3B-5AD4-1E3B-4282D3817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E55464-BACF-9062-7199-3BDF56BC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03C35B8-941F-CF59-8034-99D17116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A4FAC2-5CF6-C0E6-6155-E90CC947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08D164-04BA-4CB5-97C3-924E8B81B1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854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13B94-4ABB-2CB0-3027-F920C29D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C083295-B936-1B47-DE89-919B09C7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F86B18-8989-A2C5-2F2E-1715A6921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0ED65A7-A85B-5A07-84DE-827ABB36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FF476-BF9D-43D1-97FC-5D2A569EA7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681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E061920-C283-B00B-CFF2-B09D38D3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3CDE4E-9123-D608-D25C-F309A5D9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964C55-5A93-F6A6-F2CC-72D60DFC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0D8D8-2ACF-4034-852C-C028481C30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675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42593-6D5D-F79B-F4D5-A743605DA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F6D3CA-1CF0-B6E0-EFA0-64A773387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66869C-C60A-313A-EA9F-88C2503F1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30EF0D-EB5E-D034-4AC0-07D0E567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A2222D-67F3-B506-9023-B8AD613E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D16822-C46D-D5ED-C01A-6977CBFB9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2266C1-45C0-4AC5-886C-F4D2EAABE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223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73C03-55C1-A55E-F625-8598EA8D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D7F2F4-B49E-0F0F-C83A-96BB0FCCC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DA21AE-CF10-9844-CAAC-35D6F5E70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4A300E-268F-3452-C182-85FF0DF4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511157-DA50-A50A-C408-75BE60FF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982E11-AD37-C16C-FD93-D543DDCF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638CD2-20B3-443E-A0FE-C4BC1F48DA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117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ED3AE-DB42-7983-6DB7-58E33708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216676-19A1-7A4D-C668-307973F8D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FBE5BC-1F76-CCC1-048A-E4DC3C8A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BF6CBF-81F0-7B69-6573-568CCC55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B7220-DAA3-7E63-B3C7-E551D491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D0084-7698-41B6-B357-B02B1A564E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4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4531C2-611D-779E-9ECB-58822476C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6EB6EB-4F7E-CF96-A332-CDD87A2BE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3F8B86-53E7-8F22-F3FD-F4C6CF01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86F49D-0123-AC17-2EA6-9C598FE1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5ED109-B130-24D4-BE54-BB80056E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6EF7E-8397-4DD1-9AED-04B42C7BA8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386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F29416-619A-5D21-1809-370E7635F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D65D1C-684C-C09F-0CD0-78FAB77E0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05C88D-01E5-AECD-6B51-DF218C7353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EB6AAA9-406F-EB7B-7639-2466FC7C88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03525F1-14AE-7584-862B-88849BE4052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8851C24-048F-49EE-8FA5-A87A6E15D9E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0356AE0-E873-01A6-9C05-F4A3C560B1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222</a:t>
            </a:r>
            <a:br>
              <a:rPr lang="en-US" altLang="pt-BR" sz="4000" b="1" i="1"/>
            </a:br>
            <a:r>
              <a:rPr lang="en-US" altLang="pt-BR" sz="4000" b="1" i="1"/>
              <a:t>VEM A JESUS, Ó PERDIDO!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617E1CD-11FD-B4B3-7F59-0A315DB77A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A9AE007-D429-EFE1-FE7A-C847341E5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Vem a Jesus; ó perdido, </a:t>
            </a:r>
            <a:br>
              <a:rPr lang="en-US" altLang="pt-BR" sz="4000" i="1"/>
            </a:br>
            <a:r>
              <a:rPr lang="en-US" altLang="pt-BR" sz="4000" i="1"/>
              <a:t>Vem a Jesus como estás; </a:t>
            </a:r>
            <a:br>
              <a:rPr lang="en-US" altLang="pt-BR" sz="4000" i="1"/>
            </a:br>
            <a:r>
              <a:rPr lang="en-US" altLang="pt-BR" sz="4000" i="1"/>
              <a:t>O sangue na cruz vertido, </a:t>
            </a:r>
            <a:br>
              <a:rPr lang="en-US" altLang="pt-BR" sz="4000" i="1"/>
            </a:br>
            <a:r>
              <a:rPr lang="en-US" altLang="pt-BR" sz="4000" i="1"/>
              <a:t>Dar-te-á graça e paz.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6118E6D-A9DD-D301-C60F-130A87FC7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 Jesus, sem demora;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Ó</a:t>
            </a:r>
            <a:r>
              <a:rPr lang="en-US" altLang="pt-BR" sz="4000" b="1" i="1"/>
              <a:t> crê no Filho de Deus!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te salva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 te guiar para o céu.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D01CE26-9050-9B06-79C9-2C656B6A9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Por que demoras ainda, </a:t>
            </a:r>
            <a:br>
              <a:rPr lang="en-US" altLang="pt-BR" sz="4000" i="1"/>
            </a:br>
            <a:r>
              <a:rPr lang="en-US" altLang="pt-BR" sz="4000" i="1"/>
              <a:t>Dar tua vida a Jesus? </a:t>
            </a:r>
            <a:br>
              <a:rPr lang="en-US" altLang="pt-BR" sz="4000" i="1"/>
            </a:br>
            <a:r>
              <a:rPr lang="en-US" altLang="pt-BR" sz="4000" i="1"/>
              <a:t>Eis quando tudo aqui finda, </a:t>
            </a:r>
            <a:br>
              <a:rPr lang="en-US" altLang="pt-BR" sz="4000" i="1"/>
            </a:br>
            <a:r>
              <a:rPr lang="en-US" altLang="pt-BR" sz="4000" i="1"/>
              <a:t>Qual há de ser tua luz?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1C0B9C8-83C9-5ED2-2773-62AB8AD0C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 Jesus, sem demora;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Ó</a:t>
            </a:r>
            <a:r>
              <a:rPr lang="en-US" altLang="pt-BR" sz="4000" b="1" i="1"/>
              <a:t> crê no Filho de Deus!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te salva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 te guiar para o céu.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CD0BC52-0DF7-8CE6-151F-C8362687B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 mundo quer enganar-te, </a:t>
            </a:r>
            <a:br>
              <a:rPr lang="en-US" altLang="pt-BR" sz="4000" i="1"/>
            </a:br>
            <a:r>
              <a:rPr lang="en-US" altLang="pt-BR" sz="4000" i="1"/>
              <a:t>Para a tua alma perder, </a:t>
            </a:r>
            <a:br>
              <a:rPr lang="en-US" altLang="pt-BR" sz="4000" i="1"/>
            </a:br>
            <a:r>
              <a:rPr lang="en-US" altLang="pt-BR" sz="4000" i="1"/>
              <a:t>Triste será a tua parte; </a:t>
            </a:r>
            <a:br>
              <a:rPr lang="en-US" altLang="pt-BR" sz="4000" i="1"/>
            </a:br>
            <a:r>
              <a:rPr lang="en-US" altLang="pt-BR" sz="4000" i="1"/>
              <a:t>Além t'espera o sofrer.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70BA534-170A-0AF2-C5B5-6B75A87DF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 Jesus, sem demora;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Ó</a:t>
            </a:r>
            <a:r>
              <a:rPr lang="en-US" altLang="pt-BR" sz="4000" b="1" i="1"/>
              <a:t> crê no Filho de Deus!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te salva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 te guiar para o céu.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C756840-1C4E-2E3F-F216-5BFFBA875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 As horas passam depressa, </a:t>
            </a:r>
            <a:br>
              <a:rPr lang="en-US" altLang="pt-BR" sz="4000" i="1"/>
            </a:br>
            <a:r>
              <a:rPr lang="en-US" altLang="pt-BR" sz="4000" i="1"/>
              <a:t>Nunca jamais as terás </a:t>
            </a:r>
            <a:br>
              <a:rPr lang="en-US" altLang="pt-BR" sz="4000" i="1"/>
            </a:br>
            <a:r>
              <a:rPr lang="en-US" altLang="pt-BR" sz="4000" i="1"/>
              <a:t>Quando a tua vida aqui cessa, </a:t>
            </a:r>
            <a:br>
              <a:rPr lang="en-US" altLang="pt-BR" sz="4000" i="1"/>
            </a:br>
            <a:r>
              <a:rPr lang="en-US" altLang="pt-BR" sz="4000" i="1"/>
              <a:t>Onde tua alma estará?  </a:t>
            </a:r>
            <a:endParaRPr lang="en-US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01003C2-97A2-2796-929D-D96F50659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 Jesus, sem demora;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Ó</a:t>
            </a:r>
            <a:r>
              <a:rPr lang="en-US" altLang="pt-BR" sz="4000" b="1" i="1"/>
              <a:t> crê no Filho de Deus!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te salva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 te guiar para o céu.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057CFEC-7432-4DBA-9AC6-46DE697AC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Portas abertas aos libertos </a:t>
            </a:r>
            <a:br>
              <a:rPr lang="en-US" altLang="pt-BR" sz="4000" i="1"/>
            </a:br>
            <a:r>
              <a:rPr lang="en-US" altLang="pt-BR" sz="4000" i="1"/>
              <a:t>No céu de luz sempre estão; </a:t>
            </a:r>
            <a:br>
              <a:rPr lang="en-US" altLang="pt-BR" sz="4000" i="1"/>
            </a:br>
            <a:r>
              <a:rPr lang="en-US" altLang="pt-BR" sz="4000" i="1"/>
              <a:t>Eis que os anjos assertos </a:t>
            </a:r>
            <a:br>
              <a:rPr lang="en-US" altLang="pt-BR" sz="4000" i="1"/>
            </a:br>
            <a:r>
              <a:rPr lang="en-US" altLang="pt-BR" sz="4000" i="1"/>
              <a:t>A ver tua entrada estarão!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DCCA0D8-25CC-5920-D0A2-F48D736F5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 Jesus, sem demora;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i="1"/>
              <a:t>Ó</a:t>
            </a:r>
            <a:r>
              <a:rPr lang="en-US" altLang="pt-BR" sz="4000" b="1" i="1"/>
              <a:t> crê no Filho de Deus!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te salva agora,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Quer te guiar para o céu.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222 VEM A JESUS, Ó PERDIDO! </vt:lpstr>
      <vt:lpstr>Vem a Jesus; ó perdido,  Vem a Jesus como estás;  O sangue na cruz vertido,  Dar-te-á graça e paz.  </vt:lpstr>
      <vt:lpstr>Vem a Jesus, sem demora;  Ó crê no Filho de Deus!  Ele te salva agora,  Quer te guiar para o céu. </vt:lpstr>
      <vt:lpstr>Por que demoras ainda,  Dar tua vida a Jesus?  Eis quando tudo aqui finda,  Qual há de ser tua luz? </vt:lpstr>
      <vt:lpstr>Vem a Jesus, sem demora;  Ó crê no Filho de Deus!  Ele te salva agora,  Quer te guiar para o céu. </vt:lpstr>
      <vt:lpstr>O mundo quer enganar-te,  Para a tua alma perder,  Triste será a tua parte;  Além t'espera o sofrer.</vt:lpstr>
      <vt:lpstr>Vem a Jesus, sem demora;  Ó crê no Filho de Deus!  Ele te salva agora,  Quer te guiar para o céu. </vt:lpstr>
      <vt:lpstr> As horas passam depressa,  Nunca jamais as terás  Quando a tua vida aqui cessa,  Onde tua alma estará?  </vt:lpstr>
      <vt:lpstr>Vem a Jesus, sem demora;  Ó crê no Filho de Deus!  Ele te salva agora,  Quer te guiar para o céu. </vt:lpstr>
      <vt:lpstr>Portas abertas aos libertos  No céu de luz sempre estão;  Eis que os anjos assertos  A ver tua entrada estarão!</vt:lpstr>
      <vt:lpstr>Vem a Jesus, sem demora;  Ó crê no Filho de Deus!  Ele te salva agora,  Quer te guiar para o céu.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222 VEM A JESUS, Ó PERDIDO! </dc:title>
  <dc:creator>Junior</dc:creator>
  <cp:lastModifiedBy>Emerson Souza</cp:lastModifiedBy>
  <cp:revision>1</cp:revision>
  <dcterms:created xsi:type="dcterms:W3CDTF">2005-12-23T22:27:33Z</dcterms:created>
  <dcterms:modified xsi:type="dcterms:W3CDTF">2026-05-02T21:55:25Z</dcterms:modified>
</cp:coreProperties>
</file>