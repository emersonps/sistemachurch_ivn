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42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721F3-E5BD-F1B9-E6F4-6FEEC0DED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F4D44E-17AA-3950-024E-3BAAA90E9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7E85F4-BD9C-1A21-40FA-A4E5F41A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071C0D-E7C8-A90C-E422-4290381EA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079AB9-8CC2-0BF6-081C-12DF209F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1A7F71-E43D-4E82-97FB-C21E667D559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7112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C5294-08C7-4D5E-0A89-85CB55F6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F496E7-271C-0F4C-B453-873B6172C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E05F81-5918-0D3B-254E-87DB460C6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3483BB-5925-EEE3-77E8-5A80C9D4B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C4ED59-EE2A-48D8-3087-B12DACDF1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E19EE8-1639-481D-9407-58C14DAE64A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91799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F6346-244E-6A39-92E8-054F37EC0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4D1DD8-9FFC-F8CD-95B1-B9E965397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110020-D4F9-39F9-8E00-855F41658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00FF5C-E1F3-DCC3-4A8F-44C706AA4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906D1F-09BB-62DA-DBA3-73B3201B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8BCA22-BACC-4096-9969-DC86F101FFE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17712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0E22C-5C4D-5109-2EDF-613673862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B219A0-BE61-6843-26B8-CBE1957074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3F70ED-76BD-518C-DB40-75E79843A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ED00B9-1374-CDDE-B23C-FFEA891BD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A920C8-4C57-5562-5323-81ECB896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350979-356B-FF79-53F3-103CB8A7B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20F8A7-8D9F-4B20-8284-297E8A9AFDF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07486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CA255-CBCC-4509-A610-676AFF80C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FFBDC9-C8C3-CD9C-D6F4-BC6DA367D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FEE6EA-8FA9-F888-8015-FC260C9CE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9F0D19C-98D0-1C57-B673-34E6A9284A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F41F06-CB0C-8314-6F9B-F2BC4C801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D03465F-286D-ACD9-D277-2A8D57096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0D17739-2D1C-F860-3380-DB75B1F09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DE54EB3-E2A6-8DFA-7E2D-709E83A0A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B0A94D-4165-4688-A230-9C6562503AA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26341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BC97B3-3F75-EC09-7DA3-FA1F5254B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518C6D3-17A1-FC08-DE10-B7A438CCB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0F23453-AB10-68F4-15B4-CE1618A85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21A08B7-29F4-0E9F-A38F-BCD629637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737E74-865A-4606-A617-B780B337083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0595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92CAF7A-F20E-FD14-CE97-2A7A10BDF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2FB744-1D70-740C-F274-96D3FF86D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CCBA96-4746-467A-5D01-59A82ABF1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856AFE-B3FF-4BB3-AE63-05F1A3E6DD4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70137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CE32F-4C62-6619-D883-2B98E246C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2FF166-23A7-A0C2-40DA-F21F6DEF5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457E655-A265-8ABD-5033-D14461151A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B4E502-4417-50FF-A292-CAA6DF72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65A2D8-BF92-CF58-701A-ED12F01FA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6BAEFA-AD78-424F-0D13-0C8180F80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82D7DC-DA05-42B7-830D-7E20FD17F76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34484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4D24A-E77C-EB8F-9DAC-912BB0DDB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3E17F54-A0AF-09C1-517B-E0586FED11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4319ACD-FC53-DF66-EA14-E79A64B70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26C471-8D1D-1F8E-6348-501ACA758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C4B408-4043-8099-BBEA-FDC8DCEB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064957-C5AE-7E7E-F98B-D6B5CFE2D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2AC2C6-CD65-4C9F-9AD8-495D2EE2413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55374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6CE34-C4A0-1199-23ED-48A275362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E6C8C5-E1F4-C1A6-0F80-0E52602EC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060786-1551-028F-525B-D4DBC86CF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39AAAA-3244-E140-E431-61A399EC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F968AB-46E6-6467-2CAD-4C735C6CC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FC49AF-6B08-4922-943F-2BACE9FFA70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48041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91E5F2-CB6D-0E54-7512-0424CF8BCB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4E0B97-1986-9166-6BD4-3368F031A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158ED9-3CE5-6077-789A-9BFD499C1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F6A776-AE01-5206-715B-C9CA0E120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4BF4D3-7800-6D55-F489-4065A4343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204C6F-B63E-47C9-9368-B74487E93CC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2045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9DA571E-8999-CCC6-E19C-C5FB3D16BD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E07C075-BCCF-65A3-A3EF-018EE5F8B1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3D5BF69-FE46-D9D0-619E-7A8ABB7BDD8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pt-BR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43AF067-FD29-005F-C6DB-1AF5ED77BFD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pt-BR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16D172F-D440-01B9-940C-3107E15E9D2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D188FAE-5507-4CCD-A432-11DC7EF02EEB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BF83032-583B-BF53-79F9-4185E56D93F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773238"/>
            <a:ext cx="9144000" cy="2232025"/>
          </a:xfrm>
        </p:spPr>
        <p:txBody>
          <a:bodyPr anchor="ctr"/>
          <a:lstStyle/>
          <a:p>
            <a:r>
              <a:rPr lang="pt-BR" altLang="pt-BR" sz="4400"/>
              <a:t>85</a:t>
            </a:r>
            <a:br>
              <a:rPr lang="pt-BR" altLang="pt-BR" sz="4400"/>
            </a:br>
            <a:r>
              <a:rPr lang="pt-BR" altLang="pt-BR" sz="4400"/>
              <a:t>DEIXAI ENTRAR O ESPÍRITO SANTO DE DEUS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BF9EACC1-3106-0427-BAD4-0FB37E737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3600"/>
              <a:t>Do Santo Espírito, está escrito</a:t>
            </a:r>
            <a:br>
              <a:rPr lang="pt-BR" altLang="pt-BR" sz="3600"/>
            </a:br>
            <a:r>
              <a:rPr lang="pt-BR" altLang="pt-BR" sz="3600"/>
              <a:t>Que sois o templo, sim, templo de Deus;</a:t>
            </a:r>
            <a:br>
              <a:rPr lang="pt-BR" altLang="pt-BR" sz="3600"/>
            </a:br>
            <a:r>
              <a:rPr lang="pt-BR" altLang="pt-BR" sz="3600"/>
              <a:t>Já recebestes, depois que crestes.</a:t>
            </a:r>
            <a:br>
              <a:rPr lang="pt-BR" altLang="pt-BR" sz="3600"/>
            </a:br>
            <a:r>
              <a:rPr lang="pt-BR" altLang="pt-BR" sz="3600"/>
              <a:t>Ó dom glorioso descido do céu?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1FEE4E4-A5E5-769C-C2B1-9858CEA7E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Deixai entrar, para morar</a:t>
            </a:r>
            <a:br>
              <a:rPr lang="pt-BR" altLang="pt-BR"/>
            </a:br>
            <a:r>
              <a:rPr lang="pt-BR" altLang="pt-BR"/>
              <a:t>O Espírito de Deus</a:t>
            </a:r>
            <a:br>
              <a:rPr lang="pt-BR" altLang="pt-BR"/>
            </a:br>
            <a:r>
              <a:rPr lang="pt-BR" altLang="pt-BR"/>
              <a:t>Dom prometido, já concedido</a:t>
            </a:r>
            <a:br>
              <a:rPr lang="pt-BR" altLang="pt-BR"/>
            </a:br>
            <a:r>
              <a:rPr lang="pt-BR" altLang="pt-BR"/>
              <a:t>Bendito dom dos altos céus!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AE34D3F-A4F1-22D9-53D5-E908F63E30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4000"/>
              <a:t>O que vos salva, também vos lava</a:t>
            </a:r>
            <a:br>
              <a:rPr lang="pt-BR" altLang="pt-BR" sz="4000"/>
            </a:br>
            <a:r>
              <a:rPr lang="pt-BR" altLang="pt-BR" sz="4000"/>
              <a:t>P´ra vossa alma de manchas limpar;</a:t>
            </a:r>
            <a:br>
              <a:rPr lang="pt-BR" altLang="pt-BR" sz="4000"/>
            </a:br>
            <a:r>
              <a:rPr lang="pt-BR" altLang="pt-BR" sz="4000"/>
              <a:t>Purificados de vis pecados.</a:t>
            </a:r>
            <a:br>
              <a:rPr lang="pt-BR" altLang="pt-BR" sz="4000"/>
            </a:br>
            <a:r>
              <a:rPr lang="pt-BR" altLang="pt-BR" sz="4000"/>
              <a:t>O Santo Espírito já pode entrar.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A8891F3-F7CE-4E3E-08C7-9A559C040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Deixai entrar, para morar</a:t>
            </a:r>
            <a:br>
              <a:rPr lang="pt-BR" altLang="pt-BR"/>
            </a:br>
            <a:r>
              <a:rPr lang="pt-BR" altLang="pt-BR"/>
              <a:t>O Espírito de Deus</a:t>
            </a:r>
            <a:br>
              <a:rPr lang="pt-BR" altLang="pt-BR"/>
            </a:br>
            <a:r>
              <a:rPr lang="pt-BR" altLang="pt-BR"/>
              <a:t>Dom prometido, já concedido</a:t>
            </a:r>
            <a:br>
              <a:rPr lang="pt-BR" altLang="pt-BR"/>
            </a:br>
            <a:r>
              <a:rPr lang="pt-BR" altLang="pt-BR"/>
              <a:t>Bendito dom dos altos céus!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6A08059-8D71-8CB2-753D-94F0A9DA2F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 sz="4000"/>
              <a:t>Ó peregrinos, vede o destino,</a:t>
            </a:r>
            <a:br>
              <a:rPr lang="pt-BR" altLang="pt-BR" sz="4000"/>
            </a:br>
            <a:r>
              <a:rPr lang="pt-BR" altLang="pt-BR" sz="4000"/>
              <a:t>Entrai na terra de leite e mel</a:t>
            </a:r>
            <a:br>
              <a:rPr lang="pt-BR" altLang="pt-BR" sz="4000"/>
            </a:br>
            <a:r>
              <a:rPr lang="pt-BR" altLang="pt-BR" sz="4000"/>
              <a:t>Santificados, por Deus chamados</a:t>
            </a:r>
            <a:br>
              <a:rPr lang="pt-BR" altLang="pt-BR" sz="4000"/>
            </a:br>
            <a:r>
              <a:rPr lang="pt-BR" altLang="pt-BR" sz="4000"/>
              <a:t>Sereis guiados, por guia fiel.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6999CED-A048-A817-23BB-9E9546D8FD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Deixai entrar, para morar</a:t>
            </a:r>
            <a:br>
              <a:rPr lang="pt-BR" altLang="pt-BR"/>
            </a:br>
            <a:r>
              <a:rPr lang="pt-BR" altLang="pt-BR"/>
              <a:t>O Espírito de Deus</a:t>
            </a:r>
            <a:br>
              <a:rPr lang="pt-BR" altLang="pt-BR"/>
            </a:br>
            <a:r>
              <a:rPr lang="pt-BR" altLang="pt-BR"/>
              <a:t>Dom prometido, já concedido</a:t>
            </a:r>
            <a:br>
              <a:rPr lang="pt-BR" altLang="pt-BR"/>
            </a:br>
            <a:r>
              <a:rPr lang="pt-BR" altLang="pt-BR"/>
              <a:t>Bendito dom dos altos céus!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173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85 DEIXAI ENTRAR O ESPÍRITO SANTO DE DEUS</vt:lpstr>
      <vt:lpstr>Do Santo Espírito, está escrito Que sois o templo, sim, templo de Deus; Já recebestes, depois que crestes. Ó dom glorioso descido do céu?</vt:lpstr>
      <vt:lpstr>Deixai entrar, para morar O Espírito de Deus Dom prometido, já concedido Bendito dom dos altos céus!</vt:lpstr>
      <vt:lpstr>O que vos salva, também vos lava P´ra vossa alma de manchas limpar; Purificados de vis pecados. O Santo Espírito já pode entrar.</vt:lpstr>
      <vt:lpstr>Deixai entrar, para morar O Espírito de Deus Dom prometido, já concedido Bendito dom dos altos céus!</vt:lpstr>
      <vt:lpstr>Ó peregrinos, vede o destino, Entrai na terra de leite e mel Santificados, por Deus chamados Sereis guiados, por guia fiel.</vt:lpstr>
      <vt:lpstr>Deixai entrar, para morar O Espírito de Deus Dom prometido, já concedido Bendito dom dos altos céus!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85</dc:title>
  <dc:creator>User041</dc:creator>
  <cp:lastModifiedBy>Emerson Souza</cp:lastModifiedBy>
  <cp:revision>3</cp:revision>
  <dcterms:created xsi:type="dcterms:W3CDTF">2006-06-18T23:25:42Z</dcterms:created>
  <dcterms:modified xsi:type="dcterms:W3CDTF">2026-05-02T21:43:54Z</dcterms:modified>
</cp:coreProperties>
</file>