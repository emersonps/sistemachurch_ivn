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EF88-EABF-2290-62D9-76D46A8CAF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2000445-8A19-4A73-69AB-81DD182EC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F8310F6-6C62-AFCC-8F1F-5AD484941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A2DB241-4682-07C6-B10D-72FD2A345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0E2B65-C78D-7B0B-B130-04E2F4A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B18EF-3A0F-4135-8969-A422CDB973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0401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1D86D-4597-C9E8-C0D4-F4B2CD07F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273691-8DDA-BE8D-BAF7-C753A9FBE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97ABC12-D540-F6A0-ECC1-D4D4A00EE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50D8FB2-DF34-2722-D8F1-E98B60574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5A9984-CFDC-EED1-135C-D5A965174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30BC89-6642-4F16-9A3B-EC971A5C9FF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01410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3CA31-0B22-38BC-485B-115E0D9E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102386F-E1A4-C138-3672-9359875C8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C5EEA5-EF41-50CB-6FB4-F0ACB8E02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6A5263-D4FE-8624-4D3D-C108BA0BA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CA3153-67C5-D7FF-6086-B9009A6F3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255624-1223-467E-B129-566E49CCF0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080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14E189-8730-AB1C-874B-248309BD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984E2E-F86E-BDF8-0114-E63B57F97A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46F630-D118-BE8D-2B0C-4D5B216EE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CB31BC8-774D-B5E2-E8EF-6252FBAA8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BCA5B9-29C3-83C0-A424-742B75219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61946C-61D9-86EB-7F08-1F03E521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905D95-034D-49D9-8B45-E49F62EA96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639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FB8715-833D-363D-5CDB-97FF2E6CC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E641C5-0858-C127-B635-A8F4DAABE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BD6534-E6A7-4480-A3DA-3EAAAEF8B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10BAD91-B248-01D0-FFC7-E73DF78746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C30E31-7B87-DBD1-4EC4-96EF3C9971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7460B0-EEAD-95B7-3151-7933F8135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4D53415-D9D9-F9C4-C2F3-17BBCE036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FF11B91-85B7-8309-DD7D-2620CD6A8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1C899D-228D-4F47-A29F-9730DA1AF2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8128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D9ECE-ABE8-43BB-D3B5-91BD18AEF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6E0D70-0814-B77A-D2A4-C67D8329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4EE3E6-7423-3AA9-87CF-0E40E2B97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B68AF1-A1DB-C80F-AD52-5D1361D7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5B6833-40D5-4AED-914E-919F243138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34553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1880FF-A502-BBB9-A499-053D6B214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1B909B1-4826-26C7-3833-638772120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9DE0D1E-B538-73AE-5972-58F51C85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BC7B96-37AC-42E7-B1BB-02BB6B3634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6463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1F43F5-F7EA-FD53-FE0F-9BC83663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535116-CFEF-1AB6-A12B-25EB0973B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B55E187-CE98-11DA-3A30-369756384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963C4C-09EE-8A0A-7E71-BB794E7A6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92006B-57CD-D27E-5E7F-D5A2F4E4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3476980-D273-476A-827F-F7F64B64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9233F4-AC46-4A42-81E8-44B12E613AC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70235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132A4-8776-0507-9794-84E476BD2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543DFB1-5DB8-AD25-2753-8D614DF0C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7E388CC-9306-02C7-0CC4-E88B8969A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6E0D7F-7157-F1AD-D4B5-1DF4A83C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2CC75C4-38E6-7034-94BA-925348B7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E4C054-B7A0-54C8-2876-E31D6B11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1C95CA-76B2-4788-A15C-ABDA1F58D45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11838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BFD04-C4C2-AEC3-B146-9B7F4D40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28508D2-E55F-5094-608B-BC894961D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9DE930-C305-8DD6-2B35-D1AD32530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E1A413-9CCB-77A5-F0A2-C5B9BE147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FF658B-8B9A-DDFD-C8FF-4A1CA773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B30E1B-43CE-4221-A8DA-8C46556EE8A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1089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71A76E-5EC6-00AB-6946-34E7C44EE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9F4E119-B382-41B8-3C0F-21FC87CAB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024FC0-9DB3-F5BA-4ED2-1A88939B5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1C0AFF-BCAF-EF55-B0B6-01060AE8F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452B09-4068-AC7A-EDB9-CC20E9469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7F9AA-59C7-4109-990C-FBF3E190D4D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6024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D94A1C0-2898-FAD8-72F8-39AF24B0F5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0EB3F4-AE52-DA77-0481-9E44C299B0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5AA141E-BBCE-CEB1-F328-A3E2730CA9E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FFA16CF-E256-22F5-389D-DF1F6E31CE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0FDC319-9BDF-6824-BDF1-E8F95742B0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1DE3F7F-3782-4726-B2E2-7FB396C35E3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7292D80-F7D3-05C4-CB70-8847329F3B1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3600"/>
            <a:ext cx="9144000" cy="1470025"/>
          </a:xfrm>
        </p:spPr>
        <p:txBody>
          <a:bodyPr anchor="ctr"/>
          <a:lstStyle/>
          <a:p>
            <a:r>
              <a:rPr lang="en-US" altLang="pt-BR" sz="4000" b="1"/>
              <a:t>624 – Anseio um Lugar de Amor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D79CAE6-6B89-5324-4A64-7E848D42CD4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DD73EDA8-A09F-66DF-8572-CD8C3C377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Anseio a paz, um lugar de amor!</a:t>
            </a:r>
            <a:br>
              <a:rPr lang="en-US" altLang="pt-BR" sz="4000" i="1"/>
            </a:br>
            <a:r>
              <a:rPr lang="en-US" altLang="pt-BR" sz="4000" i="1"/>
              <a:t>Saudoso estou deste lar feliz;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Subir em vestes de fulgor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sempiterno, bom pais.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BCA74A8-C34F-825B-7AD1-D9356196A0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Jamais virão os pecados vis </a:t>
            </a:r>
            <a:br>
              <a:rPr lang="en-US" altLang="pt-BR" sz="4000" i="1"/>
            </a:br>
            <a:r>
              <a:rPr lang="en-US" altLang="pt-BR" sz="4000" i="1"/>
              <a:t>A penetrar nos portais de luz;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Será no centro do pais </a:t>
            </a:r>
            <a:br>
              <a:rPr lang="en-US" altLang="pt-BR" sz="4000" i="1"/>
            </a:br>
            <a:r>
              <a:rPr lang="en-US" altLang="pt-BR" sz="4000" i="1"/>
              <a:t>O trono eterno de Jesus.</a:t>
            </a:r>
            <a:r>
              <a:rPr lang="en-US" altLang="pt-BR" sz="4000"/>
              <a:t> </a:t>
            </a:r>
            <a:r>
              <a:rPr lang="en-US" altLang="pt-BR" sz="4000" i="1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662FB1-1A99-C6B9-E13A-340A85DF4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Ali fruir infindáveis paz,</a:t>
            </a:r>
            <a:br>
              <a:rPr lang="en-US" altLang="pt-BR" sz="4000"/>
            </a:br>
            <a:r>
              <a:rPr lang="en-US" altLang="pt-BR" sz="4000" i="1"/>
              <a:t>Ali viver são os sonhos meus;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o doce enlevo que me traz,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Real se torne, queira Deus!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624 – Anseio um Lugar de Amor </vt:lpstr>
      <vt:lpstr>Anseio a paz, um lugar de amor! Saudoso estou deste lar feliz;  Subir em vestes de fulgor  Ao sempiterno, bom pais.  </vt:lpstr>
      <vt:lpstr>Jamais virão os pecados vis  A penetrar nos portais de luz;  Será no centro do pais  O trono eterno de Jesus.  </vt:lpstr>
      <vt:lpstr>Ali fruir infindáveis paz, Ali viver são os sonhos meus;  E o doce enlevo que me traz,  Real se torne, queira Deus!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624 – Anseio um Lugar de Amor </dc:title>
  <dc:creator>Junior</dc:creator>
  <cp:lastModifiedBy>Emerson Souza</cp:lastModifiedBy>
  <cp:revision>1</cp:revision>
  <dcterms:created xsi:type="dcterms:W3CDTF">2005-12-27T18:42:48Z</dcterms:created>
  <dcterms:modified xsi:type="dcterms:W3CDTF">2026-05-02T22:29:38Z</dcterms:modified>
</cp:coreProperties>
</file>