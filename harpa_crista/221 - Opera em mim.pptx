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09AC8-F871-C405-0155-CD41DC764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C3BF81-8519-408C-6D01-5EEDD9AE9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C1A425-8EEE-3887-00B7-D2B193E2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A19677-C998-06C7-1A29-934B498A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4C0F57-751D-845F-DEA7-1FA6B142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6DD1C8-F85E-4E24-8B7F-98F27D5607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490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6D268-8466-EC03-B630-0362E5ED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ECD73D-FFE2-DACE-5321-A672A6D72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8D2D03-443F-927D-07B3-3B93FA44C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77661B-95E9-63CF-D936-6A89291C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FB5C97-1FD2-598D-91E2-27B0B294E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D27D0-EF34-4F73-8021-0D4D8E9480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8777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71481-AE48-29FC-FDA2-4B0C93756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7FDAB-79F5-A153-B4C9-AF1BA062D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7EA511-AA5C-6D57-E940-3A2F7656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6CB3A-A7B5-F93E-9551-53832A70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6F8F5F-F153-EA17-C557-3974DD94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BBB621-B297-42EA-8652-18C23CE816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75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C4BFF-F296-89FA-345A-8EC2F9D4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7CEB41-E86F-44C8-3255-2E9499A576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F9B78A-FC27-F541-5009-0D9D537D6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FC0C8-24C9-E907-955C-03E857F2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1AAD88-B1D9-9D6B-3713-F66904F24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E81D6C-8190-F0D4-742D-3EAB7ADC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066343-FC5F-490F-8BD8-982CD59078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0720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046CF-90C9-FB91-85E2-0EF00797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A9FC1BD-A41E-CBC7-2715-57ED863EC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37A6F4-C931-B3B8-790C-3BC141C4F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622F471-A283-5619-23CE-14FE5E0E8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CF3936-6C52-6968-8B4E-7B50A7B54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9100F7-9EE2-2A40-CDC7-DEEB7DA6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570245A-78C2-59F1-CDD0-570B91C7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E153C1-B48D-DA2D-59B1-D5394C13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E3E14-3E9E-4760-BD79-E7CF6D559E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087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CF68A-6A58-5DFB-A344-88435924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5FBC4A-AC9F-8565-11BB-C9E659A74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1B84C5-114C-0627-BBF8-D45DE28E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C2B217-217F-F3EF-F703-18A34E26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78964-DAAF-4075-B33D-1CDB91458A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199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19D7C5-0AC2-7723-246D-65AB7537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DD968D-BB74-A4D1-30CD-A6DF930C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C1AF4A-8FF6-3972-ABC5-422F0B8D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EED45-2B14-4C65-91B2-91C4098DEF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700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0E055-295E-FF12-37B9-99F7A6569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326F0C-4D38-A335-752D-924D73F76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0895F3-BC78-0DA3-E6EA-03593AC78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F665CC-D54E-1941-6D48-BD6BB631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DDAEFF-1A7C-2E1F-BF3A-48DDED8F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F75FCB-EFF9-C859-F1E1-CDAFD637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E16B03-281C-4E6C-AB50-B42D666FE0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004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8A70F-E3F7-0511-301C-49B6B6AB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FB1B66C-C6B1-3C63-420A-05B9BC8AD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37EBA9-52DB-72A2-BAF6-955AFB907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5A415E-CD5B-546C-65B0-8ED4F604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B0311B-A2A5-2F6F-0C5A-ADE916343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63C7E3-201F-B945-B400-0551699C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0FE18-2426-4A4F-B112-A6A27AFD5D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919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6B0FB-BBB9-8AFA-223A-5269B9B7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525D8D-F9C9-A5AB-9668-5BE65D421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0F9B3E-3328-1BF3-9ADD-52DEFFF3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6EA85B-0D72-A1A8-3214-FBC8014A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EB7D1A-5BA4-37F0-4957-D74639F9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A2F92E-CBE0-45D4-B2DC-4D9B7790A7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7198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C3138A-42E9-1ADE-EB2A-83059E488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54F892-57A8-2700-0D3A-EBF50187B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95AA0A-2B74-276A-9A0F-7557AB0B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589B6D-2F0E-BDDB-0956-3DE3309C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FF5B15-8F56-385F-63E0-75C0BC6F3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72FC30-E324-4860-BDD2-8271411896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854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B5B92F4-D945-2B1C-B8AE-D06796C37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0D63C5C-EC70-933B-DF5F-B6E97CB621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341E3BC-206E-6E98-1ACF-0C1BD3900A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61A30ED-D28B-F3EE-D856-1D3BFE92E8E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D3786F1-9BEE-8B5C-A885-CA4E7A1EFA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BB8481-D024-4851-A787-54FF1B7D518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21775D8-7011-6497-05FA-F64A7670A5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221</a:t>
            </a:r>
            <a:br>
              <a:rPr lang="en-US" altLang="pt-BR" sz="4000" b="1"/>
            </a:br>
            <a:r>
              <a:rPr lang="en-US" altLang="pt-BR" sz="4000" b="1"/>
              <a:t>OPERA EM MIM!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44D5772-ECAC-17EA-BED8-4564DA49E2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1D26E2A-1FFC-53BF-854A-41DA25FD9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Eis-me a Teus pés, </a:t>
            </a:r>
            <a:br>
              <a:rPr lang="en-US" altLang="pt-BR" sz="4000" i="1"/>
            </a:br>
            <a:r>
              <a:rPr lang="en-US" altLang="pt-BR" sz="4000" i="1"/>
              <a:t>Senhor, opera em mim! </a:t>
            </a:r>
            <a:br>
              <a:rPr lang="en-US" altLang="pt-BR" sz="4000" i="1"/>
            </a:br>
            <a:r>
              <a:rPr lang="en-US" altLang="pt-BR" sz="4000" i="1"/>
              <a:t>Espero mais vigor, opera em mim! </a:t>
            </a:r>
            <a:br>
              <a:rPr lang="en-US" altLang="pt-BR" sz="4000" i="1"/>
            </a:br>
            <a:r>
              <a:rPr lang="en-US" altLang="pt-BR" sz="4000" i="1"/>
              <a:t>Eu gozo vou fruir, se Tua lei cumprir: </a:t>
            </a:r>
            <a:br>
              <a:rPr lang="en-US" altLang="pt-BR" sz="4000" i="1"/>
            </a:br>
            <a:r>
              <a:rPr lang="en-US" altLang="pt-BR" sz="4000" i="1"/>
              <a:t>O dá-me Teu amor: opera em mim!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BE48AD-D870-48C0-2C23-AA629A90A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 Sedento, com ardor, opera em mim! Te peço mais amor, opera em mim! </a:t>
            </a:r>
            <a:br>
              <a:rPr lang="en-US" altLang="pt-BR" sz="3800" i="1"/>
            </a:br>
            <a:r>
              <a:rPr lang="en-US" altLang="pt-BR" sz="3800" i="1"/>
              <a:t>Tu só me podes dar a perfeição sem par, </a:t>
            </a:r>
            <a:br>
              <a:rPr lang="en-US" altLang="pt-BR" sz="3800" i="1"/>
            </a:br>
            <a:r>
              <a:rPr lang="en-US" altLang="pt-BR" sz="3800" i="1"/>
              <a:t>O bom Consolador: opera em mim!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3D1B2E1-6C57-9DED-383F-C8FD760FF1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Ó meu Senhor Jesus, opera em mim! Por Tua santa luz, opera em mim! Revela-me o valor da morte do Senhor, Por mim, na dura cruz; opera em mim!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69DC2C4-3CEC-2A96-B820-E92AD7A55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br>
              <a:rPr lang="en-US" altLang="pt-BR" sz="3800" i="1"/>
            </a:br>
            <a:r>
              <a:rPr lang="en-US" altLang="pt-BR" sz="3800" i="1"/>
              <a:t> Não tardes mais. Senhor, opera em mim! </a:t>
            </a:r>
            <a:br>
              <a:rPr lang="en-US" altLang="pt-BR" sz="3800" i="1"/>
            </a:br>
            <a:r>
              <a:rPr lang="en-US" altLang="pt-BR" sz="3800" i="1"/>
              <a:t>Escuta o meu clamor, opera em mim! </a:t>
            </a:r>
            <a:br>
              <a:rPr lang="en-US" altLang="pt-BR" sz="3800" i="1"/>
            </a:br>
            <a:r>
              <a:rPr lang="en-US" altLang="pt-BR" sz="3800" i="1"/>
              <a:t>No sangue de Jesus, vertido lá na cruz, Me guarda por favor, </a:t>
            </a:r>
            <a:br>
              <a:rPr lang="en-US" altLang="pt-BR" sz="3800" i="1"/>
            </a:br>
            <a:r>
              <a:rPr lang="en-US" altLang="pt-BR" sz="3800" i="1"/>
              <a:t>Opera em mim! Deus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221 OPERA EM MIM! </vt:lpstr>
      <vt:lpstr>Eis-me a Teus pés,  Senhor, opera em mim!  Espero mais vigor, opera em mim!  Eu gozo vou fruir, se Tua lei cumprir:  O dá-me Teu amor: opera em mim!  </vt:lpstr>
      <vt:lpstr> Sedento, com ardor, opera em mim! Te peço mais amor, opera em mim!  Tu só me podes dar a perfeição sem par,  O bom Consolador: opera em mim! </vt:lpstr>
      <vt:lpstr>Ó meu Senhor Jesus, opera em mim! Por Tua santa luz, opera em mim! Revela-me o valor da morte do Senhor, Por mim, na dura cruz; opera em mim!  </vt:lpstr>
      <vt:lpstr>  Não tardes mais. Senhor, opera em mim!  Escuta o meu clamor, opera em mim!  No sangue de Jesus, vertido lá na cruz, Me guarda por favor,  Opera em mim! Deus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221 OPERA EM MIM! </dc:title>
  <dc:creator>Junior</dc:creator>
  <cp:lastModifiedBy>Emerson Souza</cp:lastModifiedBy>
  <cp:revision>1</cp:revision>
  <dcterms:created xsi:type="dcterms:W3CDTF">2005-12-23T22:23:58Z</dcterms:created>
  <dcterms:modified xsi:type="dcterms:W3CDTF">2026-05-02T21:55:20Z</dcterms:modified>
</cp:coreProperties>
</file>