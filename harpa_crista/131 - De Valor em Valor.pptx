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>
            <a:extLst>
              <a:ext uri="{FF2B5EF4-FFF2-40B4-BE49-F238E27FC236}">
                <a16:creationId xmlns:a16="http://schemas.microsoft.com/office/drawing/2014/main" id="{B2C69553-0B8B-5A1E-1749-0B32C793F6E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11267" name="Rectangle 3">
              <a:extLst>
                <a:ext uri="{FF2B5EF4-FFF2-40B4-BE49-F238E27FC236}">
                  <a16:creationId xmlns:a16="http://schemas.microsoft.com/office/drawing/2014/main" id="{6A98B34E-127F-9825-1EE5-E9D124FA3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1268" name="Group 4">
              <a:extLst>
                <a:ext uri="{FF2B5EF4-FFF2-40B4-BE49-F238E27FC236}">
                  <a16:creationId xmlns:a16="http://schemas.microsoft.com/office/drawing/2014/main" id="{6B80197E-C096-6455-A237-9837B7AF1F36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1269" name="Rectangle 5">
                <a:extLst>
                  <a:ext uri="{FF2B5EF4-FFF2-40B4-BE49-F238E27FC236}">
                    <a16:creationId xmlns:a16="http://schemas.microsoft.com/office/drawing/2014/main" id="{98242BF6-20C7-600B-CFFF-C874CFD3CF4A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pt-BR" altLang="pt-B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0" name="Rectangle 6">
                <a:extLst>
                  <a:ext uri="{FF2B5EF4-FFF2-40B4-BE49-F238E27FC236}">
                    <a16:creationId xmlns:a16="http://schemas.microsoft.com/office/drawing/2014/main" id="{257F8868-AA17-CD1E-19B7-E863ED4C75C2}"/>
                  </a:ext>
                </a:extLst>
              </p:cNvPr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pt-BR" altLang="pt-B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1" name="Line 7">
                <a:extLst>
                  <a:ext uri="{FF2B5EF4-FFF2-40B4-BE49-F238E27FC236}">
                    <a16:creationId xmlns:a16="http://schemas.microsoft.com/office/drawing/2014/main" id="{DDB97233-0EFB-9B4E-8816-0C1BF1E78F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1272" name="Group 8">
              <a:extLst>
                <a:ext uri="{FF2B5EF4-FFF2-40B4-BE49-F238E27FC236}">
                  <a16:creationId xmlns:a16="http://schemas.microsoft.com/office/drawing/2014/main" id="{FB1C4197-450F-0F5E-255B-BE578076361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11273" name="Rectangle 9">
                <a:extLst>
                  <a:ext uri="{FF2B5EF4-FFF2-40B4-BE49-F238E27FC236}">
                    <a16:creationId xmlns:a16="http://schemas.microsoft.com/office/drawing/2014/main" id="{8A69F833-A8D5-1F5D-DEDE-5B8D480529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pt-BR" altLang="pt-B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74" name="Line 10">
                <a:extLst>
                  <a:ext uri="{FF2B5EF4-FFF2-40B4-BE49-F238E27FC236}">
                    <a16:creationId xmlns:a16="http://schemas.microsoft.com/office/drawing/2014/main" id="{6BCF716F-42C1-7F06-B97B-6555C120E1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11275" name="Rectangle 11">
            <a:extLst>
              <a:ext uri="{FF2B5EF4-FFF2-40B4-BE49-F238E27FC236}">
                <a16:creationId xmlns:a16="http://schemas.microsoft.com/office/drawing/2014/main" id="{4D62D6BC-BCCE-EE58-6F65-81D90033F22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1276" name="Rectangle 12">
            <a:extLst>
              <a:ext uri="{FF2B5EF4-FFF2-40B4-BE49-F238E27FC236}">
                <a16:creationId xmlns:a16="http://schemas.microsoft.com/office/drawing/2014/main" id="{C2421B89-1C6E-EF97-C178-BC5F7FA1D45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1277" name="Rectangle 13">
            <a:extLst>
              <a:ext uri="{FF2B5EF4-FFF2-40B4-BE49-F238E27FC236}">
                <a16:creationId xmlns:a16="http://schemas.microsoft.com/office/drawing/2014/main" id="{0E2A0880-0CA6-C87E-6A10-27F34B492DC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1278" name="Rectangle 14">
            <a:extLst>
              <a:ext uri="{FF2B5EF4-FFF2-40B4-BE49-F238E27FC236}">
                <a16:creationId xmlns:a16="http://schemas.microsoft.com/office/drawing/2014/main" id="{796315A1-B772-0B0F-DFBE-F8B2A37F17B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1279" name="Rectangle 15">
            <a:extLst>
              <a:ext uri="{FF2B5EF4-FFF2-40B4-BE49-F238E27FC236}">
                <a16:creationId xmlns:a16="http://schemas.microsoft.com/office/drawing/2014/main" id="{4131E908-071E-7CB3-32C9-22DD4F3371A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9E7FA7D0-C473-478C-BD79-FD2AA6E3C95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9FEED3-93FF-7672-4127-772B61F1F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B8526F-1ED8-A40C-D8E1-6AE13C2FD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76053F-9D92-676B-CC80-17CF13CEC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4F1F73-82AD-4628-6DB7-067ECB66D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CB022C-F60A-FDCA-0616-C7523687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A2C141-BC38-4A49-B07B-04F7E558AC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65722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56D66-D80A-35E6-D8BE-64A0EFAA2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6BE747-6F37-87AB-5929-EDC4CDDDE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B337EE-8F39-F4B5-7863-F7A6E4D4B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416A01-3EE0-D991-FEC9-28778D913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7EACAE-781E-2A3F-9730-910FAD3A4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AE953F-6EE1-4A24-BB67-8C7D1E4A5B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77397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E81C20-142A-0EDC-4FC7-526793DDD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18A68C-1FD5-EC2A-82DA-FC38222510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43B18A4-50A3-6301-E775-0F53F7829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F4BE8E-8894-B742-DACA-386F543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86618B5-9996-1EB2-8472-828202A1B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815BFC-98BD-B828-2C70-2CB10E3DE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1160A-8D16-4794-88F0-DDDC686F21B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432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E763A1-AB48-4669-8BB7-DDA4F52BA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7359D9-193D-7BE2-F995-BF1D1CAA7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CFEF92-F735-71A4-918B-52C1893F4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EF74B15-CDF3-EDCE-53BC-89EF237D7B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1F2D4EA-5891-DD93-D542-B1A84AED67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DBDDFE-C668-FB1D-F363-325A736C3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D68708E-E429-2CD6-BAD1-46550D019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6BA2291-7675-DA3D-FC16-DB1E21E2D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DF6A9C-C37D-4E68-8F85-237AC07182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19738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F66B9-2780-C515-8EF0-A7383C23B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208A5BB-4EA9-EC62-E816-9107B96F2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FB7FA85-482D-2EDA-CE9D-72473D3B3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36E7D42-36B1-5D51-A974-0B046F06D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3C671A-FCF0-4368-8613-E34D2A1D555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2787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82F0FFD-5971-6A44-1306-ADEB0C33A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C942FB9-0328-77E7-16CE-0E1451577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0662A7-894E-63D0-DC9C-5963CAEC6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0AD08A-DDD9-4855-BD06-668DBF37CEE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6226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A06BC7-F480-1E4A-615B-A2D27EDC8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61F7AB-3A63-2EF2-C619-E067148E6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E94A4D0-FE24-6474-8885-B1D737C12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AE53E5-60EA-E058-F488-AB32F3D16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3AA803-169E-5A2F-B40F-7EAC041B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1A027D-5B20-24B3-ACB8-A5099D9F3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B41E36-C02E-4450-8C88-FB2E2E8F51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5676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6702E0-2918-333A-048B-6B2E7EC71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EC4A38F-05CB-48CE-D1AE-193C10674D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3BDBC08-D76E-1F8C-F618-9634BA355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ABE05B-3CED-4AE4-9DA3-6B568F879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3694FCA-B6A4-EF07-B877-FDD247491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C96171-88D8-F09A-FC45-66F361B4A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C92C7F-20C9-441F-B0BB-86CD7D638A0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20294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1E6AE8-1463-53D0-0128-AD2EEEBEE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D5C256-1B75-3977-17E9-36D40BA58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382854-5D10-4DF9-E2EB-D4C6BC8D7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C50F0-478B-9BB0-6B0A-2A03A0516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8DC305-E1E0-C09E-A594-A0F4625C7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672BA7-D687-4255-A602-754D98FF52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38476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282C35-AEF2-CEE7-27C4-7FEB2ECAED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19431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D6618CD-F82A-AF08-E2DC-DE8F97A93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14400" y="277813"/>
            <a:ext cx="56769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2E989C-1662-6BAA-908B-0DA1BE391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0700CD-22E6-0320-FDBE-3BA11A0D2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1822FE-FB4C-12E9-391B-FF2FAAD21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DEBE6E-730B-4E92-978D-870BC83A747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75299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>
            <a:extLst>
              <a:ext uri="{FF2B5EF4-FFF2-40B4-BE49-F238E27FC236}">
                <a16:creationId xmlns:a16="http://schemas.microsoft.com/office/drawing/2014/main" id="{909A37FF-76F0-E86B-1DD7-8383BF0B6FD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10243" name="Rectangle 3">
              <a:extLst>
                <a:ext uri="{FF2B5EF4-FFF2-40B4-BE49-F238E27FC236}">
                  <a16:creationId xmlns:a16="http://schemas.microsoft.com/office/drawing/2014/main" id="{43F6F1F9-539B-F408-7BA8-5880E5B4A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pt-BR" altLang="pt-BR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10244" name="Group 4">
              <a:extLst>
                <a:ext uri="{FF2B5EF4-FFF2-40B4-BE49-F238E27FC236}">
                  <a16:creationId xmlns:a16="http://schemas.microsoft.com/office/drawing/2014/main" id="{FE64A7BD-AA56-3F70-54E6-67D7DE99FE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10245" name="Rectangle 5">
                <a:extLst>
                  <a:ext uri="{FF2B5EF4-FFF2-40B4-BE49-F238E27FC236}">
                    <a16:creationId xmlns:a16="http://schemas.microsoft.com/office/drawing/2014/main" id="{0E715941-619C-875C-8E6F-79AE33673C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pt-BR" altLang="pt-BR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46" name="Line 6">
                <a:extLst>
                  <a:ext uri="{FF2B5EF4-FFF2-40B4-BE49-F238E27FC236}">
                    <a16:creationId xmlns:a16="http://schemas.microsoft.com/office/drawing/2014/main" id="{9848C641-82B1-32BA-1A7B-77A8209D6F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10247" name="Rectangle 7">
            <a:extLst>
              <a:ext uri="{FF2B5EF4-FFF2-40B4-BE49-F238E27FC236}">
                <a16:creationId xmlns:a16="http://schemas.microsoft.com/office/drawing/2014/main" id="{CEC2E394-6B22-666B-0FDD-C220293D0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3DA2B3DA-5CAF-54EF-9930-8AFEACE705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49" name="Rectangle 9">
            <a:extLst>
              <a:ext uri="{FF2B5EF4-FFF2-40B4-BE49-F238E27FC236}">
                <a16:creationId xmlns:a16="http://schemas.microsoft.com/office/drawing/2014/main" id="{C2EF3D46-FA40-67CF-6925-5B45DAAAA05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endParaRPr lang="en-US" altLang="pt-BR"/>
          </a:p>
        </p:txBody>
      </p:sp>
      <p:sp>
        <p:nvSpPr>
          <p:cNvPr id="10250" name="Rectangle 10">
            <a:extLst>
              <a:ext uri="{FF2B5EF4-FFF2-40B4-BE49-F238E27FC236}">
                <a16:creationId xmlns:a16="http://schemas.microsoft.com/office/drawing/2014/main" id="{B5FDC794-802A-5EB2-F271-81648905CF3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n-US" altLang="pt-BR"/>
          </a:p>
        </p:txBody>
      </p:sp>
      <p:sp>
        <p:nvSpPr>
          <p:cNvPr id="10251" name="Rectangle 11">
            <a:extLst>
              <a:ext uri="{FF2B5EF4-FFF2-40B4-BE49-F238E27FC236}">
                <a16:creationId xmlns:a16="http://schemas.microsoft.com/office/drawing/2014/main" id="{AFF92F53-2B43-36E2-C9DD-0D90081DBA4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E6592AA8-FB2B-4ED1-B9A3-ED3DF9464633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0252" name="Line 12">
            <a:extLst>
              <a:ext uri="{FF2B5EF4-FFF2-40B4-BE49-F238E27FC236}">
                <a16:creationId xmlns:a16="http://schemas.microsoft.com/office/drawing/2014/main" id="{E5638344-9659-ABF0-BD53-02F024253F48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n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6E192C1-0BAE-49CD-9477-8B05A54A977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150938" y="3789363"/>
            <a:ext cx="7524750" cy="2016125"/>
          </a:xfrm>
        </p:spPr>
        <p:txBody>
          <a:bodyPr/>
          <a:lstStyle/>
          <a:p>
            <a:r>
              <a:rPr lang="en-US" altLang="pt-BR" sz="4400" b="1">
                <a:solidFill>
                  <a:schemeClr val="tx1"/>
                </a:solidFill>
              </a:rPr>
              <a:t>131 - </a:t>
            </a:r>
            <a:r>
              <a:rPr lang="en-US" altLang="pt-BR" sz="4000" b="1">
                <a:solidFill>
                  <a:schemeClr val="tx1"/>
                </a:solidFill>
              </a:rPr>
              <a:t>DE VALOR EM VALOR</a:t>
            </a:r>
            <a:br>
              <a:rPr lang="en-US" altLang="pt-BR" sz="4400" b="1">
                <a:solidFill>
                  <a:schemeClr val="tx1"/>
                </a:solidFill>
              </a:rPr>
            </a:br>
            <a:endParaRPr lang="en-US" altLang="pt-BR" sz="44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BAE801F-9260-1CF2-0BDD-FF85A0C884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1628775"/>
            <a:ext cx="8147050" cy="2663825"/>
          </a:xfrm>
        </p:spPr>
        <p:txBody>
          <a:bodyPr/>
          <a:lstStyle/>
          <a:p>
            <a:br>
              <a:rPr lang="en-US" altLang="pt-BR" sz="8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Só em Ti, meu Senhor eu desejo estar,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E também receber Tua luz;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De valor em valor só por Ti avançar,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O me traz junto a Ti, meu Jesus.</a:t>
            </a:r>
            <a:br>
              <a:rPr lang="en-US" altLang="pt-BR" sz="3600">
                <a:solidFill>
                  <a:schemeClr val="tx1"/>
                </a:solidFill>
              </a:rPr>
            </a:br>
            <a:endParaRPr lang="en-US" altLang="pt-BR" sz="3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B7AE10C-6025-DA5A-5118-DB41093C40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1557338"/>
            <a:ext cx="7920038" cy="3384550"/>
          </a:xfrm>
        </p:spPr>
        <p:txBody>
          <a:bodyPr/>
          <a:lstStyle/>
          <a:p>
            <a:r>
              <a:rPr lang="en-US" altLang="pt-BR" sz="3600" b="1" i="1">
                <a:solidFill>
                  <a:schemeClr val="tx1"/>
                </a:solidFill>
              </a:rPr>
              <a:t>Eu desejo, ó Deus, em Jesus habitar;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Pois minh'alma suspira por Ti;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De valor em valor, e na fé aumentar, Para que vejam Cristo em mim.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endParaRPr lang="en-US" altLang="pt-BR" sz="36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C4907B5-9E96-A5D4-6A3F-94FD697AD7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4213" y="1628775"/>
            <a:ext cx="8459787" cy="2879725"/>
          </a:xfrm>
        </p:spPr>
        <p:txBody>
          <a:bodyPr/>
          <a:lstStyle/>
          <a:p>
            <a:r>
              <a:rPr lang="en-US" altLang="pt-BR" sz="3600">
                <a:solidFill>
                  <a:schemeClr val="tx1"/>
                </a:solidFill>
              </a:rPr>
              <a:t>O caminho, Senhor, faz-me mais conhecer,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Que me leva à santa Sião;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Por Teu grande favor, e com muito prazer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Entrarei na eternal mansão.</a:t>
            </a:r>
            <a:br>
              <a:rPr lang="en-US" altLang="pt-BR" sz="3600">
                <a:solidFill>
                  <a:schemeClr val="tx1"/>
                </a:solidFill>
              </a:rPr>
            </a:br>
            <a:endParaRPr lang="en-US" altLang="pt-BR" sz="3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FE0F285-A8C1-7A3D-C2A2-4E7DF21C39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1557338"/>
            <a:ext cx="7920038" cy="3384550"/>
          </a:xfrm>
        </p:spPr>
        <p:txBody>
          <a:bodyPr/>
          <a:lstStyle/>
          <a:p>
            <a:r>
              <a:rPr lang="en-US" altLang="pt-BR" sz="3600" b="1" i="1">
                <a:solidFill>
                  <a:schemeClr val="tx1"/>
                </a:solidFill>
              </a:rPr>
              <a:t>Eu desejo, ó Deus, em Jesus habitar;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Pois minh'alma suspira por Ti;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De valor em valor, e na fé aumentar, Para que vejam Cristo em mim.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endParaRPr lang="en-US" altLang="pt-BR" sz="36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5B28C36-FE2C-9F7D-C03F-46C33D6A7D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1628775"/>
            <a:ext cx="8388350" cy="3240088"/>
          </a:xfrm>
        </p:spPr>
        <p:txBody>
          <a:bodyPr/>
          <a:lstStyle/>
          <a:p>
            <a:r>
              <a:rPr lang="en-US" altLang="pt-BR" sz="3600">
                <a:solidFill>
                  <a:schemeClr val="tx1"/>
                </a:solidFill>
              </a:rPr>
              <a:t>Tua mão, ó Senhor!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Queira me proteger, 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E dos males daqui me livrar;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Na manhã d'esplendor, eu também quero ser</a:t>
            </a:r>
            <a:br>
              <a:rPr lang="en-US" altLang="pt-BR" sz="3600">
                <a:solidFill>
                  <a:schemeClr val="tx1"/>
                </a:solidFill>
              </a:rPr>
            </a:br>
            <a:r>
              <a:rPr lang="en-US" altLang="pt-BR" sz="3600">
                <a:solidFill>
                  <a:schemeClr val="tx1"/>
                </a:solidFill>
              </a:rPr>
              <a:t>Dos fiéis, que vão ressuscitar.			</a:t>
            </a:r>
            <a:r>
              <a:rPr lang="en-US" altLang="pt-BR" sz="1600">
                <a:solidFill>
                  <a:schemeClr val="tx1"/>
                </a:solidFill>
              </a:rPr>
              <a:t>	                                                                                                                        P.L.M.</a:t>
            </a:r>
            <a:br>
              <a:rPr lang="en-US" altLang="pt-BR" sz="1600">
                <a:solidFill>
                  <a:schemeClr val="tx1"/>
                </a:solidFill>
              </a:rPr>
            </a:br>
            <a:endParaRPr lang="en-US" altLang="pt-BR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B025DC8-7817-0755-91E5-C2298A7931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1557338"/>
            <a:ext cx="7920038" cy="3384550"/>
          </a:xfrm>
        </p:spPr>
        <p:txBody>
          <a:bodyPr/>
          <a:lstStyle/>
          <a:p>
            <a:r>
              <a:rPr lang="en-US" altLang="pt-BR" sz="3600" b="1" i="1">
                <a:solidFill>
                  <a:schemeClr val="tx1"/>
                </a:solidFill>
              </a:rPr>
              <a:t>Eu desejo, ó Deus, em Jesus habitar; 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Pois minh'alma suspira por Ti;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r>
              <a:rPr lang="en-US" altLang="pt-BR" sz="3600" b="1" i="1">
                <a:solidFill>
                  <a:schemeClr val="tx1"/>
                </a:solidFill>
              </a:rPr>
              <a:t>De valor em valor, e na fé aumentar, Para que vejam Cristo em mim.</a:t>
            </a:r>
            <a:br>
              <a:rPr lang="en-US" altLang="pt-BR" sz="3600" b="1" i="1">
                <a:solidFill>
                  <a:schemeClr val="tx1"/>
                </a:solidFill>
              </a:rPr>
            </a:br>
            <a:endParaRPr lang="en-US" altLang="pt-BR" sz="3600" b="1" i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adas">
  <a:themeElements>
    <a:clrScheme name="Camada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Camada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amada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Camadas</Template>
  <TotalTime>19</TotalTime>
  <Words>237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Times New Roman</vt:lpstr>
      <vt:lpstr>Wingdings</vt:lpstr>
      <vt:lpstr>Camadas</vt:lpstr>
      <vt:lpstr>131 - DE VALOR EM VALOR </vt:lpstr>
      <vt:lpstr> Só em Ti, meu Senhor eu desejo estar,  E também receber Tua luz; De valor em valor só por Ti avançar,  O me traz junto a Ti, meu Jesus. </vt:lpstr>
      <vt:lpstr>Eu desejo, ó Deus, em Jesus habitar;  Pois minh'alma suspira por Ti; De valor em valor, e na fé aumentar, Para que vejam Cristo em mim. </vt:lpstr>
      <vt:lpstr>O caminho, Senhor, faz-me mais conhecer,  Que me leva à santa Sião; Por Teu grande favor, e com muito prazer  Entrarei na eternal mansão. </vt:lpstr>
      <vt:lpstr>Eu desejo, ó Deus, em Jesus habitar;  Pois minh'alma suspira por Ti; De valor em valor, e na fé aumentar, Para que vejam Cristo em mim. </vt:lpstr>
      <vt:lpstr>Tua mão, ó Senhor!  Queira me proteger,  E dos males daqui me livrar; Na manhã d'esplendor, eu também quero ser Dos fiéis, que vão ressuscitar.                                                                                                                            P.L.M. </vt:lpstr>
      <vt:lpstr>Eu desejo, ó Deus, em Jesus habitar;  Pois minh'alma suspira por Ti; De valor em valor, e na fé aumentar, Para que vejam Cristo em mim.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131 - DE VALOR EM VALOR </dc:title>
  <dc:creator>Montagna</dc:creator>
  <cp:lastModifiedBy>Emerson Souza</cp:lastModifiedBy>
  <cp:revision>3</cp:revision>
  <dcterms:created xsi:type="dcterms:W3CDTF">2005-10-16T03:18:59Z</dcterms:created>
  <dcterms:modified xsi:type="dcterms:W3CDTF">2026-05-02T21:47:41Z</dcterms:modified>
</cp:coreProperties>
</file>