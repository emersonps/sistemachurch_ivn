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9"/>
  </p:notesMasterIdLst>
  <p:sldIdLst>
    <p:sldId id="257" r:id="rId2"/>
    <p:sldId id="258" r:id="rId3"/>
    <p:sldId id="263" r:id="rId4"/>
    <p:sldId id="264" r:id="rId5"/>
    <p:sldId id="267" r:id="rId6"/>
    <p:sldId id="265" r:id="rId7"/>
    <p:sldId id="268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1" autoAdjust="0"/>
    <p:restoredTop sz="94683" autoAdjust="0"/>
  </p:normalViewPr>
  <p:slideViewPr>
    <p:cSldViewPr>
      <p:cViewPr varScale="1">
        <p:scale>
          <a:sx n="66" d="100"/>
          <a:sy n="66" d="100"/>
        </p:scale>
        <p:origin x="-108" y="-22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D6EB5E02-E370-D676-42C3-D04013A9611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panose="020B0604020202020204" pitchFamily="34" charset="0"/>
              </a:defRPr>
            </a:lvl1pPr>
          </a:lstStyle>
          <a:p>
            <a:endParaRPr lang="en-US" altLang="pt-BR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BF767228-9F6D-CDCE-96AB-D2497B3EB195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endParaRPr lang="en-US" altLang="pt-BR"/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297DCEB4-05DF-2625-5C2B-3CE53E6CD08F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B94AC010-08A3-056B-D03C-5B00602ED5C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F4C25AB7-C605-9B5E-9BFA-42A8598B39B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anose="020B0604020202020204" pitchFamily="34" charset="0"/>
              </a:defRPr>
            </a:lvl1pPr>
          </a:lstStyle>
          <a:p>
            <a:endParaRPr lang="en-US" altLang="pt-BR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FAC97A85-0EAB-54D1-FD8B-C189AC06D74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BE735641-6FD7-4CFE-AA65-184CADEB12E7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EF312D28-BC44-17E2-26EF-B20EA37967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5C0A775-EA57-4F82-901F-FA55563B17DB}" type="slidenum">
              <a:rPr lang="en-US" altLang="pt-BR"/>
              <a:pPr/>
              <a:t>1</a:t>
            </a:fld>
            <a:endParaRPr lang="en-US" altLang="pt-BR"/>
          </a:p>
        </p:txBody>
      </p:sp>
      <p:sp>
        <p:nvSpPr>
          <p:cNvPr id="5122" name="Rectangle 2">
            <a:extLst>
              <a:ext uri="{FF2B5EF4-FFF2-40B4-BE49-F238E27FC236}">
                <a16:creationId xmlns:a16="http://schemas.microsoft.com/office/drawing/2014/main" id="{CAE2466D-5B4F-714C-D102-85EC75FAC79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5D67F2B6-BDEB-1DCB-0C69-24F59DF8DD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 alt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770" name="Group 2">
            <a:extLst>
              <a:ext uri="{FF2B5EF4-FFF2-40B4-BE49-F238E27FC236}">
                <a16:creationId xmlns:a16="http://schemas.microsoft.com/office/drawing/2014/main" id="{DBA2474B-3C01-270A-371F-C0947FDADB6A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0825" cy="6850063"/>
            <a:chOff x="0" y="0"/>
            <a:chExt cx="5758" cy="4315"/>
          </a:xfrm>
        </p:grpSpPr>
        <p:grpSp>
          <p:nvGrpSpPr>
            <p:cNvPr id="32771" name="Group 3">
              <a:extLst>
                <a:ext uri="{FF2B5EF4-FFF2-40B4-BE49-F238E27FC236}">
                  <a16:creationId xmlns:a16="http://schemas.microsoft.com/office/drawing/2014/main" id="{EFFC66B6-C410-D647-393E-F10A0FCAE258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32772" name="Freeform 4">
                <a:extLst>
                  <a:ext uri="{FF2B5EF4-FFF2-40B4-BE49-F238E27FC236}">
                    <a16:creationId xmlns:a16="http://schemas.microsoft.com/office/drawing/2014/main" id="{D26CD383-5003-426B-9D04-C05FF525A2BC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1728" y="2644"/>
                <a:ext cx="2882" cy="1671"/>
              </a:xfrm>
              <a:custGeom>
                <a:avLst/>
                <a:gdLst>
                  <a:gd name="T0" fmla="*/ 2740 w 2882"/>
                  <a:gd name="T1" fmla="*/ 528 h 1671"/>
                  <a:gd name="T2" fmla="*/ 2632 w 2882"/>
                  <a:gd name="T3" fmla="*/ 484 h 1671"/>
                  <a:gd name="T4" fmla="*/ 2480 w 2882"/>
                  <a:gd name="T5" fmla="*/ 424 h 1671"/>
                  <a:gd name="T6" fmla="*/ 2203 w 2882"/>
                  <a:gd name="T7" fmla="*/ 343 h 1671"/>
                  <a:gd name="T8" fmla="*/ 1970 w 2882"/>
                  <a:gd name="T9" fmla="*/ 277 h 1671"/>
                  <a:gd name="T10" fmla="*/ 1807 w 2882"/>
                  <a:gd name="T11" fmla="*/ 212 h 1671"/>
                  <a:gd name="T12" fmla="*/ 1693 w 2882"/>
                  <a:gd name="T13" fmla="*/ 152 h 1671"/>
                  <a:gd name="T14" fmla="*/ 1628 w 2882"/>
                  <a:gd name="T15" fmla="*/ 103 h 1671"/>
                  <a:gd name="T16" fmla="*/ 1590 w 2882"/>
                  <a:gd name="T17" fmla="*/ 60 h 1671"/>
                  <a:gd name="T18" fmla="*/ 1579 w 2882"/>
                  <a:gd name="T19" fmla="*/ 27 h 1671"/>
                  <a:gd name="T20" fmla="*/ 1585 w 2882"/>
                  <a:gd name="T21" fmla="*/ 0 h 1671"/>
                  <a:gd name="T22" fmla="*/ 1557 w 2882"/>
                  <a:gd name="T23" fmla="*/ 49 h 1671"/>
                  <a:gd name="T24" fmla="*/ 1568 w 2882"/>
                  <a:gd name="T25" fmla="*/ 98 h 1671"/>
                  <a:gd name="T26" fmla="*/ 1617 w 2882"/>
                  <a:gd name="T27" fmla="*/ 141 h 1671"/>
                  <a:gd name="T28" fmla="*/ 1688 w 2882"/>
                  <a:gd name="T29" fmla="*/ 185 h 1671"/>
                  <a:gd name="T30" fmla="*/ 1791 w 2882"/>
                  <a:gd name="T31" fmla="*/ 228 h 1671"/>
                  <a:gd name="T32" fmla="*/ 2040 w 2882"/>
                  <a:gd name="T33" fmla="*/ 310 h 1671"/>
                  <a:gd name="T34" fmla="*/ 2285 w 2882"/>
                  <a:gd name="T35" fmla="*/ 381 h 1671"/>
                  <a:gd name="T36" fmla="*/ 2464 w 2882"/>
                  <a:gd name="T37" fmla="*/ 435 h 1671"/>
                  <a:gd name="T38" fmla="*/ 2605 w 2882"/>
                  <a:gd name="T39" fmla="*/ 484 h 1671"/>
                  <a:gd name="T40" fmla="*/ 2708 w 2882"/>
                  <a:gd name="T41" fmla="*/ 528 h 1671"/>
                  <a:gd name="T42" fmla="*/ 2768 w 2882"/>
                  <a:gd name="T43" fmla="*/ 560 h 1671"/>
                  <a:gd name="T44" fmla="*/ 2795 w 2882"/>
                  <a:gd name="T45" fmla="*/ 593 h 1671"/>
                  <a:gd name="T46" fmla="*/ 2795 w 2882"/>
                  <a:gd name="T47" fmla="*/ 642 h 1671"/>
                  <a:gd name="T48" fmla="*/ 2762 w 2882"/>
                  <a:gd name="T49" fmla="*/ 691 h 1671"/>
                  <a:gd name="T50" fmla="*/ 2692 w 2882"/>
                  <a:gd name="T51" fmla="*/ 735 h 1671"/>
                  <a:gd name="T52" fmla="*/ 2589 w 2882"/>
                  <a:gd name="T53" fmla="*/ 778 h 1671"/>
                  <a:gd name="T54" fmla="*/ 2458 w 2882"/>
                  <a:gd name="T55" fmla="*/ 822 h 1671"/>
                  <a:gd name="T56" fmla="*/ 2301 w 2882"/>
                  <a:gd name="T57" fmla="*/ 865 h 1671"/>
                  <a:gd name="T58" fmla="*/ 2030 w 2882"/>
                  <a:gd name="T59" fmla="*/ 930 h 1671"/>
                  <a:gd name="T60" fmla="*/ 1606 w 2882"/>
                  <a:gd name="T61" fmla="*/ 1034 h 1671"/>
                  <a:gd name="T62" fmla="*/ 1145 w 2882"/>
                  <a:gd name="T63" fmla="*/ 1164 h 1671"/>
                  <a:gd name="T64" fmla="*/ 673 w 2882"/>
                  <a:gd name="T65" fmla="*/ 1328 h 1671"/>
                  <a:gd name="T66" fmla="*/ 217 w 2882"/>
                  <a:gd name="T67" fmla="*/ 1545 h 1671"/>
                  <a:gd name="T68" fmla="*/ 353 w 2882"/>
                  <a:gd name="T69" fmla="*/ 1671 h 1671"/>
                  <a:gd name="T70" fmla="*/ 754 w 2882"/>
                  <a:gd name="T71" fmla="*/ 1469 h 1671"/>
                  <a:gd name="T72" fmla="*/ 1145 w 2882"/>
                  <a:gd name="T73" fmla="*/ 1311 h 1671"/>
                  <a:gd name="T74" fmla="*/ 1519 w 2882"/>
                  <a:gd name="T75" fmla="*/ 1186 h 1671"/>
                  <a:gd name="T76" fmla="*/ 1861 w 2882"/>
                  <a:gd name="T77" fmla="*/ 1083 h 1671"/>
                  <a:gd name="T78" fmla="*/ 2165 w 2882"/>
                  <a:gd name="T79" fmla="*/ 1007 h 1671"/>
                  <a:gd name="T80" fmla="*/ 2426 w 2882"/>
                  <a:gd name="T81" fmla="*/ 947 h 1671"/>
                  <a:gd name="T82" fmla="*/ 2626 w 2882"/>
                  <a:gd name="T83" fmla="*/ 892 h 1671"/>
                  <a:gd name="T84" fmla="*/ 2762 w 2882"/>
                  <a:gd name="T85" fmla="*/ 838 h 1671"/>
                  <a:gd name="T86" fmla="*/ 2827 w 2882"/>
                  <a:gd name="T87" fmla="*/ 794 h 1671"/>
                  <a:gd name="T88" fmla="*/ 2865 w 2882"/>
                  <a:gd name="T89" fmla="*/ 745 h 1671"/>
                  <a:gd name="T90" fmla="*/ 2882 w 2882"/>
                  <a:gd name="T91" fmla="*/ 702 h 1671"/>
                  <a:gd name="T92" fmla="*/ 2854 w 2882"/>
                  <a:gd name="T93" fmla="*/ 620 h 1671"/>
                  <a:gd name="T94" fmla="*/ 2800 w 2882"/>
                  <a:gd name="T95" fmla="*/ 560 h 1671"/>
                  <a:gd name="T96" fmla="*/ 2773 w 2882"/>
                  <a:gd name="T97" fmla="*/ 544 h 16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2773" name="Freeform 5">
                <a:extLst>
                  <a:ext uri="{FF2B5EF4-FFF2-40B4-BE49-F238E27FC236}">
                    <a16:creationId xmlns:a16="http://schemas.microsoft.com/office/drawing/2014/main" id="{EE3C86F7-85C0-9EDF-0984-8FC07483BCC5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170" y="2671"/>
                <a:ext cx="1259" cy="811"/>
              </a:xfrm>
              <a:custGeom>
                <a:avLst/>
                <a:gdLst>
                  <a:gd name="T0" fmla="*/ 1259 w 1259"/>
                  <a:gd name="T1" fmla="*/ 615 h 811"/>
                  <a:gd name="T2" fmla="*/ 1248 w 1259"/>
                  <a:gd name="T3" fmla="*/ 588 h 811"/>
                  <a:gd name="T4" fmla="*/ 1237 w 1259"/>
                  <a:gd name="T5" fmla="*/ 566 h 811"/>
                  <a:gd name="T6" fmla="*/ 1216 w 1259"/>
                  <a:gd name="T7" fmla="*/ 539 h 811"/>
                  <a:gd name="T8" fmla="*/ 1188 w 1259"/>
                  <a:gd name="T9" fmla="*/ 517 h 811"/>
                  <a:gd name="T10" fmla="*/ 1123 w 1259"/>
                  <a:gd name="T11" fmla="*/ 479 h 811"/>
                  <a:gd name="T12" fmla="*/ 1042 w 1259"/>
                  <a:gd name="T13" fmla="*/ 441 h 811"/>
                  <a:gd name="T14" fmla="*/ 944 w 1259"/>
                  <a:gd name="T15" fmla="*/ 408 h 811"/>
                  <a:gd name="T16" fmla="*/ 841 w 1259"/>
                  <a:gd name="T17" fmla="*/ 381 h 811"/>
                  <a:gd name="T18" fmla="*/ 727 w 1259"/>
                  <a:gd name="T19" fmla="*/ 348 h 811"/>
                  <a:gd name="T20" fmla="*/ 613 w 1259"/>
                  <a:gd name="T21" fmla="*/ 321 h 811"/>
                  <a:gd name="T22" fmla="*/ 499 w 1259"/>
                  <a:gd name="T23" fmla="*/ 294 h 811"/>
                  <a:gd name="T24" fmla="*/ 391 w 1259"/>
                  <a:gd name="T25" fmla="*/ 261 h 811"/>
                  <a:gd name="T26" fmla="*/ 288 w 1259"/>
                  <a:gd name="T27" fmla="*/ 229 h 811"/>
                  <a:gd name="T28" fmla="*/ 195 w 1259"/>
                  <a:gd name="T29" fmla="*/ 196 h 811"/>
                  <a:gd name="T30" fmla="*/ 119 w 1259"/>
                  <a:gd name="T31" fmla="*/ 152 h 811"/>
                  <a:gd name="T32" fmla="*/ 54 w 1259"/>
                  <a:gd name="T33" fmla="*/ 109 h 811"/>
                  <a:gd name="T34" fmla="*/ 33 w 1259"/>
                  <a:gd name="T35" fmla="*/ 87 h 811"/>
                  <a:gd name="T36" fmla="*/ 16 w 1259"/>
                  <a:gd name="T37" fmla="*/ 60 h 811"/>
                  <a:gd name="T38" fmla="*/ 5 w 1259"/>
                  <a:gd name="T39" fmla="*/ 33 h 811"/>
                  <a:gd name="T40" fmla="*/ 0 w 1259"/>
                  <a:gd name="T41" fmla="*/ 0 h 811"/>
                  <a:gd name="T42" fmla="*/ 0 w 1259"/>
                  <a:gd name="T43" fmla="*/ 6 h 811"/>
                  <a:gd name="T44" fmla="*/ 0 w 1259"/>
                  <a:gd name="T45" fmla="*/ 11 h 811"/>
                  <a:gd name="T46" fmla="*/ 0 w 1259"/>
                  <a:gd name="T47" fmla="*/ 38 h 811"/>
                  <a:gd name="T48" fmla="*/ 5 w 1259"/>
                  <a:gd name="T49" fmla="*/ 60 h 811"/>
                  <a:gd name="T50" fmla="*/ 16 w 1259"/>
                  <a:gd name="T51" fmla="*/ 87 h 811"/>
                  <a:gd name="T52" fmla="*/ 33 w 1259"/>
                  <a:gd name="T53" fmla="*/ 114 h 811"/>
                  <a:gd name="T54" fmla="*/ 54 w 1259"/>
                  <a:gd name="T55" fmla="*/ 142 h 811"/>
                  <a:gd name="T56" fmla="*/ 87 w 1259"/>
                  <a:gd name="T57" fmla="*/ 174 h 811"/>
                  <a:gd name="T58" fmla="*/ 125 w 1259"/>
                  <a:gd name="T59" fmla="*/ 207 h 811"/>
                  <a:gd name="T60" fmla="*/ 179 w 1259"/>
                  <a:gd name="T61" fmla="*/ 240 h 811"/>
                  <a:gd name="T62" fmla="*/ 244 w 1259"/>
                  <a:gd name="T63" fmla="*/ 278 h 811"/>
                  <a:gd name="T64" fmla="*/ 326 w 1259"/>
                  <a:gd name="T65" fmla="*/ 310 h 811"/>
                  <a:gd name="T66" fmla="*/ 418 w 1259"/>
                  <a:gd name="T67" fmla="*/ 348 h 811"/>
                  <a:gd name="T68" fmla="*/ 526 w 1259"/>
                  <a:gd name="T69" fmla="*/ 381 h 811"/>
                  <a:gd name="T70" fmla="*/ 657 w 1259"/>
                  <a:gd name="T71" fmla="*/ 414 h 811"/>
                  <a:gd name="T72" fmla="*/ 749 w 1259"/>
                  <a:gd name="T73" fmla="*/ 435 h 811"/>
                  <a:gd name="T74" fmla="*/ 830 w 1259"/>
                  <a:gd name="T75" fmla="*/ 463 h 811"/>
                  <a:gd name="T76" fmla="*/ 901 w 1259"/>
                  <a:gd name="T77" fmla="*/ 490 h 811"/>
                  <a:gd name="T78" fmla="*/ 966 w 1259"/>
                  <a:gd name="T79" fmla="*/ 512 h 811"/>
                  <a:gd name="T80" fmla="*/ 1015 w 1259"/>
                  <a:gd name="T81" fmla="*/ 539 h 811"/>
                  <a:gd name="T82" fmla="*/ 1053 w 1259"/>
                  <a:gd name="T83" fmla="*/ 566 h 811"/>
                  <a:gd name="T84" fmla="*/ 1080 w 1259"/>
                  <a:gd name="T85" fmla="*/ 593 h 811"/>
                  <a:gd name="T86" fmla="*/ 1102 w 1259"/>
                  <a:gd name="T87" fmla="*/ 620 h 811"/>
                  <a:gd name="T88" fmla="*/ 1112 w 1259"/>
                  <a:gd name="T89" fmla="*/ 648 h 811"/>
                  <a:gd name="T90" fmla="*/ 1118 w 1259"/>
                  <a:gd name="T91" fmla="*/ 675 h 811"/>
                  <a:gd name="T92" fmla="*/ 1112 w 1259"/>
                  <a:gd name="T93" fmla="*/ 697 h 811"/>
                  <a:gd name="T94" fmla="*/ 1096 w 1259"/>
                  <a:gd name="T95" fmla="*/ 724 h 811"/>
                  <a:gd name="T96" fmla="*/ 1080 w 1259"/>
                  <a:gd name="T97" fmla="*/ 746 h 811"/>
                  <a:gd name="T98" fmla="*/ 1053 w 1259"/>
                  <a:gd name="T99" fmla="*/ 767 h 811"/>
                  <a:gd name="T100" fmla="*/ 1015 w 1259"/>
                  <a:gd name="T101" fmla="*/ 789 h 811"/>
                  <a:gd name="T102" fmla="*/ 977 w 1259"/>
                  <a:gd name="T103" fmla="*/ 811 h 811"/>
                  <a:gd name="T104" fmla="*/ 1047 w 1259"/>
                  <a:gd name="T105" fmla="*/ 789 h 811"/>
                  <a:gd name="T106" fmla="*/ 1107 w 1259"/>
                  <a:gd name="T107" fmla="*/ 767 h 811"/>
                  <a:gd name="T108" fmla="*/ 1156 w 1259"/>
                  <a:gd name="T109" fmla="*/ 746 h 811"/>
                  <a:gd name="T110" fmla="*/ 1199 w 1259"/>
                  <a:gd name="T111" fmla="*/ 724 h 811"/>
                  <a:gd name="T112" fmla="*/ 1226 w 1259"/>
                  <a:gd name="T113" fmla="*/ 702 h 811"/>
                  <a:gd name="T114" fmla="*/ 1248 w 1259"/>
                  <a:gd name="T115" fmla="*/ 675 h 811"/>
                  <a:gd name="T116" fmla="*/ 1259 w 1259"/>
                  <a:gd name="T117" fmla="*/ 648 h 811"/>
                  <a:gd name="T118" fmla="*/ 1259 w 1259"/>
                  <a:gd name="T119" fmla="*/ 615 h 811"/>
                  <a:gd name="T120" fmla="*/ 1259 w 1259"/>
                  <a:gd name="T121" fmla="*/ 615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2774" name="Freeform 6">
                <a:extLst>
                  <a:ext uri="{FF2B5EF4-FFF2-40B4-BE49-F238E27FC236}">
                    <a16:creationId xmlns:a16="http://schemas.microsoft.com/office/drawing/2014/main" id="{519A2EA7-174E-4F1E-9142-F2F068861AC7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900" y="3346"/>
                <a:ext cx="2849" cy="969"/>
              </a:xfrm>
              <a:custGeom>
                <a:avLst/>
                <a:gdLst>
                  <a:gd name="T0" fmla="*/ 92 w 2849"/>
                  <a:gd name="T1" fmla="*/ 958 h 969"/>
                  <a:gd name="T2" fmla="*/ 0 w 2849"/>
                  <a:gd name="T3" fmla="*/ 969 h 969"/>
                  <a:gd name="T4" fmla="*/ 391 w 2849"/>
                  <a:gd name="T5" fmla="*/ 969 h 969"/>
                  <a:gd name="T6" fmla="*/ 434 w 2849"/>
                  <a:gd name="T7" fmla="*/ 947 h 969"/>
                  <a:gd name="T8" fmla="*/ 483 w 2849"/>
                  <a:gd name="T9" fmla="*/ 914 h 969"/>
                  <a:gd name="T10" fmla="*/ 554 w 2849"/>
                  <a:gd name="T11" fmla="*/ 876 h 969"/>
                  <a:gd name="T12" fmla="*/ 635 w 2849"/>
                  <a:gd name="T13" fmla="*/ 838 h 969"/>
                  <a:gd name="T14" fmla="*/ 727 w 2849"/>
                  <a:gd name="T15" fmla="*/ 794 h 969"/>
                  <a:gd name="T16" fmla="*/ 836 w 2849"/>
                  <a:gd name="T17" fmla="*/ 745 h 969"/>
                  <a:gd name="T18" fmla="*/ 961 w 2849"/>
                  <a:gd name="T19" fmla="*/ 696 h 969"/>
                  <a:gd name="T20" fmla="*/ 1102 w 2849"/>
                  <a:gd name="T21" fmla="*/ 642 h 969"/>
                  <a:gd name="T22" fmla="*/ 1259 w 2849"/>
                  <a:gd name="T23" fmla="*/ 582 h 969"/>
                  <a:gd name="T24" fmla="*/ 1433 w 2849"/>
                  <a:gd name="T25" fmla="*/ 522 h 969"/>
                  <a:gd name="T26" fmla="*/ 1623 w 2849"/>
                  <a:gd name="T27" fmla="*/ 462 h 969"/>
                  <a:gd name="T28" fmla="*/ 1829 w 2849"/>
                  <a:gd name="T29" fmla="*/ 403 h 969"/>
                  <a:gd name="T30" fmla="*/ 2057 w 2849"/>
                  <a:gd name="T31" fmla="*/ 343 h 969"/>
                  <a:gd name="T32" fmla="*/ 2301 w 2849"/>
                  <a:gd name="T33" fmla="*/ 283 h 969"/>
                  <a:gd name="T34" fmla="*/ 2567 w 2849"/>
                  <a:gd name="T35" fmla="*/ 223 h 969"/>
                  <a:gd name="T36" fmla="*/ 2849 w 2849"/>
                  <a:gd name="T37" fmla="*/ 163 h 969"/>
                  <a:gd name="T38" fmla="*/ 2849 w 2849"/>
                  <a:gd name="T39" fmla="*/ 0 h 969"/>
                  <a:gd name="T40" fmla="*/ 2817 w 2849"/>
                  <a:gd name="T41" fmla="*/ 16 h 969"/>
                  <a:gd name="T42" fmla="*/ 2773 w 2849"/>
                  <a:gd name="T43" fmla="*/ 33 h 969"/>
                  <a:gd name="T44" fmla="*/ 2719 w 2849"/>
                  <a:gd name="T45" fmla="*/ 54 h 969"/>
                  <a:gd name="T46" fmla="*/ 2648 w 2849"/>
                  <a:gd name="T47" fmla="*/ 76 h 969"/>
                  <a:gd name="T48" fmla="*/ 2572 w 2849"/>
                  <a:gd name="T49" fmla="*/ 98 h 969"/>
                  <a:gd name="T50" fmla="*/ 2491 w 2849"/>
                  <a:gd name="T51" fmla="*/ 120 h 969"/>
                  <a:gd name="T52" fmla="*/ 2399 w 2849"/>
                  <a:gd name="T53" fmla="*/ 147 h 969"/>
                  <a:gd name="T54" fmla="*/ 2301 w 2849"/>
                  <a:gd name="T55" fmla="*/ 169 h 969"/>
                  <a:gd name="T56" fmla="*/ 2095 w 2849"/>
                  <a:gd name="T57" fmla="*/ 223 h 969"/>
                  <a:gd name="T58" fmla="*/ 1889 w 2849"/>
                  <a:gd name="T59" fmla="*/ 277 h 969"/>
                  <a:gd name="T60" fmla="*/ 1688 w 2849"/>
                  <a:gd name="T61" fmla="*/ 326 h 969"/>
                  <a:gd name="T62" fmla="*/ 1590 w 2849"/>
                  <a:gd name="T63" fmla="*/ 354 h 969"/>
                  <a:gd name="T64" fmla="*/ 1503 w 2849"/>
                  <a:gd name="T65" fmla="*/ 381 h 969"/>
                  <a:gd name="T66" fmla="*/ 1107 w 2849"/>
                  <a:gd name="T67" fmla="*/ 506 h 969"/>
                  <a:gd name="T68" fmla="*/ 912 w 2849"/>
                  <a:gd name="T69" fmla="*/ 577 h 969"/>
                  <a:gd name="T70" fmla="*/ 727 w 2849"/>
                  <a:gd name="T71" fmla="*/ 647 h 969"/>
                  <a:gd name="T72" fmla="*/ 548 w 2849"/>
                  <a:gd name="T73" fmla="*/ 718 h 969"/>
                  <a:gd name="T74" fmla="*/ 380 w 2849"/>
                  <a:gd name="T75" fmla="*/ 794 h 969"/>
                  <a:gd name="T76" fmla="*/ 228 w 2849"/>
                  <a:gd name="T77" fmla="*/ 876 h 969"/>
                  <a:gd name="T78" fmla="*/ 92 w 2849"/>
                  <a:gd name="T79" fmla="*/ 958 h 969"/>
                  <a:gd name="T80" fmla="*/ 92 w 2849"/>
                  <a:gd name="T81" fmla="*/ 958 h 9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2775" name="Freeform 7">
                <a:extLst>
                  <a:ext uri="{FF2B5EF4-FFF2-40B4-BE49-F238E27FC236}">
                    <a16:creationId xmlns:a16="http://schemas.microsoft.com/office/drawing/2014/main" id="{ACFFD162-A97A-5780-243F-F8594A3C1B4E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748" y="2230"/>
                <a:ext cx="3007" cy="2085"/>
              </a:xfrm>
              <a:custGeom>
                <a:avLst/>
                <a:gdLst>
                  <a:gd name="T0" fmla="*/ 1433 w 3007"/>
                  <a:gd name="T1" fmla="*/ 474 h 2085"/>
                  <a:gd name="T2" fmla="*/ 1460 w 3007"/>
                  <a:gd name="T3" fmla="*/ 528 h 2085"/>
                  <a:gd name="T4" fmla="*/ 1541 w 3007"/>
                  <a:gd name="T5" fmla="*/ 593 h 2085"/>
                  <a:gd name="T6" fmla="*/ 1715 w 3007"/>
                  <a:gd name="T7" fmla="*/ 670 h 2085"/>
                  <a:gd name="T8" fmla="*/ 1927 w 3007"/>
                  <a:gd name="T9" fmla="*/ 735 h 2085"/>
                  <a:gd name="T10" fmla="*/ 2155 w 3007"/>
                  <a:gd name="T11" fmla="*/ 789 h 2085"/>
                  <a:gd name="T12" fmla="*/ 2372 w 3007"/>
                  <a:gd name="T13" fmla="*/ 849 h 2085"/>
                  <a:gd name="T14" fmla="*/ 2551 w 3007"/>
                  <a:gd name="T15" fmla="*/ 920 h 2085"/>
                  <a:gd name="T16" fmla="*/ 2638 w 3007"/>
                  <a:gd name="T17" fmla="*/ 980 h 2085"/>
                  <a:gd name="T18" fmla="*/ 2676 w 3007"/>
                  <a:gd name="T19" fmla="*/ 1029 h 2085"/>
                  <a:gd name="T20" fmla="*/ 2681 w 3007"/>
                  <a:gd name="T21" fmla="*/ 1083 h 2085"/>
                  <a:gd name="T22" fmla="*/ 2665 w 3007"/>
                  <a:gd name="T23" fmla="*/ 1127 h 2085"/>
                  <a:gd name="T24" fmla="*/ 2616 w 3007"/>
                  <a:gd name="T25" fmla="*/ 1170 h 2085"/>
                  <a:gd name="T26" fmla="*/ 2545 w 3007"/>
                  <a:gd name="T27" fmla="*/ 1208 h 2085"/>
                  <a:gd name="T28" fmla="*/ 2448 w 3007"/>
                  <a:gd name="T29" fmla="*/ 1241 h 2085"/>
                  <a:gd name="T30" fmla="*/ 2328 w 3007"/>
                  <a:gd name="T31" fmla="*/ 1274 h 2085"/>
                  <a:gd name="T32" fmla="*/ 2106 w 3007"/>
                  <a:gd name="T33" fmla="*/ 1328 h 2085"/>
                  <a:gd name="T34" fmla="*/ 1742 w 3007"/>
                  <a:gd name="T35" fmla="*/ 1421 h 2085"/>
                  <a:gd name="T36" fmla="*/ 1308 w 3007"/>
                  <a:gd name="T37" fmla="*/ 1540 h 2085"/>
                  <a:gd name="T38" fmla="*/ 820 w 3007"/>
                  <a:gd name="T39" fmla="*/ 1709 h 2085"/>
                  <a:gd name="T40" fmla="*/ 282 w 3007"/>
                  <a:gd name="T41" fmla="*/ 1943 h 2085"/>
                  <a:gd name="T42" fmla="*/ 152 w 3007"/>
                  <a:gd name="T43" fmla="*/ 2085 h 2085"/>
                  <a:gd name="T44" fmla="*/ 386 w 3007"/>
                  <a:gd name="T45" fmla="*/ 1992 h 2085"/>
                  <a:gd name="T46" fmla="*/ 700 w 3007"/>
                  <a:gd name="T47" fmla="*/ 1834 h 2085"/>
                  <a:gd name="T48" fmla="*/ 1064 w 3007"/>
                  <a:gd name="T49" fmla="*/ 1693 h 2085"/>
                  <a:gd name="T50" fmla="*/ 1661 w 3007"/>
                  <a:gd name="T51" fmla="*/ 1497 h 2085"/>
                  <a:gd name="T52" fmla="*/ 1845 w 3007"/>
                  <a:gd name="T53" fmla="*/ 1442 h 2085"/>
                  <a:gd name="T54" fmla="*/ 2252 w 3007"/>
                  <a:gd name="T55" fmla="*/ 1339 h 2085"/>
                  <a:gd name="T56" fmla="*/ 2551 w 3007"/>
                  <a:gd name="T57" fmla="*/ 1263 h 2085"/>
                  <a:gd name="T58" fmla="*/ 2730 w 3007"/>
                  <a:gd name="T59" fmla="*/ 1214 h 2085"/>
                  <a:gd name="T60" fmla="*/ 2876 w 3007"/>
                  <a:gd name="T61" fmla="*/ 1170 h 2085"/>
                  <a:gd name="T62" fmla="*/ 2974 w 3007"/>
                  <a:gd name="T63" fmla="*/ 1132 h 2085"/>
                  <a:gd name="T64" fmla="*/ 3007 w 3007"/>
                  <a:gd name="T65" fmla="*/ 871 h 2085"/>
                  <a:gd name="T66" fmla="*/ 2860 w 3007"/>
                  <a:gd name="T67" fmla="*/ 844 h 2085"/>
                  <a:gd name="T68" fmla="*/ 2670 w 3007"/>
                  <a:gd name="T69" fmla="*/ 806 h 2085"/>
                  <a:gd name="T70" fmla="*/ 2458 w 3007"/>
                  <a:gd name="T71" fmla="*/ 757 h 2085"/>
                  <a:gd name="T72" fmla="*/ 2138 w 3007"/>
                  <a:gd name="T73" fmla="*/ 670 h 2085"/>
                  <a:gd name="T74" fmla="*/ 1959 w 3007"/>
                  <a:gd name="T75" fmla="*/ 604 h 2085"/>
                  <a:gd name="T76" fmla="*/ 1824 w 3007"/>
                  <a:gd name="T77" fmla="*/ 534 h 2085"/>
                  <a:gd name="T78" fmla="*/ 1769 w 3007"/>
                  <a:gd name="T79" fmla="*/ 474 h 2085"/>
                  <a:gd name="T80" fmla="*/ 1753 w 3007"/>
                  <a:gd name="T81" fmla="*/ 436 h 2085"/>
                  <a:gd name="T82" fmla="*/ 1780 w 3007"/>
                  <a:gd name="T83" fmla="*/ 381 h 2085"/>
                  <a:gd name="T84" fmla="*/ 1862 w 3007"/>
                  <a:gd name="T85" fmla="*/ 316 h 2085"/>
                  <a:gd name="T86" fmla="*/ 1986 w 3007"/>
                  <a:gd name="T87" fmla="*/ 267 h 2085"/>
                  <a:gd name="T88" fmla="*/ 2149 w 3007"/>
                  <a:gd name="T89" fmla="*/ 229 h 2085"/>
                  <a:gd name="T90" fmla="*/ 2431 w 3007"/>
                  <a:gd name="T91" fmla="*/ 180 h 2085"/>
                  <a:gd name="T92" fmla="*/ 2827 w 3007"/>
                  <a:gd name="T93" fmla="*/ 125 h 2085"/>
                  <a:gd name="T94" fmla="*/ 3007 w 3007"/>
                  <a:gd name="T95" fmla="*/ 87 h 2085"/>
                  <a:gd name="T96" fmla="*/ 2909 w 3007"/>
                  <a:gd name="T97" fmla="*/ 22 h 2085"/>
                  <a:gd name="T98" fmla="*/ 2676 w 3007"/>
                  <a:gd name="T99" fmla="*/ 66 h 2085"/>
                  <a:gd name="T100" fmla="*/ 2285 w 3007"/>
                  <a:gd name="T101" fmla="*/ 120 h 2085"/>
                  <a:gd name="T102" fmla="*/ 2030 w 3007"/>
                  <a:gd name="T103" fmla="*/ 158 h 2085"/>
                  <a:gd name="T104" fmla="*/ 1791 w 3007"/>
                  <a:gd name="T105" fmla="*/ 202 h 2085"/>
                  <a:gd name="T106" fmla="*/ 1601 w 3007"/>
                  <a:gd name="T107" fmla="*/ 261 h 2085"/>
                  <a:gd name="T108" fmla="*/ 1471 w 3007"/>
                  <a:gd name="T109" fmla="*/ 338 h 2085"/>
                  <a:gd name="T110" fmla="*/ 1438 w 3007"/>
                  <a:gd name="T111" fmla="*/ 387 h 2085"/>
                  <a:gd name="T112" fmla="*/ 1427 w 3007"/>
                  <a:gd name="T113" fmla="*/ 441 h 20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2776" name="Freeform 8">
                <a:extLst>
                  <a:ext uri="{FF2B5EF4-FFF2-40B4-BE49-F238E27FC236}">
                    <a16:creationId xmlns:a16="http://schemas.microsoft.com/office/drawing/2014/main" id="{1BD954D4-33AB-099B-FF05-9C9AAC8F33A4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501" y="2317"/>
                <a:ext cx="1248" cy="539"/>
              </a:xfrm>
              <a:custGeom>
                <a:avLst/>
                <a:gdLst>
                  <a:gd name="T0" fmla="*/ 0 w 1248"/>
                  <a:gd name="T1" fmla="*/ 332 h 539"/>
                  <a:gd name="T2" fmla="*/ 0 w 1248"/>
                  <a:gd name="T3" fmla="*/ 360 h 539"/>
                  <a:gd name="T4" fmla="*/ 5 w 1248"/>
                  <a:gd name="T5" fmla="*/ 387 h 539"/>
                  <a:gd name="T6" fmla="*/ 27 w 1248"/>
                  <a:gd name="T7" fmla="*/ 414 h 539"/>
                  <a:gd name="T8" fmla="*/ 54 w 1248"/>
                  <a:gd name="T9" fmla="*/ 436 h 539"/>
                  <a:gd name="T10" fmla="*/ 92 w 1248"/>
                  <a:gd name="T11" fmla="*/ 463 h 539"/>
                  <a:gd name="T12" fmla="*/ 141 w 1248"/>
                  <a:gd name="T13" fmla="*/ 490 h 539"/>
                  <a:gd name="T14" fmla="*/ 195 w 1248"/>
                  <a:gd name="T15" fmla="*/ 512 h 539"/>
                  <a:gd name="T16" fmla="*/ 255 w 1248"/>
                  <a:gd name="T17" fmla="*/ 539 h 539"/>
                  <a:gd name="T18" fmla="*/ 212 w 1248"/>
                  <a:gd name="T19" fmla="*/ 517 h 539"/>
                  <a:gd name="T20" fmla="*/ 179 w 1248"/>
                  <a:gd name="T21" fmla="*/ 490 h 539"/>
                  <a:gd name="T22" fmla="*/ 157 w 1248"/>
                  <a:gd name="T23" fmla="*/ 468 h 539"/>
                  <a:gd name="T24" fmla="*/ 141 w 1248"/>
                  <a:gd name="T25" fmla="*/ 447 h 539"/>
                  <a:gd name="T26" fmla="*/ 136 w 1248"/>
                  <a:gd name="T27" fmla="*/ 425 h 539"/>
                  <a:gd name="T28" fmla="*/ 136 w 1248"/>
                  <a:gd name="T29" fmla="*/ 403 h 539"/>
                  <a:gd name="T30" fmla="*/ 141 w 1248"/>
                  <a:gd name="T31" fmla="*/ 381 h 539"/>
                  <a:gd name="T32" fmla="*/ 157 w 1248"/>
                  <a:gd name="T33" fmla="*/ 365 h 539"/>
                  <a:gd name="T34" fmla="*/ 179 w 1248"/>
                  <a:gd name="T35" fmla="*/ 343 h 539"/>
                  <a:gd name="T36" fmla="*/ 201 w 1248"/>
                  <a:gd name="T37" fmla="*/ 327 h 539"/>
                  <a:gd name="T38" fmla="*/ 266 w 1248"/>
                  <a:gd name="T39" fmla="*/ 294 h 539"/>
                  <a:gd name="T40" fmla="*/ 353 w 1248"/>
                  <a:gd name="T41" fmla="*/ 262 h 539"/>
                  <a:gd name="T42" fmla="*/ 445 w 1248"/>
                  <a:gd name="T43" fmla="*/ 234 h 539"/>
                  <a:gd name="T44" fmla="*/ 554 w 1248"/>
                  <a:gd name="T45" fmla="*/ 213 h 539"/>
                  <a:gd name="T46" fmla="*/ 662 w 1248"/>
                  <a:gd name="T47" fmla="*/ 191 h 539"/>
                  <a:gd name="T48" fmla="*/ 890 w 1248"/>
                  <a:gd name="T49" fmla="*/ 153 h 539"/>
                  <a:gd name="T50" fmla="*/ 993 w 1248"/>
                  <a:gd name="T51" fmla="*/ 136 h 539"/>
                  <a:gd name="T52" fmla="*/ 1091 w 1248"/>
                  <a:gd name="T53" fmla="*/ 120 h 539"/>
                  <a:gd name="T54" fmla="*/ 1178 w 1248"/>
                  <a:gd name="T55" fmla="*/ 115 h 539"/>
                  <a:gd name="T56" fmla="*/ 1248 w 1248"/>
                  <a:gd name="T57" fmla="*/ 104 h 539"/>
                  <a:gd name="T58" fmla="*/ 1248 w 1248"/>
                  <a:gd name="T59" fmla="*/ 0 h 539"/>
                  <a:gd name="T60" fmla="*/ 1161 w 1248"/>
                  <a:gd name="T61" fmla="*/ 22 h 539"/>
                  <a:gd name="T62" fmla="*/ 1069 w 1248"/>
                  <a:gd name="T63" fmla="*/ 38 h 539"/>
                  <a:gd name="T64" fmla="*/ 874 w 1248"/>
                  <a:gd name="T65" fmla="*/ 71 h 539"/>
                  <a:gd name="T66" fmla="*/ 673 w 1248"/>
                  <a:gd name="T67" fmla="*/ 93 h 539"/>
                  <a:gd name="T68" fmla="*/ 483 w 1248"/>
                  <a:gd name="T69" fmla="*/ 126 h 539"/>
                  <a:gd name="T70" fmla="*/ 391 w 1248"/>
                  <a:gd name="T71" fmla="*/ 142 h 539"/>
                  <a:gd name="T72" fmla="*/ 309 w 1248"/>
                  <a:gd name="T73" fmla="*/ 158 h 539"/>
                  <a:gd name="T74" fmla="*/ 228 w 1248"/>
                  <a:gd name="T75" fmla="*/ 180 h 539"/>
                  <a:gd name="T76" fmla="*/ 163 w 1248"/>
                  <a:gd name="T77" fmla="*/ 202 h 539"/>
                  <a:gd name="T78" fmla="*/ 103 w 1248"/>
                  <a:gd name="T79" fmla="*/ 229 h 539"/>
                  <a:gd name="T80" fmla="*/ 54 w 1248"/>
                  <a:gd name="T81" fmla="*/ 256 h 539"/>
                  <a:gd name="T82" fmla="*/ 22 w 1248"/>
                  <a:gd name="T83" fmla="*/ 294 h 539"/>
                  <a:gd name="T84" fmla="*/ 0 w 1248"/>
                  <a:gd name="T85" fmla="*/ 332 h 539"/>
                  <a:gd name="T86" fmla="*/ 0 w 1248"/>
                  <a:gd name="T87" fmla="*/ 332 h 5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32777" name="Freeform 9">
              <a:extLst>
                <a:ext uri="{FF2B5EF4-FFF2-40B4-BE49-F238E27FC236}">
                  <a16:creationId xmlns:a16="http://schemas.microsoft.com/office/drawing/2014/main" id="{6A5AE1E8-2607-A474-105C-9D7B82F61D5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322" y="1341"/>
              <a:ext cx="1825" cy="1537"/>
            </a:xfrm>
            <a:custGeom>
              <a:avLst/>
              <a:gdLst>
                <a:gd name="T0" fmla="*/ 982 w 2296"/>
                <a:gd name="T1" fmla="*/ 1061 h 1469"/>
                <a:gd name="T2" fmla="*/ 1357 w 2296"/>
                <a:gd name="T3" fmla="*/ 1012 h 1469"/>
                <a:gd name="T4" fmla="*/ 1666 w 2296"/>
                <a:gd name="T5" fmla="*/ 957 h 1469"/>
                <a:gd name="T6" fmla="*/ 1916 w 2296"/>
                <a:gd name="T7" fmla="*/ 897 h 1469"/>
                <a:gd name="T8" fmla="*/ 2100 w 2296"/>
                <a:gd name="T9" fmla="*/ 832 h 1469"/>
                <a:gd name="T10" fmla="*/ 2220 w 2296"/>
                <a:gd name="T11" fmla="*/ 756 h 1469"/>
                <a:gd name="T12" fmla="*/ 2285 w 2296"/>
                <a:gd name="T13" fmla="*/ 669 h 1469"/>
                <a:gd name="T14" fmla="*/ 2290 w 2296"/>
                <a:gd name="T15" fmla="*/ 560 h 1469"/>
                <a:gd name="T16" fmla="*/ 2241 w 2296"/>
                <a:gd name="T17" fmla="*/ 457 h 1469"/>
                <a:gd name="T18" fmla="*/ 2144 w 2296"/>
                <a:gd name="T19" fmla="*/ 364 h 1469"/>
                <a:gd name="T20" fmla="*/ 2008 w 2296"/>
                <a:gd name="T21" fmla="*/ 277 h 1469"/>
                <a:gd name="T22" fmla="*/ 1769 w 2296"/>
                <a:gd name="T23" fmla="*/ 157 h 1469"/>
                <a:gd name="T24" fmla="*/ 1612 w 2296"/>
                <a:gd name="T25" fmla="*/ 92 h 1469"/>
                <a:gd name="T26" fmla="*/ 1476 w 2296"/>
                <a:gd name="T27" fmla="*/ 43 h 1469"/>
                <a:gd name="T28" fmla="*/ 1384 w 2296"/>
                <a:gd name="T29" fmla="*/ 10 h 1469"/>
                <a:gd name="T30" fmla="*/ 1346 w 2296"/>
                <a:gd name="T31" fmla="*/ 0 h 1469"/>
                <a:gd name="T32" fmla="*/ 1655 w 2296"/>
                <a:gd name="T33" fmla="*/ 119 h 1469"/>
                <a:gd name="T34" fmla="*/ 1948 w 2296"/>
                <a:gd name="T35" fmla="*/ 255 h 1469"/>
                <a:gd name="T36" fmla="*/ 2068 w 2296"/>
                <a:gd name="T37" fmla="*/ 326 h 1469"/>
                <a:gd name="T38" fmla="*/ 2171 w 2296"/>
                <a:gd name="T39" fmla="*/ 402 h 1469"/>
                <a:gd name="T40" fmla="*/ 2236 w 2296"/>
                <a:gd name="T41" fmla="*/ 478 h 1469"/>
                <a:gd name="T42" fmla="*/ 2263 w 2296"/>
                <a:gd name="T43" fmla="*/ 560 h 1469"/>
                <a:gd name="T44" fmla="*/ 2241 w 2296"/>
                <a:gd name="T45" fmla="*/ 636 h 1469"/>
                <a:gd name="T46" fmla="*/ 2171 w 2296"/>
                <a:gd name="T47" fmla="*/ 702 h 1469"/>
                <a:gd name="T48" fmla="*/ 2062 w 2296"/>
                <a:gd name="T49" fmla="*/ 756 h 1469"/>
                <a:gd name="T50" fmla="*/ 1921 w 2296"/>
                <a:gd name="T51" fmla="*/ 800 h 1469"/>
                <a:gd name="T52" fmla="*/ 1748 w 2296"/>
                <a:gd name="T53" fmla="*/ 843 h 1469"/>
                <a:gd name="T54" fmla="*/ 1351 w 2296"/>
                <a:gd name="T55" fmla="*/ 908 h 1469"/>
                <a:gd name="T56" fmla="*/ 923 w 2296"/>
                <a:gd name="T57" fmla="*/ 968 h 1469"/>
                <a:gd name="T58" fmla="*/ 521 w 2296"/>
                <a:gd name="T59" fmla="*/ 1028 h 1469"/>
                <a:gd name="T60" fmla="*/ 353 w 2296"/>
                <a:gd name="T61" fmla="*/ 1066 h 1469"/>
                <a:gd name="T62" fmla="*/ 206 w 2296"/>
                <a:gd name="T63" fmla="*/ 1104 h 1469"/>
                <a:gd name="T64" fmla="*/ 92 w 2296"/>
                <a:gd name="T65" fmla="*/ 1148 h 1469"/>
                <a:gd name="T66" fmla="*/ 22 w 2296"/>
                <a:gd name="T67" fmla="*/ 1202 h 1469"/>
                <a:gd name="T68" fmla="*/ 0 w 2296"/>
                <a:gd name="T69" fmla="*/ 1262 h 1469"/>
                <a:gd name="T70" fmla="*/ 27 w 2296"/>
                <a:gd name="T71" fmla="*/ 1327 h 1469"/>
                <a:gd name="T72" fmla="*/ 98 w 2296"/>
                <a:gd name="T73" fmla="*/ 1382 h 1469"/>
                <a:gd name="T74" fmla="*/ 196 w 2296"/>
                <a:gd name="T75" fmla="*/ 1425 h 1469"/>
                <a:gd name="T76" fmla="*/ 326 w 2296"/>
                <a:gd name="T77" fmla="*/ 1469 h 1469"/>
                <a:gd name="T78" fmla="*/ 217 w 2296"/>
                <a:gd name="T79" fmla="*/ 1414 h 1469"/>
                <a:gd name="T80" fmla="*/ 147 w 2296"/>
                <a:gd name="T81" fmla="*/ 1360 h 1469"/>
                <a:gd name="T82" fmla="*/ 120 w 2296"/>
                <a:gd name="T83" fmla="*/ 1306 h 1469"/>
                <a:gd name="T84" fmla="*/ 141 w 2296"/>
                <a:gd name="T85" fmla="*/ 1257 h 1469"/>
                <a:gd name="T86" fmla="*/ 212 w 2296"/>
                <a:gd name="T87" fmla="*/ 1208 h 1469"/>
                <a:gd name="T88" fmla="*/ 342 w 2296"/>
                <a:gd name="T89" fmla="*/ 1164 h 1469"/>
                <a:gd name="T90" fmla="*/ 527 w 2296"/>
                <a:gd name="T91" fmla="*/ 1121 h 1469"/>
                <a:gd name="T92" fmla="*/ 771 w 2296"/>
                <a:gd name="T93" fmla="*/ 1088 h 1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2778" name="Freeform 10">
              <a:extLst>
                <a:ext uri="{FF2B5EF4-FFF2-40B4-BE49-F238E27FC236}">
                  <a16:creationId xmlns:a16="http://schemas.microsoft.com/office/drawing/2014/main" id="{683F039E-AA8C-1338-AB45-6E9B29A2756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0"/>
              <a:ext cx="5758" cy="1776"/>
            </a:xfrm>
            <a:custGeom>
              <a:avLst/>
              <a:gdLst>
                <a:gd name="T0" fmla="*/ 0 w 5740"/>
                <a:gd name="T1" fmla="*/ 0 h 1906"/>
                <a:gd name="T2" fmla="*/ 0 w 5740"/>
                <a:gd name="T3" fmla="*/ 1906 h 1906"/>
                <a:gd name="T4" fmla="*/ 5740 w 5740"/>
                <a:gd name="T5" fmla="*/ 1906 h 1906"/>
                <a:gd name="T6" fmla="*/ 5740 w 5740"/>
                <a:gd name="T7" fmla="*/ 0 h 1906"/>
                <a:gd name="T8" fmla="*/ 0 w 5740"/>
                <a:gd name="T9" fmla="*/ 0 h 1906"/>
                <a:gd name="T10" fmla="*/ 0 w 5740"/>
                <a:gd name="T11" fmla="*/ 0 h 1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32779" name="Rectangle 11">
            <a:extLst>
              <a:ext uri="{FF2B5EF4-FFF2-40B4-BE49-F238E27FC236}">
                <a16:creationId xmlns:a16="http://schemas.microsoft.com/office/drawing/2014/main" id="{36F438F2-99A3-3B32-331F-4D0648C57B09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736725"/>
            <a:ext cx="7772400" cy="1920875"/>
          </a:xfrm>
        </p:spPr>
        <p:txBody>
          <a:bodyPr/>
          <a:lstStyle>
            <a:lvl1pPr>
              <a:defRPr sz="6000"/>
            </a:lvl1pPr>
          </a:lstStyle>
          <a:p>
            <a:pPr lvl="0"/>
            <a:r>
              <a:rPr lang="en-US" altLang="pt-BR" noProof="0"/>
              <a:t>Clique para editar o estilo do título mestre</a:t>
            </a:r>
          </a:p>
        </p:txBody>
      </p:sp>
      <p:sp>
        <p:nvSpPr>
          <p:cNvPr id="32780" name="Rectangle 12">
            <a:extLst>
              <a:ext uri="{FF2B5EF4-FFF2-40B4-BE49-F238E27FC236}">
                <a16:creationId xmlns:a16="http://schemas.microsoft.com/office/drawing/2014/main" id="{6D4AE686-FB0B-0218-952F-63BEAAD304F9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pt-BR" noProof="0"/>
              <a:t>Clique para editar o estilo do subtítulo mestre</a:t>
            </a:r>
          </a:p>
        </p:txBody>
      </p:sp>
      <p:sp>
        <p:nvSpPr>
          <p:cNvPr id="32781" name="Rectangle 13">
            <a:extLst>
              <a:ext uri="{FF2B5EF4-FFF2-40B4-BE49-F238E27FC236}">
                <a16:creationId xmlns:a16="http://schemas.microsoft.com/office/drawing/2014/main" id="{F4EB06E3-2C6F-7E53-6F36-C15AE1CD59B9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>
          <a:xfrm>
            <a:off x="457200" y="624840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2782" name="Rectangle 14">
            <a:extLst>
              <a:ext uri="{FF2B5EF4-FFF2-40B4-BE49-F238E27FC236}">
                <a16:creationId xmlns:a16="http://schemas.microsoft.com/office/drawing/2014/main" id="{9AF4FBD7-CEFB-4F6D-9A30-A67A7638E15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5157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2783" name="Rectangle 15">
            <a:extLst>
              <a:ext uri="{FF2B5EF4-FFF2-40B4-BE49-F238E27FC236}">
                <a16:creationId xmlns:a16="http://schemas.microsoft.com/office/drawing/2014/main" id="{75E1FF19-D9B5-B550-FE7F-68DD9817AC3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5475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4DF6D44C-3181-41D0-BAFB-59156E22E11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749486-46A7-CD2A-4436-09D89FB7C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6ABBAF-E835-26D2-FAC7-EC9C2CE652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EA9581-8842-B283-B837-2DE87F0F9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2B56655-B239-BE23-5D25-50DAB868E65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30A73A4-B621-4710-A8BA-7A1753A4D586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AEC2033-9F9B-C4ED-45E5-9D952C490A7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55457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35B01C-4701-365E-5E18-2AC1D73B2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5418152-9147-E8BA-3819-59DF9474B1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4B18692-09F4-D7E5-9491-AF4182CA5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1EE2D12-1D94-225C-F101-095215928CB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519ED25-B02C-4943-9AC0-88FD8539A824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A6B1F87-DC00-E9DB-822A-7E531C4961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7480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558CF6-DAA8-E7C7-C93D-51974EB40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5733144-EDC9-A2F1-6C7F-1DC34D3E97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D70217C-A8D8-C94A-FDBB-A62B774122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5AC60D7-E39A-11D5-0FDD-E00AB69C3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F36B0F7-BE25-09D3-AD4D-C98841A53B6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5F6A39C-759E-4C05-BA07-E35A124377CF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80442701-7437-36BF-9CCC-52E090E85E1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07278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6E0DC1-3663-63C8-099F-6C95FB011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997337A-8782-350F-F70E-74C64864B3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035BCA0-8A75-B5C6-533D-8FDF05D8C7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424DEC4-2963-5C0B-71CC-6E1AE7297A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A3B70E3-26F7-3CF9-98E8-2915613F57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30BDF44-DC71-0879-9675-C2B7BF8FB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Número de Slide 7">
            <a:extLst>
              <a:ext uri="{FF2B5EF4-FFF2-40B4-BE49-F238E27FC236}">
                <a16:creationId xmlns:a16="http://schemas.microsoft.com/office/drawing/2014/main" id="{68353CC8-9762-D379-1CF0-1C07C8620E4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F5FD02B-30C3-4CE5-9E8F-AA954AE87406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9" name="Espaço Reservado para Rodapé 8">
            <a:extLst>
              <a:ext uri="{FF2B5EF4-FFF2-40B4-BE49-F238E27FC236}">
                <a16:creationId xmlns:a16="http://schemas.microsoft.com/office/drawing/2014/main" id="{F2EB5F8E-E729-179A-2E28-DD0C4867161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81250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3D1F60-7CDA-BBAB-9094-CAC594A9F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E029CD1-C49D-39EA-F530-FDE18A21E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E94DBE2-E79A-4FEA-8F2F-577C04D1654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8DA25E0-2048-4483-AA42-A21CD0EBAC9B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BB6CBBB-CEFB-A1AA-EB91-F0DD2E9E57F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89196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DD0F051-E82B-13ED-F6B5-942795C5D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BDA2AA82-89DA-1753-08C8-7047E4EDA1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15FF575-D424-4ACC-A653-B196A42E3001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85076F3-FB75-818E-24F0-1BB0B80DA00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32394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756E07-7F92-AE62-7795-FFABC99AE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9858B4F-BDDB-C53F-1045-52779F5BB6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C0F9398-CD7D-28FE-4FFF-A11520EA0B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39B56D6-3CD0-0E28-D1BF-87C6F40FF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857B60-F272-B407-7762-B0899E18D2B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3138966-2AD4-46F6-BB4B-31AFC7227ACB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51FE927A-8D33-C2A3-71EA-32A76D005A9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90849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994700-61BF-D188-47A2-AC0121E6A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BF962FB-3099-FA92-7F7B-AC189F5C83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1C05FB8-A8F3-2C69-752A-9CC2D37FD8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B9FD7BA-C3E1-C18C-37C0-35D33E8F8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5C9FB65-463E-09EC-551E-B1B2AF3B0D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E8CB4A9-1CD6-43DF-AA72-BB63BB0BFD94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EEF882FA-78B1-2D5F-19C7-8A1379838EE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73009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CD0FAA-9703-1836-83EC-3AD9F4EFE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486E1EC-9BA5-FB23-A204-F2D1458734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6A8CABB-B972-3240-B087-822E6AFCC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849C0F4-C2D2-D02E-8958-FC72039951E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ABD9572-6861-4320-8946-5BD9C05DB130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FF1849C-D813-8C30-DF8B-8199B83E052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16064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9D4CB91-885A-47AB-B6ED-98F468769C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DFF64C3-2D22-EFC8-FCE1-8315E9DF77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A34923B-6591-101C-7111-95C3CFE91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34ACD41-2F2B-7F93-45E1-336A40071A6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AB18779-0E8C-4001-8418-895BF8331607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CE57328-D38F-E86D-54CF-F26AB071953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19437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08A96326-A378-7A0A-B504-6D849F4C1EB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5157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anose="020B0604020202020204" pitchFamily="34" charset="0"/>
              </a:defRPr>
            </a:lvl1pPr>
          </a:lstStyle>
          <a:p>
            <a:endParaRPr lang="en-US" altLang="pt-BR"/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2C33CCBA-AFD5-F10C-14CF-01F0B277C29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A7362121-9F15-4E67-940E-D2513EBC000B}" type="slidenum">
              <a:rPr lang="en-US" altLang="pt-BR"/>
              <a:pPr/>
              <a:t>‹nº›</a:t>
            </a:fld>
            <a:endParaRPr lang="en-US" altLang="pt-BR"/>
          </a:p>
        </p:txBody>
      </p:sp>
      <p:grpSp>
        <p:nvGrpSpPr>
          <p:cNvPr id="31748" name="Group 4">
            <a:extLst>
              <a:ext uri="{FF2B5EF4-FFF2-40B4-BE49-F238E27FC236}">
                <a16:creationId xmlns:a16="http://schemas.microsoft.com/office/drawing/2014/main" id="{3BB5935A-234E-DD9D-111B-DDBFC9238B6D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0825" cy="6850063"/>
            <a:chOff x="0" y="0"/>
            <a:chExt cx="5758" cy="4315"/>
          </a:xfrm>
        </p:grpSpPr>
        <p:grpSp>
          <p:nvGrpSpPr>
            <p:cNvPr id="31749" name="Group 5">
              <a:extLst>
                <a:ext uri="{FF2B5EF4-FFF2-40B4-BE49-F238E27FC236}">
                  <a16:creationId xmlns:a16="http://schemas.microsoft.com/office/drawing/2014/main" id="{D6A56A72-F7E5-1DDE-785D-2ED9C321C3B9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31750" name="Freeform 6">
                <a:extLst>
                  <a:ext uri="{FF2B5EF4-FFF2-40B4-BE49-F238E27FC236}">
                    <a16:creationId xmlns:a16="http://schemas.microsoft.com/office/drawing/2014/main" id="{24C5EEC6-5FD1-652C-0C61-6EB3418271CC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1728" y="2644"/>
                <a:ext cx="2882" cy="1671"/>
              </a:xfrm>
              <a:custGeom>
                <a:avLst/>
                <a:gdLst>
                  <a:gd name="T0" fmla="*/ 2740 w 2882"/>
                  <a:gd name="T1" fmla="*/ 528 h 1671"/>
                  <a:gd name="T2" fmla="*/ 2632 w 2882"/>
                  <a:gd name="T3" fmla="*/ 484 h 1671"/>
                  <a:gd name="T4" fmla="*/ 2480 w 2882"/>
                  <a:gd name="T5" fmla="*/ 424 h 1671"/>
                  <a:gd name="T6" fmla="*/ 2203 w 2882"/>
                  <a:gd name="T7" fmla="*/ 343 h 1671"/>
                  <a:gd name="T8" fmla="*/ 1970 w 2882"/>
                  <a:gd name="T9" fmla="*/ 277 h 1671"/>
                  <a:gd name="T10" fmla="*/ 1807 w 2882"/>
                  <a:gd name="T11" fmla="*/ 212 h 1671"/>
                  <a:gd name="T12" fmla="*/ 1693 w 2882"/>
                  <a:gd name="T13" fmla="*/ 152 h 1671"/>
                  <a:gd name="T14" fmla="*/ 1628 w 2882"/>
                  <a:gd name="T15" fmla="*/ 103 h 1671"/>
                  <a:gd name="T16" fmla="*/ 1590 w 2882"/>
                  <a:gd name="T17" fmla="*/ 60 h 1671"/>
                  <a:gd name="T18" fmla="*/ 1579 w 2882"/>
                  <a:gd name="T19" fmla="*/ 27 h 1671"/>
                  <a:gd name="T20" fmla="*/ 1585 w 2882"/>
                  <a:gd name="T21" fmla="*/ 0 h 1671"/>
                  <a:gd name="T22" fmla="*/ 1557 w 2882"/>
                  <a:gd name="T23" fmla="*/ 49 h 1671"/>
                  <a:gd name="T24" fmla="*/ 1568 w 2882"/>
                  <a:gd name="T25" fmla="*/ 98 h 1671"/>
                  <a:gd name="T26" fmla="*/ 1617 w 2882"/>
                  <a:gd name="T27" fmla="*/ 141 h 1671"/>
                  <a:gd name="T28" fmla="*/ 1688 w 2882"/>
                  <a:gd name="T29" fmla="*/ 185 h 1671"/>
                  <a:gd name="T30" fmla="*/ 1791 w 2882"/>
                  <a:gd name="T31" fmla="*/ 228 h 1671"/>
                  <a:gd name="T32" fmla="*/ 2040 w 2882"/>
                  <a:gd name="T33" fmla="*/ 310 h 1671"/>
                  <a:gd name="T34" fmla="*/ 2285 w 2882"/>
                  <a:gd name="T35" fmla="*/ 381 h 1671"/>
                  <a:gd name="T36" fmla="*/ 2464 w 2882"/>
                  <a:gd name="T37" fmla="*/ 435 h 1671"/>
                  <a:gd name="T38" fmla="*/ 2605 w 2882"/>
                  <a:gd name="T39" fmla="*/ 484 h 1671"/>
                  <a:gd name="T40" fmla="*/ 2708 w 2882"/>
                  <a:gd name="T41" fmla="*/ 528 h 1671"/>
                  <a:gd name="T42" fmla="*/ 2768 w 2882"/>
                  <a:gd name="T43" fmla="*/ 560 h 1671"/>
                  <a:gd name="T44" fmla="*/ 2795 w 2882"/>
                  <a:gd name="T45" fmla="*/ 593 h 1671"/>
                  <a:gd name="T46" fmla="*/ 2795 w 2882"/>
                  <a:gd name="T47" fmla="*/ 642 h 1671"/>
                  <a:gd name="T48" fmla="*/ 2762 w 2882"/>
                  <a:gd name="T49" fmla="*/ 691 h 1671"/>
                  <a:gd name="T50" fmla="*/ 2692 w 2882"/>
                  <a:gd name="T51" fmla="*/ 735 h 1671"/>
                  <a:gd name="T52" fmla="*/ 2589 w 2882"/>
                  <a:gd name="T53" fmla="*/ 778 h 1671"/>
                  <a:gd name="T54" fmla="*/ 2458 w 2882"/>
                  <a:gd name="T55" fmla="*/ 822 h 1671"/>
                  <a:gd name="T56" fmla="*/ 2301 w 2882"/>
                  <a:gd name="T57" fmla="*/ 865 h 1671"/>
                  <a:gd name="T58" fmla="*/ 2030 w 2882"/>
                  <a:gd name="T59" fmla="*/ 930 h 1671"/>
                  <a:gd name="T60" fmla="*/ 1606 w 2882"/>
                  <a:gd name="T61" fmla="*/ 1034 h 1671"/>
                  <a:gd name="T62" fmla="*/ 1145 w 2882"/>
                  <a:gd name="T63" fmla="*/ 1164 h 1671"/>
                  <a:gd name="T64" fmla="*/ 673 w 2882"/>
                  <a:gd name="T65" fmla="*/ 1328 h 1671"/>
                  <a:gd name="T66" fmla="*/ 217 w 2882"/>
                  <a:gd name="T67" fmla="*/ 1545 h 1671"/>
                  <a:gd name="T68" fmla="*/ 353 w 2882"/>
                  <a:gd name="T69" fmla="*/ 1671 h 1671"/>
                  <a:gd name="T70" fmla="*/ 754 w 2882"/>
                  <a:gd name="T71" fmla="*/ 1469 h 1671"/>
                  <a:gd name="T72" fmla="*/ 1145 w 2882"/>
                  <a:gd name="T73" fmla="*/ 1311 h 1671"/>
                  <a:gd name="T74" fmla="*/ 1519 w 2882"/>
                  <a:gd name="T75" fmla="*/ 1186 h 1671"/>
                  <a:gd name="T76" fmla="*/ 1861 w 2882"/>
                  <a:gd name="T77" fmla="*/ 1083 h 1671"/>
                  <a:gd name="T78" fmla="*/ 2165 w 2882"/>
                  <a:gd name="T79" fmla="*/ 1007 h 1671"/>
                  <a:gd name="T80" fmla="*/ 2426 w 2882"/>
                  <a:gd name="T81" fmla="*/ 947 h 1671"/>
                  <a:gd name="T82" fmla="*/ 2626 w 2882"/>
                  <a:gd name="T83" fmla="*/ 892 h 1671"/>
                  <a:gd name="T84" fmla="*/ 2762 w 2882"/>
                  <a:gd name="T85" fmla="*/ 838 h 1671"/>
                  <a:gd name="T86" fmla="*/ 2827 w 2882"/>
                  <a:gd name="T87" fmla="*/ 794 h 1671"/>
                  <a:gd name="T88" fmla="*/ 2865 w 2882"/>
                  <a:gd name="T89" fmla="*/ 745 h 1671"/>
                  <a:gd name="T90" fmla="*/ 2882 w 2882"/>
                  <a:gd name="T91" fmla="*/ 702 h 1671"/>
                  <a:gd name="T92" fmla="*/ 2854 w 2882"/>
                  <a:gd name="T93" fmla="*/ 620 h 1671"/>
                  <a:gd name="T94" fmla="*/ 2800 w 2882"/>
                  <a:gd name="T95" fmla="*/ 560 h 1671"/>
                  <a:gd name="T96" fmla="*/ 2773 w 2882"/>
                  <a:gd name="T97" fmla="*/ 544 h 16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1751" name="Freeform 7">
                <a:extLst>
                  <a:ext uri="{FF2B5EF4-FFF2-40B4-BE49-F238E27FC236}">
                    <a16:creationId xmlns:a16="http://schemas.microsoft.com/office/drawing/2014/main" id="{2189BF46-CD75-23F0-705C-02C41AC71C71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170" y="2671"/>
                <a:ext cx="1259" cy="811"/>
              </a:xfrm>
              <a:custGeom>
                <a:avLst/>
                <a:gdLst>
                  <a:gd name="T0" fmla="*/ 1259 w 1259"/>
                  <a:gd name="T1" fmla="*/ 615 h 811"/>
                  <a:gd name="T2" fmla="*/ 1248 w 1259"/>
                  <a:gd name="T3" fmla="*/ 588 h 811"/>
                  <a:gd name="T4" fmla="*/ 1237 w 1259"/>
                  <a:gd name="T5" fmla="*/ 566 h 811"/>
                  <a:gd name="T6" fmla="*/ 1216 w 1259"/>
                  <a:gd name="T7" fmla="*/ 539 h 811"/>
                  <a:gd name="T8" fmla="*/ 1188 w 1259"/>
                  <a:gd name="T9" fmla="*/ 517 h 811"/>
                  <a:gd name="T10" fmla="*/ 1123 w 1259"/>
                  <a:gd name="T11" fmla="*/ 479 h 811"/>
                  <a:gd name="T12" fmla="*/ 1042 w 1259"/>
                  <a:gd name="T13" fmla="*/ 441 h 811"/>
                  <a:gd name="T14" fmla="*/ 944 w 1259"/>
                  <a:gd name="T15" fmla="*/ 408 h 811"/>
                  <a:gd name="T16" fmla="*/ 841 w 1259"/>
                  <a:gd name="T17" fmla="*/ 381 h 811"/>
                  <a:gd name="T18" fmla="*/ 727 w 1259"/>
                  <a:gd name="T19" fmla="*/ 348 h 811"/>
                  <a:gd name="T20" fmla="*/ 613 w 1259"/>
                  <a:gd name="T21" fmla="*/ 321 h 811"/>
                  <a:gd name="T22" fmla="*/ 499 w 1259"/>
                  <a:gd name="T23" fmla="*/ 294 h 811"/>
                  <a:gd name="T24" fmla="*/ 391 w 1259"/>
                  <a:gd name="T25" fmla="*/ 261 h 811"/>
                  <a:gd name="T26" fmla="*/ 288 w 1259"/>
                  <a:gd name="T27" fmla="*/ 229 h 811"/>
                  <a:gd name="T28" fmla="*/ 195 w 1259"/>
                  <a:gd name="T29" fmla="*/ 196 h 811"/>
                  <a:gd name="T30" fmla="*/ 119 w 1259"/>
                  <a:gd name="T31" fmla="*/ 152 h 811"/>
                  <a:gd name="T32" fmla="*/ 54 w 1259"/>
                  <a:gd name="T33" fmla="*/ 109 h 811"/>
                  <a:gd name="T34" fmla="*/ 33 w 1259"/>
                  <a:gd name="T35" fmla="*/ 87 h 811"/>
                  <a:gd name="T36" fmla="*/ 16 w 1259"/>
                  <a:gd name="T37" fmla="*/ 60 h 811"/>
                  <a:gd name="T38" fmla="*/ 5 w 1259"/>
                  <a:gd name="T39" fmla="*/ 33 h 811"/>
                  <a:gd name="T40" fmla="*/ 0 w 1259"/>
                  <a:gd name="T41" fmla="*/ 0 h 811"/>
                  <a:gd name="T42" fmla="*/ 0 w 1259"/>
                  <a:gd name="T43" fmla="*/ 6 h 811"/>
                  <a:gd name="T44" fmla="*/ 0 w 1259"/>
                  <a:gd name="T45" fmla="*/ 11 h 811"/>
                  <a:gd name="T46" fmla="*/ 0 w 1259"/>
                  <a:gd name="T47" fmla="*/ 38 h 811"/>
                  <a:gd name="T48" fmla="*/ 5 w 1259"/>
                  <a:gd name="T49" fmla="*/ 60 h 811"/>
                  <a:gd name="T50" fmla="*/ 16 w 1259"/>
                  <a:gd name="T51" fmla="*/ 87 h 811"/>
                  <a:gd name="T52" fmla="*/ 33 w 1259"/>
                  <a:gd name="T53" fmla="*/ 114 h 811"/>
                  <a:gd name="T54" fmla="*/ 54 w 1259"/>
                  <a:gd name="T55" fmla="*/ 142 h 811"/>
                  <a:gd name="T56" fmla="*/ 87 w 1259"/>
                  <a:gd name="T57" fmla="*/ 174 h 811"/>
                  <a:gd name="T58" fmla="*/ 125 w 1259"/>
                  <a:gd name="T59" fmla="*/ 207 h 811"/>
                  <a:gd name="T60" fmla="*/ 179 w 1259"/>
                  <a:gd name="T61" fmla="*/ 240 h 811"/>
                  <a:gd name="T62" fmla="*/ 244 w 1259"/>
                  <a:gd name="T63" fmla="*/ 278 h 811"/>
                  <a:gd name="T64" fmla="*/ 326 w 1259"/>
                  <a:gd name="T65" fmla="*/ 310 h 811"/>
                  <a:gd name="T66" fmla="*/ 418 w 1259"/>
                  <a:gd name="T67" fmla="*/ 348 h 811"/>
                  <a:gd name="T68" fmla="*/ 526 w 1259"/>
                  <a:gd name="T69" fmla="*/ 381 h 811"/>
                  <a:gd name="T70" fmla="*/ 657 w 1259"/>
                  <a:gd name="T71" fmla="*/ 414 h 811"/>
                  <a:gd name="T72" fmla="*/ 749 w 1259"/>
                  <a:gd name="T73" fmla="*/ 435 h 811"/>
                  <a:gd name="T74" fmla="*/ 830 w 1259"/>
                  <a:gd name="T75" fmla="*/ 463 h 811"/>
                  <a:gd name="T76" fmla="*/ 901 w 1259"/>
                  <a:gd name="T77" fmla="*/ 490 h 811"/>
                  <a:gd name="T78" fmla="*/ 966 w 1259"/>
                  <a:gd name="T79" fmla="*/ 512 h 811"/>
                  <a:gd name="T80" fmla="*/ 1015 w 1259"/>
                  <a:gd name="T81" fmla="*/ 539 h 811"/>
                  <a:gd name="T82" fmla="*/ 1053 w 1259"/>
                  <a:gd name="T83" fmla="*/ 566 h 811"/>
                  <a:gd name="T84" fmla="*/ 1080 w 1259"/>
                  <a:gd name="T85" fmla="*/ 593 h 811"/>
                  <a:gd name="T86" fmla="*/ 1102 w 1259"/>
                  <a:gd name="T87" fmla="*/ 620 h 811"/>
                  <a:gd name="T88" fmla="*/ 1112 w 1259"/>
                  <a:gd name="T89" fmla="*/ 648 h 811"/>
                  <a:gd name="T90" fmla="*/ 1118 w 1259"/>
                  <a:gd name="T91" fmla="*/ 675 h 811"/>
                  <a:gd name="T92" fmla="*/ 1112 w 1259"/>
                  <a:gd name="T93" fmla="*/ 697 h 811"/>
                  <a:gd name="T94" fmla="*/ 1096 w 1259"/>
                  <a:gd name="T95" fmla="*/ 724 h 811"/>
                  <a:gd name="T96" fmla="*/ 1080 w 1259"/>
                  <a:gd name="T97" fmla="*/ 746 h 811"/>
                  <a:gd name="T98" fmla="*/ 1053 w 1259"/>
                  <a:gd name="T99" fmla="*/ 767 h 811"/>
                  <a:gd name="T100" fmla="*/ 1015 w 1259"/>
                  <a:gd name="T101" fmla="*/ 789 h 811"/>
                  <a:gd name="T102" fmla="*/ 977 w 1259"/>
                  <a:gd name="T103" fmla="*/ 811 h 811"/>
                  <a:gd name="T104" fmla="*/ 1047 w 1259"/>
                  <a:gd name="T105" fmla="*/ 789 h 811"/>
                  <a:gd name="T106" fmla="*/ 1107 w 1259"/>
                  <a:gd name="T107" fmla="*/ 767 h 811"/>
                  <a:gd name="T108" fmla="*/ 1156 w 1259"/>
                  <a:gd name="T109" fmla="*/ 746 h 811"/>
                  <a:gd name="T110" fmla="*/ 1199 w 1259"/>
                  <a:gd name="T111" fmla="*/ 724 h 811"/>
                  <a:gd name="T112" fmla="*/ 1226 w 1259"/>
                  <a:gd name="T113" fmla="*/ 702 h 811"/>
                  <a:gd name="T114" fmla="*/ 1248 w 1259"/>
                  <a:gd name="T115" fmla="*/ 675 h 811"/>
                  <a:gd name="T116" fmla="*/ 1259 w 1259"/>
                  <a:gd name="T117" fmla="*/ 648 h 811"/>
                  <a:gd name="T118" fmla="*/ 1259 w 1259"/>
                  <a:gd name="T119" fmla="*/ 615 h 811"/>
                  <a:gd name="T120" fmla="*/ 1259 w 1259"/>
                  <a:gd name="T121" fmla="*/ 615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1752" name="Freeform 8">
                <a:extLst>
                  <a:ext uri="{FF2B5EF4-FFF2-40B4-BE49-F238E27FC236}">
                    <a16:creationId xmlns:a16="http://schemas.microsoft.com/office/drawing/2014/main" id="{1639BA16-D5CA-4E25-E36A-4F4A10B02E21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900" y="3346"/>
                <a:ext cx="2849" cy="969"/>
              </a:xfrm>
              <a:custGeom>
                <a:avLst/>
                <a:gdLst>
                  <a:gd name="T0" fmla="*/ 92 w 2849"/>
                  <a:gd name="T1" fmla="*/ 958 h 969"/>
                  <a:gd name="T2" fmla="*/ 0 w 2849"/>
                  <a:gd name="T3" fmla="*/ 969 h 969"/>
                  <a:gd name="T4" fmla="*/ 391 w 2849"/>
                  <a:gd name="T5" fmla="*/ 969 h 969"/>
                  <a:gd name="T6" fmla="*/ 434 w 2849"/>
                  <a:gd name="T7" fmla="*/ 947 h 969"/>
                  <a:gd name="T8" fmla="*/ 483 w 2849"/>
                  <a:gd name="T9" fmla="*/ 914 h 969"/>
                  <a:gd name="T10" fmla="*/ 554 w 2849"/>
                  <a:gd name="T11" fmla="*/ 876 h 969"/>
                  <a:gd name="T12" fmla="*/ 635 w 2849"/>
                  <a:gd name="T13" fmla="*/ 838 h 969"/>
                  <a:gd name="T14" fmla="*/ 727 w 2849"/>
                  <a:gd name="T15" fmla="*/ 794 h 969"/>
                  <a:gd name="T16" fmla="*/ 836 w 2849"/>
                  <a:gd name="T17" fmla="*/ 745 h 969"/>
                  <a:gd name="T18" fmla="*/ 961 w 2849"/>
                  <a:gd name="T19" fmla="*/ 696 h 969"/>
                  <a:gd name="T20" fmla="*/ 1102 w 2849"/>
                  <a:gd name="T21" fmla="*/ 642 h 969"/>
                  <a:gd name="T22" fmla="*/ 1259 w 2849"/>
                  <a:gd name="T23" fmla="*/ 582 h 969"/>
                  <a:gd name="T24" fmla="*/ 1433 w 2849"/>
                  <a:gd name="T25" fmla="*/ 522 h 969"/>
                  <a:gd name="T26" fmla="*/ 1623 w 2849"/>
                  <a:gd name="T27" fmla="*/ 462 h 969"/>
                  <a:gd name="T28" fmla="*/ 1829 w 2849"/>
                  <a:gd name="T29" fmla="*/ 403 h 969"/>
                  <a:gd name="T30" fmla="*/ 2057 w 2849"/>
                  <a:gd name="T31" fmla="*/ 343 h 969"/>
                  <a:gd name="T32" fmla="*/ 2301 w 2849"/>
                  <a:gd name="T33" fmla="*/ 283 h 969"/>
                  <a:gd name="T34" fmla="*/ 2567 w 2849"/>
                  <a:gd name="T35" fmla="*/ 223 h 969"/>
                  <a:gd name="T36" fmla="*/ 2849 w 2849"/>
                  <a:gd name="T37" fmla="*/ 163 h 969"/>
                  <a:gd name="T38" fmla="*/ 2849 w 2849"/>
                  <a:gd name="T39" fmla="*/ 0 h 969"/>
                  <a:gd name="T40" fmla="*/ 2817 w 2849"/>
                  <a:gd name="T41" fmla="*/ 16 h 969"/>
                  <a:gd name="T42" fmla="*/ 2773 w 2849"/>
                  <a:gd name="T43" fmla="*/ 33 h 969"/>
                  <a:gd name="T44" fmla="*/ 2719 w 2849"/>
                  <a:gd name="T45" fmla="*/ 54 h 969"/>
                  <a:gd name="T46" fmla="*/ 2648 w 2849"/>
                  <a:gd name="T47" fmla="*/ 76 h 969"/>
                  <a:gd name="T48" fmla="*/ 2572 w 2849"/>
                  <a:gd name="T49" fmla="*/ 98 h 969"/>
                  <a:gd name="T50" fmla="*/ 2491 w 2849"/>
                  <a:gd name="T51" fmla="*/ 120 h 969"/>
                  <a:gd name="T52" fmla="*/ 2399 w 2849"/>
                  <a:gd name="T53" fmla="*/ 147 h 969"/>
                  <a:gd name="T54" fmla="*/ 2301 w 2849"/>
                  <a:gd name="T55" fmla="*/ 169 h 969"/>
                  <a:gd name="T56" fmla="*/ 2095 w 2849"/>
                  <a:gd name="T57" fmla="*/ 223 h 969"/>
                  <a:gd name="T58" fmla="*/ 1889 w 2849"/>
                  <a:gd name="T59" fmla="*/ 277 h 969"/>
                  <a:gd name="T60" fmla="*/ 1688 w 2849"/>
                  <a:gd name="T61" fmla="*/ 326 h 969"/>
                  <a:gd name="T62" fmla="*/ 1590 w 2849"/>
                  <a:gd name="T63" fmla="*/ 354 h 969"/>
                  <a:gd name="T64" fmla="*/ 1503 w 2849"/>
                  <a:gd name="T65" fmla="*/ 381 h 969"/>
                  <a:gd name="T66" fmla="*/ 1107 w 2849"/>
                  <a:gd name="T67" fmla="*/ 506 h 969"/>
                  <a:gd name="T68" fmla="*/ 912 w 2849"/>
                  <a:gd name="T69" fmla="*/ 577 h 969"/>
                  <a:gd name="T70" fmla="*/ 727 w 2849"/>
                  <a:gd name="T71" fmla="*/ 647 h 969"/>
                  <a:gd name="T72" fmla="*/ 548 w 2849"/>
                  <a:gd name="T73" fmla="*/ 718 h 969"/>
                  <a:gd name="T74" fmla="*/ 380 w 2849"/>
                  <a:gd name="T75" fmla="*/ 794 h 969"/>
                  <a:gd name="T76" fmla="*/ 228 w 2849"/>
                  <a:gd name="T77" fmla="*/ 876 h 969"/>
                  <a:gd name="T78" fmla="*/ 92 w 2849"/>
                  <a:gd name="T79" fmla="*/ 958 h 969"/>
                  <a:gd name="T80" fmla="*/ 92 w 2849"/>
                  <a:gd name="T81" fmla="*/ 958 h 9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1753" name="Freeform 9">
                <a:extLst>
                  <a:ext uri="{FF2B5EF4-FFF2-40B4-BE49-F238E27FC236}">
                    <a16:creationId xmlns:a16="http://schemas.microsoft.com/office/drawing/2014/main" id="{9D62967B-F6E4-7B20-90C1-4898804459C3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748" y="2230"/>
                <a:ext cx="3007" cy="2085"/>
              </a:xfrm>
              <a:custGeom>
                <a:avLst/>
                <a:gdLst>
                  <a:gd name="T0" fmla="*/ 1433 w 3007"/>
                  <a:gd name="T1" fmla="*/ 474 h 2085"/>
                  <a:gd name="T2" fmla="*/ 1460 w 3007"/>
                  <a:gd name="T3" fmla="*/ 528 h 2085"/>
                  <a:gd name="T4" fmla="*/ 1541 w 3007"/>
                  <a:gd name="T5" fmla="*/ 593 h 2085"/>
                  <a:gd name="T6" fmla="*/ 1715 w 3007"/>
                  <a:gd name="T7" fmla="*/ 670 h 2085"/>
                  <a:gd name="T8" fmla="*/ 1927 w 3007"/>
                  <a:gd name="T9" fmla="*/ 735 h 2085"/>
                  <a:gd name="T10" fmla="*/ 2155 w 3007"/>
                  <a:gd name="T11" fmla="*/ 789 h 2085"/>
                  <a:gd name="T12" fmla="*/ 2372 w 3007"/>
                  <a:gd name="T13" fmla="*/ 849 h 2085"/>
                  <a:gd name="T14" fmla="*/ 2551 w 3007"/>
                  <a:gd name="T15" fmla="*/ 920 h 2085"/>
                  <a:gd name="T16" fmla="*/ 2638 w 3007"/>
                  <a:gd name="T17" fmla="*/ 980 h 2085"/>
                  <a:gd name="T18" fmla="*/ 2676 w 3007"/>
                  <a:gd name="T19" fmla="*/ 1029 h 2085"/>
                  <a:gd name="T20" fmla="*/ 2681 w 3007"/>
                  <a:gd name="T21" fmla="*/ 1083 h 2085"/>
                  <a:gd name="T22" fmla="*/ 2665 w 3007"/>
                  <a:gd name="T23" fmla="*/ 1127 h 2085"/>
                  <a:gd name="T24" fmla="*/ 2616 w 3007"/>
                  <a:gd name="T25" fmla="*/ 1170 h 2085"/>
                  <a:gd name="T26" fmla="*/ 2545 w 3007"/>
                  <a:gd name="T27" fmla="*/ 1208 h 2085"/>
                  <a:gd name="T28" fmla="*/ 2448 w 3007"/>
                  <a:gd name="T29" fmla="*/ 1241 h 2085"/>
                  <a:gd name="T30" fmla="*/ 2328 w 3007"/>
                  <a:gd name="T31" fmla="*/ 1274 h 2085"/>
                  <a:gd name="T32" fmla="*/ 2106 w 3007"/>
                  <a:gd name="T33" fmla="*/ 1328 h 2085"/>
                  <a:gd name="T34" fmla="*/ 1742 w 3007"/>
                  <a:gd name="T35" fmla="*/ 1421 h 2085"/>
                  <a:gd name="T36" fmla="*/ 1308 w 3007"/>
                  <a:gd name="T37" fmla="*/ 1540 h 2085"/>
                  <a:gd name="T38" fmla="*/ 820 w 3007"/>
                  <a:gd name="T39" fmla="*/ 1709 h 2085"/>
                  <a:gd name="T40" fmla="*/ 282 w 3007"/>
                  <a:gd name="T41" fmla="*/ 1943 h 2085"/>
                  <a:gd name="T42" fmla="*/ 152 w 3007"/>
                  <a:gd name="T43" fmla="*/ 2085 h 2085"/>
                  <a:gd name="T44" fmla="*/ 386 w 3007"/>
                  <a:gd name="T45" fmla="*/ 1992 h 2085"/>
                  <a:gd name="T46" fmla="*/ 700 w 3007"/>
                  <a:gd name="T47" fmla="*/ 1834 h 2085"/>
                  <a:gd name="T48" fmla="*/ 1064 w 3007"/>
                  <a:gd name="T49" fmla="*/ 1693 h 2085"/>
                  <a:gd name="T50" fmla="*/ 1661 w 3007"/>
                  <a:gd name="T51" fmla="*/ 1497 h 2085"/>
                  <a:gd name="T52" fmla="*/ 1845 w 3007"/>
                  <a:gd name="T53" fmla="*/ 1442 h 2085"/>
                  <a:gd name="T54" fmla="*/ 2252 w 3007"/>
                  <a:gd name="T55" fmla="*/ 1339 h 2085"/>
                  <a:gd name="T56" fmla="*/ 2551 w 3007"/>
                  <a:gd name="T57" fmla="*/ 1263 h 2085"/>
                  <a:gd name="T58" fmla="*/ 2730 w 3007"/>
                  <a:gd name="T59" fmla="*/ 1214 h 2085"/>
                  <a:gd name="T60" fmla="*/ 2876 w 3007"/>
                  <a:gd name="T61" fmla="*/ 1170 h 2085"/>
                  <a:gd name="T62" fmla="*/ 2974 w 3007"/>
                  <a:gd name="T63" fmla="*/ 1132 h 2085"/>
                  <a:gd name="T64" fmla="*/ 3007 w 3007"/>
                  <a:gd name="T65" fmla="*/ 871 h 2085"/>
                  <a:gd name="T66" fmla="*/ 2860 w 3007"/>
                  <a:gd name="T67" fmla="*/ 844 h 2085"/>
                  <a:gd name="T68" fmla="*/ 2670 w 3007"/>
                  <a:gd name="T69" fmla="*/ 806 h 2085"/>
                  <a:gd name="T70" fmla="*/ 2458 w 3007"/>
                  <a:gd name="T71" fmla="*/ 757 h 2085"/>
                  <a:gd name="T72" fmla="*/ 2138 w 3007"/>
                  <a:gd name="T73" fmla="*/ 670 h 2085"/>
                  <a:gd name="T74" fmla="*/ 1959 w 3007"/>
                  <a:gd name="T75" fmla="*/ 604 h 2085"/>
                  <a:gd name="T76" fmla="*/ 1824 w 3007"/>
                  <a:gd name="T77" fmla="*/ 534 h 2085"/>
                  <a:gd name="T78" fmla="*/ 1769 w 3007"/>
                  <a:gd name="T79" fmla="*/ 474 h 2085"/>
                  <a:gd name="T80" fmla="*/ 1753 w 3007"/>
                  <a:gd name="T81" fmla="*/ 436 h 2085"/>
                  <a:gd name="T82" fmla="*/ 1780 w 3007"/>
                  <a:gd name="T83" fmla="*/ 381 h 2085"/>
                  <a:gd name="T84" fmla="*/ 1862 w 3007"/>
                  <a:gd name="T85" fmla="*/ 316 h 2085"/>
                  <a:gd name="T86" fmla="*/ 1986 w 3007"/>
                  <a:gd name="T87" fmla="*/ 267 h 2085"/>
                  <a:gd name="T88" fmla="*/ 2149 w 3007"/>
                  <a:gd name="T89" fmla="*/ 229 h 2085"/>
                  <a:gd name="T90" fmla="*/ 2431 w 3007"/>
                  <a:gd name="T91" fmla="*/ 180 h 2085"/>
                  <a:gd name="T92" fmla="*/ 2827 w 3007"/>
                  <a:gd name="T93" fmla="*/ 125 h 2085"/>
                  <a:gd name="T94" fmla="*/ 3007 w 3007"/>
                  <a:gd name="T95" fmla="*/ 87 h 2085"/>
                  <a:gd name="T96" fmla="*/ 2909 w 3007"/>
                  <a:gd name="T97" fmla="*/ 22 h 2085"/>
                  <a:gd name="T98" fmla="*/ 2676 w 3007"/>
                  <a:gd name="T99" fmla="*/ 66 h 2085"/>
                  <a:gd name="T100" fmla="*/ 2285 w 3007"/>
                  <a:gd name="T101" fmla="*/ 120 h 2085"/>
                  <a:gd name="T102" fmla="*/ 2030 w 3007"/>
                  <a:gd name="T103" fmla="*/ 158 h 2085"/>
                  <a:gd name="T104" fmla="*/ 1791 w 3007"/>
                  <a:gd name="T105" fmla="*/ 202 h 2085"/>
                  <a:gd name="T106" fmla="*/ 1601 w 3007"/>
                  <a:gd name="T107" fmla="*/ 261 h 2085"/>
                  <a:gd name="T108" fmla="*/ 1471 w 3007"/>
                  <a:gd name="T109" fmla="*/ 338 h 2085"/>
                  <a:gd name="T110" fmla="*/ 1438 w 3007"/>
                  <a:gd name="T111" fmla="*/ 387 h 2085"/>
                  <a:gd name="T112" fmla="*/ 1427 w 3007"/>
                  <a:gd name="T113" fmla="*/ 441 h 20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1754" name="Freeform 10">
                <a:extLst>
                  <a:ext uri="{FF2B5EF4-FFF2-40B4-BE49-F238E27FC236}">
                    <a16:creationId xmlns:a16="http://schemas.microsoft.com/office/drawing/2014/main" id="{6FBF705B-75DE-1563-CFB4-B24E08EC97EE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501" y="2317"/>
                <a:ext cx="1248" cy="539"/>
              </a:xfrm>
              <a:custGeom>
                <a:avLst/>
                <a:gdLst>
                  <a:gd name="T0" fmla="*/ 0 w 1248"/>
                  <a:gd name="T1" fmla="*/ 332 h 539"/>
                  <a:gd name="T2" fmla="*/ 0 w 1248"/>
                  <a:gd name="T3" fmla="*/ 360 h 539"/>
                  <a:gd name="T4" fmla="*/ 5 w 1248"/>
                  <a:gd name="T5" fmla="*/ 387 h 539"/>
                  <a:gd name="T6" fmla="*/ 27 w 1248"/>
                  <a:gd name="T7" fmla="*/ 414 h 539"/>
                  <a:gd name="T8" fmla="*/ 54 w 1248"/>
                  <a:gd name="T9" fmla="*/ 436 h 539"/>
                  <a:gd name="T10" fmla="*/ 92 w 1248"/>
                  <a:gd name="T11" fmla="*/ 463 h 539"/>
                  <a:gd name="T12" fmla="*/ 141 w 1248"/>
                  <a:gd name="T13" fmla="*/ 490 h 539"/>
                  <a:gd name="T14" fmla="*/ 195 w 1248"/>
                  <a:gd name="T15" fmla="*/ 512 h 539"/>
                  <a:gd name="T16" fmla="*/ 255 w 1248"/>
                  <a:gd name="T17" fmla="*/ 539 h 539"/>
                  <a:gd name="T18" fmla="*/ 212 w 1248"/>
                  <a:gd name="T19" fmla="*/ 517 h 539"/>
                  <a:gd name="T20" fmla="*/ 179 w 1248"/>
                  <a:gd name="T21" fmla="*/ 490 h 539"/>
                  <a:gd name="T22" fmla="*/ 157 w 1248"/>
                  <a:gd name="T23" fmla="*/ 468 h 539"/>
                  <a:gd name="T24" fmla="*/ 141 w 1248"/>
                  <a:gd name="T25" fmla="*/ 447 h 539"/>
                  <a:gd name="T26" fmla="*/ 136 w 1248"/>
                  <a:gd name="T27" fmla="*/ 425 h 539"/>
                  <a:gd name="T28" fmla="*/ 136 w 1248"/>
                  <a:gd name="T29" fmla="*/ 403 h 539"/>
                  <a:gd name="T30" fmla="*/ 141 w 1248"/>
                  <a:gd name="T31" fmla="*/ 381 h 539"/>
                  <a:gd name="T32" fmla="*/ 157 w 1248"/>
                  <a:gd name="T33" fmla="*/ 365 h 539"/>
                  <a:gd name="T34" fmla="*/ 179 w 1248"/>
                  <a:gd name="T35" fmla="*/ 343 h 539"/>
                  <a:gd name="T36" fmla="*/ 201 w 1248"/>
                  <a:gd name="T37" fmla="*/ 327 h 539"/>
                  <a:gd name="T38" fmla="*/ 266 w 1248"/>
                  <a:gd name="T39" fmla="*/ 294 h 539"/>
                  <a:gd name="T40" fmla="*/ 353 w 1248"/>
                  <a:gd name="T41" fmla="*/ 262 h 539"/>
                  <a:gd name="T42" fmla="*/ 445 w 1248"/>
                  <a:gd name="T43" fmla="*/ 234 h 539"/>
                  <a:gd name="T44" fmla="*/ 554 w 1248"/>
                  <a:gd name="T45" fmla="*/ 213 h 539"/>
                  <a:gd name="T46" fmla="*/ 662 w 1248"/>
                  <a:gd name="T47" fmla="*/ 191 h 539"/>
                  <a:gd name="T48" fmla="*/ 890 w 1248"/>
                  <a:gd name="T49" fmla="*/ 153 h 539"/>
                  <a:gd name="T50" fmla="*/ 993 w 1248"/>
                  <a:gd name="T51" fmla="*/ 136 h 539"/>
                  <a:gd name="T52" fmla="*/ 1091 w 1248"/>
                  <a:gd name="T53" fmla="*/ 120 h 539"/>
                  <a:gd name="T54" fmla="*/ 1178 w 1248"/>
                  <a:gd name="T55" fmla="*/ 115 h 539"/>
                  <a:gd name="T56" fmla="*/ 1248 w 1248"/>
                  <a:gd name="T57" fmla="*/ 104 h 539"/>
                  <a:gd name="T58" fmla="*/ 1248 w 1248"/>
                  <a:gd name="T59" fmla="*/ 0 h 539"/>
                  <a:gd name="T60" fmla="*/ 1161 w 1248"/>
                  <a:gd name="T61" fmla="*/ 22 h 539"/>
                  <a:gd name="T62" fmla="*/ 1069 w 1248"/>
                  <a:gd name="T63" fmla="*/ 38 h 539"/>
                  <a:gd name="T64" fmla="*/ 874 w 1248"/>
                  <a:gd name="T65" fmla="*/ 71 h 539"/>
                  <a:gd name="T66" fmla="*/ 673 w 1248"/>
                  <a:gd name="T67" fmla="*/ 93 h 539"/>
                  <a:gd name="T68" fmla="*/ 483 w 1248"/>
                  <a:gd name="T69" fmla="*/ 126 h 539"/>
                  <a:gd name="T70" fmla="*/ 391 w 1248"/>
                  <a:gd name="T71" fmla="*/ 142 h 539"/>
                  <a:gd name="T72" fmla="*/ 309 w 1248"/>
                  <a:gd name="T73" fmla="*/ 158 h 539"/>
                  <a:gd name="T74" fmla="*/ 228 w 1248"/>
                  <a:gd name="T75" fmla="*/ 180 h 539"/>
                  <a:gd name="T76" fmla="*/ 163 w 1248"/>
                  <a:gd name="T77" fmla="*/ 202 h 539"/>
                  <a:gd name="T78" fmla="*/ 103 w 1248"/>
                  <a:gd name="T79" fmla="*/ 229 h 539"/>
                  <a:gd name="T80" fmla="*/ 54 w 1248"/>
                  <a:gd name="T81" fmla="*/ 256 h 539"/>
                  <a:gd name="T82" fmla="*/ 22 w 1248"/>
                  <a:gd name="T83" fmla="*/ 294 h 539"/>
                  <a:gd name="T84" fmla="*/ 0 w 1248"/>
                  <a:gd name="T85" fmla="*/ 332 h 539"/>
                  <a:gd name="T86" fmla="*/ 0 w 1248"/>
                  <a:gd name="T87" fmla="*/ 332 h 5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31755" name="Freeform 11">
              <a:extLst>
                <a:ext uri="{FF2B5EF4-FFF2-40B4-BE49-F238E27FC236}">
                  <a16:creationId xmlns:a16="http://schemas.microsoft.com/office/drawing/2014/main" id="{4B2E213B-3837-4CE6-7318-B34A3C614FB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322" y="1341"/>
              <a:ext cx="1825" cy="1537"/>
            </a:xfrm>
            <a:custGeom>
              <a:avLst/>
              <a:gdLst>
                <a:gd name="T0" fmla="*/ 982 w 2296"/>
                <a:gd name="T1" fmla="*/ 1061 h 1469"/>
                <a:gd name="T2" fmla="*/ 1357 w 2296"/>
                <a:gd name="T3" fmla="*/ 1012 h 1469"/>
                <a:gd name="T4" fmla="*/ 1666 w 2296"/>
                <a:gd name="T5" fmla="*/ 957 h 1469"/>
                <a:gd name="T6" fmla="*/ 1916 w 2296"/>
                <a:gd name="T7" fmla="*/ 897 h 1469"/>
                <a:gd name="T8" fmla="*/ 2100 w 2296"/>
                <a:gd name="T9" fmla="*/ 832 h 1469"/>
                <a:gd name="T10" fmla="*/ 2220 w 2296"/>
                <a:gd name="T11" fmla="*/ 756 h 1469"/>
                <a:gd name="T12" fmla="*/ 2285 w 2296"/>
                <a:gd name="T13" fmla="*/ 669 h 1469"/>
                <a:gd name="T14" fmla="*/ 2290 w 2296"/>
                <a:gd name="T15" fmla="*/ 560 h 1469"/>
                <a:gd name="T16" fmla="*/ 2241 w 2296"/>
                <a:gd name="T17" fmla="*/ 457 h 1469"/>
                <a:gd name="T18" fmla="*/ 2144 w 2296"/>
                <a:gd name="T19" fmla="*/ 364 h 1469"/>
                <a:gd name="T20" fmla="*/ 2008 w 2296"/>
                <a:gd name="T21" fmla="*/ 277 h 1469"/>
                <a:gd name="T22" fmla="*/ 1769 w 2296"/>
                <a:gd name="T23" fmla="*/ 157 h 1469"/>
                <a:gd name="T24" fmla="*/ 1612 w 2296"/>
                <a:gd name="T25" fmla="*/ 92 h 1469"/>
                <a:gd name="T26" fmla="*/ 1476 w 2296"/>
                <a:gd name="T27" fmla="*/ 43 h 1469"/>
                <a:gd name="T28" fmla="*/ 1384 w 2296"/>
                <a:gd name="T29" fmla="*/ 10 h 1469"/>
                <a:gd name="T30" fmla="*/ 1346 w 2296"/>
                <a:gd name="T31" fmla="*/ 0 h 1469"/>
                <a:gd name="T32" fmla="*/ 1655 w 2296"/>
                <a:gd name="T33" fmla="*/ 119 h 1469"/>
                <a:gd name="T34" fmla="*/ 1948 w 2296"/>
                <a:gd name="T35" fmla="*/ 255 h 1469"/>
                <a:gd name="T36" fmla="*/ 2068 w 2296"/>
                <a:gd name="T37" fmla="*/ 326 h 1469"/>
                <a:gd name="T38" fmla="*/ 2171 w 2296"/>
                <a:gd name="T39" fmla="*/ 402 h 1469"/>
                <a:gd name="T40" fmla="*/ 2236 w 2296"/>
                <a:gd name="T41" fmla="*/ 478 h 1469"/>
                <a:gd name="T42" fmla="*/ 2263 w 2296"/>
                <a:gd name="T43" fmla="*/ 560 h 1469"/>
                <a:gd name="T44" fmla="*/ 2241 w 2296"/>
                <a:gd name="T45" fmla="*/ 636 h 1469"/>
                <a:gd name="T46" fmla="*/ 2171 w 2296"/>
                <a:gd name="T47" fmla="*/ 702 h 1469"/>
                <a:gd name="T48" fmla="*/ 2062 w 2296"/>
                <a:gd name="T49" fmla="*/ 756 h 1469"/>
                <a:gd name="T50" fmla="*/ 1921 w 2296"/>
                <a:gd name="T51" fmla="*/ 800 h 1469"/>
                <a:gd name="T52" fmla="*/ 1748 w 2296"/>
                <a:gd name="T53" fmla="*/ 843 h 1469"/>
                <a:gd name="T54" fmla="*/ 1351 w 2296"/>
                <a:gd name="T55" fmla="*/ 908 h 1469"/>
                <a:gd name="T56" fmla="*/ 923 w 2296"/>
                <a:gd name="T57" fmla="*/ 968 h 1469"/>
                <a:gd name="T58" fmla="*/ 521 w 2296"/>
                <a:gd name="T59" fmla="*/ 1028 h 1469"/>
                <a:gd name="T60" fmla="*/ 353 w 2296"/>
                <a:gd name="T61" fmla="*/ 1066 h 1469"/>
                <a:gd name="T62" fmla="*/ 206 w 2296"/>
                <a:gd name="T63" fmla="*/ 1104 h 1469"/>
                <a:gd name="T64" fmla="*/ 92 w 2296"/>
                <a:gd name="T65" fmla="*/ 1148 h 1469"/>
                <a:gd name="T66" fmla="*/ 22 w 2296"/>
                <a:gd name="T67" fmla="*/ 1202 h 1469"/>
                <a:gd name="T68" fmla="*/ 0 w 2296"/>
                <a:gd name="T69" fmla="*/ 1262 h 1469"/>
                <a:gd name="T70" fmla="*/ 27 w 2296"/>
                <a:gd name="T71" fmla="*/ 1327 h 1469"/>
                <a:gd name="T72" fmla="*/ 98 w 2296"/>
                <a:gd name="T73" fmla="*/ 1382 h 1469"/>
                <a:gd name="T74" fmla="*/ 196 w 2296"/>
                <a:gd name="T75" fmla="*/ 1425 h 1469"/>
                <a:gd name="T76" fmla="*/ 326 w 2296"/>
                <a:gd name="T77" fmla="*/ 1469 h 1469"/>
                <a:gd name="T78" fmla="*/ 217 w 2296"/>
                <a:gd name="T79" fmla="*/ 1414 h 1469"/>
                <a:gd name="T80" fmla="*/ 147 w 2296"/>
                <a:gd name="T81" fmla="*/ 1360 h 1469"/>
                <a:gd name="T82" fmla="*/ 120 w 2296"/>
                <a:gd name="T83" fmla="*/ 1306 h 1469"/>
                <a:gd name="T84" fmla="*/ 141 w 2296"/>
                <a:gd name="T85" fmla="*/ 1257 h 1469"/>
                <a:gd name="T86" fmla="*/ 212 w 2296"/>
                <a:gd name="T87" fmla="*/ 1208 h 1469"/>
                <a:gd name="T88" fmla="*/ 342 w 2296"/>
                <a:gd name="T89" fmla="*/ 1164 h 1469"/>
                <a:gd name="T90" fmla="*/ 527 w 2296"/>
                <a:gd name="T91" fmla="*/ 1121 h 1469"/>
                <a:gd name="T92" fmla="*/ 771 w 2296"/>
                <a:gd name="T93" fmla="*/ 1088 h 1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1756" name="Freeform 12">
              <a:extLst>
                <a:ext uri="{FF2B5EF4-FFF2-40B4-BE49-F238E27FC236}">
                  <a16:creationId xmlns:a16="http://schemas.microsoft.com/office/drawing/2014/main" id="{99C88B91-C889-4109-220F-C7989145A57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0"/>
              <a:ext cx="5758" cy="1776"/>
            </a:xfrm>
            <a:custGeom>
              <a:avLst/>
              <a:gdLst>
                <a:gd name="T0" fmla="*/ 0 w 5740"/>
                <a:gd name="T1" fmla="*/ 0 h 1906"/>
                <a:gd name="T2" fmla="*/ 0 w 5740"/>
                <a:gd name="T3" fmla="*/ 1906 h 1906"/>
                <a:gd name="T4" fmla="*/ 5740 w 5740"/>
                <a:gd name="T5" fmla="*/ 1906 h 1906"/>
                <a:gd name="T6" fmla="*/ 5740 w 5740"/>
                <a:gd name="T7" fmla="*/ 0 h 1906"/>
                <a:gd name="T8" fmla="*/ 0 w 5740"/>
                <a:gd name="T9" fmla="*/ 0 h 1906"/>
                <a:gd name="T10" fmla="*/ 0 w 5740"/>
                <a:gd name="T11" fmla="*/ 0 h 1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31757" name="Rectangle 13">
            <a:extLst>
              <a:ext uri="{FF2B5EF4-FFF2-40B4-BE49-F238E27FC236}">
                <a16:creationId xmlns:a16="http://schemas.microsoft.com/office/drawing/2014/main" id="{0D914AD9-1736-E884-3E2D-66BD58AA5012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31758" name="Rectangle 14">
            <a:extLst>
              <a:ext uri="{FF2B5EF4-FFF2-40B4-BE49-F238E27FC236}">
                <a16:creationId xmlns:a16="http://schemas.microsoft.com/office/drawing/2014/main" id="{3DFE312B-48C9-6BCC-4648-29745817C84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Arial" panose="020B0604020202020204" pitchFamily="34" charset="0"/>
              </a:defRPr>
            </a:lvl1pPr>
          </a:lstStyle>
          <a:p>
            <a:endParaRPr lang="en-US" altLang="pt-BR"/>
          </a:p>
        </p:txBody>
      </p:sp>
      <p:sp>
        <p:nvSpPr>
          <p:cNvPr id="31759" name="Rectangle 15">
            <a:extLst>
              <a:ext uri="{FF2B5EF4-FFF2-40B4-BE49-F238E27FC236}">
                <a16:creationId xmlns:a16="http://schemas.microsoft.com/office/drawing/2014/main" id="{7A4CC80E-83FB-7776-72B1-621A487BD7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b="1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n"/>
        <a:defRPr sz="32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n"/>
        <a:defRPr sz="28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n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n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n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>
            <a:extLst>
              <a:ext uri="{FF2B5EF4-FFF2-40B4-BE49-F238E27FC236}">
                <a16:creationId xmlns:a16="http://schemas.microsoft.com/office/drawing/2014/main" id="{5FF6094E-C57A-9C70-E5ED-6E2AA4DD6A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2362200"/>
            <a:ext cx="7315200" cy="1212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30000"/>
              </a:spcBef>
            </a:pPr>
            <a:r>
              <a:rPr lang="en-US" altLang="pt-BR" sz="3200" b="1">
                <a:solidFill>
                  <a:schemeClr val="tx2"/>
                </a:solidFill>
                <a:latin typeface="Verdana" panose="020B0604030504040204" pitchFamily="34" charset="0"/>
                <a:cs typeface="Arial" panose="020B0604020202020204" pitchFamily="34" charset="0"/>
              </a:rPr>
              <a:t>484</a:t>
            </a:r>
          </a:p>
          <a:p>
            <a:pPr algn="ctr">
              <a:spcBef>
                <a:spcPct val="30000"/>
              </a:spcBef>
            </a:pPr>
            <a:r>
              <a:rPr lang="en-US" altLang="pt-BR" sz="3200" b="1" i="1">
                <a:solidFill>
                  <a:schemeClr val="tx2"/>
                </a:solidFill>
                <a:latin typeface="Verdana" panose="020B0604030504040204" pitchFamily="34" charset="0"/>
                <a:cs typeface="Arial" panose="020B0604020202020204" pitchFamily="34" charset="0"/>
              </a:rPr>
              <a:t>MEUS PECADOS LEVOU</a:t>
            </a:r>
          </a:p>
        </p:txBody>
      </p:sp>
    </p:spTree>
  </p:cSld>
  <p:clrMapOvr>
    <a:masterClrMapping/>
  </p:clrMapOvr>
  <p:transition>
    <p:comb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4">
            <a:extLst>
              <a:ext uri="{FF2B5EF4-FFF2-40B4-BE49-F238E27FC236}">
                <a16:creationId xmlns:a16="http://schemas.microsoft.com/office/drawing/2014/main" id="{499E8524-EFC1-A23C-C3AE-5FE92BFC3CC9}"/>
              </a:ext>
            </a:extLst>
          </p:cNvPr>
          <p:cNvSpPr>
            <a:spLocks noGrp="1" noRot="1" noChangeArrowheads="1"/>
          </p:cNvSpPr>
          <p:nvPr>
            <p:ph type="title" idx="4294967295"/>
          </p:nvPr>
        </p:nvSpPr>
        <p:spPr>
          <a:xfrm>
            <a:off x="0" y="1066800"/>
            <a:ext cx="9144000" cy="3992563"/>
          </a:xfrm>
        </p:spPr>
        <p:txBody>
          <a:bodyPr/>
          <a:lstStyle/>
          <a:p>
            <a:r>
              <a:rPr lang="pt-BR" altLang="pt-BR" sz="4300">
                <a:latin typeface="Arial" panose="020B0604020202020204" pitchFamily="34" charset="0"/>
              </a:rPr>
              <a:t>Houve um que morreu</a:t>
            </a:r>
            <a:br>
              <a:rPr lang="pt-BR" altLang="pt-BR" sz="4300">
                <a:latin typeface="Arial" panose="020B0604020202020204" pitchFamily="34" charset="0"/>
              </a:rPr>
            </a:br>
            <a:r>
              <a:rPr lang="pt-BR" altLang="pt-BR" sz="4300">
                <a:latin typeface="Arial" panose="020B0604020202020204" pitchFamily="34" charset="0"/>
              </a:rPr>
              <a:t>Por meus crimes na cruz</a:t>
            </a:r>
            <a:br>
              <a:rPr lang="pt-BR" altLang="pt-BR" sz="4300">
                <a:latin typeface="Arial" panose="020B0604020202020204" pitchFamily="34" charset="0"/>
              </a:rPr>
            </a:br>
            <a:r>
              <a:rPr lang="pt-BR" altLang="pt-BR" sz="4300">
                <a:latin typeface="Arial" panose="020B0604020202020204" pitchFamily="34" charset="0"/>
              </a:rPr>
              <a:t>Ainda indigno e vil como sou</a:t>
            </a:r>
            <a:br>
              <a:rPr lang="pt-BR" altLang="pt-BR" sz="4300">
                <a:latin typeface="Arial" panose="020B0604020202020204" pitchFamily="34" charset="0"/>
              </a:rPr>
            </a:br>
            <a:r>
              <a:rPr lang="pt-BR" altLang="pt-BR" sz="4300">
                <a:latin typeface="Arial" panose="020B0604020202020204" pitchFamily="34" charset="0"/>
              </a:rPr>
              <a:t>Sou feliz pois seu sangue </a:t>
            </a:r>
            <a:br>
              <a:rPr lang="pt-BR" altLang="pt-BR" sz="4300">
                <a:latin typeface="Arial" panose="020B0604020202020204" pitchFamily="34" charset="0"/>
              </a:rPr>
            </a:br>
            <a:r>
              <a:rPr lang="pt-BR" altLang="pt-BR" sz="4300">
                <a:latin typeface="Arial" panose="020B0604020202020204" pitchFamily="34" charset="0"/>
              </a:rPr>
              <a:t>Verteu meu Jesus</a:t>
            </a:r>
            <a:br>
              <a:rPr lang="pt-BR" altLang="pt-BR" sz="4300">
                <a:latin typeface="Arial" panose="020B0604020202020204" pitchFamily="34" charset="0"/>
              </a:rPr>
            </a:br>
            <a:r>
              <a:rPr lang="pt-BR" altLang="pt-BR" sz="4300">
                <a:latin typeface="Arial" panose="020B0604020202020204" pitchFamily="34" charset="0"/>
              </a:rPr>
              <a:t>E com este, meus crimes lavou.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71F3B0CB-ED30-D159-CCBC-5EE57EDF83AA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0" y="533400"/>
            <a:ext cx="9144000" cy="5029200"/>
          </a:xfrm>
        </p:spPr>
        <p:txBody>
          <a:bodyPr/>
          <a:lstStyle/>
          <a:p>
            <a:r>
              <a:rPr lang="pt-BR" altLang="pt-BR">
                <a:latin typeface="Arial" panose="020B0604020202020204" pitchFamily="34" charset="0"/>
              </a:rPr>
              <a:t>Meus pecados levou </a:t>
            </a:r>
            <a:br>
              <a:rPr lang="pt-BR" altLang="pt-BR">
                <a:latin typeface="Arial" panose="020B0604020202020204" pitchFamily="34" charset="0"/>
              </a:rPr>
            </a:br>
            <a:r>
              <a:rPr lang="pt-BR" altLang="pt-BR">
                <a:latin typeface="Arial" panose="020B0604020202020204" pitchFamily="34" charset="0"/>
              </a:rPr>
              <a:t>na cruz onde morreu</a:t>
            </a:r>
            <a:br>
              <a:rPr lang="pt-BR" altLang="pt-BR">
                <a:latin typeface="Arial" panose="020B0604020202020204" pitchFamily="34" charset="0"/>
              </a:rPr>
            </a:br>
            <a:r>
              <a:rPr lang="pt-BR" altLang="pt-BR">
                <a:latin typeface="Arial" panose="020B0604020202020204" pitchFamily="34" charset="0"/>
              </a:rPr>
              <a:t>O sublime e meigo Jesus:</a:t>
            </a:r>
            <a:br>
              <a:rPr lang="pt-BR" altLang="pt-BR">
                <a:latin typeface="Arial" panose="020B0604020202020204" pitchFamily="34" charset="0"/>
              </a:rPr>
            </a:br>
            <a:r>
              <a:rPr lang="pt-BR" altLang="pt-BR">
                <a:latin typeface="Arial" panose="020B0604020202020204" pitchFamily="34" charset="0"/>
              </a:rPr>
              <a:t>Os desprezos sofreu</a:t>
            </a:r>
            <a:br>
              <a:rPr lang="pt-BR" altLang="pt-BR">
                <a:latin typeface="Arial" panose="020B0604020202020204" pitchFamily="34" charset="0"/>
              </a:rPr>
            </a:br>
            <a:r>
              <a:rPr lang="pt-BR" altLang="pt-BR">
                <a:latin typeface="Arial" panose="020B0604020202020204" pitchFamily="34" charset="0"/>
              </a:rPr>
              <a:t>A minh’alma salvou</a:t>
            </a:r>
            <a:br>
              <a:rPr lang="pt-BR" altLang="pt-BR">
                <a:latin typeface="Arial" panose="020B0604020202020204" pitchFamily="34" charset="0"/>
              </a:rPr>
            </a:br>
            <a:r>
              <a:rPr lang="pt-BR" altLang="pt-BR">
                <a:latin typeface="Arial" panose="020B0604020202020204" pitchFamily="34" charset="0"/>
              </a:rPr>
              <a:t>E mudou minhas trevas em luz.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984C7996-50BD-AABF-0AD1-0989D406B4CF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0" y="609600"/>
            <a:ext cx="9144000" cy="4983163"/>
          </a:xfrm>
        </p:spPr>
        <p:txBody>
          <a:bodyPr/>
          <a:lstStyle/>
          <a:p>
            <a:r>
              <a:rPr lang="pt-BR" altLang="pt-BR" sz="4300">
                <a:latin typeface="Arial" panose="020B0604020202020204" pitchFamily="34" charset="0"/>
              </a:rPr>
              <a:t>Ele é terno e amável, </a:t>
            </a:r>
            <a:br>
              <a:rPr lang="pt-BR" altLang="pt-BR" sz="4300">
                <a:latin typeface="Arial" panose="020B0604020202020204" pitchFamily="34" charset="0"/>
              </a:rPr>
            </a:br>
            <a:r>
              <a:rPr lang="pt-BR" altLang="pt-BR" sz="4300">
                <a:latin typeface="Arial" panose="020B0604020202020204" pitchFamily="34" charset="0"/>
              </a:rPr>
              <a:t>Não há outro igual</a:t>
            </a:r>
            <a:br>
              <a:rPr lang="pt-BR" altLang="pt-BR" sz="4300">
                <a:latin typeface="Arial" panose="020B0604020202020204" pitchFamily="34" charset="0"/>
              </a:rPr>
            </a:br>
            <a:r>
              <a:rPr lang="pt-BR" altLang="pt-BR" sz="4300">
                <a:latin typeface="Arial" panose="020B0604020202020204" pitchFamily="34" charset="0"/>
              </a:rPr>
              <a:t>Pois converte o infiel coração</a:t>
            </a:r>
            <a:br>
              <a:rPr lang="pt-BR" altLang="pt-BR" sz="4300">
                <a:latin typeface="Arial" panose="020B0604020202020204" pitchFamily="34" charset="0"/>
              </a:rPr>
            </a:br>
            <a:r>
              <a:rPr lang="pt-BR" altLang="pt-BR" sz="4300">
                <a:latin typeface="Arial" panose="020B0604020202020204" pitchFamily="34" charset="0"/>
              </a:rPr>
              <a:t>E por essa paciência </a:t>
            </a:r>
            <a:br>
              <a:rPr lang="pt-BR" altLang="pt-BR" sz="4300">
                <a:latin typeface="Arial" panose="020B0604020202020204" pitchFamily="34" charset="0"/>
              </a:rPr>
            </a:br>
            <a:r>
              <a:rPr lang="pt-BR" altLang="pt-BR" sz="4300">
                <a:latin typeface="Arial" panose="020B0604020202020204" pitchFamily="34" charset="0"/>
              </a:rPr>
              <a:t>E amor divinal</a:t>
            </a:r>
            <a:br>
              <a:rPr lang="pt-BR" altLang="pt-BR" sz="4300">
                <a:latin typeface="Arial" panose="020B0604020202020204" pitchFamily="34" charset="0"/>
              </a:rPr>
            </a:br>
            <a:r>
              <a:rPr lang="pt-BR" altLang="pt-BR" sz="4300">
                <a:latin typeface="Arial" panose="020B0604020202020204" pitchFamily="34" charset="0"/>
              </a:rPr>
              <a:t>Estou livre da condenação.</a:t>
            </a:r>
            <a:br>
              <a:rPr lang="pt-BR" altLang="pt-BR" sz="4300">
                <a:latin typeface="Arial" panose="020B0604020202020204" pitchFamily="34" charset="0"/>
              </a:rPr>
            </a:br>
            <a:endParaRPr lang="pt-BR" altLang="pt-BR" sz="43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0FA694BA-3BDC-A67B-E699-72776AA0BE9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0" y="762000"/>
            <a:ext cx="9144000" cy="4525963"/>
          </a:xfrm>
        </p:spPr>
        <p:txBody>
          <a:bodyPr/>
          <a:lstStyle/>
          <a:p>
            <a:r>
              <a:rPr lang="pt-BR" altLang="pt-BR">
                <a:latin typeface="Arial" panose="020B0604020202020204" pitchFamily="34" charset="0"/>
              </a:rPr>
              <a:t>Meus pecados levou </a:t>
            </a:r>
            <a:br>
              <a:rPr lang="pt-BR" altLang="pt-BR">
                <a:latin typeface="Arial" panose="020B0604020202020204" pitchFamily="34" charset="0"/>
              </a:rPr>
            </a:br>
            <a:r>
              <a:rPr lang="pt-BR" altLang="pt-BR">
                <a:latin typeface="Arial" panose="020B0604020202020204" pitchFamily="34" charset="0"/>
              </a:rPr>
              <a:t>na cruz onde morreu</a:t>
            </a:r>
            <a:br>
              <a:rPr lang="pt-BR" altLang="pt-BR">
                <a:latin typeface="Arial" panose="020B0604020202020204" pitchFamily="34" charset="0"/>
              </a:rPr>
            </a:br>
            <a:r>
              <a:rPr lang="pt-BR" altLang="pt-BR">
                <a:latin typeface="Arial" panose="020B0604020202020204" pitchFamily="34" charset="0"/>
              </a:rPr>
              <a:t>O sublime e meigo Jesus:</a:t>
            </a:r>
            <a:br>
              <a:rPr lang="pt-BR" altLang="pt-BR">
                <a:latin typeface="Arial" panose="020B0604020202020204" pitchFamily="34" charset="0"/>
              </a:rPr>
            </a:br>
            <a:r>
              <a:rPr lang="pt-BR" altLang="pt-BR">
                <a:latin typeface="Arial" panose="020B0604020202020204" pitchFamily="34" charset="0"/>
              </a:rPr>
              <a:t>Os desprezos sofreu</a:t>
            </a:r>
            <a:br>
              <a:rPr lang="pt-BR" altLang="pt-BR">
                <a:latin typeface="Arial" panose="020B0604020202020204" pitchFamily="34" charset="0"/>
              </a:rPr>
            </a:br>
            <a:r>
              <a:rPr lang="pt-BR" altLang="pt-BR">
                <a:latin typeface="Arial" panose="020B0604020202020204" pitchFamily="34" charset="0"/>
              </a:rPr>
              <a:t>A minh’alma salvou</a:t>
            </a:r>
            <a:br>
              <a:rPr lang="pt-BR" altLang="pt-BR">
                <a:latin typeface="Arial" panose="020B0604020202020204" pitchFamily="34" charset="0"/>
              </a:rPr>
            </a:br>
            <a:r>
              <a:rPr lang="pt-BR" altLang="pt-BR">
                <a:latin typeface="Arial" panose="020B0604020202020204" pitchFamily="34" charset="0"/>
              </a:rPr>
              <a:t>E mudou minhas trevas em luz.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90750168-01C1-B510-1D82-3D5685E07D3A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0" y="609600"/>
            <a:ext cx="8991600" cy="4906963"/>
          </a:xfrm>
        </p:spPr>
        <p:txBody>
          <a:bodyPr/>
          <a:lstStyle/>
          <a:p>
            <a:r>
              <a:rPr lang="pt-BR" altLang="pt-BR" sz="4300">
                <a:latin typeface="Arial" panose="020B0604020202020204" pitchFamily="34" charset="0"/>
              </a:rPr>
              <a:t>Meu anelo constante </a:t>
            </a:r>
            <a:br>
              <a:rPr lang="pt-BR" altLang="pt-BR" sz="4300">
                <a:latin typeface="Arial" panose="020B0604020202020204" pitchFamily="34" charset="0"/>
              </a:rPr>
            </a:br>
            <a:r>
              <a:rPr lang="pt-BR" altLang="pt-BR" sz="4300">
                <a:latin typeface="Arial" panose="020B0604020202020204" pitchFamily="34" charset="0"/>
              </a:rPr>
              <a:t>é em Cristo viver,</a:t>
            </a:r>
            <a:br>
              <a:rPr lang="pt-BR" altLang="pt-BR" sz="4300">
                <a:latin typeface="Arial" panose="020B0604020202020204" pitchFamily="34" charset="0"/>
              </a:rPr>
            </a:br>
            <a:r>
              <a:rPr lang="pt-BR" altLang="pt-BR" sz="4300">
                <a:latin typeface="Arial" panose="020B0604020202020204" pitchFamily="34" charset="0"/>
              </a:rPr>
              <a:t>Meu caminho, </a:t>
            </a:r>
            <a:br>
              <a:rPr lang="pt-BR" altLang="pt-BR" sz="4300">
                <a:latin typeface="Arial" panose="020B0604020202020204" pitchFamily="34" charset="0"/>
              </a:rPr>
            </a:br>
            <a:r>
              <a:rPr lang="pt-BR" altLang="pt-BR" sz="4300">
                <a:latin typeface="Arial" panose="020B0604020202020204" pitchFamily="34" charset="0"/>
              </a:rPr>
              <a:t>Seu exemplo marcou</a:t>
            </a:r>
            <a:br>
              <a:rPr lang="pt-BR" altLang="pt-BR" sz="4300">
                <a:latin typeface="Arial" panose="020B0604020202020204" pitchFamily="34" charset="0"/>
              </a:rPr>
            </a:br>
            <a:r>
              <a:rPr lang="pt-BR" altLang="pt-BR" sz="4300">
                <a:latin typeface="Arial" panose="020B0604020202020204" pitchFamily="34" charset="0"/>
              </a:rPr>
              <a:t> E p’ra dar-me a vida,</a:t>
            </a:r>
            <a:br>
              <a:rPr lang="pt-BR" altLang="pt-BR" sz="4300">
                <a:latin typeface="Arial" panose="020B0604020202020204" pitchFamily="34" charset="0"/>
              </a:rPr>
            </a:br>
            <a:r>
              <a:rPr lang="pt-BR" altLang="pt-BR" sz="4300">
                <a:latin typeface="Arial" panose="020B0604020202020204" pitchFamily="34" charset="0"/>
              </a:rPr>
              <a:t>Jesus quis morrer;</a:t>
            </a:r>
            <a:br>
              <a:rPr lang="pt-BR" altLang="pt-BR" sz="4300">
                <a:latin typeface="Arial" panose="020B0604020202020204" pitchFamily="34" charset="0"/>
              </a:rPr>
            </a:br>
            <a:r>
              <a:rPr lang="pt-BR" altLang="pt-BR" sz="4300">
                <a:latin typeface="Arial" panose="020B0604020202020204" pitchFamily="34" charset="0"/>
              </a:rPr>
              <a:t>Sobre a cruz meus pecados levou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8378D832-7125-B728-1840-2CFD9CA864BD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0" y="990600"/>
            <a:ext cx="9144000" cy="4373563"/>
          </a:xfrm>
        </p:spPr>
        <p:txBody>
          <a:bodyPr/>
          <a:lstStyle/>
          <a:p>
            <a:r>
              <a:rPr lang="pt-BR" altLang="pt-BR">
                <a:latin typeface="Arial" panose="020B0604020202020204" pitchFamily="34" charset="0"/>
              </a:rPr>
              <a:t>Meus pecados levou </a:t>
            </a:r>
            <a:br>
              <a:rPr lang="pt-BR" altLang="pt-BR">
                <a:latin typeface="Arial" panose="020B0604020202020204" pitchFamily="34" charset="0"/>
              </a:rPr>
            </a:br>
            <a:r>
              <a:rPr lang="pt-BR" altLang="pt-BR">
                <a:latin typeface="Arial" panose="020B0604020202020204" pitchFamily="34" charset="0"/>
              </a:rPr>
              <a:t>na cruz onde morreu</a:t>
            </a:r>
            <a:br>
              <a:rPr lang="pt-BR" altLang="pt-BR">
                <a:latin typeface="Arial" panose="020B0604020202020204" pitchFamily="34" charset="0"/>
              </a:rPr>
            </a:br>
            <a:r>
              <a:rPr lang="pt-BR" altLang="pt-BR">
                <a:latin typeface="Arial" panose="020B0604020202020204" pitchFamily="34" charset="0"/>
              </a:rPr>
              <a:t>O sublime e meigo Jesus:</a:t>
            </a:r>
            <a:br>
              <a:rPr lang="pt-BR" altLang="pt-BR">
                <a:latin typeface="Arial" panose="020B0604020202020204" pitchFamily="34" charset="0"/>
              </a:rPr>
            </a:br>
            <a:r>
              <a:rPr lang="pt-BR" altLang="pt-BR">
                <a:latin typeface="Arial" panose="020B0604020202020204" pitchFamily="34" charset="0"/>
              </a:rPr>
              <a:t>Os desprezos sofreu</a:t>
            </a:r>
            <a:br>
              <a:rPr lang="pt-BR" altLang="pt-BR">
                <a:latin typeface="Arial" panose="020B0604020202020204" pitchFamily="34" charset="0"/>
              </a:rPr>
            </a:br>
            <a:r>
              <a:rPr lang="pt-BR" altLang="pt-BR">
                <a:latin typeface="Arial" panose="020B0604020202020204" pitchFamily="34" charset="0"/>
              </a:rPr>
              <a:t>A minh’alma salvou</a:t>
            </a:r>
            <a:br>
              <a:rPr lang="pt-BR" altLang="pt-BR">
                <a:latin typeface="Arial" panose="020B0604020202020204" pitchFamily="34" charset="0"/>
              </a:rPr>
            </a:br>
            <a:r>
              <a:rPr lang="pt-BR" altLang="pt-BR">
                <a:latin typeface="Arial" panose="020B0604020202020204" pitchFamily="34" charset="0"/>
              </a:rPr>
              <a:t>E mudou minhas trevas em luz.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luxo">
  <a:themeElements>
    <a:clrScheme name="Fluxo 1">
      <a:dk1>
        <a:srgbClr val="000514"/>
      </a:dk1>
      <a:lt1>
        <a:srgbClr val="FFFFFF"/>
      </a:lt1>
      <a:dk2>
        <a:srgbClr val="003399"/>
      </a:dk2>
      <a:lt2>
        <a:srgbClr val="E5E5FF"/>
      </a:lt2>
      <a:accent1>
        <a:srgbClr val="0099CC"/>
      </a:accent1>
      <a:accent2>
        <a:srgbClr val="A886E0"/>
      </a:accent2>
      <a:accent3>
        <a:srgbClr val="AAADCA"/>
      </a:accent3>
      <a:accent4>
        <a:srgbClr val="DADADA"/>
      </a:accent4>
      <a:accent5>
        <a:srgbClr val="AACAE2"/>
      </a:accent5>
      <a:accent6>
        <a:srgbClr val="9879CB"/>
      </a:accent6>
      <a:hlink>
        <a:srgbClr val="FFCC00"/>
      </a:hlink>
      <a:folHlink>
        <a:srgbClr val="FFFFCC"/>
      </a:folHlink>
    </a:clrScheme>
    <a:fontScheme name="Fluxo">
      <a:majorFont>
        <a:latin typeface="Garamond"/>
        <a:ea typeface=""/>
        <a:cs typeface=""/>
      </a:majorFont>
      <a:minorFont>
        <a:latin typeface="Garam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Fluxo 1">
        <a:dk1>
          <a:srgbClr val="000514"/>
        </a:dk1>
        <a:lt1>
          <a:srgbClr val="FFFFFF"/>
        </a:lt1>
        <a:dk2>
          <a:srgbClr val="003399"/>
        </a:dk2>
        <a:lt2>
          <a:srgbClr val="E5E5FF"/>
        </a:lt2>
        <a:accent1>
          <a:srgbClr val="0099CC"/>
        </a:accent1>
        <a:accent2>
          <a:srgbClr val="A886E0"/>
        </a:accent2>
        <a:accent3>
          <a:srgbClr val="AAADCA"/>
        </a:accent3>
        <a:accent4>
          <a:srgbClr val="DADADA"/>
        </a:accent4>
        <a:accent5>
          <a:srgbClr val="AACAE2"/>
        </a:accent5>
        <a:accent6>
          <a:srgbClr val="9879CB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luxo 2">
        <a:dk1>
          <a:srgbClr val="3E3E5C"/>
        </a:dk1>
        <a:lt1>
          <a:srgbClr val="FFFFFF"/>
        </a:lt1>
        <a:dk2>
          <a:srgbClr val="666699"/>
        </a:dk2>
        <a:lt2>
          <a:srgbClr val="DFDFE9"/>
        </a:lt2>
        <a:accent1>
          <a:srgbClr val="CC66FF"/>
        </a:accent1>
        <a:accent2>
          <a:srgbClr val="679ACD"/>
        </a:accent2>
        <a:accent3>
          <a:srgbClr val="B8B8CA"/>
        </a:accent3>
        <a:accent4>
          <a:srgbClr val="DADADA"/>
        </a:accent4>
        <a:accent5>
          <a:srgbClr val="E2B8FF"/>
        </a:accent5>
        <a:accent6>
          <a:srgbClr val="5D8BBA"/>
        </a:accent6>
        <a:hlink>
          <a:srgbClr val="CCEC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luxo 3">
        <a:dk1>
          <a:srgbClr val="2A5400"/>
        </a:dk1>
        <a:lt1>
          <a:srgbClr val="FFFFFF"/>
        </a:lt1>
        <a:dk2>
          <a:srgbClr val="4A9400"/>
        </a:dk2>
        <a:lt2>
          <a:srgbClr val="BAE8BA"/>
        </a:lt2>
        <a:accent1>
          <a:srgbClr val="33CC33"/>
        </a:accent1>
        <a:accent2>
          <a:srgbClr val="99CC00"/>
        </a:accent2>
        <a:accent3>
          <a:srgbClr val="B1C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99FF33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luxo 4">
        <a:dk1>
          <a:srgbClr val="000000"/>
        </a:dk1>
        <a:lt1>
          <a:srgbClr val="FFFFFF"/>
        </a:lt1>
        <a:dk2>
          <a:srgbClr val="51596D"/>
        </a:dk2>
        <a:lt2>
          <a:srgbClr val="DDDDDD"/>
        </a:lt2>
        <a:accent1>
          <a:srgbClr val="787E8A"/>
        </a:accent1>
        <a:accent2>
          <a:srgbClr val="339966"/>
        </a:accent2>
        <a:accent3>
          <a:srgbClr val="B3B5BA"/>
        </a:accent3>
        <a:accent4>
          <a:srgbClr val="DADADA"/>
        </a:accent4>
        <a:accent5>
          <a:srgbClr val="BEC0C4"/>
        </a:accent5>
        <a:accent6>
          <a:srgbClr val="2D8A5C"/>
        </a:accent6>
        <a:hlink>
          <a:srgbClr val="00FFFF"/>
        </a:hlink>
        <a:folHlink>
          <a:srgbClr val="74B6D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luxo 5">
        <a:dk1>
          <a:srgbClr val="5C1F00"/>
        </a:dk1>
        <a:lt1>
          <a:srgbClr val="FFFFFF"/>
        </a:lt1>
        <a:dk2>
          <a:srgbClr val="8C0000"/>
        </a:dk2>
        <a:lt2>
          <a:srgbClr val="DFD293"/>
        </a:lt2>
        <a:accent1>
          <a:srgbClr val="FF6845"/>
        </a:accent1>
        <a:accent2>
          <a:srgbClr val="BE7960"/>
        </a:accent2>
        <a:accent3>
          <a:srgbClr val="C5AAAA"/>
        </a:accent3>
        <a:accent4>
          <a:srgbClr val="DADADA"/>
        </a:accent4>
        <a:accent5>
          <a:srgbClr val="FFB9B0"/>
        </a:accent5>
        <a:accent6>
          <a:srgbClr val="AC6D56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luxo 6">
        <a:dk1>
          <a:srgbClr val="5E4444"/>
        </a:dk1>
        <a:lt1>
          <a:srgbClr val="F7F3F3"/>
        </a:lt1>
        <a:dk2>
          <a:srgbClr val="8A6362"/>
        </a:dk2>
        <a:lt2>
          <a:srgbClr val="D8C1BA"/>
        </a:lt2>
        <a:accent1>
          <a:srgbClr val="CC6600"/>
        </a:accent1>
        <a:accent2>
          <a:srgbClr val="C16059"/>
        </a:accent2>
        <a:accent3>
          <a:srgbClr val="C4B7B7"/>
        </a:accent3>
        <a:accent4>
          <a:srgbClr val="D3D0D0"/>
        </a:accent4>
        <a:accent5>
          <a:srgbClr val="E2B8AA"/>
        </a:accent5>
        <a:accent6>
          <a:srgbClr val="AF5650"/>
        </a:accent6>
        <a:hlink>
          <a:srgbClr val="FFCC00"/>
        </a:hlink>
        <a:folHlink>
          <a:srgbClr val="CBB55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luxo 7">
        <a:dk1>
          <a:srgbClr val="7F6737"/>
        </a:dk1>
        <a:lt1>
          <a:srgbClr val="FFFFFF"/>
        </a:lt1>
        <a:dk2>
          <a:srgbClr val="BFA673"/>
        </a:dk2>
        <a:lt2>
          <a:srgbClr val="E6E3AA"/>
        </a:lt2>
        <a:accent1>
          <a:srgbClr val="FFCC00"/>
        </a:accent1>
        <a:accent2>
          <a:srgbClr val="808000"/>
        </a:accent2>
        <a:accent3>
          <a:srgbClr val="DCD0BC"/>
        </a:accent3>
        <a:accent4>
          <a:srgbClr val="DADADA"/>
        </a:accent4>
        <a:accent5>
          <a:srgbClr val="FFE2AA"/>
        </a:accent5>
        <a:accent6>
          <a:srgbClr val="737300"/>
        </a:accent6>
        <a:hlink>
          <a:srgbClr val="784700"/>
        </a:hlink>
        <a:folHlink>
          <a:srgbClr val="9A7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luxo 8">
        <a:dk1>
          <a:srgbClr val="4B2500"/>
        </a:dk1>
        <a:lt1>
          <a:srgbClr val="F9F0D3"/>
        </a:lt1>
        <a:dk2>
          <a:srgbClr val="A69564"/>
        </a:dk2>
        <a:lt2>
          <a:srgbClr val="EFDEAF"/>
        </a:lt2>
        <a:accent1>
          <a:srgbClr val="FFFFE3"/>
        </a:accent1>
        <a:accent2>
          <a:srgbClr val="BFBFA7"/>
        </a:accent2>
        <a:accent3>
          <a:srgbClr val="FBF6E6"/>
        </a:accent3>
        <a:accent4>
          <a:srgbClr val="3F1E00"/>
        </a:accent4>
        <a:accent5>
          <a:srgbClr val="FFFFEF"/>
        </a:accent5>
        <a:accent6>
          <a:srgbClr val="ADAD97"/>
        </a:accent6>
        <a:hlink>
          <a:srgbClr val="7B6D47"/>
        </a:hlink>
        <a:folHlink>
          <a:srgbClr val="A99D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luxo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ECFF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2D2D8A"/>
        </a:accent6>
        <a:hlink>
          <a:srgbClr val="6600FF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Fluxo</Template>
  <TotalTime>173</TotalTime>
  <Words>204</Words>
  <Application>Microsoft Office PowerPoint</Application>
  <PresentationFormat>Apresentação na tela (4:3)</PresentationFormat>
  <Paragraphs>9</Paragraphs>
  <Slides>7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3" baseType="lpstr">
      <vt:lpstr>Arial</vt:lpstr>
      <vt:lpstr>Garamond</vt:lpstr>
      <vt:lpstr>Times New Roman</vt:lpstr>
      <vt:lpstr>Wingdings</vt:lpstr>
      <vt:lpstr>Verdana</vt:lpstr>
      <vt:lpstr>Fluxo</vt:lpstr>
      <vt:lpstr>Apresentação do PowerPoint</vt:lpstr>
      <vt:lpstr>Houve um que morreu Por meus crimes na cruz Ainda indigno e vil como sou Sou feliz pois seu sangue  Verteu meu Jesus E com este, meus crimes lavou.</vt:lpstr>
      <vt:lpstr>Meus pecados levou  na cruz onde morreu O sublime e meigo Jesus: Os desprezos sofreu A minh’alma salvou E mudou minhas trevas em luz.</vt:lpstr>
      <vt:lpstr>Ele é terno e amável,  Não há outro igual Pois converte o infiel coração E por essa paciência  E amor divinal Estou livre da condenação. </vt:lpstr>
      <vt:lpstr>Meus pecados levou  na cruz onde morreu O sublime e meigo Jesus: Os desprezos sofreu A minh’alma salvou E mudou minhas trevas em luz.</vt:lpstr>
      <vt:lpstr>Meu anelo constante  é em Cristo viver, Meu caminho,  Seu exemplo marcou  E p’ra dar-me a vida, Jesus quis morrer; Sobre a cruz meus pecados levou</vt:lpstr>
      <vt:lpstr>Meus pecados levou  na cruz onde morreu O sublime e meigo Jesus: Os desprezos sofreu A minh’alma salvou E mudou minhas trevas em luz.</vt:lpstr>
    </vt:vector>
  </TitlesOfParts>
  <Company>Bethesda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owner</dc:creator>
  <cp:lastModifiedBy>Emerson Souza</cp:lastModifiedBy>
  <cp:revision>5</cp:revision>
  <dcterms:created xsi:type="dcterms:W3CDTF">2005-03-23T02:28:30Z</dcterms:created>
  <dcterms:modified xsi:type="dcterms:W3CDTF">2026-05-02T22:17:30Z</dcterms:modified>
</cp:coreProperties>
</file>