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E65A4-2974-ECCC-096D-91B1088E09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58D6708-697A-9A05-2626-23C571C13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F07082-6C86-377A-A10B-C635F712F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2F275-6238-7937-ADF5-F592C531D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C777F9-5765-4200-5F8A-AE7956D2E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53A477-D06E-4C45-B13A-510F741814A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9356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F59BF-13B8-E890-7BFC-955308675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5FEEE6-E651-66DE-AA9D-82EF862C96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FF03DF-4419-9A7B-F934-35FAF49DB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EF0EBB-6841-B347-8DA1-39BECF21F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1696656-96C6-3918-0355-A7E3C8097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EF0D1D-CCB9-4E4A-B61D-77DCFE65AAF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970700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74594D-5134-B8F5-98E5-CC848B33A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C5F44B-F81D-E929-DA57-8BF212B82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73E1DB-5D08-7E12-358D-F34FFE1B5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6CF474-1C2D-F8A3-7A57-F15FCEA4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9A6D07-A195-D75D-EFD1-4BFB8ACE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2882AB-C493-48BF-BB24-CBA4953951B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90498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75B49D-92DE-1C7B-F1A7-0EEAE9DB4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ED81CF2-E1CF-1F59-CB20-10FE617595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72DD975-A275-C168-34CC-29A9BB0407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C21EB2D-8F67-E4BF-63A0-84CD8B65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1E7E742-904B-0135-7ED9-A2C8EEEE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6C5D7B-DDFA-6397-B405-356AB904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E9D5B6-FCD1-4479-A7DF-DFBCAA655FA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30160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4347B5-A237-3CDC-D1FA-79BF6AC93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5B875A2-4BD9-0B93-1A3C-C8C31E859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40A2C17-3C99-AE14-092C-EBDCD890F8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D006AA8-58EB-E51E-1566-5655D0AAA2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2E2DFD8-2E8C-5A64-2E15-72B52DA23D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0B68E7A-6365-EFB5-A8F5-2FD2DF26F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1D9B9A2-0F52-1394-94A8-0DF375044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24204B3-A325-6752-0AA9-78C7166A1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BFB6F7-F6F8-4FB5-B651-45120F03126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43448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028C8-DE15-1785-6D09-ECE66F318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1E3D748-DADE-0920-1FA6-4B5EAD916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293E0B-556D-31A8-D054-DA86EBC88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45066EF-F08F-3706-2293-5236058AF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04A489-A94F-4069-ABB3-FAF530779E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963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FB2A18F-E68D-22D1-7642-B1850F4D1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ECC13CA-BA10-9071-B597-A96244DE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B273DAC-2C08-DB79-4B4C-3154738B8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6C59F33-B487-43D3-9688-3E01CA0D399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0521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0D010-888C-FFF3-E396-A182B4D10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EBDE67-302E-1BB5-5BF5-5879D14D2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1F79C5-60ED-34FD-5977-CB422FC92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266161-396C-06F0-9EDC-6EF132BA7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23F864-7D52-A9AD-DCBB-B5D70C47E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D1539E6-A8D6-944D-2745-DE566D59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E73CD3-C5CE-48DE-9A25-1A014D0CD77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74957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D74C13-E2CA-1D66-4D6B-E41F86804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A5447F-2FEE-D21B-E1E9-08CFA22E4F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E5AACC-640A-8485-0ADF-C3A3B4EE1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45310ED-46D9-4CC6-0D6E-957E1948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D454CD8-B3A2-6FEC-B135-C161E8160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41F9CA-4F93-25B4-BC73-E32EFA337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FB47EB-2957-456C-BF6E-10700E4D472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2835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A6EB6E-87B2-131C-F898-6D0533FD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E1BE-198A-30D4-7B8F-B58305A28C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F027D5-A125-5571-2B7A-889B4E11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19DCA85-407E-0ADD-8259-C8C387476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6ABEAC-F465-9A56-C667-CAB560591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0D3EFE-D778-4069-A85A-AF5245F638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383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403F3A-4382-B090-868B-C12FA545C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6A6AF4-C41B-1031-2A21-519E39A27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D1B191-F9EF-F5C2-83DF-17640E589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8B9DE1-E93F-4EFA-E52F-FE3A70FE9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3C2B3D-F321-118A-A5E4-1BC99FBC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1D1E6-C766-4FB1-A6A2-0101E8336A3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01191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75681DC-BEAD-4717-C88F-17168B736D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CC0D841-F837-B5F8-8EBE-7ED2520D6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FE7B5BA-8BDC-3DB0-6551-B265541E950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2230442-FA37-CFDF-5BE0-0F23FC69BF0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44B160-4526-9B77-6C0A-EEBFD754614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C2665AF2-73E4-4CBF-A7F2-EED9ECAE14D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CD6FA39-A25B-909B-114D-3B9699426DE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3800"/>
              <a:t> </a:t>
            </a:r>
            <a:r>
              <a:rPr lang="en-US" altLang="pt-BR" sz="3800" b="1" i="1"/>
              <a:t>113</a:t>
            </a:r>
            <a:br>
              <a:rPr lang="en-US" altLang="pt-BR" sz="3800" b="1" i="1"/>
            </a:br>
            <a:r>
              <a:rPr lang="en-US" altLang="pt-BR" sz="3800" b="1" i="1"/>
              <a:t>O CELESTE DIRETOR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C9BE40D-C111-02E3-4C8B-F36C09373E7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17950F37-5843-69CE-8A72-773F3E2201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800" i="1"/>
              <a:t>Dia a dia vem guiar-me </a:t>
            </a:r>
            <a:br>
              <a:rPr lang="en-US" altLang="pt-BR" sz="3800" i="1"/>
            </a:br>
            <a:r>
              <a:rPr lang="en-US" altLang="pt-BR" sz="3800" i="1"/>
              <a:t>Meu Jesus e meu Senhor! </a:t>
            </a:r>
            <a:br>
              <a:rPr lang="en-US" altLang="pt-BR" sz="3800" i="1"/>
            </a:br>
            <a:r>
              <a:rPr lang="en-US" altLang="pt-BR" sz="3800" i="1"/>
              <a:t>Não sou meu, pois me compraste </a:t>
            </a:r>
            <a:br>
              <a:rPr lang="en-US" altLang="pt-BR" sz="3800" i="1"/>
            </a:br>
            <a:r>
              <a:rPr lang="en-US" altLang="pt-BR" sz="3800" i="1"/>
              <a:t>Com Teu sangue redentor; </a:t>
            </a:r>
            <a:br>
              <a:rPr lang="en-US" altLang="pt-BR" sz="3800" i="1"/>
            </a:br>
            <a:r>
              <a:rPr lang="en-US" altLang="pt-BR" sz="3800" i="1"/>
              <a:t>Quero a Ti viver unido, </a:t>
            </a:r>
            <a:br>
              <a:rPr lang="en-US" altLang="pt-BR" sz="3800" i="1"/>
            </a:br>
            <a:r>
              <a:rPr lang="en-US" altLang="pt-BR" sz="3800" i="1"/>
              <a:t>Pela vida até ao fim; </a:t>
            </a:r>
            <a:br>
              <a:rPr lang="en-US" altLang="pt-BR" sz="3800" i="1"/>
            </a:br>
            <a:r>
              <a:rPr lang="en-US" altLang="pt-BR" sz="3800" i="1"/>
              <a:t>Que se torne assim verdade, </a:t>
            </a:r>
            <a:br>
              <a:rPr lang="en-US" altLang="pt-BR" sz="3800" i="1"/>
            </a:br>
            <a:r>
              <a:rPr lang="en-US" altLang="pt-BR" sz="3800" i="1"/>
              <a:t>“Não mais eu, mas Crista em mim”.</a:t>
            </a:r>
            <a:br>
              <a:rPr lang="en-US" altLang="pt-BR" sz="3800" i="1"/>
            </a:br>
            <a:r>
              <a:rPr lang="en-US" altLang="pt-BR" sz="3800" i="1"/>
              <a:t>Que se torne assim verdade. </a:t>
            </a:r>
            <a:br>
              <a:rPr lang="en-US" altLang="pt-BR" sz="3800" i="1"/>
            </a:br>
            <a:r>
              <a:rPr lang="en-US" altLang="pt-BR" sz="3800" i="1"/>
              <a:t>“Não mais eu, mas Crista em mim”.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D8D62DB-2ACC-FBE0-FC15-2E38BC084D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Cada instante vem guiar-me. </a:t>
            </a:r>
            <a:br>
              <a:rPr lang="en-US" altLang="pt-BR" sz="3800" i="1"/>
            </a:br>
            <a:r>
              <a:rPr lang="en-US" altLang="pt-BR" sz="3800" i="1"/>
              <a:t>O celeste Diretor! </a:t>
            </a:r>
            <a:br>
              <a:rPr lang="en-US" altLang="pt-BR" sz="3800" i="1"/>
            </a:br>
            <a:r>
              <a:rPr lang="en-US" altLang="pt-BR" sz="3800" i="1"/>
              <a:t>Já fizeste em mim morada, </a:t>
            </a:r>
            <a:br>
              <a:rPr lang="en-US" altLang="pt-BR" sz="3800" i="1"/>
            </a:br>
            <a:r>
              <a:rPr lang="en-US" altLang="pt-BR" sz="3800" i="1"/>
              <a:t>Tu és meu Dominador; </a:t>
            </a:r>
            <a:br>
              <a:rPr lang="en-US" altLang="pt-BR" sz="3800" i="1"/>
            </a:br>
            <a:r>
              <a:rPr lang="en-US" altLang="pt-BR" sz="3800" i="1"/>
              <a:t>Ó transforma minha vida; </a:t>
            </a:r>
            <a:br>
              <a:rPr lang="en-US" altLang="pt-BR" sz="3800" i="1"/>
            </a:br>
            <a:r>
              <a:rPr lang="en-US" altLang="pt-BR" sz="3800" i="1"/>
              <a:t>Seja meu o Teu querer; </a:t>
            </a:r>
            <a:br>
              <a:rPr lang="en-US" altLang="pt-BR" sz="3800" i="1"/>
            </a:br>
            <a:r>
              <a:rPr lang="en-US" altLang="pt-BR" sz="3800" i="1"/>
              <a:t>Quero andar, passo por passo, Confiando em Teu poder. </a:t>
            </a:r>
            <a:br>
              <a:rPr lang="en-US" altLang="pt-BR" sz="3800" i="1"/>
            </a:br>
            <a:r>
              <a:rPr lang="en-US" altLang="pt-BR" sz="3800" i="1"/>
              <a:t>Quero andar, passo por passo, Confiando em Teu poder.  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2D5FE68-EE9B-D8A9-22EE-105170656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3800" i="1"/>
              <a:t>Se maior intimidade </a:t>
            </a:r>
            <a:br>
              <a:rPr lang="en-US" altLang="pt-BR" sz="3800" i="1"/>
            </a:br>
            <a:r>
              <a:rPr lang="en-US" altLang="pt-BR" sz="3800" i="1"/>
              <a:t>Para mim possível for; </a:t>
            </a:r>
            <a:br>
              <a:rPr lang="en-US" altLang="pt-BR" sz="3800" i="1"/>
            </a:br>
            <a:r>
              <a:rPr lang="en-US" altLang="pt-BR" sz="3800" i="1"/>
              <a:t>Quero mais ser atraído </a:t>
            </a:r>
            <a:br>
              <a:rPr lang="en-US" altLang="pt-BR" sz="3800" i="1"/>
            </a:br>
            <a:r>
              <a:rPr lang="en-US" altLang="pt-BR" sz="3800" i="1"/>
              <a:t>A Ti, meigo Salvador! </a:t>
            </a:r>
            <a:br>
              <a:rPr lang="en-US" altLang="pt-BR" sz="3800" i="1"/>
            </a:br>
            <a:r>
              <a:rPr lang="en-US" altLang="pt-BR" sz="3800" i="1"/>
              <a:t>Ah! Que fique em Ti morando </a:t>
            </a:r>
            <a:br>
              <a:rPr lang="en-US" altLang="pt-BR" sz="3800" i="1"/>
            </a:br>
            <a:r>
              <a:rPr lang="en-US" altLang="pt-BR" sz="3800" i="1"/>
              <a:t>Meu secreto pavilhão, </a:t>
            </a:r>
            <a:br>
              <a:rPr lang="en-US" altLang="pt-BR" sz="3800" i="1"/>
            </a:br>
            <a:r>
              <a:rPr lang="en-US" altLang="pt-BR" sz="3800" i="1"/>
              <a:t>Escondido, inteiramente, </a:t>
            </a:r>
            <a:br>
              <a:rPr lang="en-US" altLang="pt-BR" sz="3800" i="1"/>
            </a:br>
            <a:r>
              <a:rPr lang="en-US" altLang="pt-BR" sz="3800" i="1"/>
              <a:t>Em Ti, minha salvação, </a:t>
            </a:r>
            <a:br>
              <a:rPr lang="en-US" altLang="pt-BR" sz="3800" i="1"/>
            </a:br>
            <a:r>
              <a:rPr lang="en-US" altLang="pt-BR" sz="3800" i="1"/>
              <a:t>Escondido, inteiramente, </a:t>
            </a:r>
            <a:br>
              <a:rPr lang="en-US" altLang="pt-BR" sz="3800" i="1"/>
            </a:br>
            <a:r>
              <a:rPr lang="en-US" altLang="pt-BR" sz="3800" i="1"/>
              <a:t>Em Ti, minha salvação.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 113 O CELESTE DIRETOR</vt:lpstr>
      <vt:lpstr>Dia a dia vem guiar-me  Meu Jesus e meu Senhor!  Não sou meu, pois me compraste  Com Teu sangue redentor;  Quero a Ti viver unido,  Pela vida até ao fim;  Que se torne assim verdade,  “Não mais eu, mas Crista em mim”. Que se torne assim verdade.  “Não mais eu, mas Crista em mim”. </vt:lpstr>
      <vt:lpstr>Cada instante vem guiar-me.  O celeste Diretor!  Já fizeste em mim morada,  Tu és meu Dominador;  Ó transforma minha vida;  Seja meu o Teu querer;  Quero andar, passo por passo, Confiando em Teu poder.  Quero andar, passo por passo, Confiando em Teu poder.   </vt:lpstr>
      <vt:lpstr>Se maior intimidade  Para mim possível for;  Quero mais ser atraído  A Ti, meigo Salvador!  Ah! Que fique em Ti morando  Meu secreto pavilhão,  Escondido, inteiramente,  Em Ti, minha salvação,  Escondido, inteiramente,  Em Ti, minha salvação.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113 O CELESTE DIRETOR</dc:title>
  <dc:creator>Junior</dc:creator>
  <cp:lastModifiedBy>Emerson Souza</cp:lastModifiedBy>
  <cp:revision>1</cp:revision>
  <dcterms:created xsi:type="dcterms:W3CDTF">2005-12-23T14:18:23Z</dcterms:created>
  <dcterms:modified xsi:type="dcterms:W3CDTF">2026-05-02T21:46:07Z</dcterms:modified>
</cp:coreProperties>
</file>