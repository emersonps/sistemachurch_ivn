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94718" autoAdjust="0"/>
  </p:normalViewPr>
  <p:slideViewPr>
    <p:cSldViewPr>
      <p:cViewPr varScale="1">
        <p:scale>
          <a:sx n="63" d="100"/>
          <a:sy n="63" d="100"/>
        </p:scale>
        <p:origin x="-192" y="-1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F777F5-5060-D726-19E5-F8FB674FEA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6C491DC-A9E3-A83B-5978-671A36E20E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4404B97-05D0-A905-371E-F5F44ACB9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C81A18C-E2A8-C5B4-9E0D-B4B26A780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C12CF19-5442-0841-C7FE-3F3461877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80C884-30C8-493B-9ECE-5BDB08CF38C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83407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E89112-1F13-F41F-FBAC-10C828A43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598DFAD-D461-5962-7A06-CA51C78D4E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49E3F87-A019-92D4-8BF6-DE8A0CCF9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E5615F-6F4B-AFCF-E984-074B19315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C7617C1-9A55-E9C9-19FB-851EB3313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D5268C-6CEC-42EC-80AC-9AA3F54BDE5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36511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20E97C-CA34-A4FA-7491-3783CBBCE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16AEC3E-4A36-8785-D18E-D7BEA682AC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0DD6ACB-DC0A-AF28-C259-055D21FC2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56A21E6-B660-B5A3-7E9C-C23CBED47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0D7F5EB-D2F6-AE59-CB5C-8F109B6D0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E01A90-6263-4E1C-8C6A-302299FF946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69740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B1833E-6A8D-F4E1-1442-74D54E0BF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D2DC290-80ED-579E-BDA3-D5576EF58D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F1962C9-A1A3-5CF7-B4AD-304EDBEC78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BA02107-191A-665F-BEBC-8D2A511BE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6766278-F8A7-56C5-BA57-7437D1C7B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9BAF686-4B77-6A4A-55FF-C475BB4EC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F3D92F-4CE6-406C-AE31-051CEBF8538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57812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D0D3AA-9C78-2E87-8852-3161BEC40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496AE2-D271-25C3-DCFA-DEAC7AC280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4B9FBB8-A033-B61D-B38A-29673CC3FF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B540E83-BA17-271B-8F64-C40EAEA7AC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E69508F-A9B6-73C8-4CCF-9BB064ECCF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223C3B1-DBCA-D6A5-DEE2-4D7657ED2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2BADBD7-A968-EF4C-6971-76539BBB3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4523772-9033-BBC3-88D1-29C1D65D2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443511-FD94-4C8E-BA46-1354F3C3725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45257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71212B-5703-BE3A-DF78-BC8C957A7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3626B91-AF81-7337-DF7C-2B701CB30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10FDD29-E2D4-29EE-174B-427755025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E083267-77A7-5F26-9390-36C227E2F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13DD98-2862-4A15-B655-1B8A077EF32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84713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BCE7BC4-A9C4-58CB-03F4-AD87C3A63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1D6546C-1513-9217-D3A0-8388F813B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F60E80B-7079-1B3E-97F8-29E624243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E839F8-F3D2-4751-A981-3DC84660C78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14300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7A0152-B03E-A496-6AD9-193F6A70C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04F5C6F-8AE5-683F-9613-EDB5600851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36C22BE-8338-8C8A-2A56-A686B3D102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9748185-CACE-83CC-E943-9086E9668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9A92AD9-4468-6CCA-DCC6-A7B6340DB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F02CA21-255C-30C1-69E3-0F0DA7D03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DEF489-6F8E-4023-BB32-746BF91E2AE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08758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C6A879-C3C6-D6B4-5A88-9A019DF01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3DD4566-EBDA-4D4B-0666-438A335B7D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A76E8B0-4943-B8D4-21F0-06502AF394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96A3D11-A346-F23D-28A0-20DFA4B94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0D9C174-30F2-6CBE-419B-8FC9BD17B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A821950-0C0B-F4F3-1103-A95EE7319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077BAA-3902-4815-BB3A-3053251D21F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7936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E496D0-955D-D10E-AFE0-B87AE689E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F4A82B6-264F-CAD1-2F87-A0E6604B9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1C94402-5F55-3955-BF87-D56684A8D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E3E7972-9A05-2C05-9A39-9EDDC0EF0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2CDC707-FDA3-2CC1-8F42-E0A175232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00DE87-0A06-44FC-8C49-875D3630539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84774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9D6007A-DDB2-B404-D0C9-0BB278376C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3AB42C6-099A-8E3F-BAE0-94EEA61331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3B38E31-7840-9EEF-78A9-72EB5A7CD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92CC459-FB71-2C15-D108-5467C15FB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65E4BC7-B747-53E5-0E31-E011722A0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D298DF-1F90-4C63-B4E9-DA3DB723F89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73678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26DE5BE-D2BD-96D8-9705-225973253C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8271BE6-DD1F-7264-680B-CB211FF7C4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39314A08-E01A-1C7F-287A-9760C07B7C5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E44D9A6-AAA1-FBBB-B414-CF83D08F8AC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00F8290-D850-5A75-A6BF-14EF80ADE3A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089501A6-2707-47AE-98B7-CB6B743B68A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FDC182A1-7029-64E5-5A8F-28BC877B8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0" name="Rectangle 2">
            <a:extLst>
              <a:ext uri="{FF2B5EF4-FFF2-40B4-BE49-F238E27FC236}">
                <a16:creationId xmlns:a16="http://schemas.microsoft.com/office/drawing/2014/main" id="{966A32A8-53BF-18CB-4D11-9AE906245A7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400" b="1"/>
              <a:t>357</a:t>
            </a:r>
            <a:br>
              <a:rPr lang="pt-BR" altLang="pt-BR" sz="4400" b="1"/>
            </a:br>
            <a:r>
              <a:rPr lang="pt-BR" altLang="pt-BR" sz="4400" b="1"/>
              <a:t>O FIM DAS LUTAS</a:t>
            </a:r>
            <a:endParaRPr lang="en-US" altLang="pt-BR" sz="44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>
            <a:extLst>
              <a:ext uri="{FF2B5EF4-FFF2-40B4-BE49-F238E27FC236}">
                <a16:creationId xmlns:a16="http://schemas.microsoft.com/office/drawing/2014/main" id="{1C016858-9AD9-E132-7118-3CE2E4E230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4" name="Rectangle 2">
            <a:extLst>
              <a:ext uri="{FF2B5EF4-FFF2-40B4-BE49-F238E27FC236}">
                <a16:creationId xmlns:a16="http://schemas.microsoft.com/office/drawing/2014/main" id="{BFD68872-399C-77C0-5CDE-FE206DC9F1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sz="3600"/>
              <a:t>Quando esta vida de lutas cessar, </a:t>
            </a:r>
            <a:br>
              <a:rPr lang="pt-BR" altLang="pt-BR" sz="3600"/>
            </a:br>
            <a:r>
              <a:rPr lang="pt-BR" altLang="pt-BR" sz="3600"/>
              <a:t>Vou para o céu meu descanso gozar </a:t>
            </a:r>
            <a:br>
              <a:rPr lang="pt-BR" altLang="pt-BR" sz="3600"/>
            </a:br>
            <a:r>
              <a:rPr lang="pt-BR" altLang="pt-BR" sz="3600"/>
              <a:t>Com meu Jesus, lá na glória sem fim; </a:t>
            </a:r>
            <a:br>
              <a:rPr lang="pt-BR" altLang="pt-BR" sz="3600"/>
            </a:br>
            <a:r>
              <a:rPr lang="pt-BR" altLang="pt-BR" sz="3600"/>
              <a:t>Oh! Que ventura será para mim!</a:t>
            </a:r>
            <a:r>
              <a:rPr lang="en-US" altLang="pt-BR" sz="360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>
            <a:extLst>
              <a:ext uri="{FF2B5EF4-FFF2-40B4-BE49-F238E27FC236}">
                <a16:creationId xmlns:a16="http://schemas.microsoft.com/office/drawing/2014/main" id="{9B092BC8-64DC-41B7-7323-775F044F27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98" name="Rectangle 2">
            <a:extLst>
              <a:ext uri="{FF2B5EF4-FFF2-40B4-BE49-F238E27FC236}">
                <a16:creationId xmlns:a16="http://schemas.microsoft.com/office/drawing/2014/main" id="{5177F83C-0878-AA46-762A-15D964DA9E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sz="3600" b="1" i="1"/>
              <a:t>Oh! Que prazer! Glória a Jesus!</a:t>
            </a:r>
            <a:br>
              <a:rPr lang="pt-BR" altLang="pt-BR" sz="3600" b="1" i="1"/>
            </a:br>
            <a:r>
              <a:rPr lang="pt-BR" altLang="pt-BR" sz="3600" b="1" i="1"/>
              <a:t> Eu hei de ver no céu de luz;</a:t>
            </a:r>
            <a:br>
              <a:rPr lang="pt-BR" altLang="pt-BR" sz="3600" b="1" i="1"/>
            </a:br>
            <a:r>
              <a:rPr lang="pt-BR" altLang="pt-BR" sz="3600" b="1" i="1"/>
              <a:t>Nunca morrer, a Jesus sempre ver, </a:t>
            </a:r>
            <a:br>
              <a:rPr lang="pt-BR" altLang="pt-BR" sz="3600" b="1" i="1"/>
            </a:br>
            <a:r>
              <a:rPr lang="pt-BR" altLang="pt-BR" sz="3600" b="1" i="1"/>
              <a:t>Oh! Será gozo eterno, p'ra mim!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>
            <a:extLst>
              <a:ext uri="{FF2B5EF4-FFF2-40B4-BE49-F238E27FC236}">
                <a16:creationId xmlns:a16="http://schemas.microsoft.com/office/drawing/2014/main" id="{595874C3-DE67-D8B3-9C14-34B19FF721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22" name="Rectangle 2">
            <a:extLst>
              <a:ext uri="{FF2B5EF4-FFF2-40B4-BE49-F238E27FC236}">
                <a16:creationId xmlns:a16="http://schemas.microsoft.com/office/drawing/2014/main" id="{5E60C427-4052-1466-DCB0-13A2B8F349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sz="3600"/>
              <a:t>Penso na paz e no grande amor, </a:t>
            </a:r>
            <a:br>
              <a:rPr lang="pt-BR" altLang="pt-BR" sz="3600"/>
            </a:br>
            <a:r>
              <a:rPr lang="pt-BR" altLang="pt-BR" sz="3600"/>
              <a:t>Do lar celeste do meu Salvador;</a:t>
            </a:r>
            <a:br>
              <a:rPr lang="pt-BR" altLang="pt-BR" sz="3600"/>
            </a:br>
            <a:r>
              <a:rPr lang="pt-BR" altLang="pt-BR" sz="3600"/>
              <a:t>Em ver Seu rosto, em sorrir também, </a:t>
            </a:r>
            <a:br>
              <a:rPr lang="pt-BR" altLang="pt-BR" sz="3600"/>
            </a:br>
            <a:r>
              <a:rPr lang="pt-BR" altLang="pt-BR" sz="3600"/>
              <a:t>Na grande glória do dia que vem.</a:t>
            </a:r>
            <a:r>
              <a:rPr lang="en-US" altLang="pt-BR" sz="360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54FCB257-EF52-1CBC-17DE-DE57C80FF9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71" name="Rectangle 3">
            <a:extLst>
              <a:ext uri="{FF2B5EF4-FFF2-40B4-BE49-F238E27FC236}">
                <a16:creationId xmlns:a16="http://schemas.microsoft.com/office/drawing/2014/main" id="{BDC288EB-E5B3-B8DC-9AD8-314DA84F2A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sz="3600" b="1" i="1"/>
              <a:t>Oh! Que prazer! Glória a Jesus!</a:t>
            </a:r>
            <a:br>
              <a:rPr lang="pt-BR" altLang="pt-BR" sz="3600" b="1" i="1"/>
            </a:br>
            <a:r>
              <a:rPr lang="pt-BR" altLang="pt-BR" sz="3600" b="1" i="1"/>
              <a:t> Eu hei de ver no céu de luz;</a:t>
            </a:r>
            <a:br>
              <a:rPr lang="pt-BR" altLang="pt-BR" sz="3600" b="1" i="1"/>
            </a:br>
            <a:r>
              <a:rPr lang="pt-BR" altLang="pt-BR" sz="3600" b="1" i="1"/>
              <a:t>Nunca morrer, a Jesus sempre ver, </a:t>
            </a:r>
            <a:br>
              <a:rPr lang="pt-BR" altLang="pt-BR" sz="3600" b="1" i="1"/>
            </a:br>
            <a:r>
              <a:rPr lang="pt-BR" altLang="pt-BR" sz="3600" b="1" i="1"/>
              <a:t>Oh! Será gozo eterno, p'ra mim!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>
            <a:extLst>
              <a:ext uri="{FF2B5EF4-FFF2-40B4-BE49-F238E27FC236}">
                <a16:creationId xmlns:a16="http://schemas.microsoft.com/office/drawing/2014/main" id="{2D9233B6-39CE-DDB1-0367-D7B755075F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46" name="Rectangle 2">
            <a:extLst>
              <a:ext uri="{FF2B5EF4-FFF2-40B4-BE49-F238E27FC236}">
                <a16:creationId xmlns:a16="http://schemas.microsoft.com/office/drawing/2014/main" id="{DE532A4E-0B1E-853C-0AAC-B4D26837DD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sz="3600"/>
              <a:t>Pais e amigos, irmãos, hão de estar </a:t>
            </a:r>
            <a:br>
              <a:rPr lang="pt-BR" altLang="pt-BR" sz="3600"/>
            </a:br>
            <a:r>
              <a:rPr lang="pt-BR" altLang="pt-BR" sz="3600"/>
              <a:t>No santo rio, de gozo a cantar,</a:t>
            </a:r>
            <a:br>
              <a:rPr lang="pt-BR" altLang="pt-BR" sz="3600"/>
            </a:br>
            <a:r>
              <a:rPr lang="pt-BR" altLang="pt-BR" sz="3600"/>
              <a:t>Sempre alegres, louvando ao Senhor, </a:t>
            </a:r>
            <a:br>
              <a:rPr lang="pt-BR" altLang="pt-BR" sz="3600"/>
            </a:br>
            <a:r>
              <a:rPr lang="pt-BR" altLang="pt-BR" sz="3600"/>
              <a:t>Gozando bênçãos do seu Criador.</a:t>
            </a:r>
            <a:r>
              <a:rPr lang="en-US" altLang="pt-BR" sz="3600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7A2F7F64-CA63-1584-7B35-0DF89CDB71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195" name="Rectangle 3">
            <a:extLst>
              <a:ext uri="{FF2B5EF4-FFF2-40B4-BE49-F238E27FC236}">
                <a16:creationId xmlns:a16="http://schemas.microsoft.com/office/drawing/2014/main" id="{B6779E72-501D-C5B5-1A4B-1B99780AE5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sz="3600" b="1" i="1"/>
              <a:t>Oh! Que prazer! Glória a Jesus!</a:t>
            </a:r>
            <a:br>
              <a:rPr lang="pt-BR" altLang="pt-BR" sz="3600" b="1" i="1"/>
            </a:br>
            <a:r>
              <a:rPr lang="pt-BR" altLang="pt-BR" sz="3600" b="1" i="1"/>
              <a:t> Eu hei de ver no céu de luz;</a:t>
            </a:r>
            <a:br>
              <a:rPr lang="pt-BR" altLang="pt-BR" sz="3600" b="1" i="1"/>
            </a:br>
            <a:r>
              <a:rPr lang="pt-BR" altLang="pt-BR" sz="3600" b="1" i="1"/>
              <a:t>Nunca morrer, a Jesus sempre ver, </a:t>
            </a:r>
            <a:br>
              <a:rPr lang="pt-BR" altLang="pt-BR" sz="3600" b="1" i="1"/>
            </a:br>
            <a:r>
              <a:rPr lang="pt-BR" altLang="pt-BR" sz="3600" b="1" i="1"/>
              <a:t>Oh! Será gozo eterno, p'ra mim!</a:t>
            </a:r>
            <a:endParaRPr lang="en-US" altLang="pt-BR" sz="3600" b="1" i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227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357 O FIM DAS LUTAS</vt:lpstr>
      <vt:lpstr>Quando esta vida de lutas cessar,  Vou para o céu meu descanso gozar  Com meu Jesus, lá na glória sem fim;  Oh! Que ventura será para mim! </vt:lpstr>
      <vt:lpstr>Oh! Que prazer! Glória a Jesus!  Eu hei de ver no céu de luz; Nunca morrer, a Jesus sempre ver,  Oh! Será gozo eterno, p'ra mim!</vt:lpstr>
      <vt:lpstr>Penso na paz e no grande amor,  Do lar celeste do meu Salvador; Em ver Seu rosto, em sorrir também,  Na grande glória do dia que vem. </vt:lpstr>
      <vt:lpstr>Oh! Que prazer! Glória a Jesus!  Eu hei de ver no céu de luz; Nunca morrer, a Jesus sempre ver,  Oh! Será gozo eterno, p'ra mim!</vt:lpstr>
      <vt:lpstr>Pais e amigos, irmãos, hão de estar  No santo rio, de gozo a cantar, Sempre alegres, louvando ao Senhor,  Gozando bênçãos do seu Criador. </vt:lpstr>
      <vt:lpstr>Oh! Que prazer! Glória a Jesus!  Eu hei de ver no céu de luz; Nunca morrer, a Jesus sempre ver,  Oh! Será gozo eterno, p'ra mim!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357 - O FIM DAS LUTAS</dc:title>
  <dc:creator>Montagna</dc:creator>
  <cp:lastModifiedBy>Emerson Souza</cp:lastModifiedBy>
  <cp:revision>3</cp:revision>
  <dcterms:created xsi:type="dcterms:W3CDTF">2005-10-20T04:47:38Z</dcterms:created>
  <dcterms:modified xsi:type="dcterms:W3CDTF">2026-05-02T22:06:41Z</dcterms:modified>
</cp:coreProperties>
</file>