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CC8EB-7FF2-2400-BCF6-90DD04C84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32AF7E-4A9C-EE11-968C-793560A11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8A5755-E83C-3E65-FE92-895773301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436ECA-EB92-89A8-9150-77775E40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A88E1F-F256-5793-0B84-0A00F660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0B845A-2F9F-4AAA-A35A-AB4B786686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637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62DF4-D1DE-3872-2C6E-069CA0815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44FEFB-85B7-B433-35D3-70B65784C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861499-CE9A-F266-8132-EB94EE32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FE8993-844E-8CD0-A862-C17E2B6F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353EE7-288F-386C-04E0-4B5360F5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987D3C-81A1-421D-BCD3-4ADE87516D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400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2D13E-4D89-4D5F-D57D-1F8A07E1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18E0BD-4FC1-D142-642D-BEA115B86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2C1D04-D4A6-C607-D9CA-093178E9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86277E-E7E5-2E65-4193-E5DF788D3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4FE933-3CE4-3928-66CC-327079A7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AD9B19-1E21-4EA8-BC37-56F3ED7029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013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10733-54BF-892B-D2A1-83D454FA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EFE902-9D94-E8FF-8EAF-3A7866EAB0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5E2E29-FB22-6D1B-8246-46EDBC91E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5DF699-485F-46F1-EB78-258A0CB5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DC2740-E00A-009C-BD77-347F5C9BC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055E71-2B7A-DCDE-22FC-0EA88CD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A3575-FFA9-4863-9CB9-9AF8A60B03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339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2E2F6-EC29-21AA-D20C-C65DAD6A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968005-4F34-69B6-7859-7BFE03FCF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9F3E21-ED6E-112B-72E9-4BF5FC71D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7E37CC3-BF4A-AD02-44B6-B47A000B6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86F07F-4E55-A228-47D7-DFC41C425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DA4998-B4DB-91DC-F80E-2433EAC2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AD9A417-88AC-C5A0-ECD7-23E65786E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95C8E4-A2F5-5368-8C2F-38D169394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094EB-B5A9-4397-BFC8-D37F42B0E1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32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98EF7-3944-062E-C721-9FC1FD11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2D9D27-0EBB-1540-8034-D18623AEF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BAA0E0-5516-D9D9-8C51-8AB58AE5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AD6DF0D-3EA9-146A-FFD6-3117902EE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66B0B-024C-45EE-BD96-26DCD2A321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536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E84E98-9D4B-BAB2-FB9A-F5F81B56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42EDFD0-4E60-2CC9-CA88-F1C4B8084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990CA0-F18E-661C-D971-77A8DE546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44A3EA-732C-4589-93D1-68768CC36A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4086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9722C-6876-7963-1E83-6D4EA849A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ABE854-7B87-86C7-CAC3-C9FE71F27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2FD639-1671-D65D-17B1-78B8C4B9A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3D89AC-07D9-116D-67D7-ADCD6EE0C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F1AB00-1E27-6786-E43F-3FC1B14AC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48A1D4-1017-F11C-4386-096E23B68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B7C4A-11C7-44DE-9BEE-ACF379F9FD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6978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BC40A-44C5-7DC6-8A75-3EAB163F0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93B5557-171A-5FBF-5F38-D55DEE1C8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140713-86FB-9246-B0A7-C5A9944B8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92B193-3680-A922-AE45-C8B0EF53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C33D35-2720-0E08-D31B-B13D7AEDC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36ED58-96EE-408B-37C9-BCA08AC8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09418E-8D46-4034-8185-BA92096265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538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94D07-BF71-6792-57AF-8345753BB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ABFFAD2-F970-0C1A-8BA9-912DD9B1A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1FAA81-422E-15BC-204A-4DC1D257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695CC4-E78E-11B2-430B-FCD58B77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944B4C-E692-E3B4-8878-4CF3E9B7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667826-5C0A-46E3-A2DA-F226D703DC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9630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AE5865-66C5-4944-7744-DDC817673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53E5744-B902-0FFF-7FB0-1780B5780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A0EA8F-84DB-3BB4-858F-F0DEF8AB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3628D-31CB-E61A-DBA8-0BAC2F9C5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10AC3-0D3F-2EAD-7727-ACE62670F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CD0A1B-90E4-46BF-A2F8-409E86EA11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861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A9A4D4-6B70-EE00-448F-9DB87F5FB2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4B87384-4A66-55ED-D82C-261A253176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0BFD6A6-D73A-B6F7-4D9D-AF2D6ABD9B8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6D9D8E2-D4E2-9586-B673-E7954432658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F62A4AC-5AAC-87DA-FFFE-BCDAAEFBA41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4C94B9C-929F-4D79-9082-23D72619A96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CDE6DD6-F2BC-0151-51C2-89FA97860B7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0574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542 – História de Cristo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AD7D47D-4714-384C-96B3-FF155988BB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1D6B2CA-520C-BD9F-FC4C-35D0BA38C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Conta-me a história de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Grava-a no meu coração,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linda história inaudita,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graça, paz e perdão!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Conta como Ele, encarnando,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Veio no mundo morar,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aos pecadores, indignos,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Deus o amor revelar!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71D55A4-A379-7904-B164-E19752D4B4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Conta como Ele, bondoso,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Nunca a ninguém rejeitou,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Como, de mãos estendidas,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Todos a si convidou!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Como não pode o bom </a:t>
            </a:r>
            <a:br>
              <a:rPr lang="en-US" altLang="pt-BR" sz="4000" i="1"/>
            </a:br>
            <a:r>
              <a:rPr lang="en-US" altLang="pt-BR" sz="4000" i="1"/>
              <a:t>Mestre,</a:t>
            </a:r>
            <a:r>
              <a:rPr lang="en-US" altLang="pt-BR" sz="4000"/>
              <a:t> </a:t>
            </a:r>
            <a:r>
              <a:rPr lang="en-US" altLang="pt-BR" sz="4000" i="1"/>
              <a:t>Seja a quem for, recusar,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Se, convencido e contrito,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seu convite aceitar.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FFE33FD-7FAB-A1F8-85A5-4F017FEE1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Conta-me quando no monte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Sobre a cidade chorou,</a:t>
            </a:r>
            <a:r>
              <a:rPr lang="en-US" altLang="pt-BR" sz="4000"/>
              <a:t> </a:t>
            </a:r>
            <a:br>
              <a:rPr lang="en-US" altLang="pt-BR" sz="4000" i="1"/>
            </a:br>
            <a:r>
              <a:rPr lang="en-US" altLang="pt-BR" sz="4000" i="1"/>
              <a:t>Pois orgulhosa e rebelde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seu amor rejeitou!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Conta como Ele ainda chora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Sobre os que seguem o mal;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endurecidos, resistem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seu amor divinal.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6E78B04-C09F-8996-A4AF-FB95E4E79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Conta também como Cristo,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Mesmo na cruz, se lembrou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Dos seus cruéis inimigos,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ao Pai por eles rogou!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Como ao ladrão moribundo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Tão prontamente escutou,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E, nesse dia, consigo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o descanso o levou!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56BFF88-358F-A24C-DDA4-B64C2BA6C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Conta-me as duras afrontas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mansamente sofreu: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Como, na cruz levantado,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por ímpios morreu!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Dá-me o viver na certeza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que foi mesmo por mim!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seu amor inefável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Não tem mudança nem fim!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542 – História de Cristo</vt:lpstr>
      <vt:lpstr>Conta-me a história de Cristo,  Grava-a no meu coração,  A linda história inaudita,  De graça, paz e perdão!  Conta como Ele, encarnando,  Veio no mundo morar,  E aos pecadores, indignos,  De Deus o amor revelar!  </vt:lpstr>
      <vt:lpstr>Conta como Ele, bondoso,  Nunca a ninguém rejeitou,  Como, de mãos estendidas,  Todos a si convidou!  Como não pode o bom  Mestre, Seja a quem for, recusar,  Se, convencido e contrito,  O seu convite aceitar.  </vt:lpstr>
      <vt:lpstr>Conta-me quando no monte  Sobre a cidade chorou,  Pois orgulhosa e rebelde  O seu amor rejeitou!  Conta como Ele ainda chora  Sobre os que seguem o mal;  E, endurecidos, resistem  Ao seu amor divinal. </vt:lpstr>
      <vt:lpstr>Conta também como Cristo,  Mesmo na cruz, se lembrou  Dos seus cruéis inimigos,  E ao Pai por eles rogou!  Como ao ladrão moribundo  Tão prontamente escutou,  E, nesse dia, consigo  Para o descanso o levou!  </vt:lpstr>
      <vt:lpstr>Conta-me as duras afrontas  Que mansamente sofreu:  Como, na cruz levantado,  Ele por ímpios morreu!  Dá-me o viver na certeza  De que foi mesmo por mim!  Que seu amor inefável  Não tem mudança nem fim!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542 – História de Cristo</dc:title>
  <dc:creator>Junior</dc:creator>
  <cp:lastModifiedBy>Emerson Souza</cp:lastModifiedBy>
  <cp:revision>1</cp:revision>
  <dcterms:created xsi:type="dcterms:W3CDTF">2005-12-26T23:52:30Z</dcterms:created>
  <dcterms:modified xsi:type="dcterms:W3CDTF">2026-05-02T22:22:34Z</dcterms:modified>
</cp:coreProperties>
</file>