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76F74-A3FE-14A6-DCF9-995CBE2D7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B07E16-223D-2F55-A1DF-8324C78A4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0B0DBF-E746-A488-85FC-C96FD489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CBA1D0-6079-E0BE-4332-C60548A7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422B5D-A02D-B645-7401-A4500178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986149-0777-408C-AEA0-F589CE3070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215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405EC-6525-4654-3DCA-D0D2F647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17AE3D-31C1-E9BD-4086-B02FC1E6A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B766CC-F8A4-596A-8F85-B5C725B2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A27FDD-A10A-B75E-9397-2F77DC50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9E6328-DC6F-CECC-66F8-1EFA2968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60BC42-B6E0-4066-A214-53CA6F9A83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065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E6A-9BF1-93A3-599E-81B16102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CF38AF-36D1-B2A4-A681-60C40840A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FF74F2-F01B-2BEC-A89E-72985FD4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968E2-CFC2-9F46-8A5E-3DD209B0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E2D2E-3F4E-9848-F478-059F6E51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6E5706-3D13-4616-A1E9-B0537BA9D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292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83262-EAD1-4B1D-72C3-68A6741C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82C0F5-B4EE-0A7B-BA7A-9DDBAC4D1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B396A4-8199-A851-ECCE-A07F83E88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C024D1-7CBB-1E63-479A-C61AD5B8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DA06D2-4493-CC4F-D59C-424A64CE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27EB2A-8352-39C1-7502-DE8A72D1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CB403-53A6-44B0-B4D7-6C93DA0838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328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F0F45-A04F-503E-6A84-C1922E3CE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E19E3F-250C-34BF-ECEC-A03AB58BB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8DED71-4DEE-E2CB-1978-E476B2A92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BD0283-0A74-AF9F-631A-64B9F19A2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E664F35-0CCC-1279-CE11-3E5B5EE64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F87DB7-6E23-FC8B-3BFB-134BDF96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EADA9F-65E8-F1A3-C4D5-8D2AD5B1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BB9B7A9-B3FE-0ACE-08B4-79E1631B7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3F2A5-9327-4410-88EE-2CC642BC70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719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6E044-6226-4043-E575-6819C254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2DB6AA-7430-D25B-4949-A10F34EB3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2DD054-88DF-DF3A-ADBE-9AA3B1FA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646E88-148E-FCEB-0117-CDE57358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61C134-7BC1-4286-8AA6-EE02B54B7E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985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B281DA-F66E-A594-4ECD-C35B9F9BF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C8F7E3-6892-42C3-1C02-7B9C8727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AB3B59-DA72-8899-EF5B-C247F0D0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B7679B-B894-4A0E-AA5B-06BD43EF4B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778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AED2F-3702-C6E6-5E12-483176F7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5DAD2F-B07E-A2C1-76DF-12DCA18E6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F313E0-D2A4-84B5-6CD5-7BC1CD14F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518EDA-4DDF-0FA6-38CF-E3223414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125D19-8C9E-52DA-1AB2-F158DDCB4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141E10-B366-15C7-01A0-FA466D44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BCE5F-4B60-4C2E-BE0A-151D8F6E9A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111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9F368-1A0F-08D3-1C42-6F70179A1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BA3B42-063F-D2A7-8DCF-B118661C9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5542CA-2610-5CCE-74A8-AC7548CC9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6D909-1B8E-B354-BF72-6508251A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7BF257-A5A0-C3B7-550C-16201ED6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ABFA4D-5956-212E-A1B1-3CC024D3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B5E638-10AA-4D25-8C52-25F026FEAC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299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E50B8-A41B-92C2-7984-A7414A00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97B4B7-F1D9-3A5C-0268-D69F96E62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84FF6A-9032-7A50-19FF-6F398400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E5232E-35CA-B621-32CC-347BB23F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412A3C-04B9-CBF6-1C81-2CB18449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A01F6-29AF-4F87-ADEE-17257E9E1D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568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C6B71C-306D-A50C-B085-8F4F8C804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3A283D-8C58-FEEB-5D87-6F61EF1E9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E0F9AF-8938-E476-235E-533986A0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721782-F7D8-8A96-C2F1-4B784F4A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98F9D2-D22C-1B28-D5A6-F2D8CE3B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52961B-D9B1-4554-8370-51D7E40613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47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A85185-57D7-C304-F0EF-7316077AD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BD8DB1-FD6B-0310-4A58-307F29D64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5113D6-2021-199A-DEE6-52393FD492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9A5F59-7A98-87F0-F2C3-5C5B928EB9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7C4A5-FF34-E7D0-4CA6-963C305910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0F43AD-DCE7-46D5-B778-C68E544CE14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1CB8D0A-95F5-C731-C7CF-8509BB0496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800" b="1" i="1"/>
              <a:t>327 – Teu Nome Precioso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DAD257C-E9EF-061A-FEFB-2FFAFC59E9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BD15053-45CA-304F-526D-0E26E9EF7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Jesus Cristo, o Teu nome </a:t>
            </a:r>
            <a:br>
              <a:rPr lang="en-US" altLang="pt-BR" sz="3800" i="1"/>
            </a:br>
            <a:r>
              <a:rPr lang="en-US" altLang="pt-BR" sz="3800" i="1"/>
              <a:t>E tão doce para mim </a:t>
            </a:r>
            <a:br>
              <a:rPr lang="en-US" altLang="pt-BR" sz="3800" i="1"/>
            </a:br>
            <a:r>
              <a:rPr lang="en-US" altLang="pt-BR" sz="3800" i="1"/>
              <a:t>- Tua doçura incomparável </a:t>
            </a:r>
            <a:br>
              <a:rPr lang="en-US" altLang="pt-BR" sz="3800" i="1"/>
            </a:br>
            <a:r>
              <a:rPr lang="en-US" altLang="pt-BR" sz="3800" i="1"/>
              <a:t>Enche-me de amor sem fim. </a:t>
            </a:r>
            <a:br>
              <a:rPr lang="en-US" altLang="pt-BR" sz="3800" i="1"/>
            </a:br>
            <a:r>
              <a:rPr lang="en-US" altLang="pt-BR" sz="3800" i="1"/>
              <a:t>Tua doçura incomparável </a:t>
            </a:r>
            <a:br>
              <a:rPr lang="en-US" altLang="pt-BR" sz="3800" i="1"/>
            </a:br>
            <a:r>
              <a:rPr lang="en-US" altLang="pt-BR" sz="3800" i="1"/>
              <a:t>Enche-me de amor sem fim. 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53850E-51D1-FDE2-7B61-81F612BF7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És a estrela resplendente, </a:t>
            </a:r>
            <a:br>
              <a:rPr lang="en-US" altLang="pt-BR" sz="3800" i="1"/>
            </a:br>
            <a:r>
              <a:rPr lang="en-US" altLang="pt-BR" sz="3800" i="1"/>
              <a:t>Que rebrilha com fulgor, </a:t>
            </a:r>
            <a:br>
              <a:rPr lang="en-US" altLang="pt-BR" sz="3800" i="1"/>
            </a:br>
            <a:r>
              <a:rPr lang="en-US" altLang="pt-BR" sz="3800" i="1"/>
              <a:t>E dirige os meus passos, </a:t>
            </a:r>
            <a:br>
              <a:rPr lang="en-US" altLang="pt-BR" sz="3800" i="1"/>
            </a:br>
            <a:r>
              <a:rPr lang="en-US" altLang="pt-BR" sz="3800" i="1"/>
              <a:t>Neste mundo de horror. </a:t>
            </a:r>
            <a:br>
              <a:rPr lang="en-US" altLang="pt-BR" sz="3800" i="1"/>
            </a:br>
            <a:r>
              <a:rPr lang="en-US" altLang="pt-BR" sz="3800" i="1"/>
              <a:t>E dirige os meus passos, </a:t>
            </a:r>
            <a:br>
              <a:rPr lang="en-US" altLang="pt-BR" sz="3800" i="1"/>
            </a:br>
            <a:r>
              <a:rPr lang="en-US" altLang="pt-BR" sz="3800" i="1"/>
              <a:t>Neste mundo de horror.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2A6E716-4E16-19C4-F997-64269C713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Teus são os eternos braços, </a:t>
            </a:r>
            <a:br>
              <a:rPr lang="en-US" altLang="pt-BR" sz="3800" i="1"/>
            </a:br>
            <a:r>
              <a:rPr lang="en-US" altLang="pt-BR" sz="3800" i="1"/>
              <a:t>Protegendo o seguidor, </a:t>
            </a:r>
            <a:br>
              <a:rPr lang="en-US" altLang="pt-BR" sz="3800" i="1"/>
            </a:br>
            <a:r>
              <a:rPr lang="en-US" altLang="pt-BR" sz="3800" i="1"/>
              <a:t>Que não fique enlaçado </a:t>
            </a:r>
            <a:br>
              <a:rPr lang="en-US" altLang="pt-BR" sz="3800" i="1"/>
            </a:br>
            <a:r>
              <a:rPr lang="en-US" altLang="pt-BR" sz="3800" i="1"/>
              <a:t>Pelo maligno tentador. </a:t>
            </a:r>
            <a:br>
              <a:rPr lang="en-US" altLang="pt-BR" sz="3800" i="1"/>
            </a:br>
            <a:r>
              <a:rPr lang="en-US" altLang="pt-BR" sz="3800" i="1"/>
              <a:t>Que não fique enlaçado </a:t>
            </a:r>
            <a:br>
              <a:rPr lang="en-US" altLang="pt-BR" sz="3800" i="1"/>
            </a:br>
            <a:r>
              <a:rPr lang="en-US" altLang="pt-BR" sz="3800" i="1"/>
              <a:t>Pelo maligno tentador.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BB31210-CFC4-6C22-16A0-52EBE5B97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Com meu Salvador amado </a:t>
            </a:r>
            <a:br>
              <a:rPr lang="en-US" altLang="pt-BR" sz="3800" i="1"/>
            </a:br>
            <a:r>
              <a:rPr lang="en-US" altLang="pt-BR" sz="3800" i="1"/>
              <a:t>Posso alegre prosseguir, </a:t>
            </a:r>
            <a:br>
              <a:rPr lang="en-US" altLang="pt-BR" sz="3800" i="1"/>
            </a:br>
            <a:r>
              <a:rPr lang="en-US" altLang="pt-BR" sz="3800" i="1"/>
              <a:t>E com Ele eterno gozo </a:t>
            </a:r>
            <a:br>
              <a:rPr lang="en-US" altLang="pt-BR" sz="3800" i="1"/>
            </a:br>
            <a:r>
              <a:rPr lang="en-US" altLang="pt-BR" sz="3800" i="1"/>
              <a:t>Eu terei lá no porvir. </a:t>
            </a:r>
            <a:br>
              <a:rPr lang="en-US" altLang="pt-BR" sz="3800" i="1"/>
            </a:br>
            <a:r>
              <a:rPr lang="en-US" altLang="pt-BR" sz="3800" i="1"/>
              <a:t>E com Ele eterno gozo </a:t>
            </a:r>
            <a:br>
              <a:rPr lang="en-US" altLang="pt-BR" sz="3800" i="1"/>
            </a:br>
            <a:r>
              <a:rPr lang="en-US" altLang="pt-BR" sz="3800" i="1"/>
              <a:t>Eu terei lá no porvir.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942737E-CB27-8844-7974-FDB9BD5C4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Oh! Teu nome precioso </a:t>
            </a:r>
            <a:br>
              <a:rPr lang="en-US" altLang="pt-BR" sz="3800" i="1"/>
            </a:br>
            <a:r>
              <a:rPr lang="en-US" altLang="pt-BR" sz="3800" i="1"/>
              <a:t>Continua a soar </a:t>
            </a:r>
            <a:br>
              <a:rPr lang="en-US" altLang="pt-BR" sz="3800" i="1"/>
            </a:br>
            <a:r>
              <a:rPr lang="en-US" altLang="pt-BR" sz="3800" i="1"/>
              <a:t>Pelo mundo de pecado, </a:t>
            </a:r>
            <a:br>
              <a:rPr lang="en-US" altLang="pt-BR" sz="3800" i="1"/>
            </a:br>
            <a:r>
              <a:rPr lang="en-US" altLang="pt-BR" sz="3800" i="1"/>
              <a:t>Para as almas despertar! </a:t>
            </a:r>
            <a:br>
              <a:rPr lang="en-US" altLang="pt-BR" sz="3800" i="1"/>
            </a:br>
            <a:r>
              <a:rPr lang="en-US" altLang="pt-BR" sz="3800" i="1"/>
              <a:t>Pelo mundo de pecado, </a:t>
            </a:r>
            <a:br>
              <a:rPr lang="en-US" altLang="pt-BR" sz="3800" i="1"/>
            </a:br>
            <a:r>
              <a:rPr lang="en-US" altLang="pt-BR" sz="3800" i="1"/>
              <a:t>Para as almas despertar!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327 – Teu Nome Precioso</vt:lpstr>
      <vt:lpstr>Jesus Cristo, o Teu nome  E tão doce para mim  - Tua doçura incomparável  Enche-me de amor sem fim.  Tua doçura incomparável  Enche-me de amor sem fim.  </vt:lpstr>
      <vt:lpstr>És a estrela resplendente,  Que rebrilha com fulgor,  E dirige os meus passos,  Neste mundo de horror.  E dirige os meus passos,  Neste mundo de horror. </vt:lpstr>
      <vt:lpstr>Teus são os eternos braços,  Protegendo o seguidor,  Que não fique enlaçado  Pelo maligno tentador.  Que não fique enlaçado  Pelo maligno tentador.  </vt:lpstr>
      <vt:lpstr>Com meu Salvador amado  Posso alegre prosseguir,  E com Ele eterno gozo  Eu terei lá no porvir.  E com Ele eterno gozo  Eu terei lá no porvir.  </vt:lpstr>
      <vt:lpstr>Oh! Teu nome precioso  Continua a soar  Pelo mundo de pecado,  Para as almas despertar!  Pelo mundo de pecado,  Para as almas despertar!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327 – Teu Nome Precioso</dc:title>
  <dc:creator>Junior</dc:creator>
  <cp:lastModifiedBy>Emerson Souza</cp:lastModifiedBy>
  <cp:revision>1</cp:revision>
  <dcterms:created xsi:type="dcterms:W3CDTF">2005-12-26T22:07:18Z</dcterms:created>
  <dcterms:modified xsi:type="dcterms:W3CDTF">2026-05-02T22:04:11Z</dcterms:modified>
</cp:coreProperties>
</file>