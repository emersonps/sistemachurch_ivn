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2" autoAdjust="0"/>
    <p:restoredTop sz="94581" autoAdjust="0"/>
  </p:normalViewPr>
  <p:slideViewPr>
    <p:cSldViewPr>
      <p:cViewPr varScale="1">
        <p:scale>
          <a:sx n="64" d="100"/>
          <a:sy n="64" d="100"/>
        </p:scale>
        <p:origin x="-114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>
            <a:extLst>
              <a:ext uri="{FF2B5EF4-FFF2-40B4-BE49-F238E27FC236}">
                <a16:creationId xmlns:a16="http://schemas.microsoft.com/office/drawing/2014/main" id="{B66B59A4-DD0A-58B1-CC5B-936262575E2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6083" name="Group 3">
              <a:extLst>
                <a:ext uri="{FF2B5EF4-FFF2-40B4-BE49-F238E27FC236}">
                  <a16:creationId xmlns:a16="http://schemas.microsoft.com/office/drawing/2014/main" id="{E5F5EAF2-638F-C8DE-5290-20F9F6901CC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6084" name="Freeform 4">
                <a:extLst>
                  <a:ext uri="{FF2B5EF4-FFF2-40B4-BE49-F238E27FC236}">
                    <a16:creationId xmlns:a16="http://schemas.microsoft.com/office/drawing/2014/main" id="{BBFFB34D-7292-ACD4-30A9-9534889A688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085" name="Freeform 5">
                <a:extLst>
                  <a:ext uri="{FF2B5EF4-FFF2-40B4-BE49-F238E27FC236}">
                    <a16:creationId xmlns:a16="http://schemas.microsoft.com/office/drawing/2014/main" id="{FB5F720C-D2BF-6157-309D-5261807313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086" name="Freeform 6">
                <a:extLst>
                  <a:ext uri="{FF2B5EF4-FFF2-40B4-BE49-F238E27FC236}">
                    <a16:creationId xmlns:a16="http://schemas.microsoft.com/office/drawing/2014/main" id="{9877A27D-EB20-7421-EF09-2705E2585E9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087" name="Freeform 7">
                <a:extLst>
                  <a:ext uri="{FF2B5EF4-FFF2-40B4-BE49-F238E27FC236}">
                    <a16:creationId xmlns:a16="http://schemas.microsoft.com/office/drawing/2014/main" id="{E8512B58-9E38-D41E-37BC-F4A79AD329C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088" name="Freeform 8">
                <a:extLst>
                  <a:ext uri="{FF2B5EF4-FFF2-40B4-BE49-F238E27FC236}">
                    <a16:creationId xmlns:a16="http://schemas.microsoft.com/office/drawing/2014/main" id="{7465CD96-1992-EF00-5DCB-75BC9352C15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6089" name="Freeform 9">
              <a:extLst>
                <a:ext uri="{FF2B5EF4-FFF2-40B4-BE49-F238E27FC236}">
                  <a16:creationId xmlns:a16="http://schemas.microsoft.com/office/drawing/2014/main" id="{4E36189A-DFED-7266-7A03-D3C48A9005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090" name="Freeform 10">
              <a:extLst>
                <a:ext uri="{FF2B5EF4-FFF2-40B4-BE49-F238E27FC236}">
                  <a16:creationId xmlns:a16="http://schemas.microsoft.com/office/drawing/2014/main" id="{CFB72861-088F-FD2E-1348-7BF7BAA323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091" name="Rectangle 11">
            <a:extLst>
              <a:ext uri="{FF2B5EF4-FFF2-40B4-BE49-F238E27FC236}">
                <a16:creationId xmlns:a16="http://schemas.microsoft.com/office/drawing/2014/main" id="{ECF4A8AF-42BF-5386-FAEC-8D444F8D67D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6092" name="Rectangle 12">
            <a:extLst>
              <a:ext uri="{FF2B5EF4-FFF2-40B4-BE49-F238E27FC236}">
                <a16:creationId xmlns:a16="http://schemas.microsoft.com/office/drawing/2014/main" id="{32A51B9E-E53B-6C53-04D2-360F8F97134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46093" name="Rectangle 13">
            <a:extLst>
              <a:ext uri="{FF2B5EF4-FFF2-40B4-BE49-F238E27FC236}">
                <a16:creationId xmlns:a16="http://schemas.microsoft.com/office/drawing/2014/main" id="{A1FFF1A7-53B2-09E2-C345-CF939C2A64C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6094" name="Rectangle 14">
            <a:extLst>
              <a:ext uri="{FF2B5EF4-FFF2-40B4-BE49-F238E27FC236}">
                <a16:creationId xmlns:a16="http://schemas.microsoft.com/office/drawing/2014/main" id="{9F5D9F22-030D-FE31-97F7-011B150337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6095" name="Rectangle 15">
            <a:extLst>
              <a:ext uri="{FF2B5EF4-FFF2-40B4-BE49-F238E27FC236}">
                <a16:creationId xmlns:a16="http://schemas.microsoft.com/office/drawing/2014/main" id="{FE63EFFC-AA49-8BF7-CF5D-196CE7D7A5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298F3E-79B8-4092-94ED-6874A39FD16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66C81-26F5-55E6-4472-F3F51F63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9E2D6E-DECE-054F-D4C0-3C6EF50E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A7ABC4-99D0-EB5F-2CCA-31E61FB7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E8B7E8-5F4E-106A-B8B3-127133A6AE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FB50CC-9358-4B89-B93A-24AF119261CA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F14313-AB33-0D99-16C5-D1493232B6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76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91662-7505-B2F1-35D9-15043EFB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A4BA46-3C6F-9C27-F8B8-CF79D7F36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A00316-C201-0B9A-4F02-9970DB97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B215DE-C3C5-2604-4A38-9D30D7EAD6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4153EB-A4C0-4BD1-B98F-CF24D629162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71FA0C-63AF-4B6B-0A00-FAEBF4B2CB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277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41E73-E86E-D0A0-C5FF-C7E1D73B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25C4F8-2516-3275-2739-E29EC54EA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C08408-3EBA-EF5B-FBDE-338A699DC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0B69AD-4B6E-07FD-72B7-D83E6B67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50E98-788F-45A4-53D9-A4D1D7A417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2FD49C-0821-4F1F-B65C-DA9F5BBE42B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F99C1945-EA22-DEC6-0E3C-E6BCD8114C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189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8B662-28AD-1EA2-285E-AF4BC0AC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475839-9DCC-0E4D-1F7D-33C6AA927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63325E-C95A-3A4F-BB4D-69DB03AED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B7D20B8-727A-F526-9311-8A885BB93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B7B42E-D255-FF9A-AB66-03E566F90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0335725-B45D-E977-A5A1-0D04F0DF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F759CD9-691A-F8CE-F6A5-F5821A4474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1F4318-B9F6-4493-9CB7-91BB820D81D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FE1BC41C-D448-E51D-CFEB-161D70EFE7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840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E1AB8-243B-D2F9-9770-C00C6BF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E6A0B5-61E7-EC75-0B45-281632D0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A1B5CC-0FC4-EDB3-F527-9C44B9578D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F6E52D-8017-4839-A9C0-F387AB7CDF7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C4346-8720-FB2D-5986-4ACBECBB1F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572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1CB50C-ABBD-B3D7-DBE6-3A40BD51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818E7BA-0966-30FE-77CD-92B159D031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C7CD95-76D3-4E1A-9099-B5B69FE1D27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1B2DF7-A762-8C02-0376-7A5F395034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991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70A11-1117-48FD-1708-17C7108C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B619E-029B-82AD-2814-0057AD39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A2B175-9C4A-7D9A-F4F1-2AAE39937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465B7B-9DDE-EF95-C1A6-96F5C465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0BE17-0936-9DDA-AD7B-531186F337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F4EBB1-7569-4DD6-9BD0-D4F4AA441F4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0923455-6DD4-751B-9EB3-CBC64254BA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686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B8517-D9A0-10EB-2EA0-07FF8CC2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7B3E61-AAD7-674E-A657-D00E57505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D84EBC-9208-8DD5-14F8-CD17AFA73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D0155D-D7BA-683D-E618-EEEEC92F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D15E57-3C01-4616-4E35-4C686164D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25FE3F-DE83-4442-B981-09D180AFF6F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CDAFFC6A-D1D3-BB0A-9BAD-1A976A7B8A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905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222A1-E0A8-75AA-4FA2-83EA56C8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F4ABD9-4C7C-28A1-D93F-9B3370B88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C4695-7DA5-E7A1-48A5-E4B5D49B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4ABA83-DA30-3B25-81E0-64705EA784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1971EA-62BE-4FD6-85A5-A2352934881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9BE9DF-1237-B822-40C5-F4FB18606A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871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6E659E-EFFD-1CAF-C8D4-E9BD26090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BA4099-2EDF-6E38-F977-F372AD35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1AD5B8-9921-644E-D21D-1B8E7F50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0C163B-7406-132C-6FDD-EB98702B0C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77E334-A6FA-4486-B79D-75A94077C47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CE6F89-7111-A980-AE2D-BEC019AAF6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227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39DC1E5-ED5A-5BA0-6E71-1968AA53CFC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E8B2DCE-0BF3-A838-BC6A-24AC7A76F5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7F766CB-AE6A-4019-9AD4-38137D0E5697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45060" name="Group 4">
            <a:extLst>
              <a:ext uri="{FF2B5EF4-FFF2-40B4-BE49-F238E27FC236}">
                <a16:creationId xmlns:a16="http://schemas.microsoft.com/office/drawing/2014/main" id="{6AB7B4F5-69C9-6B4D-6E0A-B6C6D59D801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5061" name="Group 5">
              <a:extLst>
                <a:ext uri="{FF2B5EF4-FFF2-40B4-BE49-F238E27FC236}">
                  <a16:creationId xmlns:a16="http://schemas.microsoft.com/office/drawing/2014/main" id="{5390A47B-38D2-BAD7-1EED-46ED01D77C8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5062" name="Freeform 6">
                <a:extLst>
                  <a:ext uri="{FF2B5EF4-FFF2-40B4-BE49-F238E27FC236}">
                    <a16:creationId xmlns:a16="http://schemas.microsoft.com/office/drawing/2014/main" id="{162672CE-70DE-709E-8550-982ED8351B0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63" name="Freeform 7">
                <a:extLst>
                  <a:ext uri="{FF2B5EF4-FFF2-40B4-BE49-F238E27FC236}">
                    <a16:creationId xmlns:a16="http://schemas.microsoft.com/office/drawing/2014/main" id="{0E6AD7F5-5AFA-27DA-B255-D8C580D992F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64" name="Freeform 8">
                <a:extLst>
                  <a:ext uri="{FF2B5EF4-FFF2-40B4-BE49-F238E27FC236}">
                    <a16:creationId xmlns:a16="http://schemas.microsoft.com/office/drawing/2014/main" id="{59642570-E75C-BA51-67B9-B7114A75382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65" name="Freeform 9">
                <a:extLst>
                  <a:ext uri="{FF2B5EF4-FFF2-40B4-BE49-F238E27FC236}">
                    <a16:creationId xmlns:a16="http://schemas.microsoft.com/office/drawing/2014/main" id="{D971E101-AB71-1AA5-0AD6-B48BFADF1BF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66" name="Freeform 10">
                <a:extLst>
                  <a:ext uri="{FF2B5EF4-FFF2-40B4-BE49-F238E27FC236}">
                    <a16:creationId xmlns:a16="http://schemas.microsoft.com/office/drawing/2014/main" id="{E03E6356-C43D-7AC7-C422-FC58A1DB3B8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5067" name="Freeform 11">
              <a:extLst>
                <a:ext uri="{FF2B5EF4-FFF2-40B4-BE49-F238E27FC236}">
                  <a16:creationId xmlns:a16="http://schemas.microsoft.com/office/drawing/2014/main" id="{E0C0E309-C5D8-9F9A-7E0F-5CA89C68F4D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068" name="Freeform 12">
              <a:extLst>
                <a:ext uri="{FF2B5EF4-FFF2-40B4-BE49-F238E27FC236}">
                  <a16:creationId xmlns:a16="http://schemas.microsoft.com/office/drawing/2014/main" id="{B474CBB4-5B0F-72FB-9894-07B615449E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069" name="Rectangle 13">
            <a:extLst>
              <a:ext uri="{FF2B5EF4-FFF2-40B4-BE49-F238E27FC236}">
                <a16:creationId xmlns:a16="http://schemas.microsoft.com/office/drawing/2014/main" id="{6B45E34E-A537-8BD9-AB8A-FB92D2D721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A76783B8-CD28-FD53-7E6F-25F4E17298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5071" name="Rectangle 15">
            <a:extLst>
              <a:ext uri="{FF2B5EF4-FFF2-40B4-BE49-F238E27FC236}">
                <a16:creationId xmlns:a16="http://schemas.microsoft.com/office/drawing/2014/main" id="{9E0C1CE3-C66B-A664-DE5E-3D487BAFB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DC93A52D-514A-4DF2-391D-E9B5328AB2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492375"/>
            <a:ext cx="8229600" cy="1143000"/>
          </a:xfrm>
        </p:spPr>
        <p:txBody>
          <a:bodyPr/>
          <a:lstStyle/>
          <a:p>
            <a:r>
              <a:rPr lang="pt-BR" altLang="pt-BR" sz="4800" i="1"/>
              <a:t>355 – Fala do Amor de Cristo</a:t>
            </a:r>
            <a:endParaRPr lang="en-US" altLang="pt-BR" sz="48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>
            <a:extLst>
              <a:ext uri="{FF2B5EF4-FFF2-40B4-BE49-F238E27FC236}">
                <a16:creationId xmlns:a16="http://schemas.microsoft.com/office/drawing/2014/main" id="{A52CAC35-022E-35D6-2F17-F915B5B953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  <a:noFill/>
          <a:ln/>
        </p:spPr>
        <p:txBody>
          <a:bodyPr/>
          <a:lstStyle/>
          <a:p>
            <a:r>
              <a:rPr lang="pt-BR" altLang="pt-BR"/>
              <a:t>Fala do amor de Cristo</a:t>
            </a:r>
            <a:br>
              <a:rPr lang="pt-BR" altLang="pt-BR"/>
            </a:br>
            <a:r>
              <a:rPr lang="pt-BR" altLang="pt-BR"/>
              <a:t>Ao triste pecador,</a:t>
            </a:r>
            <a:br>
              <a:rPr lang="pt-BR" altLang="pt-BR"/>
            </a:br>
            <a:r>
              <a:rPr lang="pt-BR" altLang="pt-BR"/>
              <a:t>Amor por todos visto</a:t>
            </a:r>
            <a:br>
              <a:rPr lang="pt-BR" altLang="pt-BR"/>
            </a:br>
            <a:r>
              <a:rPr lang="pt-BR" altLang="pt-BR"/>
              <a:t>Na cruz do Redentor;</a:t>
            </a:r>
            <a:br>
              <a:rPr lang="pt-BR" altLang="pt-BR"/>
            </a:br>
            <a:r>
              <a:rPr lang="pt-BR" altLang="pt-BR"/>
              <a:t>Com alegria canta</a:t>
            </a:r>
            <a:br>
              <a:rPr lang="pt-BR" altLang="pt-BR"/>
            </a:br>
            <a:r>
              <a:rPr lang="pt-BR" altLang="pt-BR"/>
              <a:t>A paz que vem do céu;</a:t>
            </a:r>
            <a:br>
              <a:rPr lang="pt-BR" altLang="pt-BR"/>
            </a:br>
            <a:r>
              <a:rPr lang="pt-BR" altLang="pt-BR"/>
              <a:t>A tua voz levanta </a:t>
            </a:r>
            <a:br>
              <a:rPr lang="pt-BR" altLang="pt-BR"/>
            </a:br>
            <a:r>
              <a:rPr lang="pt-BR" altLang="pt-BR"/>
              <a:t>Em gloria a Deus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CC87B05-0A5C-8806-37C3-D5B46EF0B44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362950" cy="5891212"/>
          </a:xfrm>
        </p:spPr>
        <p:txBody>
          <a:bodyPr/>
          <a:lstStyle/>
          <a:p>
            <a:r>
              <a:rPr lang="pt-BR" altLang="pt-BR" sz="4000"/>
              <a:t>Cristo na cruz ganhou-nos </a:t>
            </a:r>
            <a:br>
              <a:rPr lang="pt-BR" altLang="pt-BR" sz="4000"/>
            </a:br>
            <a:r>
              <a:rPr lang="pt-BR" altLang="pt-BR" sz="4000"/>
              <a:t>Eterna salvação.</a:t>
            </a:r>
            <a:br>
              <a:rPr lang="pt-BR" altLang="pt-BR" sz="4000"/>
            </a:br>
            <a:r>
              <a:rPr lang="pt-BR" altLang="pt-BR" sz="4000"/>
              <a:t>Com sangue Seu lavou-nos</a:t>
            </a:r>
            <a:br>
              <a:rPr lang="pt-BR" altLang="pt-BR" sz="4000"/>
            </a:br>
            <a:r>
              <a:rPr lang="pt-BR" altLang="pt-BR" sz="4000"/>
              <a:t>O Rei da redenção!</a:t>
            </a:r>
            <a:br>
              <a:rPr lang="pt-BR" altLang="pt-BR" sz="4000"/>
            </a:br>
            <a:r>
              <a:rPr lang="pt-BR" altLang="pt-BR" sz="4000"/>
              <a:t>No templo, o véu rasgado;</a:t>
            </a:r>
            <a:br>
              <a:rPr lang="pt-BR" altLang="pt-BR" sz="4000"/>
            </a:br>
            <a:r>
              <a:rPr lang="pt-BR" altLang="pt-BR" sz="4000"/>
              <a:t>Caminho abriu Jesus </a:t>
            </a:r>
            <a:br>
              <a:rPr lang="pt-BR" altLang="pt-BR" sz="4000"/>
            </a:br>
            <a:r>
              <a:rPr lang="pt-BR" altLang="pt-BR" sz="4000"/>
              <a:t>Na cruz, inaugurado</a:t>
            </a:r>
            <a:br>
              <a:rPr lang="pt-BR" altLang="pt-BR" sz="4000"/>
            </a:br>
            <a:r>
              <a:rPr lang="pt-BR" altLang="pt-BR" sz="4000"/>
              <a:t>P’ro céu de luz</a:t>
            </a:r>
            <a:br>
              <a:rPr lang="pt-BR" altLang="pt-BR" sz="4000"/>
            </a:br>
            <a:endParaRPr lang="pt-BR" altLang="pt-BR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7EFC3EB-5B81-E7CF-6170-2145ED6D3A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362950" cy="6107112"/>
          </a:xfrm>
        </p:spPr>
        <p:txBody>
          <a:bodyPr/>
          <a:lstStyle/>
          <a:p>
            <a:r>
              <a:rPr lang="pt-BR" altLang="pt-BR"/>
              <a:t>Para os aflitos, canta,</a:t>
            </a:r>
            <a:br>
              <a:rPr lang="pt-BR" altLang="pt-BR"/>
            </a:br>
            <a:r>
              <a:rPr lang="pt-BR" altLang="pt-BR"/>
              <a:t>As bênção que em Deus há;</a:t>
            </a:r>
            <a:br>
              <a:rPr lang="pt-BR" altLang="pt-BR"/>
            </a:br>
            <a:r>
              <a:rPr lang="pt-BR" altLang="pt-BR"/>
              <a:t>Da cruz pendão levanta</a:t>
            </a:r>
            <a:br>
              <a:rPr lang="pt-BR" altLang="pt-BR"/>
            </a:br>
            <a:r>
              <a:rPr lang="pt-BR" altLang="pt-BR"/>
              <a:t>Pois ânimo nos dá.</a:t>
            </a:r>
            <a:br>
              <a:rPr lang="pt-BR" altLang="pt-BR"/>
            </a:br>
            <a:r>
              <a:rPr lang="pt-BR" altLang="pt-BR"/>
              <a:t>Canta para os perdidos</a:t>
            </a:r>
            <a:br>
              <a:rPr lang="pt-BR" altLang="pt-BR"/>
            </a:br>
            <a:r>
              <a:rPr lang="pt-BR" altLang="pt-BR"/>
              <a:t>A graça de Jesus;</a:t>
            </a:r>
            <a:br>
              <a:rPr lang="pt-BR" altLang="pt-BR"/>
            </a:br>
            <a:r>
              <a:rPr lang="pt-BR" altLang="pt-BR"/>
              <a:t>Seu sangue já vertido,</a:t>
            </a:r>
            <a:br>
              <a:rPr lang="pt-BR" altLang="pt-BR"/>
            </a:br>
            <a:r>
              <a:rPr lang="pt-BR" altLang="pt-BR"/>
              <a:t>Que flui da cruz!</a:t>
            </a:r>
            <a:br>
              <a:rPr lang="pt-BR" altLang="pt-BR"/>
            </a:br>
            <a:endParaRPr lang="pt-BR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E26CDD1-120E-B552-8593-3675FD6353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362950" cy="6178550"/>
          </a:xfrm>
        </p:spPr>
        <p:txBody>
          <a:bodyPr/>
          <a:lstStyle/>
          <a:p>
            <a:r>
              <a:rPr lang="pt-BR" altLang="pt-BR"/>
              <a:t>Cristo na cruz ganhou-nos </a:t>
            </a:r>
            <a:br>
              <a:rPr lang="pt-BR" altLang="pt-BR"/>
            </a:br>
            <a:r>
              <a:rPr lang="pt-BR" altLang="pt-BR"/>
              <a:t>Eterna salvação.</a:t>
            </a:r>
            <a:br>
              <a:rPr lang="pt-BR" altLang="pt-BR"/>
            </a:br>
            <a:r>
              <a:rPr lang="pt-BR" altLang="pt-BR"/>
              <a:t>Com sangue Seu lavou-nos</a:t>
            </a:r>
            <a:br>
              <a:rPr lang="pt-BR" altLang="pt-BR"/>
            </a:br>
            <a:r>
              <a:rPr lang="pt-BR" altLang="pt-BR"/>
              <a:t>O Rei da redenção!</a:t>
            </a:r>
            <a:br>
              <a:rPr lang="pt-BR" altLang="pt-BR"/>
            </a:br>
            <a:r>
              <a:rPr lang="pt-BR" altLang="pt-BR"/>
              <a:t>No templo, o véu rasgado;</a:t>
            </a:r>
            <a:br>
              <a:rPr lang="pt-BR" altLang="pt-BR"/>
            </a:br>
            <a:r>
              <a:rPr lang="pt-BR" altLang="pt-BR"/>
              <a:t>Caminho abriu Jesus </a:t>
            </a:r>
            <a:br>
              <a:rPr lang="pt-BR" altLang="pt-BR"/>
            </a:br>
            <a:r>
              <a:rPr lang="pt-BR" altLang="pt-BR"/>
              <a:t>Na cruz, inaugurado</a:t>
            </a:r>
            <a:br>
              <a:rPr lang="pt-BR" altLang="pt-BR"/>
            </a:br>
            <a:r>
              <a:rPr lang="pt-BR" altLang="pt-BR"/>
              <a:t>P’ro céu de luz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FE58851-20C8-4D45-C3F9-858FA76A8A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5530850"/>
          </a:xfrm>
        </p:spPr>
        <p:txBody>
          <a:bodyPr/>
          <a:lstStyle/>
          <a:p>
            <a:r>
              <a:rPr lang="pt-BR" altLang="pt-BR"/>
              <a:t>Canta com esperança,</a:t>
            </a:r>
            <a:br>
              <a:rPr lang="pt-BR" altLang="pt-BR"/>
            </a:br>
            <a:r>
              <a:rPr lang="pt-BR" altLang="pt-BR"/>
              <a:t>Na escuridão também,</a:t>
            </a:r>
            <a:br>
              <a:rPr lang="pt-BR" altLang="pt-BR"/>
            </a:br>
            <a:r>
              <a:rPr lang="pt-BR" altLang="pt-BR"/>
              <a:t>Canta com confiança,</a:t>
            </a:r>
            <a:br>
              <a:rPr lang="pt-BR" altLang="pt-BR"/>
            </a:br>
            <a:r>
              <a:rPr lang="pt-BR" altLang="pt-BR"/>
              <a:t>Há vida no além;</a:t>
            </a:r>
            <a:br>
              <a:rPr lang="pt-BR" altLang="pt-BR"/>
            </a:br>
            <a:r>
              <a:rPr lang="pt-BR" altLang="pt-BR"/>
              <a:t>Canta no alvor do dia,</a:t>
            </a:r>
            <a:br>
              <a:rPr lang="pt-BR" altLang="pt-BR"/>
            </a:br>
            <a:r>
              <a:rPr lang="pt-BR" altLang="pt-BR"/>
              <a:t>E quando a noite vem;</a:t>
            </a:r>
            <a:br>
              <a:rPr lang="pt-BR" altLang="pt-BR"/>
            </a:br>
            <a:r>
              <a:rPr lang="pt-BR" altLang="pt-BR"/>
              <a:t>Em cristo, harmonia</a:t>
            </a:r>
            <a:br>
              <a:rPr lang="pt-BR" altLang="pt-BR"/>
            </a:br>
            <a:r>
              <a:rPr lang="pt-BR" altLang="pt-BR"/>
              <a:t>Com Deus se obtém!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8378B7-B898-AA17-242E-6C7A9568B4E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362950" cy="5891212"/>
          </a:xfrm>
        </p:spPr>
        <p:txBody>
          <a:bodyPr/>
          <a:lstStyle/>
          <a:p>
            <a:r>
              <a:rPr lang="pt-BR" altLang="pt-BR" sz="4000"/>
              <a:t>Cristo na cruz ganhou-nos </a:t>
            </a:r>
            <a:br>
              <a:rPr lang="pt-BR" altLang="pt-BR" sz="4000"/>
            </a:br>
            <a:r>
              <a:rPr lang="pt-BR" altLang="pt-BR" sz="4000"/>
              <a:t>Eterna salvação.</a:t>
            </a:r>
            <a:br>
              <a:rPr lang="pt-BR" altLang="pt-BR" sz="4000"/>
            </a:br>
            <a:r>
              <a:rPr lang="pt-BR" altLang="pt-BR" sz="4000"/>
              <a:t>Com sangue Seu lavou-nos</a:t>
            </a:r>
            <a:br>
              <a:rPr lang="pt-BR" altLang="pt-BR" sz="4000"/>
            </a:br>
            <a:r>
              <a:rPr lang="pt-BR" altLang="pt-BR" sz="4000"/>
              <a:t>O Rei da redenção!</a:t>
            </a:r>
            <a:br>
              <a:rPr lang="pt-BR" altLang="pt-BR" sz="4000"/>
            </a:br>
            <a:r>
              <a:rPr lang="pt-BR" altLang="pt-BR" sz="4000"/>
              <a:t>No templo, o véu rasgado;</a:t>
            </a:r>
            <a:br>
              <a:rPr lang="pt-BR" altLang="pt-BR" sz="4000"/>
            </a:br>
            <a:r>
              <a:rPr lang="pt-BR" altLang="pt-BR" sz="4000"/>
              <a:t>Caminho abriu Jesus </a:t>
            </a:r>
            <a:br>
              <a:rPr lang="pt-BR" altLang="pt-BR" sz="4000"/>
            </a:br>
            <a:r>
              <a:rPr lang="pt-BR" altLang="pt-BR" sz="4000"/>
              <a:t>Na cruz, inaugurado</a:t>
            </a:r>
            <a:br>
              <a:rPr lang="pt-BR" altLang="pt-BR" sz="4000"/>
            </a:br>
            <a:r>
              <a:rPr lang="pt-BR" altLang="pt-BR" sz="4000"/>
              <a:t>P’ro céu de luz</a:t>
            </a:r>
            <a:br>
              <a:rPr lang="pt-BR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Fluxo</Template>
  <TotalTime>221</TotalTime>
  <Words>271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Garamond</vt:lpstr>
      <vt:lpstr>Times New Roman</vt:lpstr>
      <vt:lpstr>Wingdings</vt:lpstr>
      <vt:lpstr>Fluxo</vt:lpstr>
      <vt:lpstr>355 – Fala do Amor de Cristo</vt:lpstr>
      <vt:lpstr>Fala do amor de Cristo Ao triste pecador, Amor por todos visto Na cruz do Redentor; Com alegria canta A paz que vem do céu; A tua voz levanta  Em gloria a Deus </vt:lpstr>
      <vt:lpstr>Cristo na cruz ganhou-nos  Eterna salvação. Com sangue Seu lavou-nos O Rei da redenção! No templo, o véu rasgado; Caminho abriu Jesus  Na cruz, inaugurado P’ro céu de luz </vt:lpstr>
      <vt:lpstr>Para os aflitos, canta, As bênção que em Deus há; Da cruz pendão levanta Pois ânimo nos dá. Canta para os perdidos A graça de Jesus; Seu sangue já vertido, Que flui da cruz! </vt:lpstr>
      <vt:lpstr>Cristo na cruz ganhou-nos  Eterna salvação. Com sangue Seu lavou-nos O Rei da redenção! No templo, o véu rasgado; Caminho abriu Jesus  Na cruz, inaugurado P’ro céu de luz </vt:lpstr>
      <vt:lpstr>Canta com esperança, Na escuridão também, Canta com confiança, Há vida no além; Canta no alvor do dia, E quando a noite vem; Em cristo, harmonia Com Deus se obtém!</vt:lpstr>
      <vt:lpstr>Cristo na cruz ganhou-nos  Eterna salvação. Com sangue Seu lavou-nos O Rei da redenção! No templo, o véu rasgado; Caminho abriu Jesus  Na cruz, inaugurado P’ro céu de luz 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Fala do amor de Cristo Ao triste pecador, Amor por todos visto Na cruz Redentor; Com alegria canta A paz que vem do céu; A tua voz levanta  Em gloria a Deus </dc:title>
  <dc:creator>Jose Antonio de Bem</dc:creator>
  <cp:lastModifiedBy>Emerson Souza</cp:lastModifiedBy>
  <cp:revision>4</cp:revision>
  <dcterms:created xsi:type="dcterms:W3CDTF">2004-08-22T22:27:38Z</dcterms:created>
  <dcterms:modified xsi:type="dcterms:W3CDTF">2026-05-02T22:06:34Z</dcterms:modified>
</cp:coreProperties>
</file>