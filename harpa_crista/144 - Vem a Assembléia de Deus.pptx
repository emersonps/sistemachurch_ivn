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90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EB2855F-2304-5EBA-7893-0DCB952C5F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32DCC0E-1281-D7C8-4689-4AE5FB8AFB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FE0F796-A183-BD8A-98FE-345A9FDF34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25C5A56D-A81D-CF84-9A26-B92269E9FD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4E423F5A-DF59-166B-20EF-6484C5659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B0657C5-6614-43A1-B7F5-F1981BFF750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3EB2CE0D-48C5-D230-413E-10EE0D4E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0190C-5BB6-F02F-F419-0B4EC5F2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EA0ED9-A324-A592-2F85-66C5FBB6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8FA0CB-06F4-3F55-5CDC-24A56C66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AAAF6-C60C-9F49-1554-C15D3FCD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943141-EBCC-092B-1801-B3B23455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09A494-B552-40B7-92F9-B710118EAB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198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BB29E-1494-13E2-BF88-85ABDFA9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B70FBF-BE9A-C624-E663-0A47427DF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243760-EED3-1B76-B0CE-05EE176E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21CA98-EA51-A5F4-07FC-4738D23B6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545234-C25B-5973-C7E2-65F2510F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A225F-1935-4461-844A-3A84E5221B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544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DDF8F-0102-0ED9-F1C2-3DD0C358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B630B6-2483-F81F-329D-39C440DDF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63E087-9E28-5F16-E6A2-7197A122E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17C587-E513-7FB4-DA2A-9A453ACD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E1CB2B-B12C-3005-D64B-B557DBF0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DA8FEE-E653-87B8-8825-5C6EAC62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38F78-E714-4627-BE56-83E2B0A636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54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4823E-6FC7-73B8-74DB-04E469B7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D01CB2-B5FE-E021-4BA3-1247E3BB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FCE9F6-96AE-6445-412C-2E6CBA20F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E5BFB6-85A1-8D9F-EE80-63AEB0F84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9B6A90-5702-6A32-746E-86C01C879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11DEAC-C830-D52A-FD79-48D61D2C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87277BE-F4C6-F13A-E560-21FFEB15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6E9C79-A858-281D-F4BE-050FEB07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E0B454-B06B-4773-BF0B-D01531F429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510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ADB42-BECE-7258-99ED-6EC4B8AA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9E8796-C6DB-907E-E952-DBFDB357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AB7304-1C35-DCF3-1268-0B5D5886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B8C462-46E8-FEDC-2FFD-99850A5E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5C5C8-1281-4E5F-8D50-7F161FAD98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626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2B32A1-F996-B7CD-42FC-20D8E54B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F826C0-27DC-50E1-FD3A-DA030970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B4A53C-485B-C179-5CF4-5E803F08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998F9-E6F0-45A4-948B-8125501233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295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74F26-BBA6-2490-E8AA-99F76E53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9F006-D26E-D821-03D8-8E8280690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9A14A9-0ABC-CCDF-6195-9D6839F33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E9E051-5D3E-1B13-DA94-1BEC69B6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753936-0D07-C3CA-4D52-39A71AFF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B596D8-EA99-3475-2800-5D9892AD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BAD98-0A2D-4B95-A4D4-F3F153CEA4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482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420C4-9BF5-2D63-3CAF-EBAED3F0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3C27DEE-211F-934B-5ED0-51B23397C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82EFF8-2028-7A06-8803-4FC3CEDA0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D679C7-057A-D1B2-658A-387046C5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8E1E4A-5246-B190-3039-F1109261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9CAFA4-833C-6F88-F865-A6DCBB94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F9834-D671-4618-9BEC-8ABAACA3D1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489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3BFBA-E19C-66B6-9475-1A131921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86215E-ACE7-7D92-9994-B052F1E41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8A48B6-8760-6C29-068C-DE709DB7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D92193-9A05-CC43-5C51-5E585618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A76CDE-3B9F-B8AB-36B3-2437089A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7A7BF-943B-494E-A9C1-FB255587DA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366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3252EE-D779-1952-FB7D-DE2C5F6FB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912E3A-BA6A-1708-8931-6F32E8BDA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40AA76-D2B0-061E-17E4-B4D01523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37B3F-0719-17BE-E7AD-23301890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F4B37-1C92-5C78-63B8-11D498C1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F04150-846D-4556-A89D-3EAB3E62DD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034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5171411-8ADC-6BDF-6F3F-0C1B9D95A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979C17-9605-D619-5191-E553632C03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3316" name="AutoShape 4">
            <a:extLst>
              <a:ext uri="{FF2B5EF4-FFF2-40B4-BE49-F238E27FC236}">
                <a16:creationId xmlns:a16="http://schemas.microsoft.com/office/drawing/2014/main" id="{3C517CD1-7E52-A7C9-BD59-4A1E535EE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2CE240F3-9472-CDD7-B0D0-EC08CBD47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485B9419-F733-8B9C-2406-5542832D37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6862FA64-6EDF-31B4-99EB-EC2293C6C2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F2AF5891-D38D-1307-5764-E00AA9D0AD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4092A5-33CE-4EBD-8943-48315104A5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00249C5-601E-309F-1E67-3499248F78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765175"/>
            <a:ext cx="8281987" cy="1295400"/>
          </a:xfrm>
        </p:spPr>
        <p:txBody>
          <a:bodyPr/>
          <a:lstStyle/>
          <a:p>
            <a:pPr algn="ctr"/>
            <a:r>
              <a:rPr lang="en-US" altLang="pt-BR" sz="3600" b="1">
                <a:solidFill>
                  <a:schemeClr val="tx1"/>
                </a:solidFill>
              </a:rPr>
              <a:t>144 </a:t>
            </a:r>
            <a:br>
              <a:rPr lang="en-US" altLang="pt-BR" sz="3600" b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VEM A ASSEMBLÉIA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8E89B6A-17E3-4C93-D5DE-126854199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844675"/>
            <a:ext cx="8318500" cy="3240088"/>
          </a:xfrm>
        </p:spPr>
        <p:txBody>
          <a:bodyPr/>
          <a:lstStyle/>
          <a:p>
            <a:r>
              <a:rPr lang="pt-BR" altLang="pt-BR" sz="3400">
                <a:solidFill>
                  <a:schemeClr val="tx1"/>
                </a:solidFill>
              </a:rPr>
              <a:t>À Assembléia de Deus, vem comigo, 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Ouvir a Palavra de Deus;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E terás a certeza, contigo,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Que Jesus é o caminho dos céus.</a:t>
            </a:r>
            <a:br>
              <a:rPr lang="pt-BR" altLang="pt-BR" sz="3400">
                <a:solidFill>
                  <a:schemeClr val="tx1"/>
                </a:solidFill>
              </a:rPr>
            </a:br>
            <a:br>
              <a:rPr lang="pt-BR" altLang="pt-BR" sz="3400">
                <a:solidFill>
                  <a:schemeClr val="tx1"/>
                </a:solidFill>
              </a:rPr>
            </a:br>
            <a:endParaRPr lang="pt-BR" altLang="pt-BR" sz="3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A96CEC8-70D0-EFF5-3C49-1C3B5B8E1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773238"/>
            <a:ext cx="8001000" cy="3311525"/>
          </a:xfrm>
        </p:spPr>
        <p:txBody>
          <a:bodyPr/>
          <a:lstStyle/>
          <a:p>
            <a:r>
              <a:rPr lang="pt-BR" altLang="pt-BR" sz="3400" b="1" i="1">
                <a:solidFill>
                  <a:schemeClr val="tx1"/>
                </a:solidFill>
              </a:rPr>
              <a:t>Ó vem, vem, vem, vem!</a:t>
            </a:r>
            <a:br>
              <a:rPr lang="pt-BR" altLang="pt-BR" sz="3400" b="1" i="1">
                <a:solidFill>
                  <a:schemeClr val="tx1"/>
                </a:solidFill>
              </a:rPr>
            </a:br>
            <a:r>
              <a:rPr lang="pt-BR" altLang="pt-BR" sz="3400" b="1" i="1">
                <a:solidFill>
                  <a:schemeClr val="tx1"/>
                </a:solidFill>
              </a:rPr>
              <a:t>Vem à Assembléia e louvemos Ao nosso bom Deus Redentor, Pois maior alegria não temos, Que fruir Seu imenso amor.</a:t>
            </a:r>
            <a:br>
              <a:rPr lang="pt-BR" altLang="pt-BR" sz="3400" b="1" i="1">
                <a:solidFill>
                  <a:schemeClr val="tx1"/>
                </a:solidFill>
              </a:rPr>
            </a:br>
            <a:endParaRPr lang="pt-BR" altLang="pt-BR" sz="34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E444ABA-1EF3-5E4C-1C00-EAFD49872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773238"/>
            <a:ext cx="8820150" cy="2232025"/>
          </a:xfrm>
        </p:spPr>
        <p:txBody>
          <a:bodyPr/>
          <a:lstStyle/>
          <a:p>
            <a:r>
              <a:rPr lang="pt-BR" altLang="pt-BR" sz="3400">
                <a:solidFill>
                  <a:schemeClr val="tx1"/>
                </a:solidFill>
              </a:rPr>
              <a:t>Vem, irmão, à Assembléia dos Santos,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Sentir o poder do Senhor 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E ali entoar lindos cantos </a:t>
            </a:r>
            <a:br>
              <a:rPr lang="pt-BR" altLang="pt-BR" sz="3400">
                <a:solidFill>
                  <a:schemeClr val="tx1"/>
                </a:solidFill>
              </a:rPr>
            </a:br>
            <a:r>
              <a:rPr lang="pt-BR" altLang="pt-BR" sz="3400">
                <a:solidFill>
                  <a:schemeClr val="tx1"/>
                </a:solidFill>
              </a:rPr>
              <a:t>Exultando no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3CD37F0-267D-5550-714D-2FF649797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773238"/>
            <a:ext cx="8001000" cy="3311525"/>
          </a:xfrm>
        </p:spPr>
        <p:txBody>
          <a:bodyPr/>
          <a:lstStyle/>
          <a:p>
            <a:r>
              <a:rPr lang="en-US" altLang="pt-BR" sz="3400" b="1" i="1">
                <a:solidFill>
                  <a:schemeClr val="tx1"/>
                </a:solidFill>
              </a:rPr>
              <a:t>Ó vem, vem, vem, vem!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r>
              <a:rPr lang="en-US" altLang="pt-BR" sz="3400" b="1" i="1">
                <a:solidFill>
                  <a:schemeClr val="tx1"/>
                </a:solidFill>
              </a:rPr>
              <a:t>Vem à Assembléia e louvemos Ao nosso bom Deus Redentor, Pois maior alegria não temos, Que fruir Seu imenso amor.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endParaRPr lang="en-US" altLang="pt-BR" sz="34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564DF21-2043-EECB-E944-6D0B4410B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844675"/>
            <a:ext cx="8001000" cy="2592388"/>
          </a:xfrm>
        </p:spPr>
        <p:txBody>
          <a:bodyPr/>
          <a:lstStyle/>
          <a:p>
            <a:r>
              <a:rPr lang="en-US" altLang="pt-BR" sz="3400">
                <a:solidFill>
                  <a:schemeClr val="tx1"/>
                </a:solidFill>
              </a:rPr>
              <a:t>Na Assembléia de Deus tu estejas Humilde aos pés do Senhor; Santidade convém à Igreja, </a:t>
            </a:r>
            <a:br>
              <a:rPr lang="en-US" altLang="pt-BR" sz="3400">
                <a:solidFill>
                  <a:schemeClr val="tx1"/>
                </a:solidFill>
              </a:rPr>
            </a:br>
            <a:r>
              <a:rPr lang="en-US" altLang="pt-BR" sz="3400">
                <a:solidFill>
                  <a:schemeClr val="tx1"/>
                </a:solidFill>
              </a:rPr>
              <a:t>P'ra gozarmos celeste amor.</a:t>
            </a:r>
            <a:br>
              <a:rPr lang="en-US" altLang="pt-BR" sz="3400">
                <a:solidFill>
                  <a:schemeClr val="tx1"/>
                </a:solidFill>
              </a:rPr>
            </a:br>
            <a:endParaRPr lang="en-US" altLang="pt-BR" sz="3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7028C3F-C5EA-4961-0690-B187C436F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773238"/>
            <a:ext cx="8001000" cy="3311525"/>
          </a:xfrm>
        </p:spPr>
        <p:txBody>
          <a:bodyPr/>
          <a:lstStyle/>
          <a:p>
            <a:r>
              <a:rPr lang="en-US" altLang="pt-BR" sz="3400" b="1" i="1">
                <a:solidFill>
                  <a:schemeClr val="tx1"/>
                </a:solidFill>
              </a:rPr>
              <a:t>Ó vem, vem, vem, vem!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r>
              <a:rPr lang="en-US" altLang="pt-BR" sz="3400" b="1" i="1">
                <a:solidFill>
                  <a:schemeClr val="tx1"/>
                </a:solidFill>
              </a:rPr>
              <a:t>Vem à Assembléia e louvemos Ao nosso bom Deus Redentor, Pois maior alegria não temos, Que fruir Seu imenso amor.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endParaRPr lang="en-US" altLang="pt-BR" sz="34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B25D83-439C-E4C3-A2BA-55EFF0B7A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916113"/>
            <a:ext cx="8001000" cy="2305050"/>
          </a:xfrm>
        </p:spPr>
        <p:txBody>
          <a:bodyPr/>
          <a:lstStyle/>
          <a:p>
            <a:r>
              <a:rPr lang="en-US" altLang="pt-BR" sz="3400">
                <a:solidFill>
                  <a:schemeClr val="tx1"/>
                </a:solidFill>
              </a:rPr>
              <a:t>Nós sentimos a santa presença</a:t>
            </a:r>
            <a:br>
              <a:rPr lang="en-US" altLang="pt-BR" sz="3400">
                <a:solidFill>
                  <a:schemeClr val="tx1"/>
                </a:solidFill>
              </a:rPr>
            </a:br>
            <a:r>
              <a:rPr lang="en-US" altLang="pt-BR" sz="3400">
                <a:solidFill>
                  <a:schemeClr val="tx1"/>
                </a:solidFill>
              </a:rPr>
              <a:t>Do nosso querido Jesus;</a:t>
            </a:r>
            <a:br>
              <a:rPr lang="en-US" altLang="pt-BR" sz="3400">
                <a:solidFill>
                  <a:schemeClr val="tx1"/>
                </a:solidFill>
              </a:rPr>
            </a:br>
            <a:r>
              <a:rPr lang="en-US" altLang="pt-BR" sz="3400">
                <a:solidFill>
                  <a:schemeClr val="tx1"/>
                </a:solidFill>
              </a:rPr>
              <a:t>Anulada foi tua sentença;</a:t>
            </a:r>
            <a:br>
              <a:rPr lang="en-US" altLang="pt-BR" sz="3400">
                <a:solidFill>
                  <a:schemeClr val="tx1"/>
                </a:solidFill>
              </a:rPr>
            </a:br>
            <a:r>
              <a:rPr lang="en-US" altLang="pt-BR" sz="3400">
                <a:solidFill>
                  <a:schemeClr val="tx1"/>
                </a:solidFill>
              </a:rPr>
              <a:t>Deixa as trevas e vem para a luz.</a:t>
            </a: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P.L.M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B19C403-9D6F-5BD4-76F1-D3C4D8550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1773238"/>
            <a:ext cx="8001000" cy="3311525"/>
          </a:xfrm>
        </p:spPr>
        <p:txBody>
          <a:bodyPr/>
          <a:lstStyle/>
          <a:p>
            <a:r>
              <a:rPr lang="en-US" altLang="pt-BR" sz="3400" b="1" i="1">
                <a:solidFill>
                  <a:schemeClr val="tx1"/>
                </a:solidFill>
              </a:rPr>
              <a:t>Ó vem, vem, vem, vem!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r>
              <a:rPr lang="en-US" altLang="pt-BR" sz="3400" b="1" i="1">
                <a:solidFill>
                  <a:schemeClr val="tx1"/>
                </a:solidFill>
              </a:rPr>
              <a:t>Vem à Assembléia e louvemos Ao nosso bom Deus Redentor, Pois maior alegria não temos, Que fruir Seu imenso amor.</a:t>
            </a:r>
            <a:br>
              <a:rPr lang="en-US" altLang="pt-BR" sz="3400" b="1" i="1">
                <a:solidFill>
                  <a:schemeClr val="tx1"/>
                </a:solidFill>
              </a:rPr>
            </a:br>
            <a:endParaRPr lang="en-US" altLang="pt-BR" sz="34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il">
  <a:themeElements>
    <a:clrScheme name="Perfil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erfi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rfil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fil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33</TotalTime>
  <Words>261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Verdana</vt:lpstr>
      <vt:lpstr>Times New Roman</vt:lpstr>
      <vt:lpstr>Wingdings</vt:lpstr>
      <vt:lpstr>Perfil</vt:lpstr>
      <vt:lpstr>144  VEM A ASSEMBLÉIA DE DEUS</vt:lpstr>
      <vt:lpstr>À Assembléia de Deus, vem comigo,  Ouvir a Palavra de Deus; E terás a certeza, contigo, Que Jesus é o caminho dos céus.  </vt:lpstr>
      <vt:lpstr>Ó vem, vem, vem, vem! Vem à Assembléia e louvemos Ao nosso bom Deus Redentor, Pois maior alegria não temos, Que fruir Seu imenso amor. </vt:lpstr>
      <vt:lpstr>Vem, irmão, à Assembléia dos Santos, Sentir o poder do Senhor  E ali entoar lindos cantos  Exultando no Consolador.</vt:lpstr>
      <vt:lpstr>Ó vem, vem, vem, vem! Vem à Assembléia e louvemos Ao nosso bom Deus Redentor, Pois maior alegria não temos, Que fruir Seu imenso amor. </vt:lpstr>
      <vt:lpstr>Na Assembléia de Deus tu estejas Humilde aos pés do Senhor; Santidade convém à Igreja,  P'ra gozarmos celeste amor. </vt:lpstr>
      <vt:lpstr>Ó vem, vem, vem, vem! Vem à Assembléia e louvemos Ao nosso bom Deus Redentor, Pois maior alegria não temos, Que fruir Seu imenso amor. </vt:lpstr>
      <vt:lpstr>Nós sentimos a santa presença Do nosso querido Jesus; Anulada foi tua sentença; Deixa as trevas e vem para a luz.                                                                                                    P.L.M</vt:lpstr>
      <vt:lpstr>Ó vem, vem, vem, vem! Vem à Assembléia e louvemos Ao nosso bom Deus Redentor, Pois maior alegria não temos, Que fruir Seu imenso amor.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144 - VEM A ASSEMBLEIA DE DEUS</dc:title>
  <dc:creator>Montagna</dc:creator>
  <cp:lastModifiedBy>Emerson Souza</cp:lastModifiedBy>
  <cp:revision>3</cp:revision>
  <dcterms:created xsi:type="dcterms:W3CDTF">2005-10-16T03:40:25Z</dcterms:created>
  <dcterms:modified xsi:type="dcterms:W3CDTF">2026-05-02T21:48:49Z</dcterms:modified>
</cp:coreProperties>
</file>