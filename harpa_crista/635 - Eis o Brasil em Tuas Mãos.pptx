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20C07-1BB8-7677-281B-58F7A60D6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3FE3F3-1D6D-4D84-B49D-37F5B3A4D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712F10-58C8-0591-48D3-47A00AB6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5BA80B-DB71-C8DF-F618-35F04F6FE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4FFB3E-E553-85CD-47D3-A18498D4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869B89-5D86-4FBF-B932-9BFE5C29DC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6495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5FF81-86D1-5205-CF70-A035FDCF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9CCB91-479A-8AC9-488A-51C22A495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06731F-9756-4DB1-48EB-14E9F6BC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D28A16-8B93-C3C5-0D28-B1B92110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D31841-F61F-0CFE-30BC-B4112CD1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D38E9E-AF5B-47B3-88BF-100F25C484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3793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74F38-03E6-1921-BFD7-207A0EC4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1CAC09-2509-C7E1-716B-B64D5B4EF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E3A94A-3545-A1C5-B079-F66BC9F6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BB8E07-E699-10CB-AD3A-1A7065EA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DE7B8C-0652-E923-FFF0-57CE29C6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88BB53-FD32-4DC0-92BC-3299EE3145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622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1DABC-65A8-2EAD-82C1-77E5612F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A59B09-8EF9-E4AF-209A-059C62522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F42F2C-96A2-56E2-4220-D41D64C75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B54601-5091-687E-3D2B-691AFBAC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783FE7-274F-0454-3DFF-A981C406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8B780B-8DFB-9424-BE4F-0B5456F8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7BE84-D25A-4FA7-95B0-BDEDF5AF04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179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7AA61-3A7B-7A37-6EDC-886C1A54E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6DB24B-4A17-580A-630E-6FB469410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9518F4-002A-BD9F-1B5F-34E89226D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BA5344-0E90-8716-8182-DD439604A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6074A0-85EE-A763-205C-28763DA30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B954D1-386C-42DA-A3DA-1B3A996C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26B52F6-A83D-A9AE-5244-D167FF4E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31954FC-7ABD-97E9-7F9A-2DAD4ED9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374D95-9E87-4458-808D-2B4BD572C4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758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FF212-536B-7C05-C0B8-0F1E7DC4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A66254-874E-8FAA-2486-DF096CC6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095139-A312-7B11-F9F1-D0F46C8C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BE20F5-D2B0-EAA1-70DD-EB68E2BF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C3C06B-94A3-436F-BCEA-902E03912F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241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AAF4F5C-BB99-5D97-F5F9-0F1AFB7B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BDA3FD-ACC1-0280-1C5A-A3DF8D61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84BF85-9A36-A79C-F7BA-7EB2446F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27E827-CB2A-4E06-B7EA-6FBA5C0278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591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720CB-3D71-16AF-7E46-7BF1A3DC5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874412-081B-D514-BDF2-CFF1C8D36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DCF6EE-A220-EB50-CB26-70DA7FC03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9AAC41-06BF-CDD6-E8D4-DDD641A1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A52D2E-A908-610A-9D84-81402CFC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C0C954-8917-BBED-3414-B7EB47C28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6DFC9-2A75-4492-9ACC-440968A5EA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415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88D1F-A54A-D618-C150-AF127543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FBA5C1-191F-20E0-6F5E-BB4A4322EC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CB2045-7C18-BAD9-C08C-89C6FFCEF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9073F7-0F03-5853-9A9D-98C26A1F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2E362A-A918-D429-09E5-34C6CFCE2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B9EDCB-C50B-864B-B731-093A8107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377D1-E89B-43FC-9B7F-73375F7443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09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2E9D0-60C4-3BBF-AB4F-CD137BE3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8A0A2B-8E47-99E7-EDC6-C75601F41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02579A-92F7-9475-4F87-DF1EAEEC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A582FD-F6D5-4BE2-9336-299A1D2E0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ED039-12B1-900F-E503-6903C7B0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69ADC8-10BC-4F34-AFC0-21C4FB4BA1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561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F923EF-6D7F-4404-37C3-664CC92F0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AB6688-237D-3582-6E32-2D183D084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1D86C9-3272-5EB4-745D-41E93AA59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630BAB-A434-D696-4C46-D0DB31C0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CCFEDB-1268-C9E7-F63D-DB8A208B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DF0DE-E411-42CF-A758-39E2EF64E5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16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A22B37-6AA0-4D0B-E0E4-82F136E3F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2E4327-E30A-146A-CE6E-546146109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D273A58-0DDF-378A-7F24-3FFEDBA62B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6D27E98-5C9B-227C-BCFF-342D2DC5DE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575927A-ABB8-051C-C117-AA4CF4F388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D6A6FA-D745-4683-A60B-8939F29ECE4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D4A744-C0C9-4D38-95BA-90EA846CB5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635 – Eis o Brasil em Tuas Mãos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9EF6F8D-D4AF-7735-43F0-4F9A481F4F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E20ED3B-29D3-12A7-633C-9623C48E6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Ó nosso Rei e Redentor,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atender-nos a oração;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Sê o supremo Protetor,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Eis o Brasil em tua mão.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2CD38E6-04B5-C1E0-F59D-FEF3058D4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Dá compreensão e bênçãos mil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Aos que dirigem a nação; </a:t>
            </a:r>
            <a:br>
              <a:rPr lang="en-US" altLang="pt-BR" sz="4000" i="1"/>
            </a:br>
            <a:r>
              <a:rPr lang="en-US" altLang="pt-BR" sz="4000" i="1"/>
              <a:t>Põe neles zelo mais febril </a:t>
            </a:r>
            <a:br>
              <a:rPr lang="en-US" altLang="pt-BR" sz="4000" i="1"/>
            </a:br>
            <a:r>
              <a:rPr lang="en-US" altLang="pt-BR" sz="4000" i="1"/>
              <a:t>Por tua Lei e retidão.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5EF22ED-2FD5-B56C-E09F-AD0C6FF51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  Pai, quando, enfim, voltar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Vier para dar-nos galardão,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os remidos lá na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Dá ao Brasil a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635 – Eis o Brasil em Tuas Mãos </vt:lpstr>
      <vt:lpstr>Ó nosso Rei e Redentor,  Vem atender-nos a oração;  Sê o supremo Protetor,  Eis o Brasil em tua mão.  </vt:lpstr>
      <vt:lpstr>Dá compreensão e bênçãos mil  Aos que dirigem a nação;  Põe neles zelo mais febril  Por tua Lei e retidão. </vt:lpstr>
      <vt:lpstr>  Pai, quando, enfim, voltar Jesus,  Vier para dar-nos galardão,  Com os remidos lá na luz,  Dá ao Brasil a salvação.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635 – Eis o Brasil em Tuas Mãos </dc:title>
  <dc:creator>Junior</dc:creator>
  <cp:lastModifiedBy>Emerson Souza</cp:lastModifiedBy>
  <cp:revision>1</cp:revision>
  <dcterms:created xsi:type="dcterms:W3CDTF">2005-12-27T18:26:33Z</dcterms:created>
  <dcterms:modified xsi:type="dcterms:W3CDTF">2026-05-02T22:30:30Z</dcterms:modified>
</cp:coreProperties>
</file>