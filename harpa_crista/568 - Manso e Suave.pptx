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E0D24-334A-BE4D-DFE3-BD2C93C2B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0F5C6F-8415-FA5D-B4A7-973F1C172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59789-73E9-5C68-845D-F31055FD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E8225-AE6B-A05D-F7F8-CCA5F7D4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4087E2-27CA-AC35-A218-E1D6CE90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F15CE-822C-4CA3-9222-6742B15D63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231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3ED1A-6099-9623-B864-DBB4A4B9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4120C8-D109-A8C0-FBB2-B5E2413E6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8E0C1-6E19-F561-BC37-07BACA08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14B96-D443-6FBF-64FF-B87FF207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3B3BB-D59D-E08C-9609-F05F38E0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E5796-359B-43FF-B0AA-DDA99C2D5B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92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F02AB-742C-3C3A-227B-A216B3AB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44E74-7E2F-8614-952C-015F51DC0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B4949C-C465-8FD1-F5F6-7C284C489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EDB80F-C59E-2CCC-2A88-35C6C217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84AC6C-7FD1-F79F-E16E-A5C04AD1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5E5AB-B65C-45D6-B57D-5E89A4AC05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300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F36ED-AADA-5EB1-A7B5-B37CEB4B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B7CDB9-A030-5B6C-F84F-07AB3584C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8B6C79-5176-E01D-6C4F-CE6915961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919420-59C2-522D-2BBD-4262C026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C49048-0D7F-B0C0-4419-479D3DB0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1624C5-86C9-5E90-791F-04094FAB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7B2DB-9F3B-4B88-8BF2-967C98CCA0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053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1939D-CD95-5C7E-8B0F-5C934089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7A3064-7775-EB47-BA9A-9739EE5DF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9FE22F-9440-89FA-A0C1-589723E7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8B8C6B-C04F-010C-C127-7D978BFF8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6CE52E-8292-C814-AE86-43CB35853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ECDA7C-13F4-BD33-B0BC-641F48E4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790914-C419-BC64-88BB-FF6138C3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B62516-D660-CD2B-D9F5-3FA1598D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C74-3002-44E2-B9C8-D433801AC9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5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66C4-71B9-80CB-91B9-7C89E60C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5FF85F-C380-5509-3BA3-D180A394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1E2A8F-25F5-426B-2E30-831C2A1B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23C8C4-EEE2-C4FA-2651-0DA73761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71D9E-2B8F-4DF7-A719-718D8F57E1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491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304C00-4A5D-0981-99E9-40FBB7D5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CD7017-B7EA-03B4-D9CE-0C5AD948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9461C-CC97-8780-A3C1-8C761C75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AB571-F922-4B43-9E3F-00B42B11A9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80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9B553-593C-4E86-6161-0BE78E93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9444D1-7CBB-E0A5-22CE-85D232AC7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0D5426-9CFA-53DD-F182-6B623FAD7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6074F3-FEAE-980A-6F0F-B54CB50E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F23A69-302A-8A5F-3AE2-C7CE44E6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CA8DA4-7A83-266F-75DB-2937D001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E6D82-3703-4B08-82AA-4376AF0BA2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3812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C8D59-CC2E-352F-5261-97DADDC1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173406-BCB8-F825-28BF-7C3DD4BFD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9E9872-2E58-FDA5-7A99-077B3AEDE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AA5F66-1AA0-BA13-D787-F5EF99273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8D2B35-9F54-E2A8-E090-980E0616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DBCFAA-411A-D632-DE58-7FEE4685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2D1436-94F8-448E-B8F5-DD086A94DF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9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5EA73-1C51-18D3-CC59-B21EF35B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EF8721-9EAE-65D6-4B3C-25D60842F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35537-DA1A-6DE3-7A4C-2A93464C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DEB90-1643-250D-697F-043D80F2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790B50-A26D-3893-3DF3-169EE8BD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ED3B8-87CC-4187-8D43-86676854D4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39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94B8E1-B081-70AA-38F8-5BD63BBD5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E6DC55-62CA-2427-4B07-AE26BB50D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5C13B-807A-2F5A-268A-115F9D69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E7A66B-7255-E5F9-8CC5-71C3311B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52434-D9CE-CD5A-0F01-C5F5A37D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113BFD-819D-4FA1-A53D-5222A736E3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248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DC5573D-383D-22FD-8DDB-081D9A075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B6581AA-4ABC-BD26-B9FE-99917E2A5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7AF8DFA-8902-CEDD-74B1-19CE3A995E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EF4A82-AE14-2B5B-E3FE-3ECC5F45B1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1FACF2-1B91-5899-1814-968A17CB7A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8AAAF6C-75C2-4A80-8390-8E124EF3BD0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10E8170-7C7A-4CF6-03E0-47203AA3DB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568 – Manso e Suave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84B5096-E236-A391-AAA9-026C93FFDE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ACEFCD8-9F50-DBB4-FD42-5BABF43A7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Manso e suave, é Cristo chamando:</a:t>
            </a:r>
            <a:r>
              <a:rPr lang="en-US" altLang="pt-BR" sz="4000"/>
              <a:t> </a:t>
            </a:r>
            <a:r>
              <a:rPr lang="en-US" altLang="pt-BR" sz="4000" i="1"/>
              <a:t>Chama por ti e por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Eis que Ele às portas espera velando:</a:t>
            </a:r>
            <a:r>
              <a:rPr lang="en-US" altLang="pt-BR" sz="4000"/>
              <a:t> </a:t>
            </a:r>
            <a:r>
              <a:rPr lang="en-US" altLang="pt-BR" sz="4000" i="1"/>
              <a:t>Vela por ti e por mim,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377D3AA-667F-D2C3-AD53-6D09E125D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 já! vem já! </a:t>
            </a:r>
            <a:br>
              <a:rPr lang="en-US" altLang="pt-BR" sz="4000" b="1" i="1"/>
            </a:br>
            <a:r>
              <a:rPr lang="en-US" altLang="pt-BR" sz="4000" b="1" i="1"/>
              <a:t>Alma cansada, vem já!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Manso e suave, Jesus convidando,</a:t>
            </a:r>
            <a:r>
              <a:rPr lang="en-US" altLang="pt-BR" sz="4000"/>
              <a:t> </a:t>
            </a:r>
            <a:r>
              <a:rPr lang="en-US" altLang="pt-BR" sz="4000" b="1" i="1"/>
              <a:t>Chama: “Vem, pecador, vem!”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541084-174C-0B79-F33B-82EB258F7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 paciência, Ele está esperando,</a:t>
            </a:r>
            <a:r>
              <a:rPr lang="en-US" altLang="pt-BR" sz="4000"/>
              <a:t> </a:t>
            </a:r>
            <a:r>
              <a:rPr lang="en-US" altLang="pt-BR" sz="4000" i="1"/>
              <a:t>Hoje, por ti e por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não desprezes a quem, convidando,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Chama por ti e por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A4FF7FD-55B2-65CC-A001-9DFA771AB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 já! vem já! </a:t>
            </a:r>
            <a:br>
              <a:rPr lang="en-US" altLang="pt-BR" sz="4000" b="1" i="1"/>
            </a:br>
            <a:r>
              <a:rPr lang="en-US" altLang="pt-BR" sz="4000" b="1" i="1"/>
              <a:t>Alma cansada, vem já!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Manso e suave, Jesus convidando,</a:t>
            </a:r>
            <a:r>
              <a:rPr lang="en-US" altLang="pt-BR" sz="4000"/>
              <a:t> </a:t>
            </a:r>
            <a:r>
              <a:rPr lang="en-US" altLang="pt-BR" sz="4000" b="1" i="1"/>
              <a:t>Chama: “Vem, pecador, vem!”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9A2C59-9FEA-164D-40D9-0E2932CE6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Correm os dias, as horas se passam,</a:t>
            </a:r>
            <a:r>
              <a:rPr lang="en-US" altLang="pt-BR" sz="4000"/>
              <a:t> </a:t>
            </a:r>
            <a:r>
              <a:rPr lang="en-US" altLang="pt-BR" sz="4000" i="1"/>
              <a:t>Passam por ti e por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Transes de morte, por fim, vão chegando,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Tanto por ti e por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515D04-32A3-6F6C-B392-669C33109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 já! vem já! </a:t>
            </a:r>
            <a:br>
              <a:rPr lang="en-US" altLang="pt-BR" sz="4000" b="1" i="1"/>
            </a:br>
            <a:r>
              <a:rPr lang="en-US" altLang="pt-BR" sz="4000" b="1" i="1"/>
              <a:t>Alma cansada, vem já!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Manso e suave, Jesus convidando,</a:t>
            </a:r>
            <a:r>
              <a:rPr lang="en-US" altLang="pt-BR" sz="4000"/>
              <a:t> </a:t>
            </a:r>
            <a:r>
              <a:rPr lang="en-US" altLang="pt-BR" sz="4000" b="1" i="1"/>
              <a:t>Chama: “Vem, pecador, vem!”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9FDC935-07D3-986D-318C-D7C5A860C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quanto amor que Jesus nos tem dado!</a:t>
            </a:r>
            <a:r>
              <a:rPr lang="en-US" altLang="pt-BR" sz="4000"/>
              <a:t> </a:t>
            </a:r>
            <a:r>
              <a:rPr lang="en-US" altLang="pt-BR" sz="4000" i="1"/>
              <a:t>Tudo por ti e por mim!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sangue foi sobre a Cruz derramado,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foi por ti e por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B34595F-633D-FD7B-166B-67C16F407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Vem já! vem já! </a:t>
            </a:r>
            <a:br>
              <a:rPr lang="en-US" altLang="pt-BR" sz="4000" b="1" i="1"/>
            </a:br>
            <a:r>
              <a:rPr lang="en-US" altLang="pt-BR" sz="4000" b="1" i="1"/>
              <a:t>Alma cansada, vem já!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Manso e suave, Jesus convidando,</a:t>
            </a:r>
            <a:r>
              <a:rPr lang="en-US" altLang="pt-BR" sz="4000"/>
              <a:t> </a:t>
            </a:r>
            <a:r>
              <a:rPr lang="en-US" altLang="pt-BR" sz="4000" b="1" i="1"/>
              <a:t>Chama: “Vem, pecador, vem!”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568 – Manso e Suave </vt:lpstr>
      <vt:lpstr>Manso e suave, é Cristo chamando: Chama por ti e por mim.  Eis que Ele às portas espera velando: Vela por ti e por mim,  </vt:lpstr>
      <vt:lpstr>Vem já! vem já!  Alma cansada, vem já!  Manso e suave, Jesus convidando, Chama: “Vem, pecador, vem!”  </vt:lpstr>
      <vt:lpstr>Com paciência, Ele está esperando, Hoje, por ti e por mim.  Oh! não desprezes a quem, convidando,  Chama por ti e por mim.  </vt:lpstr>
      <vt:lpstr>Vem já! vem já!  Alma cansada, vem já!  Manso e suave, Jesus convidando, Chama: “Vem, pecador, vem!”  </vt:lpstr>
      <vt:lpstr>Correm os dias, as horas se passam, Passam por ti e por mim.  Transes de morte, por fim, vão chegando,  Tanto por ti e por mim.  </vt:lpstr>
      <vt:lpstr>Vem já! vem já!  Alma cansada, vem já!  Manso e suave, Jesus convidando, Chama: “Vem, pecador, vem!”  </vt:lpstr>
      <vt:lpstr>Oh! quanto amor que Jesus nos tem dado! Tudo por ti e por mim!  Seu sangue foi sobre a Cruz derramado,  Sim, foi por ti e por mim.</vt:lpstr>
      <vt:lpstr>Vem já! vem já!  Alma cansada, vem já!  Manso e suave, Jesus convidando, Chama: “Vem, pecador, vem!”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568 – Manso e Suave </dc:title>
  <dc:creator>Junior</dc:creator>
  <cp:lastModifiedBy>Emerson Souza</cp:lastModifiedBy>
  <cp:revision>1</cp:revision>
  <dcterms:created xsi:type="dcterms:W3CDTF">2005-12-27T01:23:24Z</dcterms:created>
  <dcterms:modified xsi:type="dcterms:W3CDTF">2026-05-02T22:24:44Z</dcterms:modified>
</cp:coreProperties>
</file>