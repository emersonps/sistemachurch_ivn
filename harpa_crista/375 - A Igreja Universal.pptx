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2A6E7-991B-5DF5-918C-D7164980C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AB7FAF-E46E-8ECC-558D-547B983B7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0ADC0-6F14-9BCA-C65F-4F10C56FF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0182DC-DF9C-3147-08B8-AC1519DD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890CE6-9A95-571C-705A-E04F299B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96645-8E3C-4BF5-A76E-D425F41529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953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70CA3-44FF-7B90-64A1-3F399911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C0850E-9852-CC4B-419B-4702B3748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9538DE-E16D-C6AB-A5C4-B6B6F011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686CC3-ACA0-E752-4286-5A298442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1DB00E-D7FF-ECC9-5BE3-46747F69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8ECB13-601C-4754-848E-DF96A62FC8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648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B8ED1-DEE9-A937-1586-49124A25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748DEE-CE0D-8080-208B-CF50A3730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C7269-8256-2412-8A19-7A9DB0B8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A9610F-119F-F5E4-A6F1-571660E7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76C2C7-07F1-65C2-C92A-7F821550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4F7B6-E2B7-4638-BC2D-34A83AE031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469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F08CB-0471-746F-EA12-BC663FF9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A5FD21-2E36-A4A7-BB58-A1CDACE72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9EF22D-7A18-E8DE-F794-E712A33F1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338AC7-E8CE-1C7F-B755-360AC5DB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AD0BEE-16B9-F61C-01FB-8F3C381B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839771-47A1-A224-6CA5-867C8570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D459B-4259-4826-8D17-08860A4823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202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79F56-3A90-31D1-E4C7-C051F4EC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8127E2-9F83-0104-BC92-CF68D22FB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DBC959-D154-5EBE-F38B-D97CDD61F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4336EB-455E-639C-0B0E-E970E816F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175CF9-CBE2-01CB-9A48-E9EF4497F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33CEA1D-3E02-EF4F-8033-BFBD7406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177609-C9CC-D83C-7761-4EF057DD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6D96BF-98BF-7917-18E3-DCB6FADA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800F15-BBB8-4C6C-BEF2-944D068773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462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C22FF-A4AE-6A68-0A4C-F99F38D4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73A421-3383-751A-0F16-FE35CBE8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28EF45-60FE-582A-AE47-A664AA15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DB0C9A-37C1-86B4-DB4D-FCD21A4C3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30638-CE2A-4B1F-967F-FFAC1C779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038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FC6F115-414D-ABE5-E834-CE031BA0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E892FD-E43D-735D-85EB-9072D288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367F33-2FFF-6671-CE18-C8470FD0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7305B2-7924-4893-8F7A-43CF4A8B21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840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F2A37-A3DF-1D8C-826D-8AB9F3534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B44380-4CE5-F6D9-2120-F554B65B9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EEAE51-431E-8A4F-98A3-8F964B4FD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8D1476-9501-42A1-8287-FA2CCF03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DE2D79-2A12-49EE-72BB-D2D3A20F3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779469-43E0-FFEB-376F-8E8D7F38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50236-32A7-4076-8C8C-FC35F1DB80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433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294B4-115D-DFA8-AFD7-E3EEE513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4CD58A-3D3E-2141-597C-B86226357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72F872-97DA-573E-E799-6DCFF8979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4CCC1C-8468-A94A-3D74-FFADE24D8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626E62-5FFA-882A-C519-51DB7E5D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6D4568-197B-9217-EDC4-F6174102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F379F-6057-40FB-BEC8-658E0AFFC9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466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6FC3A-CD41-F6F1-3D4B-462FF595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DBC1FF-F1FC-BA2E-8A08-7216A07D2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0DD5CF-26F9-BF46-23E6-4F5FE7B0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ED7BBF-BEF8-47FC-8D3F-CEE45B77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D721E6-820D-A98D-017C-0C4AF882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0AAE0A-FB59-4F98-8229-BC3D180FCE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76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E007C6-43FC-1156-39A9-FE899FFE1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6B52BC-126F-E9DF-232D-C2F0506CE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A83DF6-5F9F-251A-EBB4-917D427F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AD36F7-C3FE-C682-895C-2BC5BD0D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A89C55-B2C0-13A6-638B-B253DD8A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98925-FC92-4162-81B5-0AC4BD5884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268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20DADC-6FEB-7D09-C8A3-696FF27E9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EFE442-45AF-E302-7E05-C69291819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D1CD2D-6F3A-8661-218C-67FA2138CE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1ACCC6F-C385-8B9B-A82B-BFAD96717E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790339-A27A-5596-6001-6AF2B6B213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7914E8C-7891-4268-A12C-3E14EF1404E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7589109-63F4-FE26-B3D5-44A0E2E4DA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375 - A Igreja Universal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BBEEEDA-D6D0-6E05-6003-A1619E9775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72F8FD1-BDA9-9B22-EA7B-CCAEC2127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Na rocha firme, triunfal. </a:t>
            </a:r>
            <a:br>
              <a:rPr lang="en-US" altLang="pt-BR" sz="4000" i="1"/>
            </a:br>
            <a:r>
              <a:rPr lang="en-US" altLang="pt-BR" sz="4000" i="1"/>
              <a:t>Está a Igreja universal; </a:t>
            </a:r>
            <a:br>
              <a:rPr lang="en-US" altLang="pt-BR" sz="4000" i="1"/>
            </a:br>
            <a:r>
              <a:rPr lang="en-US" altLang="pt-BR" sz="4000" i="1"/>
              <a:t>Fundada foi por Ti, Jesus, </a:t>
            </a:r>
            <a:br>
              <a:rPr lang="en-US" altLang="pt-BR" sz="4000" i="1"/>
            </a:br>
            <a:r>
              <a:rPr lang="en-US" altLang="pt-BR" sz="4000" i="1"/>
              <a:t>Ao expirares lá na cruz.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218DF4D-29DB-DE85-634E-05FCCDE64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Com Teu poder, enche meu ser;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Deus de amor, dá-me fervor;</a:t>
            </a:r>
            <a:r>
              <a:rPr lang="en-US" altLang="pt-BR" sz="4000" i="1"/>
              <a:t> </a:t>
            </a:r>
            <a:r>
              <a:rPr lang="en-US" altLang="pt-BR" sz="4000" b="1" i="1"/>
              <a:t>Remido estou, Teu filho sou,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Teu poder, ó vem me encher.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413B482-85C0-F2A3-83C1-AED3A8196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 A graça imensa do bom Deus, </a:t>
            </a:r>
            <a:br>
              <a:rPr lang="en-US" altLang="pt-BR" sz="4000" i="1"/>
            </a:br>
            <a:r>
              <a:rPr lang="en-US" altLang="pt-BR" sz="4000" i="1"/>
              <a:t>Lugar me deu, de filho Seu, </a:t>
            </a:r>
            <a:br>
              <a:rPr lang="en-US" altLang="pt-BR" sz="4000" i="1"/>
            </a:br>
            <a:r>
              <a:rPr lang="en-US" altLang="pt-BR" sz="4000" i="1"/>
              <a:t>Com plena paz no coração, </a:t>
            </a:r>
            <a:br>
              <a:rPr lang="en-US" altLang="pt-BR" sz="4000" i="1"/>
            </a:br>
            <a:r>
              <a:rPr lang="en-US" altLang="pt-BR" sz="4000" i="1"/>
              <a:t>Amor veraz, e salvação.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40520BD-1617-C7E3-342A-2EE42D613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Com Teu poder, enche meu ser;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Deus de amor, dá-me fervor;</a:t>
            </a:r>
            <a:r>
              <a:rPr lang="en-US" altLang="pt-BR" sz="4000" i="1"/>
              <a:t> </a:t>
            </a:r>
            <a:r>
              <a:rPr lang="en-US" altLang="pt-BR" sz="4000" b="1" i="1"/>
              <a:t>Remido estou, Teu filho sou,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Teu poder, ó vem me encher.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A63F905-7853-B92A-DB0B-7BF8C0A2C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Eis, pedra viva agora sou; </a:t>
            </a:r>
            <a:br>
              <a:rPr lang="en-US" altLang="pt-BR" sz="4000" i="1"/>
            </a:br>
            <a:r>
              <a:rPr lang="en-US" altLang="pt-BR" sz="4000" i="1"/>
              <a:t>No templo Seu me colocou; </a:t>
            </a:r>
            <a:br>
              <a:rPr lang="en-US" altLang="pt-BR" sz="4000" i="1"/>
            </a:br>
            <a:r>
              <a:rPr lang="en-US" altLang="pt-BR" sz="4000" i="1"/>
              <a:t>Do corpo Seu, um membro sou, </a:t>
            </a:r>
            <a:br>
              <a:rPr lang="en-US" altLang="pt-BR" sz="4000" i="1"/>
            </a:br>
            <a:r>
              <a:rPr lang="en-US" altLang="pt-BR" sz="4000" i="1"/>
              <a:t>O sangue Seu me consagrou.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13BDA3F-471C-DFAE-BEF4-CD70BDED5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Com Teu poder, enche meu ser;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Deus de amor, dá-me fervor;</a:t>
            </a:r>
            <a:r>
              <a:rPr lang="en-US" altLang="pt-BR" sz="4000" i="1"/>
              <a:t> </a:t>
            </a:r>
            <a:r>
              <a:rPr lang="en-US" altLang="pt-BR" sz="4000" b="1" i="1"/>
              <a:t>Remido estou, Teu filho sou,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Teu poder, ó vem me encher.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910E94B-579F-4AC4-517A-CB52830E9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Na rocha, não vai se abalar, </a:t>
            </a:r>
            <a:br>
              <a:rPr lang="en-US" altLang="pt-BR" sz="4000" i="1"/>
            </a:br>
            <a:r>
              <a:rPr lang="en-US" altLang="pt-BR" sz="4000" i="1"/>
              <a:t>A Tua Igreja e vencerá; </a:t>
            </a:r>
            <a:br>
              <a:rPr lang="en-US" altLang="pt-BR" sz="4000" i="1"/>
            </a:br>
            <a:r>
              <a:rPr lang="en-US" altLang="pt-BR" sz="4000" i="1"/>
              <a:t>Quando este mundo se acabar, Contigo, ela reinará.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BBC129F-36E0-E456-DE98-A5DCC95E6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Com Teu poder, enche meu ser;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Deus de amor, dá-me fervor;</a:t>
            </a:r>
            <a:r>
              <a:rPr lang="en-US" altLang="pt-BR" sz="4000" i="1"/>
              <a:t> </a:t>
            </a:r>
            <a:r>
              <a:rPr lang="en-US" altLang="pt-BR" sz="4000" b="1" i="1"/>
              <a:t>Remido estou, Teu filho sou,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Com Teu poder, ó vem me encher.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375 - A Igreja Universal</vt:lpstr>
      <vt:lpstr>Na rocha firme, triunfal.  Está a Igreja universal;  Fundada foi por Ti, Jesus,  Ao expirares lá na cruz.  </vt:lpstr>
      <vt:lpstr>Com Teu poder, enche meu ser;  Ó Deus de amor, dá-me fervor; Remido estou, Teu filho sou,  Com Teu poder, ó vem me encher.  </vt:lpstr>
      <vt:lpstr> A graça imensa do bom Deus,  Lugar me deu, de filho Seu,  Com plena paz no coração,  Amor veraz, e salvação.  </vt:lpstr>
      <vt:lpstr>Com Teu poder, enche meu ser;  Ó Deus de amor, dá-me fervor; Remido estou, Teu filho sou,  Com Teu poder, ó vem me encher.  </vt:lpstr>
      <vt:lpstr>Eis, pedra viva agora sou;  No templo Seu me colocou;  Do corpo Seu, um membro sou,  O sangue Seu me consagrou.  </vt:lpstr>
      <vt:lpstr>Com Teu poder, enche meu ser;  Ó Deus de amor, dá-me fervor; Remido estou, Teu filho sou,  Com Teu poder, ó vem me encher.  </vt:lpstr>
      <vt:lpstr>Na rocha, não vai se abalar,  A Tua Igreja e vencerá;  Quando este mundo se acabar, Contigo, ela reinará.</vt:lpstr>
      <vt:lpstr>Com Teu poder, enche meu ser;  Ó Deus de amor, dá-me fervor; Remido estou, Teu filho sou,  Com Teu poder, ó vem me encher.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375 - A Igreja Universal</dc:title>
  <dc:creator>Junior</dc:creator>
  <cp:lastModifiedBy>Emerson Souza</cp:lastModifiedBy>
  <cp:revision>1</cp:revision>
  <dcterms:created xsi:type="dcterms:W3CDTF">2005-12-26T22:41:47Z</dcterms:created>
  <dcterms:modified xsi:type="dcterms:W3CDTF">2026-05-02T22:08:11Z</dcterms:modified>
</cp:coreProperties>
</file>