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53" d="100"/>
          <a:sy n="53" d="100"/>
        </p:scale>
        <p:origin x="-43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5B44C-D205-2B39-4964-F54345C77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F8786D-E869-C6EE-1E2B-E5963399E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02BEC0-2C2E-610B-7EAC-1025F689F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D06CAA-AE93-EEA0-65DE-D8B6FAE6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4A9D1F-056B-A358-7763-922D49768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05FE9D-9B21-4897-90BC-CEF07FB517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650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474B5-C35B-7B53-C624-A82AE189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28D025-45BA-88A1-A59C-B4BAE3271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38F982-B582-2C6D-40E0-2142A1682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3168FC-5971-6128-D556-A0A2F0CA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5D1908-1742-F0E6-BF50-13FAF26C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356E4E-9669-4995-A45F-666C267494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3385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D951D-7052-90A7-3162-CE5E08E32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E523A7-A9E2-E7DD-4098-66CCC9B3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A54DF5-1CDB-15F3-1677-9306828D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AAD98B-12CB-1469-CA6C-E7051B5F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F0E40D-3D1A-FE4D-436C-25566349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8853D9-1E55-448B-9584-58367F27A7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747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B726C-F0D1-809D-D3DD-C7C3A77B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C83014-E2C5-8F58-11D0-7548D2D1E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2C860E-E14D-633D-2E1C-74B590AF0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A709A8-8AD6-0D93-9382-B85031FD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B12FD3-5AE6-EF98-4C9D-73660521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21B00F-D062-A7AC-BD51-EC640117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F37759-A9E3-4BFD-BA4A-60CEF94F6D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1683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0695C-30FD-B013-972A-F780C863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611E7D-8C3B-8928-3B40-905B1CE61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37BD7F-F7F1-D2EB-E6D8-B9A5F4B9A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7DAA57A-9D7D-1183-8DEB-D9BEC58ED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C7DBC5-95E1-AA9A-84C0-181B071F6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887C199-3683-59A6-B89B-F5DD04D1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F33E036-E9F6-C89C-27B9-437B9A9B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4EF53F-54A6-6E3D-81E0-0F194A563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68481C-F9AA-450E-8AFB-C8E8EF05E5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575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8A5D2-7B1A-BB46-16E0-A55258E2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9C7E32-8B3D-2D2E-76D6-FE20A57E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3F998D1-9626-1B42-E0DF-FB563236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D22E2E5-87D2-11BF-711C-0CB51F6CD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E9AD04-74F2-4866-B2A0-F3F0F6979D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517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414D69-4F21-72EF-154F-868F720D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75E3DA-BE91-5F87-6B79-EA77C5C6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2A1DD0-6A93-5885-32D1-540A0B19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9B5D0E-7741-47F8-B76F-9C61A1B4D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769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EEB72-0DC0-BBE6-233F-4197913E6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4E8567-2B13-2A1F-1E1C-0E9561346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3AEB16-E641-66DF-8FA3-337EFE273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DA2C1A-7081-1F38-2E24-3E219482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F16606-7ED2-B29B-7CED-467C2258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6B8A00-0B6E-1B10-BFFC-210C32EB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B19E54-C3BE-4281-A97A-51607E5A0E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3061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2F60D-0E10-E8CB-F8E8-902DE429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8F6C83F-654C-1AD6-3A87-3DD3D9280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02C90E-756E-25DF-9E87-29C3FF9BC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0A9E79-43FD-B8BD-9518-88701AF20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4434D2-FB0F-E677-F1D5-48F7F2F34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2FDB88-B549-9A39-D6DA-92DC889AF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0C235-A141-40C5-92C0-D363BF824E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7990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43311-AFC6-59C2-1F2D-509C9109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58F416-6B63-06A2-33E7-D49F49196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405BCF-ECCC-3504-178F-0BE30F4C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4EFDCD-FF02-0703-5FC7-C28700EE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E55CF1-ED4E-440B-5432-B5DA31C5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DDE8BA-916C-4AAB-A270-F75A82E640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184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4B6443-8BA7-4CC2-4040-CD6595151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C627F5-7B7A-14C1-587F-3AB7830D6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3953BE-471D-A426-FA68-4A8EDE159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0DAD5E-6DAE-CC7B-A286-D13C065C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7F113F-60C8-B4A0-A573-E53240BB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0FF62A-1C13-4E95-996E-C5F9102073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998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4F5C23B-ADC8-23DA-A8FB-D34C4DF21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B4AC930-82C9-F95C-86D6-114100003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E762230-80EC-988F-0DE2-102897ABAC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34776A-8E18-9BA0-8797-9F85B3944B1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BAF4752-A73E-A353-F40D-F84DF8F874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FBBDB84-B3EA-4436-9E71-AA6F49DB42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157A35B-B010-A1AF-DF37-862ABE8948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i="1"/>
              <a:t>37</a:t>
            </a:r>
            <a:br>
              <a:rPr lang="en-US" altLang="pt-BR" sz="3600" i="1"/>
            </a:br>
            <a:r>
              <a:rPr lang="en-US" altLang="pt-BR" sz="3600" i="1"/>
              <a:t>CRISTO P’RA MIM 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B711415-64A3-4C92-8682-46116DB9FD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BACD736-06B5-8364-B5CA-172B30D766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3600" i="1"/>
              <a:t>Oh! que descanso em Jesus encontrei! Cristo p'ra mim! Cristo p'ra mim! </a:t>
            </a:r>
            <a:br>
              <a:rPr lang="en-US" altLang="pt-BR" sz="3600" i="1"/>
            </a:br>
            <a:r>
              <a:rPr lang="en-US" altLang="pt-BR" sz="3600" i="1"/>
              <a:t>Oh! que tesouros infindos achei! </a:t>
            </a:r>
            <a:br>
              <a:rPr lang="en-US" altLang="pt-BR" sz="3600" i="1"/>
            </a:br>
            <a:r>
              <a:rPr lang="en-US" altLang="pt-BR" sz="3600" i="1"/>
              <a:t>Cristo p'ra mim! Cristo p'ra mim! </a:t>
            </a:r>
            <a:br>
              <a:rPr lang="en-US" altLang="pt-BR" sz="3600" i="1"/>
            </a:br>
            <a:r>
              <a:rPr lang="en-US" altLang="pt-BR" sz="3600" i="1"/>
              <a:t>'Scolham os outros o mundo pra si. Busquem riquezas, delicias aqui; </a:t>
            </a:r>
            <a:br>
              <a:rPr lang="en-US" altLang="pt-BR" sz="3600" i="1"/>
            </a:br>
            <a:r>
              <a:rPr lang="en-US" altLang="pt-BR" sz="3600" i="1"/>
              <a:t>Eu acolherei, ó Jesus, sempre a Ti! </a:t>
            </a:r>
            <a:br>
              <a:rPr lang="en-US" altLang="pt-BR" sz="3600" i="1"/>
            </a:br>
            <a:r>
              <a:rPr lang="en-US" altLang="pt-BR" sz="3600" i="1"/>
              <a:t>Cristo p'ra mim! Cristo p'ra mim!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0074C34-DA18-6E58-34E2-B18448751C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3600" i="1"/>
              <a:t>Quer na aflição, na doença ou na dor: Cristo p’ra mim! Cristo p'ra mim! </a:t>
            </a:r>
            <a:br>
              <a:rPr lang="en-US" altLang="pt-BR" sz="3600" i="1"/>
            </a:br>
            <a:r>
              <a:rPr lang="en-US" altLang="pt-BR" sz="3600" i="1"/>
              <a:t>Quer na saúde, na força ou vigor; </a:t>
            </a:r>
            <a:br>
              <a:rPr lang="en-US" altLang="pt-BR" sz="3600" i="1"/>
            </a:br>
            <a:r>
              <a:rPr lang="en-US" altLang="pt-BR" sz="3600" i="1"/>
              <a:t>Cristo p’ra mim! Cristo p'ra mim! </a:t>
            </a:r>
            <a:br>
              <a:rPr lang="en-US" altLang="pt-BR" sz="3600" i="1"/>
            </a:br>
            <a:r>
              <a:rPr lang="en-US" altLang="pt-BR" sz="3600" i="1"/>
              <a:t>Sempre ao meu lado pra me socorrer, </a:t>
            </a:r>
            <a:br>
              <a:rPr lang="en-US" altLang="pt-BR" sz="3600" i="1"/>
            </a:br>
            <a:r>
              <a:rPr lang="en-US" altLang="pt-BR" sz="3600" i="1"/>
              <a:t>Com Seu amor, sim, e com Seu poder; </a:t>
            </a:r>
            <a:br>
              <a:rPr lang="en-US" altLang="pt-BR" sz="3600" i="1"/>
            </a:br>
            <a:r>
              <a:rPr lang="en-US" altLang="pt-BR" sz="3600" i="1"/>
              <a:t>Em cada transe pronto a me valer; </a:t>
            </a:r>
            <a:br>
              <a:rPr lang="en-US" altLang="pt-BR" sz="3600" i="1"/>
            </a:br>
            <a:r>
              <a:rPr lang="en-US" altLang="pt-BR" sz="3600" i="1"/>
              <a:t>Cristo p'ra mim! Cristo p'ra mim!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68F571B-D054-1E39-4157-AE09372EA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3600" i="1"/>
              <a:t>No dia amargo da perseguição: </a:t>
            </a:r>
            <a:br>
              <a:rPr lang="en-US" altLang="pt-BR" sz="3600" i="1"/>
            </a:br>
            <a:r>
              <a:rPr lang="en-US" altLang="pt-BR" sz="3600" i="1"/>
              <a:t>Cristo p’ra mim! Cristo p’ra mim! </a:t>
            </a:r>
            <a:br>
              <a:rPr lang="en-US" altLang="pt-BR" sz="3600" i="1"/>
            </a:br>
            <a:r>
              <a:rPr lang="en-US" altLang="pt-BR" sz="3600" i="1"/>
              <a:t>Nas duras provas e na tentação: </a:t>
            </a:r>
            <a:br>
              <a:rPr lang="en-US" altLang="pt-BR" sz="3600" i="1"/>
            </a:br>
            <a:r>
              <a:rPr lang="en-US" altLang="pt-BR" sz="3600" i="1"/>
              <a:t>Cristo p’ra mim! Cristo p’ra mim! </a:t>
            </a:r>
            <a:br>
              <a:rPr lang="en-US" altLang="pt-BR" sz="3600" i="1"/>
            </a:br>
            <a:r>
              <a:rPr lang="en-US" altLang="pt-BR" sz="3600" i="1"/>
              <a:t>Ele, o pecado e o mundo venceu </a:t>
            </a:r>
            <a:br>
              <a:rPr lang="en-US" altLang="pt-BR" sz="3600" i="1"/>
            </a:br>
            <a:r>
              <a:rPr lang="en-US" altLang="pt-BR" sz="3600" i="1"/>
              <a:t>Quando, por mim, no Calvário morreu; </a:t>
            </a:r>
            <a:br>
              <a:rPr lang="en-US" altLang="pt-BR" sz="3600" i="1"/>
            </a:br>
            <a:r>
              <a:rPr lang="en-US" altLang="pt-BR" sz="3600" i="1"/>
              <a:t>E da vitória a certeza me deu; </a:t>
            </a:r>
            <a:br>
              <a:rPr lang="en-US" altLang="pt-BR" sz="3600" i="1"/>
            </a:br>
            <a:r>
              <a:rPr lang="en-US" altLang="pt-BR" sz="3600" i="1"/>
              <a:t>Cristo p'ra mim! Cristo p'ra mim!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E93976-19FE-CDDA-E00A-F8C85E051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15000"/>
          </a:xfrm>
        </p:spPr>
        <p:txBody>
          <a:bodyPr/>
          <a:lstStyle/>
          <a:p>
            <a:r>
              <a:rPr lang="en-US" altLang="pt-BR" sz="3600" i="1"/>
              <a:t>Quando no vale da morte eu entrar, </a:t>
            </a:r>
            <a:br>
              <a:rPr lang="en-US" altLang="pt-BR" sz="3600" i="1"/>
            </a:br>
            <a:r>
              <a:rPr lang="en-US" altLang="pt-BR" sz="3600" i="1"/>
              <a:t>Cristo p'ra mim! Cristo p'ra mim! </a:t>
            </a:r>
            <a:br>
              <a:rPr lang="en-US" altLang="pt-BR" sz="3600" i="1"/>
            </a:br>
            <a:r>
              <a:rPr lang="en-US" altLang="pt-BR" sz="3600" i="1"/>
              <a:t>Quando perante meu Deus m’encontrar: Cristo p'ra mim! Cristo p’ra mim! </a:t>
            </a:r>
            <a:br>
              <a:rPr lang="en-US" altLang="pt-BR" sz="3600" i="1"/>
            </a:br>
            <a:r>
              <a:rPr lang="en-US" altLang="pt-BR" sz="3600" i="1"/>
              <a:t>Só no Teu sangue confio, </a:t>
            </a:r>
            <a:br>
              <a:rPr lang="en-US" altLang="pt-BR" sz="3600" i="1"/>
            </a:br>
            <a:r>
              <a:rPr lang="en-US" altLang="pt-BR" sz="3600" i="1"/>
              <a:t>Senhor, Só no Teu sempre imutável amor! Inda outra vez cantarei, Salvador:</a:t>
            </a:r>
            <a:br>
              <a:rPr lang="en-US" altLang="pt-BR" sz="3600" i="1"/>
            </a:br>
            <a:r>
              <a:rPr lang="en-US" altLang="pt-BR" sz="3600" i="1"/>
              <a:t>Cristo p'ra mim! Cristo p'ra mim!</a:t>
            </a:r>
            <a:br>
              <a:rPr lang="en-US" altLang="pt-BR" sz="3600" i="1"/>
            </a:br>
            <a:r>
              <a:rPr lang="en-US" altLang="pt-BR" sz="3600" i="1"/>
              <a:t>							</a:t>
            </a:r>
            <a:r>
              <a:rPr lang="en-US" altLang="pt-BR" sz="2800" i="1"/>
              <a:t>H.M.W</a:t>
            </a:r>
            <a:r>
              <a:rPr lang="en-US" altLang="pt-BR" sz="2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296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37 CRISTO P’RA MIM  </vt:lpstr>
      <vt:lpstr>Oh! que descanso em Jesus encontrei! Cristo p'ra mim! Cristo p'ra mim!  Oh! que tesouros infindos achei!  Cristo p'ra mim! Cristo p'ra mim!  'Scolham os outros o mundo pra si. Busquem riquezas, delicias aqui;  Eu acolherei, ó Jesus, sempre a Ti!  Cristo p'ra mim! Cristo p'ra mim! </vt:lpstr>
      <vt:lpstr>Quer na aflição, na doença ou na dor: Cristo p’ra mim! Cristo p'ra mim!  Quer na saúde, na força ou vigor;  Cristo p’ra mim! Cristo p'ra mim!  Sempre ao meu lado pra me socorrer,  Com Seu amor, sim, e com Seu poder;  Em cada transe pronto a me valer;  Cristo p'ra mim! Cristo p'ra mim! </vt:lpstr>
      <vt:lpstr>No dia amargo da perseguição:  Cristo p’ra mim! Cristo p’ra mim!  Nas duras provas e na tentação:  Cristo p’ra mim! Cristo p’ra mim!  Ele, o pecado e o mundo venceu  Quando, por mim, no Calvário morreu;  E da vitória a certeza me deu;  Cristo p'ra mim! Cristo p'ra mim! </vt:lpstr>
      <vt:lpstr>Quando no vale da morte eu entrar,  Cristo p'ra mim! Cristo p'ra mim!  Quando perante meu Deus m’encontrar: Cristo p'ra mim! Cristo p’ra mim!  Só no Teu sangue confio,  Senhor, Só no Teu sempre imutável amor! Inda outra vez cantarei, Salvador: Cristo p'ra mim! Cristo p'ra mim!        H.M.W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 CRISTO P’RA MIM  </dc:title>
  <dc:creator>Junior</dc:creator>
  <cp:lastModifiedBy>Emerson Souza</cp:lastModifiedBy>
  <cp:revision>2</cp:revision>
  <dcterms:created xsi:type="dcterms:W3CDTF">2005-12-23T01:15:42Z</dcterms:created>
  <dcterms:modified xsi:type="dcterms:W3CDTF">2026-05-02T21:40:03Z</dcterms:modified>
</cp:coreProperties>
</file>