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E7066F3E-B45D-C70B-AF4E-BC687559B6C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16387" name="Freeform 3">
              <a:extLst>
                <a:ext uri="{FF2B5EF4-FFF2-40B4-BE49-F238E27FC236}">
                  <a16:creationId xmlns:a16="http://schemas.microsoft.com/office/drawing/2014/main" id="{C0B17565-1577-A08C-52BE-55B34B723D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8" name="Freeform 4">
              <a:extLst>
                <a:ext uri="{FF2B5EF4-FFF2-40B4-BE49-F238E27FC236}">
                  <a16:creationId xmlns:a16="http://schemas.microsoft.com/office/drawing/2014/main" id="{A5859550-9133-8D23-4B04-1716CA3CA4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389" name="Rectangle 5">
            <a:extLst>
              <a:ext uri="{FF2B5EF4-FFF2-40B4-BE49-F238E27FC236}">
                <a16:creationId xmlns:a16="http://schemas.microsoft.com/office/drawing/2014/main" id="{CC368210-0354-E81A-6221-30B20F628DA8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82D7A804-B49B-2570-A7BA-D3945844102C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EAC33883-ACD1-C806-A3CF-76FA70CEC7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04ABC36-2E3F-9180-D18F-63B753FB32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3713E8E-8757-448B-BC1A-66762B1056C6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511BF010-8018-D5A0-8EFD-546F2DAED7E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FC938B-DC35-646E-FADD-246F85A5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DDD87D-F31E-3D3A-F535-3409ACCD4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C63B69-2D91-9EA0-6CED-796D64A22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1ABE63-F9A1-9508-D945-189092BE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0D1A27-9481-EE08-C69E-5D977AAA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C030C-0F7F-4A79-AF09-C6A531A7DC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515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B6E4B-83D8-0FAC-657D-1676F8FA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8AB8EF-34DD-D0DC-4BA6-A2A14B200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7E1ECC-11EA-EE5E-DD25-78D97B8D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373E9D-8CF8-2DC4-2DD5-33060CEC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AA3CD7-4094-987C-C997-B56F153A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B925E1-FB84-41ED-9E5F-F4B22D74D1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7939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340FF-053E-5078-DA4B-2BF9F5A8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F921CB-2621-B112-6D5E-850B0B943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B4DE95-471F-EBC6-5C69-173E9D686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5133A0-C412-208A-4F6D-D2088FFD9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523F4C-A9FA-931B-1749-E4FAD0053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F0BC37-E10F-75D5-7BC6-39BEC312A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761EE-AAF4-4121-A6C1-5DF727466B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069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232FA-2334-86C9-26B0-1CAEE9C9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659FF3-712B-3F04-81D3-F40365E88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0728BB-E6A1-C17E-2CEE-D44D30347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4D56EAE-CD2A-037B-681E-E894312E2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72E94D-F2A4-5CF8-01A7-A592EB54A3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2870CC2-8A7B-13A4-980A-25B7672E4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1EAB841-7F4F-E377-1BFE-ABD6EB28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4F167A-D246-6219-2CFE-4AEDDFF1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C5EF8E-07CD-4F55-9A71-FD3A95FCF4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8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9E169-ADE5-E9E0-558D-C6C0933F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173923-ACA8-2BC6-2852-FDD562F1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807C289-24EB-D5EF-FB0D-4B359D90B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938BEB-886C-72E4-20CE-424D2FC9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808EB3-6FC4-4293-9866-10E10D626C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95254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BA1DB4-3033-9D4F-40D4-24E936A6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5AA0A8-5D97-C116-B1C4-AE386AF7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837FB6-62DB-B3AA-FCF9-ED0D48EB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10C119-C1CC-4641-B14B-FA34523BC8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9263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336F5-34CB-C162-A08E-C833A98A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F6263-85C7-197C-1E19-91C95A2BD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6B4CE8-0E83-C7D4-F678-C10011DC29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EE39AA-CAA1-406F-4E92-B45A81F9E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E3A1AB-09A6-5630-931E-7D8DD818F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0C7E5C-C06C-A1C8-3A36-D43123EB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151595-4C4D-4056-8B7A-0FD4BC0A4D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108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18FE1-7886-DA2B-CA62-1BD2D9C0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D3C25EE-D561-D958-7716-59C7AB6A1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6077298-4D7F-9E6E-3BA9-223E291F1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C57CB5-5E95-5357-773D-ECCF797F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916414-055F-D0EF-7AFF-17DFB2AE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36563D-96F8-CD4F-1809-37F7E3B75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D5C38-2B1B-475D-8AE1-F328B64216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3138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5D4B4-28A7-87E6-41CB-3913D3847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95A65D-9443-723B-D85E-2C3052FD4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2C6222-514D-C691-78FF-DAD3F5BC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9A8727-58F4-EB10-99CB-D60016D6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A85950-909B-6B45-5714-B8758234F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BC69F5-C1AD-4C64-AAE5-F5C779BBA9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969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0ED25D-BB22-D401-2DD4-AD1335CA6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C2224F-27D2-7539-F365-49FA1A4C8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FB2E3B-0890-C02C-111B-93A280B8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345F6-B39B-E5E9-5CDD-6866D724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F38DB6-00CC-A00A-B858-A020C379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114404-EBD0-4EFA-B9B6-F3A6218230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0177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>
            <a:extLst>
              <a:ext uri="{FF2B5EF4-FFF2-40B4-BE49-F238E27FC236}">
                <a16:creationId xmlns:a16="http://schemas.microsoft.com/office/drawing/2014/main" id="{031EB10F-EE58-D19D-98AE-284F8662ED4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15363" name="Freeform 3">
              <a:extLst>
                <a:ext uri="{FF2B5EF4-FFF2-40B4-BE49-F238E27FC236}">
                  <a16:creationId xmlns:a16="http://schemas.microsoft.com/office/drawing/2014/main" id="{223F6CC8-6907-BD70-F563-A383E83D5D0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364" name="Freeform 4">
              <a:extLst>
                <a:ext uri="{FF2B5EF4-FFF2-40B4-BE49-F238E27FC236}">
                  <a16:creationId xmlns:a16="http://schemas.microsoft.com/office/drawing/2014/main" id="{0D69946E-0E01-0A3B-E8EE-234D27D8C4D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BE2F33D-FC00-B3E9-3E74-967E1CC23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B8B91B59-B56D-4CEE-F56D-940C12D7A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79AFA726-BDAD-9FB6-09C1-C04CDCF43F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AE5CF59F-1867-EBAD-A942-51A40D31601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4330440B-7A22-0D9D-0797-2F12772271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7A53DD0-4D51-49F3-8822-C5728F2A102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41EC880-7733-9117-468B-88B1FDDF89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341438"/>
            <a:ext cx="7989888" cy="2447925"/>
          </a:xfrm>
        </p:spPr>
        <p:txBody>
          <a:bodyPr/>
          <a:lstStyle/>
          <a:p>
            <a:r>
              <a:rPr lang="en-US" altLang="pt-BR" sz="4800" b="1"/>
              <a:t>82</a:t>
            </a:r>
            <a:br>
              <a:rPr lang="en-US" altLang="pt-BR" sz="4800" b="1"/>
            </a:br>
            <a:r>
              <a:rPr lang="en-US" altLang="pt-BR" sz="4800" b="1"/>
              <a:t>UM MEIGO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01FC7DF-E482-7A39-C099-7947D64B8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319588"/>
          </a:xfrm>
          <a:noFill/>
          <a:ln/>
        </p:spPr>
        <p:txBody>
          <a:bodyPr/>
          <a:lstStyle/>
          <a:p>
            <a:r>
              <a:rPr lang="en-US" altLang="pt-BR"/>
              <a:t>Um Salvador meigo eu tenho, </a:t>
            </a:r>
            <a:br>
              <a:rPr lang="en-US" altLang="pt-BR"/>
            </a:br>
            <a:r>
              <a:rPr lang="en-US" altLang="pt-BR"/>
              <a:t>A quem antes não conheci; </a:t>
            </a:r>
            <a:br>
              <a:rPr lang="en-US" altLang="pt-BR"/>
            </a:br>
            <a:r>
              <a:rPr lang="en-US" altLang="pt-BR"/>
              <a:t>Agora, alegre, eu venho </a:t>
            </a:r>
            <a:br>
              <a:rPr lang="en-US" altLang="pt-BR"/>
            </a:br>
            <a:r>
              <a:rPr lang="en-US" altLang="pt-BR"/>
              <a:t>Contando a todos que O vi.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2716316E-6A45-C9CD-8913-536D0D105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679950"/>
          </a:xfrm>
          <a:noFill/>
          <a:ln/>
        </p:spPr>
        <p:txBody>
          <a:bodyPr/>
          <a:lstStyle/>
          <a:p>
            <a:r>
              <a:rPr lang="en-US" altLang="pt-BR" b="1" i="1"/>
              <a:t>Todos, todos verão, </a:t>
            </a:r>
            <a:br>
              <a:rPr lang="en-US" altLang="pt-BR" b="1" i="1"/>
            </a:br>
            <a:r>
              <a:rPr lang="en-US" altLang="pt-BR" b="1" i="1"/>
              <a:t>Todos, todos verão; </a:t>
            </a:r>
            <a:br>
              <a:rPr lang="en-US" altLang="pt-BR" b="1" i="1"/>
            </a:br>
            <a:r>
              <a:rPr lang="en-US" altLang="pt-BR" b="1" i="1"/>
              <a:t>Jesus glorioso e bondoso,</a:t>
            </a:r>
            <a:br>
              <a:rPr lang="en-US" altLang="pt-BR" b="1" i="1"/>
            </a:br>
            <a:r>
              <a:rPr lang="en-US" altLang="pt-BR" b="1" i="1"/>
              <a:t>Sim, todos, todos verão.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0D258E61-7A68-D02C-FE87-8750D9E200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4248150"/>
          </a:xfrm>
          <a:noFill/>
          <a:ln/>
        </p:spPr>
        <p:txBody>
          <a:bodyPr/>
          <a:lstStyle/>
          <a:p>
            <a:r>
              <a:rPr lang="en-US" altLang="pt-BR"/>
              <a:t>De todos, é o mais formoso, Imagem da glória de Deus; </a:t>
            </a:r>
            <a:br>
              <a:rPr lang="en-US" altLang="pt-BR"/>
            </a:br>
            <a:r>
              <a:rPr lang="en-US" altLang="pt-BR"/>
              <a:t>Tornou-me alegre e ditoso,</a:t>
            </a:r>
            <a:br>
              <a:rPr lang="en-US" altLang="pt-BR"/>
            </a:br>
            <a:r>
              <a:rPr lang="en-US" altLang="pt-BR"/>
              <a:t>E herdeiro da glória dos céus.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70E6AFEE-5123-5000-D248-0C7A04AE7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5183188"/>
          </a:xfrm>
          <a:noFill/>
          <a:ln/>
        </p:spPr>
        <p:txBody>
          <a:bodyPr/>
          <a:lstStyle/>
          <a:p>
            <a:r>
              <a:rPr lang="en-US" altLang="pt-BR" b="1" i="1"/>
              <a:t>Todos, todos verão, </a:t>
            </a:r>
            <a:br>
              <a:rPr lang="en-US" altLang="pt-BR" b="1" i="1"/>
            </a:br>
            <a:r>
              <a:rPr lang="en-US" altLang="pt-BR" b="1" i="1"/>
              <a:t>Todos, todos verão; </a:t>
            </a:r>
            <a:br>
              <a:rPr lang="en-US" altLang="pt-BR" b="1" i="1"/>
            </a:br>
            <a:r>
              <a:rPr lang="en-US" altLang="pt-BR" b="1" i="1"/>
              <a:t>Jesus glorioso e bondoso,</a:t>
            </a:r>
            <a:br>
              <a:rPr lang="en-US" altLang="pt-BR" b="1" i="1"/>
            </a:br>
            <a:r>
              <a:rPr lang="en-US" altLang="pt-BR" b="1" i="1"/>
              <a:t>Sim, todos, todos verão.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66690D72-C5C4-A1C7-7CF4-433386751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8413"/>
            <a:ext cx="9144000" cy="4175125"/>
          </a:xfrm>
          <a:noFill/>
          <a:ln/>
        </p:spPr>
        <p:txBody>
          <a:bodyPr/>
          <a:lstStyle/>
          <a:p>
            <a:r>
              <a:rPr lang="en-US" altLang="pt-BR"/>
              <a:t>Se os ímpios me armarem cilada, Na senda que hei de trilhar,</a:t>
            </a:r>
            <a:br>
              <a:rPr lang="en-US" altLang="pt-BR"/>
            </a:br>
            <a:r>
              <a:rPr lang="en-US" altLang="pt-BR"/>
              <a:t>Jesus me dará boa espada,</a:t>
            </a:r>
            <a:br>
              <a:rPr lang="en-US" altLang="pt-BR"/>
            </a:br>
            <a:r>
              <a:rPr lang="en-US" altLang="pt-BR"/>
              <a:t>E os laços eu hei de cortar.</a:t>
            </a:r>
            <a:br>
              <a:rPr lang="en-US" altLang="pt-BR"/>
            </a:b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ADCDA28C-D82A-A31D-FA60-D5D1F0A3A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4968875"/>
          </a:xfrm>
          <a:noFill/>
          <a:ln/>
        </p:spPr>
        <p:txBody>
          <a:bodyPr/>
          <a:lstStyle/>
          <a:p>
            <a:r>
              <a:rPr lang="en-US" altLang="pt-BR" b="1" i="1"/>
              <a:t>Todos, todos verão, </a:t>
            </a:r>
            <a:br>
              <a:rPr lang="en-US" altLang="pt-BR" b="1" i="1"/>
            </a:br>
            <a:r>
              <a:rPr lang="en-US" altLang="pt-BR" b="1" i="1"/>
              <a:t>Todos, todos verão; </a:t>
            </a:r>
            <a:br>
              <a:rPr lang="en-US" altLang="pt-BR" b="1" i="1"/>
            </a:br>
            <a:r>
              <a:rPr lang="en-US" altLang="pt-BR" b="1" i="1"/>
              <a:t>Jesus glorioso e bondoso,</a:t>
            </a:r>
            <a:br>
              <a:rPr lang="en-US" altLang="pt-BR" b="1" i="1"/>
            </a:br>
            <a:r>
              <a:rPr lang="en-US" altLang="pt-BR" b="1" i="1"/>
              <a:t>Sim, todos, todos verão.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4A32A0EE-7D99-AA69-3F42-B64554D9F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400675"/>
          </a:xfrm>
          <a:noFill/>
          <a:ln/>
        </p:spPr>
        <p:txBody>
          <a:bodyPr/>
          <a:lstStyle/>
          <a:p>
            <a:r>
              <a:rPr lang="en-US" altLang="pt-BR" sz="4000"/>
              <a:t>A vida e o amor Tu me deste,</a:t>
            </a:r>
            <a:br>
              <a:rPr lang="en-US" altLang="pt-BR" sz="4000"/>
            </a:br>
            <a:r>
              <a:rPr lang="en-US" altLang="pt-BR" sz="4000"/>
              <a:t>Porque Tu amaste a mim,</a:t>
            </a:r>
            <a:br>
              <a:rPr lang="en-US" altLang="pt-BR" sz="4000"/>
            </a:br>
            <a:r>
              <a:rPr lang="en-US" altLang="pt-BR" sz="4000"/>
              <a:t>Tornou, sim, a glória celeste,</a:t>
            </a:r>
            <a:br>
              <a:rPr lang="en-US" altLang="pt-BR" sz="4000"/>
            </a:br>
            <a:r>
              <a:rPr lang="en-US" altLang="pt-BR" sz="4000"/>
              <a:t>	Minha sorte bendita, enfim.	</a:t>
            </a:r>
            <a:br>
              <a:rPr lang="en-US" altLang="pt-BR" sz="4000"/>
            </a:b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/>
              <a:t>                                                  </a:t>
            </a:r>
            <a:r>
              <a:rPr lang="en-US" altLang="pt-BR" sz="1400"/>
              <a:t>S.N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>
            <a:extLst>
              <a:ext uri="{FF2B5EF4-FFF2-40B4-BE49-F238E27FC236}">
                <a16:creationId xmlns:a16="http://schemas.microsoft.com/office/drawing/2014/main" id="{70C0F13B-66D2-14E8-7819-7DB9755BF1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9144000" cy="4967288"/>
          </a:xfrm>
          <a:noFill/>
          <a:ln/>
        </p:spPr>
        <p:txBody>
          <a:bodyPr/>
          <a:lstStyle/>
          <a:p>
            <a:r>
              <a:rPr lang="en-US" altLang="pt-BR" b="1" i="1"/>
              <a:t>Todos, todos verão, </a:t>
            </a:r>
            <a:br>
              <a:rPr lang="en-US" altLang="pt-BR" b="1" i="1"/>
            </a:br>
            <a:r>
              <a:rPr lang="en-US" altLang="pt-BR" b="1" i="1"/>
              <a:t>Todos, todos verão; </a:t>
            </a:r>
            <a:br>
              <a:rPr lang="en-US" altLang="pt-BR" b="1" i="1"/>
            </a:br>
            <a:r>
              <a:rPr lang="en-US" altLang="pt-BR" b="1" i="1"/>
              <a:t>Jesus glorioso e bondoso,</a:t>
            </a:r>
            <a:br>
              <a:rPr lang="en-US" altLang="pt-BR" b="1" i="1"/>
            </a:br>
            <a:r>
              <a:rPr lang="en-US" altLang="pt-BR" b="1" i="1"/>
              <a:t>Sim, todos, todos verão.</a:t>
            </a:r>
            <a:br>
              <a:rPr lang="en-US" altLang="pt-BR" b="1" i="1"/>
            </a:b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nda">
  <a:themeElements>
    <a:clrScheme name="Fenda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Fenda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nda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nda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enda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17</TotalTime>
  <Words>240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Fenda</vt:lpstr>
      <vt:lpstr>82 UM MEIGO SALVADOR</vt:lpstr>
      <vt:lpstr>Um Salvador meigo eu tenho,  A quem antes não conheci;  Agora, alegre, eu venho  Contando a todos que O vi. </vt:lpstr>
      <vt:lpstr>Todos, todos verão,  Todos, todos verão;  Jesus glorioso e bondoso, Sim, todos, todos verão. </vt:lpstr>
      <vt:lpstr>De todos, é o mais formoso, Imagem da glória de Deus;  Tornou-me alegre e ditoso, E herdeiro da glória dos céus. </vt:lpstr>
      <vt:lpstr>Todos, todos verão,  Todos, todos verão;  Jesus glorioso e bondoso, Sim, todos, todos verão. </vt:lpstr>
      <vt:lpstr>Se os ímpios me armarem cilada, Na senda que hei de trilhar, Jesus me dará boa espada, E os laços eu hei de cortar. </vt:lpstr>
      <vt:lpstr>Todos, todos verão,  Todos, todos verão;  Jesus glorioso e bondoso, Sim, todos, todos verão. </vt:lpstr>
      <vt:lpstr>A vida e o amor Tu me deste, Porque Tu amaste a mim, Tornou, sim, a glória celeste,  Minha sorte bendita, enfim.                                                      S.N </vt:lpstr>
      <vt:lpstr>Todos, todos verão,  Todos, todos verão;  Jesus glorioso e bondoso, Sim, todos, todos verão.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82 </dc:title>
  <dc:creator>Montagna</dc:creator>
  <cp:lastModifiedBy>Emerson Souza</cp:lastModifiedBy>
  <cp:revision>2</cp:revision>
  <dcterms:created xsi:type="dcterms:W3CDTF">2005-10-16T00:52:52Z</dcterms:created>
  <dcterms:modified xsi:type="dcterms:W3CDTF">2026-05-02T21:43:38Z</dcterms:modified>
</cp:coreProperties>
</file>