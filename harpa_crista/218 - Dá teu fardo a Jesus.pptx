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72F83-120D-C668-A8D1-EDE765807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1B7F52-FB6D-C5F5-9ADE-344594CB8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22530D-CEF7-2E48-5555-CD2C8259F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6B8717-05F2-3952-9E18-E3CC2CC37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DFCB0F-C5F9-834A-2596-A8CB5203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6C5DBB-766B-4E62-9CD1-FD7DC9118A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4390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5ADA2-D2D3-6107-A705-CAD71913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9682B1-FE05-1ECC-C504-6C0A0B619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1BC1E6-65FA-607E-9CA9-5C3AD212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3DA9B7-6A2C-7959-F2D2-90814A2D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704E8A-80E5-E62A-59ED-8BAA7FC3C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76331-A3E1-43B6-BD7E-AD6F5A44DA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636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2ABF6A-98A2-2350-8E2C-72C6357F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EB8212-0ED5-6F04-8329-B33C7A5D0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61906B-FF42-D65A-46BD-846CAFA08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5B407-3FE8-9BC4-5923-A7301AC7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2FE03B-BAB0-E3BF-FA0E-D8E9B68B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F188B2-A8BC-41D1-8890-8F5FABEE1F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3026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DFAAE-2931-4BDB-3675-C909476C4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07AC17-9C23-8BB1-016F-1520E8CBBB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53D6F4-B2A8-6164-51FA-B87CEF737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510C97-3275-39BF-BE81-3B79D126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2CCB00-D693-0902-1542-30C0DC99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475F72-B2C5-59B8-090A-0FE3F916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731C87-13E1-44CF-B59A-147B3A5722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150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9589F-7C75-E590-4292-4864871F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0447AA-FFDC-FF8F-58BA-28BBE33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4713D9-4479-115D-7647-FB6D9074D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FFBDBB-B174-3D66-B85A-D39D8B537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A2D4A5-B9FC-BA1C-0680-4EECBFDD2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FB6F40D-3AF7-D613-2470-45638035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992ABB7-8412-E783-5288-D1DA4C48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7B8A686-9512-FCA9-3DFB-491739D4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CFADBB-C309-4A05-9705-175715C95A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255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9B12A-ADE5-6540-57ED-288A2C4EC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F3CB9F1-4DE4-A2A6-2C14-C01D78A0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562C51-FDC1-DF65-11D8-03E5DC23B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70E126-41B3-76BB-30A2-E5C075CA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D737C9-65D2-4CB7-B2F6-4DA116589A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7047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233C349-F1AA-E299-5DE7-500DAA9E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70725D-2E76-8435-CAEE-27610949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39BAB0-CBE9-D76A-E9EE-9FABB8EB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06B381-75AC-4562-8E22-D44E0CCB76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419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344A8-4C75-682C-6914-B98B39AD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3B5E59-BF92-79F3-060C-17FCDD6C0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8D42E0-CF53-A582-B7F0-CDDC56439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5673C6-3075-83E6-E42F-237ADF55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E4B472-CB22-487E-D009-3F585629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DEB5C5-3DBA-38DA-A4BF-5D3BFCDD8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8E784F-DD54-4459-9D6D-8F51813A6A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6144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4ACCA-3499-DDB2-B68D-F9B61FDF3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0A73ED7-60FD-72A3-153B-6E80E7FA6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70A9C4-6190-678E-641C-39E1BC0BA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6E3068-655B-35FC-1249-B84FD20F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9466C1-682B-11B6-9DED-E4AAD53F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499953-561A-2592-8D49-CE88563CA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BE9B2-4D3B-4C4C-8475-89387D46F3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406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A4B15-69FB-21A9-AABF-84A71EBA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E18B53-B3D9-7281-4901-7EE90023F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65C23-FF4C-5728-12E2-08F11E61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FAD9F7-1F96-E334-4865-A8CD2CB5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64AE71-BFCB-EDD4-B313-9C6F9569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F74A4B-BA04-46FA-9827-C78E9054A2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367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AA64F4-A2D2-3A9D-653B-F8E461ECAE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55C7C0-9A69-82D3-9EB1-B728E411B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0EBB90-A59E-0E2F-EEE5-3CD818F1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DE6FC4-712F-1ACC-4860-6798422D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6E0279-B3BD-2CBA-87AB-F3F5484A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AC88B-AB02-419C-8F27-09A34E89E5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6855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A473E7-AD98-B78E-D0AE-C0B60A950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71CEC5E-A755-47B6-4563-3F2257E97D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7E392B8-9CEA-43E6-9D01-35416A59327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6A0FC76-B5E1-E2CD-54DF-B2B11B827D4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4E58607-2DCA-34B0-0E5E-041873C14F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FDF1B2D-9A95-4E17-8253-1C350F75D5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5CE9E77-235B-F4A3-F170-481F4E413D9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218</a:t>
            </a:r>
            <a:br>
              <a:rPr lang="en-US" altLang="pt-BR" sz="4000" b="1"/>
            </a:br>
            <a:r>
              <a:rPr lang="en-US" altLang="pt-BR" sz="4000" b="1"/>
              <a:t>DÁ TEU FARDO A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633ADEC-BD67-D15C-2FB8-30E64891BD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25CC8C1-B093-579B-C268-DBF807DF2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Só em Jesus, queres tu descansar? </a:t>
            </a:r>
            <a:br>
              <a:rPr lang="en-US" altLang="pt-BR" sz="4000" i="1"/>
            </a:br>
            <a:r>
              <a:rPr lang="en-US" altLang="pt-BR" sz="4000" i="1"/>
              <a:t>Dá teu fardo a Jesus. </a:t>
            </a:r>
            <a:br>
              <a:rPr lang="en-US" altLang="pt-BR" sz="4000" i="1"/>
            </a:br>
            <a:r>
              <a:rPr lang="en-US" altLang="pt-BR" sz="4000" i="1"/>
              <a:t>Paz e socorro não podes achar? </a:t>
            </a:r>
            <a:br>
              <a:rPr lang="en-US" altLang="pt-BR" sz="4000" i="1"/>
            </a:br>
            <a:r>
              <a:rPr lang="en-US" altLang="pt-BR" sz="4000" i="1"/>
              <a:t>Dá teu fardo a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90B0A26-068F-4522-0DF1-2875941B3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Dá teu fardo a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As trevas fará em luz.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Cristo um abrigo, </a:t>
            </a:r>
            <a:br>
              <a:rPr lang="en-US" altLang="pt-BR" sz="4000" b="1" i="1"/>
            </a:br>
            <a:r>
              <a:rPr lang="en-US" altLang="pt-BR" sz="4000" b="1" i="1"/>
              <a:t>Terás no perigo,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Ó, dá teu fardo a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7D5C534-1382-A8F5-D739-C9659CF7E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Paz redentora tu’alma terá, </a:t>
            </a:r>
            <a:br>
              <a:rPr lang="en-US" altLang="pt-BR" sz="4000" i="1"/>
            </a:br>
            <a:r>
              <a:rPr lang="en-US" altLang="pt-BR" sz="4000" i="1"/>
              <a:t>Dá teu fardo a Jesus.</a:t>
            </a:r>
            <a:br>
              <a:rPr lang="en-US" altLang="pt-BR" sz="4000" i="1"/>
            </a:br>
            <a:r>
              <a:rPr lang="en-US" altLang="pt-BR" sz="4000" i="1"/>
              <a:t>E de inquietudes te libertará.</a:t>
            </a:r>
            <a:br>
              <a:rPr lang="en-US" altLang="pt-BR" sz="4000" i="1"/>
            </a:br>
            <a:r>
              <a:rPr lang="en-US" altLang="pt-BR" sz="4000" i="1"/>
              <a:t> Dá teu fardo a Jesus.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0214410-E477-3D67-A31C-82582955F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Dá teu fardo a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As trevas fará em luz.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Cristo um abrigo, </a:t>
            </a:r>
            <a:br>
              <a:rPr lang="en-US" altLang="pt-BR" sz="4000" b="1" i="1"/>
            </a:br>
            <a:r>
              <a:rPr lang="en-US" altLang="pt-BR" sz="4000" b="1" i="1"/>
              <a:t>Terás no perigo,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Ó, dá teu fardo a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53C6E5D-0D4E-B1FC-3D54-A85BAB246C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 Das grandes lutas não queiras fugir, Dá teu fardo a Jesus. </a:t>
            </a:r>
            <a:br>
              <a:rPr lang="en-US" altLang="pt-BR" sz="4000" i="1"/>
            </a:br>
            <a:r>
              <a:rPr lang="en-US" altLang="pt-BR" sz="4000" i="1"/>
              <a:t>Se santo gozo não podes fruir, </a:t>
            </a:r>
            <a:br>
              <a:rPr lang="en-US" altLang="pt-BR" sz="4000" i="1"/>
            </a:br>
            <a:r>
              <a:rPr lang="en-US" altLang="pt-BR" sz="4000" i="1"/>
              <a:t>Dá teu fardo a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A4C4011-7BC0-F6F8-033A-EE7116FCC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Dá teu fardo a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As trevas fará em luz.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Cristo um abrigo, </a:t>
            </a:r>
            <a:br>
              <a:rPr lang="en-US" altLang="pt-BR" sz="4000" b="1" i="1"/>
            </a:br>
            <a:r>
              <a:rPr lang="en-US" altLang="pt-BR" sz="4000" b="1" i="1"/>
              <a:t>Terás no perigo,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Ó, dá teu fardo a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56A8A71-5C40-2E81-9D1E-2EADC0954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Males te assaltam aos mil, pecador? Dá teu fardo a Jesus. </a:t>
            </a:r>
            <a:br>
              <a:rPr lang="en-US" altLang="pt-BR" sz="4000" i="1"/>
            </a:br>
            <a:r>
              <a:rPr lang="en-US" altLang="pt-BR" sz="4000" i="1"/>
              <a:t>Vais já cansado de penas e de dor? </a:t>
            </a:r>
            <a:br>
              <a:rPr lang="en-US" altLang="pt-BR" sz="4000" i="1"/>
            </a:br>
            <a:r>
              <a:rPr lang="en-US" altLang="pt-BR" sz="4000" i="1"/>
              <a:t>Dá teu fardo a Jesus.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19EC42B-BD24-29D0-B0D6-330130144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Dá teu fardo a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As trevas fará em luz.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Cristo um abrigo, </a:t>
            </a:r>
            <a:br>
              <a:rPr lang="en-US" altLang="pt-BR" sz="4000" b="1" i="1"/>
            </a:br>
            <a:r>
              <a:rPr lang="en-US" altLang="pt-BR" sz="4000" b="1" i="1"/>
              <a:t>Terás no perigo,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Ó, dá teu fardo a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99EAAE0-81F9-F31A-C002-90742E6D6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3800" i="1"/>
              <a:t>Crista virá dissipar teu temor, </a:t>
            </a:r>
            <a:br>
              <a:rPr lang="en-US" altLang="pt-BR" sz="3800" i="1"/>
            </a:br>
            <a:r>
              <a:rPr lang="en-US" altLang="pt-BR" sz="3800" i="1"/>
              <a:t>Dá teu fardo a Jesus. </a:t>
            </a:r>
            <a:br>
              <a:rPr lang="en-US" altLang="pt-BR" sz="3800" i="1"/>
            </a:br>
            <a:r>
              <a:rPr lang="en-US" altLang="pt-BR" sz="3800" i="1"/>
              <a:t>Pois, aos Seus santos, dá sempre vigor, </a:t>
            </a:r>
            <a:br>
              <a:rPr lang="en-US" altLang="pt-BR" sz="3800" i="1"/>
            </a:br>
            <a:r>
              <a:rPr lang="en-US" altLang="pt-BR" sz="3800" i="1"/>
              <a:t>Dá teu fardo a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CD4B861-8514-39D9-0FCA-1D9B8F376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Dá teu fardo a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As trevas fará em luz.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Em Cristo um abrigo, </a:t>
            </a:r>
            <a:br>
              <a:rPr lang="en-US" altLang="pt-BR" sz="4000" b="1" i="1"/>
            </a:br>
            <a:r>
              <a:rPr lang="en-US" altLang="pt-BR" sz="4000" b="1" i="1"/>
              <a:t>Terás no perigo,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Ó, dá teu fardo a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218 DÁ TEU FARDO A JESUS </vt:lpstr>
      <vt:lpstr>Só em Jesus, queres tu descansar?  Dá teu fardo a Jesus.  Paz e socorro não podes achar?  Dá teu fardo a Jesus. </vt:lpstr>
      <vt:lpstr>Dá teu fardo a Jesus,  As trevas fará em luz.  Em Cristo um abrigo,  Terás no perigo,  Ó, dá teu fardo a Jesus. </vt:lpstr>
      <vt:lpstr>Paz redentora tu’alma terá,  Dá teu fardo a Jesus. E de inquietudes te libertará.  Dá teu fardo a Jesus.  </vt:lpstr>
      <vt:lpstr>Dá teu fardo a Jesus,  As trevas fará em luz.  Em Cristo um abrigo,  Terás no perigo,  Ó, dá teu fardo a Jesus. </vt:lpstr>
      <vt:lpstr> Das grandes lutas não queiras fugir, Dá teu fardo a Jesus.  Se santo gozo não podes fruir,  Dá teu fardo a Jesus. </vt:lpstr>
      <vt:lpstr>Dá teu fardo a Jesus,  As trevas fará em luz.  Em Cristo um abrigo,  Terás no perigo,  Ó, dá teu fardo a Jesus. </vt:lpstr>
      <vt:lpstr>Males te assaltam aos mil, pecador? Dá teu fardo a Jesus.  Vais já cansado de penas e de dor?  Dá teu fardo a Jesus.  </vt:lpstr>
      <vt:lpstr>Dá teu fardo a Jesus,  As trevas fará em luz.  Em Cristo um abrigo,  Terás no perigo,  Ó, dá teu fardo a Jesus. </vt:lpstr>
      <vt:lpstr>Crista virá dissipar teu temor,  Dá teu fardo a Jesus.  Pois, aos Seus santos, dá sempre vigor,  Dá teu fardo a Jesus. </vt:lpstr>
      <vt:lpstr>Dá teu fardo a Jesus,  As trevas fará em luz.  Em Cristo um abrigo,  Terás no perigo,  Ó, dá teu fardo a Jesus.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218 DÁ TEU FARDO A JESUS </dc:title>
  <dc:creator>Junior</dc:creator>
  <cp:lastModifiedBy>Emerson Souza</cp:lastModifiedBy>
  <cp:revision>1</cp:revision>
  <dcterms:created xsi:type="dcterms:W3CDTF">2005-12-23T22:01:03Z</dcterms:created>
  <dcterms:modified xsi:type="dcterms:W3CDTF">2026-05-02T21:55:03Z</dcterms:modified>
</cp:coreProperties>
</file>