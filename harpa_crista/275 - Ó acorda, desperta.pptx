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DA99DB-4A09-96DD-86F4-A8E55CA12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E05C88-5D96-1A23-6870-4FA4B1368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D0597B-3C98-0DEF-474A-B0825AC9A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2BDDCF-4A12-763C-7986-50ED645E3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1623E5-CC46-CCA4-FE03-FF6C4C1C2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03D3AF-20A2-49C9-8572-9FDA8E892E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16799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9E632-80DC-C806-7BE5-02C886F40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EEAE67-5289-2418-EF2C-428F094B0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B85AD7-2F15-153A-CB14-56DD83CDC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8D0D76-AA34-C7E4-FF94-53B1D580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B955AA-46E5-D641-48BD-0F1C81CF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E30BFC-1A1C-42A8-969E-4FADC82B28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77998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BF2C0-DF3A-92F8-A968-C3E9849E4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5DCE13-7990-A276-B4C1-DE8607B9F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04B240-3ACB-7DA2-53B7-1FF60A9D6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D31AC6-A098-05C5-F0CE-7996E9BA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DB0469-EC7E-DDAC-8C61-F9D9653D8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0B4D8A-97AE-4778-93AB-51B7035EAE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70644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4BFAC-FE5C-CBFD-3C5B-2149A568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9E8DAB-8CFE-A57D-C2C8-134401544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62A03B-BF99-A344-217E-6F9682A8C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51D44CE-AB0E-B438-E430-478D0B64D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1792D3-B5FE-A699-091C-F822ABEC0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D6CF41-306E-F16E-1D6D-067A5094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955085-1487-4CD2-951C-ADA1242005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61721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63705-09D0-7393-D151-6AA5A84EB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6D3C01-1F6D-DBA6-86DA-0572E9906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C5CAB35-8230-836E-A250-ED7B491F4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7C58772-DE00-ABF4-7EFE-6D7AD8A831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84D0988-E4C2-89D0-53D4-D07E40D94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C9E0989-9CE3-6A1B-E4A8-F53FB5494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8E75B00-0738-B756-1C0B-55EA7821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2714AB1-57C9-CE56-1A0C-15131424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46B38-76AB-4360-9E45-74A5AC7A5A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394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A9130A-B3ED-694D-E0C9-B6DBBDF3E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E4084D5-E5A3-D50B-6BB0-046ECA33F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A38D78-4A6D-722E-04CE-26F99FBDC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D7683A5-8F0E-00D1-897A-0FA24480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B5092-36CF-4373-8BD5-2BE934EE09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5762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B15401A-D07B-7AA2-A101-8DDADD54B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C794524-5D89-8D76-4F9B-020AB0F8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88590A-92DC-C965-923C-717FA414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D33822-504F-4F47-A4D5-84AD06AC6D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94304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F5D70-DDD9-4DB8-5042-18D7A6746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FE5D8C-0CAE-BAA6-5A88-D81180BC1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6BB3F3E-8FE0-0C74-0190-BAB8E061E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FD050B-7249-5E8A-3EB3-B05334AB4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C751AC-2A38-0F5A-318C-9C0593677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72F9ED-FDDA-D72A-7118-5393E290F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8A998A-59E2-45BC-9F6B-B160F2CAA9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02999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8C5C4-FD7A-F3F0-C498-B41495E6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160637B-8B32-922E-291C-DECB095F4C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ACE6508-F4B8-5B2D-176B-95ACE6FC7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4F498A-1A56-338B-F0CC-89EC10133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82A2E6-54D5-49E9-41F1-9524D6B69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0370BB9-5440-EFBC-FCDB-0E0AE93C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CA1B57-B3E8-46EF-9536-E9F77D73F0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0014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B8F91-8BB9-A121-426B-2B3726D22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C2C4747-31B1-CC0C-E03F-6286CDA55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B7D030-E870-DD25-9C71-0749EA0CC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805519-7EC2-E0EA-F810-1C9A86233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8247FE-A113-9FA7-DAA1-8A5308617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2551A3-B3C8-4001-B30D-374C1A160E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91920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10C0811-A630-DD97-9B4E-2B4C49C6F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7FB884C-FDFB-7195-1C0F-2FFBDDF962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90607D-1083-D922-6C4E-6F26ECDA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ADF34E-E997-C1D2-AD1A-20FC8E6A4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BC2DE7-5644-936E-E884-3385BDFD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04E13F-1D42-41A0-AE66-2D41BF9BA5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40532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9B4055A-6FFC-3505-D35A-2C9E91C07B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F49C328-3184-66B3-4EF2-672A40B7F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12A69AB-EBCE-2E5C-F02B-5615E9CFDDE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611DA5A-E600-26D8-1DC1-0138EA8C2EA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CE10542-F6F7-5A53-AC96-A6E958884FF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AD43C31-6AAA-4A29-9DE8-5CC195A4F3C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9F4CF59-D80E-483D-97C3-FB030734C8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/>
              <a:t> </a:t>
            </a:r>
            <a:r>
              <a:rPr lang="en-US" altLang="pt-BR" sz="4000" b="1" i="1"/>
              <a:t>275</a:t>
            </a:r>
            <a:br>
              <a:rPr lang="en-US" altLang="pt-BR" sz="4000" b="1" i="1"/>
            </a:br>
            <a:r>
              <a:rPr lang="en-US" altLang="pt-BR" sz="4000" b="1" i="1"/>
              <a:t>Ó ACORDA, DESPERTA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CF98641-1B40-9090-954C-C7804D7CB9C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3884B07D-1360-2F28-DB67-8DC21074F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Ó acorda, desperta dormente, </a:t>
            </a:r>
            <a:br>
              <a:rPr lang="en-US" altLang="pt-BR" sz="4000" i="1"/>
            </a:br>
            <a:r>
              <a:rPr lang="en-US" altLang="pt-BR" sz="4000" i="1"/>
              <a:t>Tu que jazes no sono da morte, </a:t>
            </a:r>
            <a:br>
              <a:rPr lang="en-US" altLang="pt-BR" sz="4000" i="1"/>
            </a:br>
            <a:r>
              <a:rPr lang="en-US" altLang="pt-BR" sz="4000" i="1"/>
              <a:t>E que tens uma tão triste sorte. </a:t>
            </a:r>
            <a:br>
              <a:rPr lang="en-US" altLang="pt-BR" sz="4000" i="1"/>
            </a:br>
            <a:r>
              <a:rPr lang="en-US" altLang="pt-BR" sz="4000" i="1"/>
              <a:t>Ó desperta por Cristo, o Senhor! </a:t>
            </a:r>
            <a:br>
              <a:rPr lang="en-US" altLang="pt-BR" sz="4000" i="1"/>
            </a:br>
            <a:r>
              <a:rPr lang="en-US" altLang="pt-BR" sz="4000" i="1"/>
              <a:t>Pois te chama o fiel Salvador, </a:t>
            </a:r>
            <a:br>
              <a:rPr lang="en-US" altLang="pt-BR" sz="4000" i="1"/>
            </a:br>
            <a:r>
              <a:rPr lang="en-US" altLang="pt-BR" sz="4000" i="1"/>
              <a:t>O Seu sangue na cruz já derramou, Teus pecados ali aniquilou, </a:t>
            </a:r>
            <a:br>
              <a:rPr lang="en-US" altLang="pt-BR" sz="4000" i="1"/>
            </a:br>
            <a:r>
              <a:rPr lang="en-US" altLang="pt-BR" sz="4000" i="1"/>
              <a:t>E respondes: "Não quero, Senhor?”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B2FF3D4-A527-1CB3-6C00-A3253FF2C9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O não sabes que teu próprio alento Vem de Deus, vem a cada momento? Queres tu despertar num tormento </a:t>
            </a:r>
            <a:br>
              <a:rPr lang="en-US" altLang="pt-BR" sz="4000" i="1"/>
            </a:br>
            <a:r>
              <a:rPr lang="en-US" altLang="pt-BR" sz="4000" i="1"/>
              <a:t>Que jamais poderá se findar? </a:t>
            </a:r>
            <a:br>
              <a:rPr lang="en-US" altLang="pt-BR" sz="4000" i="1"/>
            </a:br>
            <a:r>
              <a:rPr lang="en-US" altLang="pt-BR" sz="4000" i="1"/>
              <a:t>Cristo hoje te quer libertar, </a:t>
            </a:r>
            <a:br>
              <a:rPr lang="en-US" altLang="pt-BR" sz="4000" i="1"/>
            </a:br>
            <a:r>
              <a:rPr lang="en-US" altLang="pt-BR" sz="4000" i="1"/>
              <a:t>Ó desperta-te à voz do Salvador, </a:t>
            </a:r>
            <a:br>
              <a:rPr lang="en-US" altLang="pt-BR" sz="4000" i="1"/>
            </a:br>
            <a:r>
              <a:rPr lang="en-US" altLang="pt-BR" sz="4000" i="1"/>
              <a:t>Foge logo do abismo de horror, </a:t>
            </a:r>
            <a:br>
              <a:rPr lang="en-US" altLang="pt-BR" sz="4000" i="1"/>
            </a:br>
            <a:r>
              <a:rPr lang="en-US" altLang="pt-BR" sz="4000" i="1"/>
              <a:t>Que tu’alma procura tragar.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D991F0E-6A78-C4EF-A878-0C480BB983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Não te importas por teres agora, </a:t>
            </a:r>
            <a:br>
              <a:rPr lang="en-US" altLang="pt-BR" sz="4000" i="1"/>
            </a:br>
            <a:r>
              <a:rPr lang="en-US" altLang="pt-BR" sz="4000" i="1"/>
              <a:t>A tua alma em negra masmorra? </a:t>
            </a:r>
            <a:br>
              <a:rPr lang="en-US" altLang="pt-BR" sz="4000" i="1"/>
            </a:br>
            <a:r>
              <a:rPr lang="en-US" altLang="pt-BR" sz="4000" i="1"/>
              <a:t>Em Jesus hoje crê, busca-O e adora, Pois assim tu terás salvação; </a:t>
            </a:r>
            <a:br>
              <a:rPr lang="en-US" altLang="pt-BR" sz="4000" i="1"/>
            </a:br>
            <a:r>
              <a:rPr lang="en-US" altLang="pt-BR" sz="4000" i="1"/>
              <a:t>Crendo em Cristo no teu coração, </a:t>
            </a:r>
            <a:br>
              <a:rPr lang="en-US" altLang="pt-BR" sz="4000" i="1"/>
            </a:br>
            <a:r>
              <a:rPr lang="en-US" altLang="pt-BR" sz="4000" i="1"/>
              <a:t>Paz e gozo por Ele obterás; </a:t>
            </a:r>
            <a:br>
              <a:rPr lang="en-US" altLang="pt-BR" sz="4000" i="1"/>
            </a:br>
            <a:r>
              <a:rPr lang="en-US" altLang="pt-BR" sz="4000" i="1"/>
              <a:t>E também no céu tu habitarás, </a:t>
            </a:r>
            <a:br>
              <a:rPr lang="en-US" altLang="pt-BR" sz="4000" i="1"/>
            </a:br>
            <a:r>
              <a:rPr lang="en-US" altLang="pt-BR" sz="4000" i="1"/>
              <a:t>Se recebes agora o perdão</a:t>
            </a:r>
            <a:r>
              <a:rPr lang="en-US" altLang="pt-BR" i="1"/>
              <a:t>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 275 Ó ACORDA, DESPERTA</vt:lpstr>
      <vt:lpstr>Ó acorda, desperta dormente,  Tu que jazes no sono da morte,  E que tens uma tão triste sorte.  Ó desperta por Cristo, o Senhor!  Pois te chama o fiel Salvador,  O Seu sangue na cruz já derramou, Teus pecados ali aniquilou,  E respondes: "Não quero, Senhor?”  </vt:lpstr>
      <vt:lpstr>O não sabes que teu próprio alento Vem de Deus, vem a cada momento? Queres tu despertar num tormento  Que jamais poderá se findar?  Cristo hoje te quer libertar,  Ó desperta-te à voz do Salvador,  Foge logo do abismo de horror,  Que tu’alma procura tragar.</vt:lpstr>
      <vt:lpstr>Não te importas por teres agora,  A tua alma em negra masmorra?  Em Jesus hoje crê, busca-O e adora, Pois assim tu terás salvação;  Crendo em Cristo no teu coração,  Paz e gozo por Ele obterás;  E também no céu tu habitarás,  Se recebes agora o perdão.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275 Ó ACORDA, DESPERTA</dc:title>
  <dc:creator>Junior</dc:creator>
  <cp:lastModifiedBy>Emerson Souza</cp:lastModifiedBy>
  <cp:revision>1</cp:revision>
  <dcterms:created xsi:type="dcterms:W3CDTF">2005-12-24T00:33:50Z</dcterms:created>
  <dcterms:modified xsi:type="dcterms:W3CDTF">2026-05-02T21:59:48Z</dcterms:modified>
</cp:coreProperties>
</file>