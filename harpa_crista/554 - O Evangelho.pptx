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14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23D898-BED7-C0E0-69B0-EC828A2D81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DF55581-857B-63EB-D1CF-7A5E9142FC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94BDBB-21A7-B9F4-0CD7-8136A9AA8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89961B-9EB7-46D5-6119-EC18FC65D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21911F-9AD8-9B9D-2190-E29FEBB12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1B0185-6428-4B52-837C-4614CC5E8AD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83488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BC9E2-648C-9CDF-7323-4C5ABDCBA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476A1A-716B-DE32-C471-EB998CB03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D5046E-40BA-B057-EF7E-92AB222BF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865E6F-6F7E-1A6B-C446-4576745A0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E4F848-0F4B-B6D2-B5EC-835DE48AD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475A15-F4C0-4249-865E-8CE196DCBFC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79752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D5BE92-1F42-27EA-7FCE-FEABF1D50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4943CE-004B-7934-BDEB-DC14DC9DD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5B9A27-FE84-F6F2-C003-7BBD8F02A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2B7CFC-1041-C670-57A4-CFE1CD7A5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E6382B5-02A0-BC28-EAC3-760E6F554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CC1194-D1C1-4EF5-8A21-84562ABD7B5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76510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7B3A3D-E87A-9616-5B49-C36FFA592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4F9C59-A626-3153-AADB-44C1477070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31AD41F-3005-5BC3-4711-90CDE160F5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431D2CA-F319-700A-BDC4-9066A3CA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C8100C7-18BA-121A-FD41-A0FC65257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6D0E85E-BEEE-79C4-3C8B-D323C763C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9F4CD0-C18E-4A94-A179-FA8A94E2527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3090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80924-BDE7-3F2C-30C3-372F3A90D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3D56C6-322C-8AF6-40E7-6D973098E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1C644D8-827F-FEA0-299A-F53C26DFFB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C8B4074-5704-4438-E261-BCE3DF75A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ACC9423-E5E3-7F90-ED17-65396BB467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C2758F2-AC1E-FDAC-5B97-7A07345B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6E41648-A346-D5E8-8284-8E4AF98A4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79AD200-08DB-DDD5-C178-E58F7F226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21E6CB-8B45-4C73-A23C-38C24F65F45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81035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44A7AA-1D62-4B20-ABD4-0AFD8366A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5EB8CE0-6435-AF76-5938-347911AE4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10232DF-094A-841C-CE4F-52213B8BA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C11E123-F63C-054F-18AE-FD9BDF1B7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9126AE-A71E-4382-8E95-4D0DE1653DC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36695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A248261-55B6-A887-FBD5-D0E0211F5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C25A634-D843-4C91-654B-D62F8F21E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0B35A2A-1750-4B61-74AD-397277294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FBC7C5-57AA-4EF3-94A9-6D743D110A3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82593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AFEDD1-F057-AECA-BC87-A08541947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0F1582-C30E-F8DF-82F6-97F68620A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DC69203-88FF-1E6F-6C21-F97065780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D8EF18-B983-3C39-BF4D-89AB24AE1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8343894-E1E3-FF6B-8A60-44909C090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D4CBD5D-1362-1A31-2626-01D764189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980B3A-97AB-4C78-A861-CB41446F482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26051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B53273-ECA5-5653-3A73-2A296FB5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68BD3F8-2F26-8F96-BA9B-2B4078950B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7394F05-2AA5-8BF0-D9DC-F7C58E803A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CCC95C3-9DD9-3DE0-AC69-521A72D44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7647554-AE32-5636-FCC6-70CBEB8B6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9342D38-721E-11F0-0A3B-733FC34BA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35A875-8A37-432F-84E4-B48BE2DEDAB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53138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8AA80C-F790-1610-95B3-FAD53EB64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2029510-DC6B-A21F-6FAA-F9E47229E4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7F3C5D-406E-B921-0222-405803BCC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48306E-824D-66DE-4C52-F24EF6BBA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933EF95-3E99-75F2-84D7-2B45D8E12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C56F7E-6254-43C7-B897-C146F30ABDC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8661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6791849-D66F-EB20-7076-A1EE29B8DE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030B8D3-5059-9D2A-F982-A30417AFB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C8C9A1-4FC0-1C57-1EF0-A6D450853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4BEF485-0057-8E9E-3BF6-8CDE75E26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333D35-8441-3984-DA0C-2F68A2F6B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9D308-EA79-48A2-9D18-DBA9C8B6F16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64983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B502AE9-8A18-B88F-D4B6-516EE142C0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92AEA0C-AB63-6857-5008-51E2F0C44A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2230CF7-C530-F8AE-1CB3-97B14A96DEB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5D8BCEB-CBDE-ED8C-9A42-48F3F54EE66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EF0136B-0C53-DE8B-C6CC-2C33226B40A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BB87F38-E0BF-473D-8CD0-EB7F5DD01F2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B1DACFA-9613-8608-E9C9-2CC368234B3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 i="1"/>
              <a:t>554 - O Evangelho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47A343BA-24E1-8147-C1BB-6BF45BDA4BB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FCAC9AD3-4870-87E4-7C2F-1111A72D34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800" i="1"/>
              <a:t> </a:t>
            </a:r>
            <a:r>
              <a:rPr lang="en-US" altLang="pt-BR" sz="3800"/>
              <a:t> </a:t>
            </a:r>
            <a:r>
              <a:rPr lang="en-US" altLang="pt-BR" sz="3800" i="1"/>
              <a:t>O meu Salvador, por seu grande amor,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Do céu, veio aqui morrer, </a:t>
            </a:r>
            <a:br>
              <a:rPr lang="en-US" altLang="pt-BR" sz="3800" i="1"/>
            </a:br>
            <a:r>
              <a:rPr lang="en-US" altLang="pt-BR" sz="3800" i="1"/>
              <a:t>Pra, salvo, levar quem nele confiar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E ir sempre com Ele viver.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</Words>
  <Application>Microsoft Office PowerPoint</Application>
  <PresentationFormat>Apresentação na tela (4:3)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4" baseType="lpstr">
      <vt:lpstr>Arial</vt:lpstr>
      <vt:lpstr>Design padrão</vt:lpstr>
      <vt:lpstr>554 - O Evangelho</vt:lpstr>
      <vt:lpstr>  O meu Salvador, por seu grande amor,  Do céu, veio aqui morrer,  Pra, salvo, levar quem nele confiar  E ir sempre com Ele viver.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554 - O Evangelho</dc:title>
  <dc:creator>Junior</dc:creator>
  <cp:lastModifiedBy>Emerson Souza</cp:lastModifiedBy>
  <cp:revision>1</cp:revision>
  <dcterms:created xsi:type="dcterms:W3CDTF">2005-12-27T00:26:05Z</dcterms:created>
  <dcterms:modified xsi:type="dcterms:W3CDTF">2026-05-02T22:23:28Z</dcterms:modified>
</cp:coreProperties>
</file>