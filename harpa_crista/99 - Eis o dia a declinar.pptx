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0F199-0F05-5800-100B-40B84DE3F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7C1E68-B6FB-5E79-B569-7EBDC94B3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0AF2DE-F258-F205-BD3D-A8E0A1E10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A46B48-9F19-B999-B9E2-4350777E7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EC4687-7C58-0545-458B-59E4B5545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5F6A54-3F33-4651-9CA5-7C753D935E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3552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7C00F-F5ED-D700-158F-40EF763E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421A38-A205-83B4-ED28-4E4228086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5618F0-9652-E461-47E7-4DAA02DB6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1AEC74-1759-EA51-9409-68CA71294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AB7A02-5D9E-3B79-A344-0F3CA448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3C269C-F9E4-499B-9CD6-E9F9497C45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2152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516C4-058A-860C-9BCF-666245D38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14F49-DDDF-34DD-0548-3FF53DE65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937462-5FAC-28B7-C96F-E4FCE08E5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65BEFD-CD26-A658-5F70-C3AF9FA67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FAEEC5-5D0F-B5E0-BCF3-3EFB47DA6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AF53A2-B927-4742-81AE-9F90F4CE70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8106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485D0B-EF87-DAEE-1EE6-C4A6D84E1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C3B4B2-AE18-F53D-4F4B-93B6FDB8F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111B1A8-D38C-D107-D848-9CE1AC5B6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707074B-420D-B9DC-FF2A-C52401592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FE79CA-8B4B-7144-7F4D-547F4F190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03DF93-F3EE-470C-F81F-52AE6705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AF9FF6-43F4-4965-A564-96FF1AC074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57832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B416D-CB67-8EE8-AF77-E2047E649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5FA9AC-2C84-046B-5C92-307761A7E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04C13FD-D983-2EAF-CCEB-938A6AE2F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46F76CF-E3D8-46C3-1529-8D2F2F06EA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7D0B66B-236F-2C30-EF7F-824D303B61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C1E8079-B52E-9BBC-BEB0-4D4F684B0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F08386A-EE29-A25E-6C9C-2FC1A8686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2B36C66-F6F4-B773-7124-6001618E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38DA7B-DA09-43BE-991E-AA93636AAC6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4668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B6344-C1B4-F202-5437-8F0B816AA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59E2FB5-A8A4-2DDA-5824-E8D4B5D72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6A0D91C-5A40-2508-8141-DADFFFC0D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F68E0CF-5B0D-9232-D745-67EA4EEE1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B7B64D-BD54-43F2-9315-C789404C17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3457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BF0B7E6-8205-9B11-D5C3-49268F09D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A734E78-CE77-E6BE-518A-5EADE7654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95542BB-1EF0-5B4D-78F6-ACEC859E2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74326D-7A6C-45D8-A4F5-71D8615CE0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94332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A6842D-3063-B3D8-0BC5-6A953607C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216449-CE4D-E410-DBCF-FFB81EDC4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84C581-B813-9D13-C604-443245923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E9552A-7E0C-642B-5275-397CCFEA9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954E33-8F89-1DD2-D0E1-AD9902497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565D90-CB01-3B51-5DC4-54DCC750B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7C261C-52AE-4166-89B7-1E16FFB92ED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9100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D72B72-2A55-D670-FFF9-7776727B4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E48ED4C-D269-C7CD-4D09-32CC7B95E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2B662BF-EC5B-F987-EF10-CCB0BDEFB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E1CA263-9E17-4FE4-78C7-B05501E0F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9A1FCD-B818-8580-5F76-D0BE4B177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21E58A-F57C-1679-1225-E00A0238F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AEC6D2-3657-4E8A-B635-91C771E884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5504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54102-EFBA-9720-C43B-22E84644D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7AD57C4-69E2-EAF0-4F16-25B268E40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8017E7-7509-3CCC-EF0C-338F939F6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EC0586-5284-F7EB-2A4F-ABA466410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F52D76-2114-6E00-895E-4C1E314A9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FC5091-9F5B-4CE4-AB19-EC003443BA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87578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558876-0D89-73B9-4EE6-6621925619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4BF1616-3704-A5E6-D24A-FD55043C1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66BD2C-EA45-3837-33E9-56EDCFD95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4E5069-2494-FAF2-A6B8-7326ED515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723D20-F546-910E-4AE5-EAE90C489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931E8C-EAC6-4667-B5D8-2A00CD6DE8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0808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86511E8-C650-1F20-9593-6735E0C995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C89B074-E618-5F44-C4AD-3121D1B50C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7523AC0-A674-8F91-A6DE-05CB44103AD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21A1365-BFE3-B709-8CD4-B067B61A4CD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9403544-30EE-43C5-501C-0E3AD1BD0CB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52B9594-9DFD-498B-8911-1A295A0322D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997D8E4-4B14-094B-01A3-70ABCAC8DB6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99</a:t>
            </a:r>
            <a:br>
              <a:rPr lang="en-US" altLang="pt-BR" sz="4000" b="1" i="1"/>
            </a:br>
            <a:r>
              <a:rPr lang="en-US" altLang="pt-BR" sz="4000" b="1" i="1"/>
              <a:t>EIS O DIA A DECLINAR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5C49955-AB8C-9968-C26D-94C37EB8CBA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610BB4C-8025-9DC6-861C-3D48CF5A67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4000"/>
              <a:t>Eis o dia a declinar,</a:t>
            </a:r>
            <a:br>
              <a:rPr lang="en-US" altLang="pt-BR" sz="4000"/>
            </a:br>
            <a:r>
              <a:rPr lang="en-US" altLang="pt-BR" sz="4000"/>
              <a:t>Nos convida a meditar</a:t>
            </a:r>
            <a:br>
              <a:rPr lang="en-US" altLang="pt-BR" sz="4000"/>
            </a:br>
            <a:r>
              <a:rPr lang="en-US" altLang="pt-BR" sz="4000"/>
              <a:t>No Teu grande insigne amor,</a:t>
            </a:r>
            <a:br>
              <a:rPr lang="en-US" altLang="pt-BR" sz="4000"/>
            </a:br>
            <a:r>
              <a:rPr lang="en-US" altLang="pt-BR" sz="4000"/>
              <a:t>Ó bendito Salvador,</a:t>
            </a:r>
            <a:br>
              <a:rPr lang="en-US" altLang="pt-BR" sz="4000"/>
            </a:br>
            <a:r>
              <a:rPr lang="en-US" altLang="pt-BR" sz="4000"/>
              <a:t>E te louvar!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F4D7FE2-4D7C-2CE7-21F6-3D9E1A0B44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4000" b="1"/>
              <a:t>Santo! Santo! </a:t>
            </a:r>
            <a:br>
              <a:rPr lang="en-US" altLang="pt-BR" sz="4000" b="1"/>
            </a:br>
            <a:r>
              <a:rPr lang="en-US" altLang="pt-BR" sz="4000" b="1"/>
              <a:t>Santo Senhor dos céus</a:t>
            </a:r>
            <a:br>
              <a:rPr lang="en-US" altLang="pt-BR" sz="4000" b="1"/>
            </a:br>
            <a:r>
              <a:rPr lang="en-US" altLang="pt-BR" sz="4000" b="1"/>
              <a:t>Toda terra louve a TI;</a:t>
            </a:r>
            <a:br>
              <a:rPr lang="en-US" altLang="pt-BR" sz="4000" b="1"/>
            </a:br>
            <a:r>
              <a:rPr lang="en-US" altLang="pt-BR" sz="4000" b="1"/>
              <a:t>No céu, tudo adore a TI,</a:t>
            </a:r>
            <a:br>
              <a:rPr lang="en-US" altLang="pt-BR" sz="4000" b="1"/>
            </a:br>
            <a:r>
              <a:rPr lang="en-US" altLang="pt-BR" sz="4000" b="1"/>
              <a:t>Bondoso Deus!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E16C8A2-23DC-0AE7-C80F-00A5BD4902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4000"/>
              <a:t>Glorioso no poder!</a:t>
            </a:r>
            <a:br>
              <a:rPr lang="en-US" altLang="pt-BR" sz="4000"/>
            </a:br>
            <a:r>
              <a:rPr lang="en-US" altLang="pt-BR" sz="4000"/>
              <a:t>Infinito no saber!</a:t>
            </a:r>
            <a:br>
              <a:rPr lang="en-US" altLang="pt-BR" sz="4000"/>
            </a:br>
            <a:r>
              <a:rPr lang="en-US" altLang="pt-BR" sz="4000"/>
              <a:t>A mais plena perfeição</a:t>
            </a:r>
            <a:br>
              <a:rPr lang="en-US" altLang="pt-BR" sz="4000"/>
            </a:br>
            <a:r>
              <a:rPr lang="en-US" altLang="pt-BR" sz="4000"/>
              <a:t>Na justiça e no perdão</a:t>
            </a:r>
            <a:br>
              <a:rPr lang="en-US" altLang="pt-BR" sz="4000"/>
            </a:br>
            <a:r>
              <a:rPr lang="en-US" altLang="pt-BR" sz="4000"/>
              <a:t>Nos fazes ver!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870C2FA-9009-0885-B572-298F4DB852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4000" b="1"/>
              <a:t>Santo! Santo! </a:t>
            </a:r>
            <a:br>
              <a:rPr lang="en-US" altLang="pt-BR" sz="4000" b="1"/>
            </a:br>
            <a:r>
              <a:rPr lang="en-US" altLang="pt-BR" sz="4000" b="1"/>
              <a:t>Santo Senhor dos céus</a:t>
            </a:r>
            <a:br>
              <a:rPr lang="en-US" altLang="pt-BR" sz="4000" b="1"/>
            </a:br>
            <a:r>
              <a:rPr lang="en-US" altLang="pt-BR" sz="4000" b="1"/>
              <a:t>Toda terra louve a TI;</a:t>
            </a:r>
            <a:br>
              <a:rPr lang="en-US" altLang="pt-BR" sz="4000" b="1"/>
            </a:br>
            <a:r>
              <a:rPr lang="en-US" altLang="pt-BR" sz="4000" b="1"/>
              <a:t>No céu, tudo adore a TI,</a:t>
            </a:r>
            <a:br>
              <a:rPr lang="en-US" altLang="pt-BR" sz="4000" b="1"/>
            </a:br>
            <a:r>
              <a:rPr lang="en-US" altLang="pt-BR" sz="4000" b="1"/>
              <a:t>Bondoso Deus!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FF1314C-C2F5-52D3-4F40-7F67D49D26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4000"/>
              <a:t>Na profunda escuridão,</a:t>
            </a:r>
            <a:br>
              <a:rPr lang="en-US" altLang="pt-BR" sz="4000"/>
            </a:br>
            <a:r>
              <a:rPr lang="en-US" altLang="pt-BR" sz="4000"/>
              <a:t>Ouve a nossa petição,</a:t>
            </a:r>
            <a:br>
              <a:rPr lang="en-US" altLang="pt-BR" sz="4000"/>
            </a:br>
            <a:r>
              <a:rPr lang="en-US" altLang="pt-BR" sz="4000"/>
              <a:t>Vem teus filhos proteger,</a:t>
            </a:r>
            <a:br>
              <a:rPr lang="en-US" altLang="pt-BR" sz="4000"/>
            </a:br>
            <a:r>
              <a:rPr lang="en-US" altLang="pt-BR" sz="4000"/>
              <a:t>E seguros sempre os ter</a:t>
            </a:r>
            <a:br>
              <a:rPr lang="en-US" altLang="pt-BR" sz="4000"/>
            </a:br>
            <a:r>
              <a:rPr lang="en-US" altLang="pt-BR" sz="4000"/>
              <a:t>Na Tua mão.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42D9E85-AEA7-79DB-C23D-AB5228E428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4000" b="1"/>
              <a:t>Santo! Santo! </a:t>
            </a:r>
            <a:br>
              <a:rPr lang="en-US" altLang="pt-BR" sz="4000" b="1"/>
            </a:br>
            <a:r>
              <a:rPr lang="en-US" altLang="pt-BR" sz="4000" b="1"/>
              <a:t>Santo Senhor dos céus</a:t>
            </a:r>
            <a:br>
              <a:rPr lang="en-US" altLang="pt-BR" sz="4000" b="1"/>
            </a:br>
            <a:r>
              <a:rPr lang="en-US" altLang="pt-BR" sz="4000" b="1"/>
              <a:t>Toda terra louve a TI;</a:t>
            </a:r>
            <a:br>
              <a:rPr lang="en-US" altLang="pt-BR" sz="4000" b="1"/>
            </a:br>
            <a:r>
              <a:rPr lang="en-US" altLang="pt-BR" sz="4000" b="1"/>
              <a:t>No céu, tudo adore a TI,</a:t>
            </a:r>
            <a:br>
              <a:rPr lang="en-US" altLang="pt-BR" sz="4000" b="1"/>
            </a:br>
            <a:r>
              <a:rPr lang="en-US" altLang="pt-BR" sz="4000" b="1"/>
              <a:t>Bondoso Deus!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C8B74A7-0930-0255-9F9E-603EB2C30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4000"/>
              <a:t>Quando tudo, enfim, passar,</a:t>
            </a:r>
            <a:br>
              <a:rPr lang="en-US" altLang="pt-BR" sz="4000"/>
            </a:br>
            <a:r>
              <a:rPr lang="en-US" altLang="pt-BR" sz="4000"/>
              <a:t>Céus, estrelas, terra e mar,</a:t>
            </a:r>
            <a:br>
              <a:rPr lang="en-US" altLang="pt-BR" sz="4000"/>
            </a:br>
            <a:r>
              <a:rPr lang="en-US" altLang="pt-BR" sz="4000"/>
              <a:t>Pela cruz do Salvador,</a:t>
            </a:r>
            <a:br>
              <a:rPr lang="en-US" altLang="pt-BR" sz="4000"/>
            </a:br>
            <a:r>
              <a:rPr lang="en-US" altLang="pt-BR" sz="4000"/>
              <a:t>Faz-nos no Teu grande amor,</a:t>
            </a:r>
            <a:br>
              <a:rPr lang="en-US" altLang="pt-BR" sz="4000"/>
            </a:br>
            <a:r>
              <a:rPr lang="en-US" altLang="pt-BR" sz="4000"/>
              <a:t>Contigo estar!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5273B3B-189D-B668-5FF6-EC5F514F25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4000" b="1"/>
              <a:t>Santo! Santo! </a:t>
            </a:r>
            <a:br>
              <a:rPr lang="en-US" altLang="pt-BR" sz="4000" b="1"/>
            </a:br>
            <a:r>
              <a:rPr lang="en-US" altLang="pt-BR" sz="4000" b="1"/>
              <a:t>Santo Senhor dos céus</a:t>
            </a:r>
            <a:br>
              <a:rPr lang="en-US" altLang="pt-BR" sz="4000" b="1"/>
            </a:br>
            <a:r>
              <a:rPr lang="en-US" altLang="pt-BR" sz="4000" b="1"/>
              <a:t>Toda terra louve a TI;</a:t>
            </a:r>
            <a:br>
              <a:rPr lang="en-US" altLang="pt-BR" sz="4000" b="1"/>
            </a:br>
            <a:r>
              <a:rPr lang="en-US" altLang="pt-BR" sz="4000" b="1"/>
              <a:t>No céu, tudo adore a TI,</a:t>
            </a:r>
            <a:br>
              <a:rPr lang="en-US" altLang="pt-BR" sz="4000" b="1"/>
            </a:br>
            <a:r>
              <a:rPr lang="en-US" altLang="pt-BR" sz="4000" b="1"/>
              <a:t>Bondoso Deus!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99 EIS O DIA A DECLINAR</vt:lpstr>
      <vt:lpstr>Eis o dia a declinar, Nos convida a meditar No Teu grande insigne amor, Ó bendito Salvador, E te louvar! </vt:lpstr>
      <vt:lpstr>Santo! Santo!  Santo Senhor dos céus Toda terra louve a TI; No céu, tudo adore a TI, Bondoso Deus! </vt:lpstr>
      <vt:lpstr>Glorioso no poder! Infinito no saber! A mais plena perfeição Na justiça e no perdão Nos fazes ver! </vt:lpstr>
      <vt:lpstr>Santo! Santo!  Santo Senhor dos céus Toda terra louve a TI; No céu, tudo adore a TI, Bondoso Deus! </vt:lpstr>
      <vt:lpstr>Na profunda escuridão, Ouve a nossa petição, Vem teus filhos proteger, E seguros sempre os ter Na Tua mão. </vt:lpstr>
      <vt:lpstr>Santo! Santo!  Santo Senhor dos céus Toda terra louve a TI; No céu, tudo adore a TI, Bondoso Deus! </vt:lpstr>
      <vt:lpstr>Quando tudo, enfim, passar, Céus, estrelas, terra e mar, Pela cruz do Salvador, Faz-nos no Teu grande amor, Contigo estar! </vt:lpstr>
      <vt:lpstr>Santo! Santo!  Santo Senhor dos céus Toda terra louve a TI; No céu, tudo adore a TI, Bondoso Deus!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99 EIS O DIA A DECLINAR</dc:title>
  <dc:creator>Junior</dc:creator>
  <cp:lastModifiedBy>Emerson Souza</cp:lastModifiedBy>
  <cp:revision>1</cp:revision>
  <dcterms:created xsi:type="dcterms:W3CDTF">2005-12-23T13:21:32Z</dcterms:created>
  <dcterms:modified xsi:type="dcterms:W3CDTF">2026-05-02T21:45:02Z</dcterms:modified>
</cp:coreProperties>
</file>