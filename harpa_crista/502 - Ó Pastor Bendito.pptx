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65DBE9-77D9-693D-109A-F9C8AEEB5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07D740-757F-CC78-F12B-15D0A115F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58BE42-411B-1170-1362-B0D030274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EEF3B5-362D-5E39-FD8D-515A5AA8A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1C57E2-DE95-E5E2-3423-CE57FEC0A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A2CDCF-9737-4A2C-8B27-C11929F9B83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89878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A5B68B-7D8A-D660-A7AB-2411F656A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97454A-B98B-5B36-A004-B4576A36E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3559F-AFA5-C53D-11C2-35635FB30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9E3880-4E77-5A4A-081B-C3DC58948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61435A-3F63-A184-7698-9555A7AD1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FE533-24AA-49E5-8FA7-6AF034E9CB2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85577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BDD2EC-0A8E-F1CE-1115-678875DFE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AF9CA8-CCDD-49CA-D8FF-1888B2E75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D9CD46B-AB97-7F68-A377-4726086AF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9FBBD6-25D6-3854-6994-F16A0CCD5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5E2B5D-887A-3070-3205-1D2D95F6A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E39775-2529-4C59-8ACF-66C90E749D8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15800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C4E02F-0744-4E69-F069-884D21FDE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29E70D-5EC9-924A-177A-E905A73297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CF469F2-8D7F-92EB-EFD8-1EA02BD7A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9F3E37-D473-5344-3C91-3C4447AE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796D02-5CDA-C1E8-2DBB-39F959B50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5D23C35-41E2-969B-D981-72EF91A98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D7A0BE-E29A-4229-81D7-23EFE754238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82703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63AE66-6C28-2F1D-BF0D-DF0105233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065902F-AD4A-A30D-610A-2C1738596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E75D5B1-A0B9-AEF6-816B-F2FB7A2DC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39EC276-2EAF-2125-69EC-67EA0376D3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8CE1143-9DCF-EA0C-7132-7E4D096915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ED1ADF8-99A8-4EF6-EF0E-2399CFE3A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05DCC4E-CCC6-2F42-78C3-AF87E8ED4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355FD82-7F4C-6310-0B22-436BC5CF6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7B4D1B-651D-41D1-8EDD-0B770B36823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87781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4BBC7-759A-B34C-71F4-B360FEE27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8804631-752A-FB06-582E-BAD88C4B1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2EC0537-4050-AA37-1A6F-5BAB261E6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9314F2E-EFD9-1B62-CCA2-D8732A90F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83A739-93C5-4F52-89EA-8AA75222450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9431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4437556-F7FD-0E07-B782-C874172B8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7D4226B-EDE2-0A5F-6F1A-DD3626811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ECC91AD-BFB5-3F28-9670-B519F0778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1CC9B0-1B7C-41DC-909F-DA3B1A71C2F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2475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435657-559D-DA8D-B4DD-13472B7B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AD7980-40E8-DEBA-8A76-B185B2356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E584BB5-FC49-1AF1-4404-175B7E3D8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66FE037-A476-8B94-900F-8721825A8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3DCB41-56CB-C14C-9B09-2E9C3ADE5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CB53C7D-7C42-12EA-60A9-9475DBBD5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A07925-2DE8-48A3-AFE2-A748DC15933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80978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1746F8-0807-7C47-A4A7-47932F59F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1047710-450E-3432-443F-F04334D77D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4089B7-8BD5-AE38-A60F-7167DDCE9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D20E28-715E-7A9B-06A6-1E9BB65A2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1126B9A-57C6-6E91-BC8A-C36D267CD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F45AF1-8331-8539-B0A8-911E1D1A7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42AA9E-C9DC-4830-8493-A9774BA7A69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54378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C7C971-C8F5-8161-DCED-6AFF59AA0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BC2204C-9F06-54B0-5329-813652CC92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46473F-1D91-3F0B-9315-A66029AA7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BB8643-6C85-0D4D-885F-4253875E6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A69099-02F5-46A4-9CD2-88910D6CF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BC8862-C009-4386-A76D-EFEF96451D1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2148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1BEBD3C-CFC4-A78C-C4CC-F8BE26FD5B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8FBD552-FD96-AE69-A492-4E3B07B66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FFD0D4-83E6-074A-CB58-0913A8453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30F6EC-3272-0B42-F4E1-52BCE8575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863E90-0412-C554-825E-1BBD6D064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EF93CE-F846-4131-BC30-85667F45C9C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69136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214340D-F40B-6C1A-B8C4-6B0FC41CA5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F8268F3-BB89-97FD-29BE-F7483309BC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99BE03C-82B2-4084-B06A-0EE4C44AF59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32D4D72-B46F-484C-266B-CAFC5A058F1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644E4DD-2E99-B901-EB53-DCA05651D30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662B8B8-2984-4E37-9A9F-6F2EF8AD39D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C658442-50D8-5009-BCFF-F332B943A2F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b="1"/>
              <a:t>502 - Ó Pastor Bendito</a:t>
            </a:r>
            <a:r>
              <a:rPr lang="en-US" altLang="pt-BR" sz="44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E5AF02E-C03C-DAE4-D971-2A0B65710E7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40989189-6EB7-B3AC-7E96-3CDEDA217D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i="1"/>
              <a:t>Ó Pastor bendito, escuta</a:t>
            </a:r>
            <a:r>
              <a:rPr lang="en-US" altLang="pt-BR"/>
              <a:t> </a:t>
            </a:r>
            <a:r>
              <a:rPr lang="en-US" altLang="pt-BR" i="1"/>
              <a:t>De Teus filhos a oração,</a:t>
            </a:r>
            <a:r>
              <a:rPr lang="en-US" altLang="pt-BR"/>
              <a:t> </a:t>
            </a:r>
            <a:r>
              <a:rPr lang="en-US" altLang="pt-BR" i="1"/>
              <a:t>Cordeirinhos que, na luta,</a:t>
            </a:r>
            <a:r>
              <a:rPr lang="en-US" altLang="pt-BR"/>
              <a:t> </a:t>
            </a:r>
            <a:r>
              <a:rPr lang="en-US" altLang="pt-BR" i="1"/>
              <a:t>Dão a Ti seu coração.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CF0BC36-6B8E-B7E8-FC21-5C187E9FBC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i="1"/>
              <a:t>2 Cristo Rei, meu soberano,</a:t>
            </a:r>
            <a:r>
              <a:rPr lang="en-US" altLang="pt-BR"/>
              <a:t> </a:t>
            </a:r>
            <a:r>
              <a:rPr lang="en-US" altLang="pt-BR" i="1"/>
              <a:t>Faze que ao repousar</a:t>
            </a:r>
            <a:r>
              <a:rPr lang="en-US" altLang="pt-BR"/>
              <a:t> </a:t>
            </a:r>
            <a:r>
              <a:rPr lang="en-US" altLang="pt-BR" i="1"/>
              <a:t>Te contemple em brando sono,</a:t>
            </a:r>
            <a:r>
              <a:rPr lang="en-US" altLang="pt-BR"/>
              <a:t> </a:t>
            </a:r>
            <a:r>
              <a:rPr lang="en-US" altLang="pt-BR" i="1"/>
              <a:t>E Te busque ao despertar.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AE910D0-EA3B-C0A3-E5B7-E95B4B42E2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i="1"/>
              <a:t>3 Graças mil, Pastor amado,</a:t>
            </a:r>
            <a:r>
              <a:rPr lang="en-US" altLang="pt-BR"/>
              <a:t> </a:t>
            </a:r>
            <a:r>
              <a:rPr lang="en-US" altLang="pt-BR" i="1"/>
              <a:t>Hoje Teus cordeiros dão,</a:t>
            </a:r>
            <a:r>
              <a:rPr lang="en-US" altLang="pt-BR"/>
              <a:t> </a:t>
            </a:r>
            <a:r>
              <a:rPr lang="en-US" altLang="pt-BR" i="1"/>
              <a:t>Pois Tuas mãos, oh! nos têm dado</a:t>
            </a:r>
            <a:r>
              <a:rPr lang="en-US" altLang="pt-BR"/>
              <a:t> </a:t>
            </a:r>
            <a:r>
              <a:rPr lang="en-US" altLang="pt-BR" i="1"/>
              <a:t>Que vestir e nosso pão.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C3D592C-DBC1-BBFB-A5C2-09592375E2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i="1"/>
              <a:t>4 Pequeninos, Te buscamos,</a:t>
            </a:r>
            <a:r>
              <a:rPr lang="en-US" altLang="pt-BR"/>
              <a:t> </a:t>
            </a:r>
            <a:r>
              <a:rPr lang="en-US" altLang="pt-BR" i="1"/>
              <a:t>Esta noite em oração,</a:t>
            </a:r>
            <a:r>
              <a:rPr lang="en-US" altLang="pt-BR"/>
              <a:t> </a:t>
            </a:r>
            <a:r>
              <a:rPr lang="en-US" altLang="pt-BR" i="1"/>
              <a:t>Reverentes esperamos,</a:t>
            </a:r>
            <a:r>
              <a:rPr lang="en-US" altLang="pt-BR"/>
              <a:t> </a:t>
            </a:r>
            <a:r>
              <a:rPr lang="en-US" altLang="pt-BR" i="1"/>
              <a:t>De manhã ua nova unção. Amém.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502 - Ó Pastor Bendito </vt:lpstr>
      <vt:lpstr>Ó Pastor bendito, escuta De Teus filhos a oração, Cordeirinhos que, na luta, Dão a Ti seu coração.  </vt:lpstr>
      <vt:lpstr>2 Cristo Rei, meu soberano, Faze que ao repousar Te contemple em brando sono, E Te busque ao despertar.  </vt:lpstr>
      <vt:lpstr>3 Graças mil, Pastor amado, Hoje Teus cordeiros dão, Pois Tuas mãos, oh! nos têm dado Que vestir e nosso pão.  </vt:lpstr>
      <vt:lpstr>4 Pequeninos, Te buscamos, Esta noite em oração, Reverentes esperamos, De manhã ua nova unção. Amém.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502 - Ó Pastor Bendito </dc:title>
  <dc:creator>Junior</dc:creator>
  <cp:lastModifiedBy>Emerson Souza</cp:lastModifiedBy>
  <cp:revision>1</cp:revision>
  <dcterms:created xsi:type="dcterms:W3CDTF">2005-12-24T14:54:44Z</dcterms:created>
  <dcterms:modified xsi:type="dcterms:W3CDTF">2026-05-02T22:19:00Z</dcterms:modified>
</cp:coreProperties>
</file>