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CC41F-84D7-EBE7-83F0-961EE798F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A71093-0878-7127-2240-986CF218C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44C730-489E-B8D7-CA71-891BED05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F9E135-4F65-19F3-CAA9-BE2BC894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EA8C0-94AF-C4CF-A0F1-354227A2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9C1071-741D-4341-9D6A-E1AACB1B1C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772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7419D-3A2F-E6D5-F34F-0ABD15DD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973B4F-C784-8429-19B2-DEC72D28E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68DEF2-B242-ACFD-917B-AF8B5FC0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AA0ECC-8D97-862B-87F5-1FBB8326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8CED46-4F2C-4934-1448-EE471CC1E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268463-EA49-4879-9870-3D6FC9DFB5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436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EF8E9-34D3-F128-151E-1AEC0345B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525C8E-EB6C-505B-4093-9EB385C7C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BF144B-A351-6757-D152-A519B6BF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229540-4832-C761-608B-40F260E61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E41F1F-C33A-4BB7-DD6B-5206B40E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EEDDE-8461-4143-BFFD-1466CE9ACD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784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A080E-B473-433D-A354-F0F01962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584402-F5F0-E22A-63FD-08D7ABECB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C5EFD1-F7F0-C5EB-FB92-8557AC7A6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8CD9E4-9FD8-2469-9005-FD3476728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57156E-9383-9828-04F4-998BE06D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66A391-B1FF-BC23-3C45-B68EFD90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6A66B-9048-4AD1-880C-7730F9E7AD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0072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2645F-5FCB-C22C-E124-952E69128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E6F953-4590-9BA7-D9A8-7B688162D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7E4321-27A3-A3F7-F551-65AF2C0CD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156D4A-5B4E-BBAE-826E-D6157FF06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C40449-BE86-58C8-6941-CDA77461C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A870771-0EB7-BFF4-7BCB-AFCE200BD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E319BD-13F7-343C-BB96-AB15AD0C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A7A99A7-8CA8-DFF4-D115-32C6EFD72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58B75C-B5FB-46C9-8917-F63EF363B0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564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07038-9A42-DB96-5F58-C398DD70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72D5D5B-882F-C9A2-5E77-3B6F2E59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B2513C-E76C-6719-7790-9C7D1B8B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5B1551D-992F-B093-5D8A-FE90B9F3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FAD626-8CA5-493A-A624-8B36B09596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5607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487253A-C64A-CC01-5B4E-E8FF45B5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138C0B4-E12B-58C8-C474-105ABCCB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99A720-70C1-1658-93BE-7FD8C7BE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AF10D1-AE44-4500-82D6-D3772AED29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4093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769FD-0601-7EB9-9543-7A979ABD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5A8A05-D6A1-25F2-4D90-764261F45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E20069-49D6-EFB6-64C9-14A514A3C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25B674-7AF0-E5CF-9B02-0A4F5E88A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CD5443-3980-DF28-8318-A8713E22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4FF0C5-D7B8-661B-5E95-79085A6F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97036-C7B8-43C7-8049-15CA1F25CB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892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E5CB6-15CB-893B-2B36-6BD164385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704D9C1-CA56-E198-A86C-AED0A84FB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E26655-F98F-9F42-6D3C-8CAAB66DE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08F4A4-7796-E927-04CD-1EBDDE87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431DB0-3CEB-19E5-3CA7-090DF953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CD6574-B2C7-EAB4-2113-7F31F475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A751ED-06D7-4FA3-963F-82BDD6E477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069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A5A4A-5434-930A-213B-BCA38BE7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6D1B39-4031-9F1D-DC8B-AC2612702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77F1D0-06DE-9964-5D19-1204BC9F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959FCB-282D-6CB0-7DD6-6821D3F6D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0BE8CE-E086-B4E5-E872-2AF94449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5B8B45-63A8-47C6-9A0E-91D41373C7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104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5644BE-51FB-D41E-808B-098BC8FAF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A7D133-1D13-7942-CAB5-419FEEF81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DF756D-BD57-4D0E-5F8A-490D79E3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D2FB62-D745-2FB7-FAC8-6FDE0694C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780B1D-897F-A911-264F-EA497800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54BACE-E1C1-4C53-9C9E-E0390AB1B0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5772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4F69A8-B35F-646E-3DFF-9D0B390FD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165A5DE-F7F9-A375-C1D9-FBA7F288C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8B889E8-2A23-53D4-9B70-65CD9041D58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90CBEC0-376C-087F-ECD4-A8EC531DF1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7EA36DE-B9F8-9AD1-CECB-C834F75596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F67782A-EB3D-4415-9F0B-89293AEF7FD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4A33450-8D9C-7BA6-FA09-9540211569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481 – Cristo e sua humilhação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015868D-6F94-ECAB-7DE2-60C4630E0A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F26216E-F7F3-6B69-DFA2-C0542A28C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Tu deixaste, Senhor, </a:t>
            </a:r>
            <a:br>
              <a:rPr lang="en-US" altLang="pt-BR" sz="4000" i="1"/>
            </a:br>
            <a:r>
              <a:rPr lang="en-US" altLang="pt-BR" sz="4000" i="1"/>
              <a:t>Tua glória, esplendor,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Quando ao mundo quiseste descer, Não puderam achar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Belém um lugar,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Num presépio Tu foste nascer.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B7768D6-BE76-C0B8-2818-11DEA6F28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ao meu coração, ó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Nele tenho p’ra Ti um lugar!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 ao meu coração, ó Cristo vem!</a:t>
            </a:r>
            <a:r>
              <a:rPr lang="en-US" altLang="pt-BR" sz="4000"/>
              <a:t> </a:t>
            </a:r>
            <a:r>
              <a:rPr lang="en-US" altLang="pt-BR" sz="4000" b="1" i="1"/>
              <a:t>Nele podes p’ra sempre morar!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C444159-CC31-EE16-880A-E5EA514C9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Hinos de adoração,</a:t>
            </a:r>
            <a:r>
              <a:rPr lang="en-US" altLang="pt-BR" sz="4000"/>
              <a:t> </a:t>
            </a:r>
            <a:r>
              <a:rPr lang="en-US" altLang="pt-BR" sz="4000" i="1"/>
              <a:t>Anjos no céu </a:t>
            </a:r>
            <a:br>
              <a:rPr lang="en-US" altLang="pt-BR" sz="4000" i="1"/>
            </a:br>
            <a:r>
              <a:rPr lang="en-US" altLang="pt-BR" sz="4000" i="1"/>
              <a:t>Te dão,</a:t>
            </a:r>
            <a:r>
              <a:rPr lang="en-US" altLang="pt-BR" sz="4000"/>
              <a:t> </a:t>
            </a:r>
            <a:r>
              <a:rPr lang="en-US" altLang="pt-BR" sz="4000" i="1"/>
              <a:t>Te rendendo excelso louvor. Mas humilde o Senhor </a:t>
            </a:r>
            <a:br>
              <a:rPr lang="en-US" altLang="pt-BR" sz="4000" i="1"/>
            </a:br>
            <a:r>
              <a:rPr lang="en-US" altLang="pt-BR" sz="4000" i="1"/>
              <a:t>Veio ao mundo de horror, </a:t>
            </a:r>
            <a:br>
              <a:rPr lang="en-US" altLang="pt-BR" sz="4000" i="1"/>
            </a:br>
            <a:r>
              <a:rPr lang="en-US" altLang="pt-BR" sz="4000" i="1"/>
              <a:t>Pra dar vida ao mais vil pecador!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27AB0C3-6696-B44B-40A3-879140654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ao meu coração, ó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Nele tenho p’ra Ti um lugar!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 ao meu coração, ó Cristo vem!</a:t>
            </a:r>
            <a:r>
              <a:rPr lang="en-US" altLang="pt-BR" sz="4000"/>
              <a:t> </a:t>
            </a:r>
            <a:r>
              <a:rPr lang="en-US" altLang="pt-BR" sz="4000" b="1" i="1"/>
              <a:t>Nele podes p’ra sempre morar!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FF74088-73F2-E305-6DB6-5C3BB42EF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As raposas aqui Covas têm para si,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seus ninhos as aves do céus,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Só não teve um lugar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P’ra cabeça pousar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 Cristo, o Filho de Deus.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8E87EA6-C5F2-ABD7-6CB0-3B51A102B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ao meu coração, ó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Nele tenho p’ra Ti um lugar!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 ao meu coração, ó Cristo vem!</a:t>
            </a:r>
            <a:r>
              <a:rPr lang="en-US" altLang="pt-BR" sz="4000"/>
              <a:t> </a:t>
            </a:r>
            <a:r>
              <a:rPr lang="en-US" altLang="pt-BR" sz="4000" b="1" i="1"/>
              <a:t>Nele podes p’ra sempre morar!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017E790-851F-8B73-E9E5-59EB345CF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Do céu vieste Jesus,</a:t>
            </a:r>
            <a:r>
              <a:rPr lang="en-US" altLang="pt-BR" sz="4000"/>
              <a:t> </a:t>
            </a:r>
            <a:r>
              <a:rPr lang="en-US" altLang="pt-BR" sz="4000" i="1"/>
              <a:t>Nos trazendo </a:t>
            </a:r>
            <a:br>
              <a:rPr lang="en-US" altLang="pt-BR" sz="4000" i="1"/>
            </a:br>
            <a:r>
              <a:rPr lang="en-US" altLang="pt-BR" sz="4000" i="1"/>
              <a:t>Tua luz, Que nos dá eternal salvação;</a:t>
            </a:r>
            <a:r>
              <a:rPr lang="en-US" altLang="pt-BR" sz="4000"/>
              <a:t> </a:t>
            </a:r>
            <a:r>
              <a:rPr lang="en-US" altLang="pt-BR" sz="4000" i="1"/>
              <a:t>E com ódio e furor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 cravaram, Senhor, </a:t>
            </a:r>
            <a:br>
              <a:rPr lang="en-US" altLang="pt-BR" sz="4000" i="1"/>
            </a:br>
            <a:r>
              <a:rPr lang="en-US" altLang="pt-BR" sz="4000" i="1"/>
              <a:t>Sobre a cruz, donde deste o perdão!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5F1D261-761E-C3F2-738F-CD43ED405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ao meu coração, ó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Nele tenho p’ra Ti um lugar!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 ao meu coração, ó Cristo vem!</a:t>
            </a:r>
            <a:r>
              <a:rPr lang="en-US" altLang="pt-BR" sz="4000"/>
              <a:t> </a:t>
            </a:r>
            <a:r>
              <a:rPr lang="en-US" altLang="pt-BR" sz="4000" b="1" i="1"/>
              <a:t>Nele podes p’ra sempre morar!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621D86C-504C-AF75-0221-1AA17BC314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Aleluias nos céus,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Cordeiro de Deus! </a:t>
            </a:r>
            <a:br>
              <a:rPr lang="en-US" altLang="pt-BR" sz="4000" i="1"/>
            </a:br>
            <a:r>
              <a:rPr lang="en-US" altLang="pt-BR" sz="4000" i="1"/>
              <a:t>Quando vier o Seu povo buscar; </a:t>
            </a:r>
            <a:br>
              <a:rPr lang="en-US" altLang="pt-BR" sz="4000" i="1"/>
            </a:br>
            <a:r>
              <a:rPr lang="en-US" altLang="pt-BR" sz="4000" i="1"/>
              <a:t>Sua voz se ouvirá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pra mim, oh! Dirá: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“Vem, Eu tenho pra ti um lugar”.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33500D9-FB78-536B-32C3-F40D586EF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ao meu coração, ó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Nele tenho p’ra Ti um lugar!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Vem ao meu coração, ó Cristo vem!</a:t>
            </a:r>
            <a:r>
              <a:rPr lang="en-US" altLang="pt-BR" sz="4000"/>
              <a:t> </a:t>
            </a:r>
            <a:r>
              <a:rPr lang="en-US" altLang="pt-BR" sz="4000" b="1" i="1"/>
              <a:t>Nele podes p’ra sempre morar!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481 – Cristo e sua humilhação</vt:lpstr>
      <vt:lpstr>Tu deixaste, Senhor,  Tua glória, esplendor,  Quando ao mundo quiseste descer, Não puderam achar  Em Belém um lugar,  Num presépio Tu foste nascer.  </vt:lpstr>
      <vt:lpstr>Vem ao meu coração, ó Cristo,  Nele tenho p’ra Ti um lugar!  Vem ao meu coração, ó Cristo vem! Nele podes p’ra sempre morar!  </vt:lpstr>
      <vt:lpstr>Hinos de adoração, Anjos no céu  Te dão, Te rendendo excelso louvor. Mas humilde o Senhor  Veio ao mundo de horror,  Pra dar vida ao mais vil pecador!  </vt:lpstr>
      <vt:lpstr>Vem ao meu coração, ó Cristo,  Nele tenho p’ra Ti um lugar!  Vem ao meu coração, ó Cristo vem! Nele podes p’ra sempre morar!  </vt:lpstr>
      <vt:lpstr>As raposas aqui Covas têm para si,  E seus ninhos as aves do céus,  Só não teve um lugar  P’ra cabeça pousar  Jesus Cristo, o Filho de Deus.  </vt:lpstr>
      <vt:lpstr>Vem ao meu coração, ó Cristo,  Nele tenho p’ra Ti um lugar!  Vem ao meu coração, ó Cristo vem! Nele podes p’ra sempre morar!  </vt:lpstr>
      <vt:lpstr>Do céu vieste Jesus, Nos trazendo  Tua luz, Que nos dá eternal salvação; E com ódio e furor  Te cravaram, Senhor,  Sobre a cruz, donde deste o perdão!  </vt:lpstr>
      <vt:lpstr>Vem ao meu coração, ó Cristo,  Nele tenho p’ra Ti um lugar!  Vem ao meu coração, ó Cristo vem! Nele podes p’ra sempre morar!  </vt:lpstr>
      <vt:lpstr>Aleluias nos céus,  Ao Cordeiro de Deus!  Quando vier o Seu povo buscar;  Sua voz se ouvirá  E pra mim, oh! Dirá:  “Vem, Eu tenho pra ti um lugar”.</vt:lpstr>
      <vt:lpstr>Vem ao meu coração, ó Cristo,  Nele tenho p’ra Ti um lugar!  Vem ao meu coração, ó Cristo vem! Nele podes p’ra sempre morar!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481 – Cristo e sua humilhação</dc:title>
  <dc:creator>Junior</dc:creator>
  <cp:lastModifiedBy>Emerson Souza</cp:lastModifiedBy>
  <cp:revision>1</cp:revision>
  <dcterms:created xsi:type="dcterms:W3CDTF">2005-12-25T21:39:55Z</dcterms:created>
  <dcterms:modified xsi:type="dcterms:W3CDTF">2026-05-02T22:17:16Z</dcterms:modified>
</cp:coreProperties>
</file>