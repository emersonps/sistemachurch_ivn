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640C0-24C7-E414-89AA-B7C16969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501-2342-5883-2885-A80E091A7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D9AC44-508D-A84A-35E5-71031762E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E92DF6-41A4-7D8D-D862-78D2D04A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20CFE8-4711-EF74-B99C-95A6937E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BE8084-E24A-43DA-81C1-5FA8277B00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925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C9D31-B035-C7E7-130A-9A2014D7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E05376-1FA9-01C7-CAB9-F2F63A333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2FFBBD-55BB-61DC-7A28-731BCA60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6D47DD-CC1F-5A45-58D2-9E1B5741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CB2FF6-2C3F-B243-55CE-D8C0E3E7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6B6A1A-5F25-4D89-A2E8-49E0075351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3863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DEC5E-3C6D-5503-9131-CC63EBAF7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9DF360-8390-9D72-A6F3-2537E89F4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3193D9-4B3B-E96A-3A70-21410798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1DB48D-EB8B-4DBC-6929-9614E6E4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784E9B-3977-353F-BDAB-EDCB4B5B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EE035-4775-45F4-B7A4-8D48214E2F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676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A8745-71E0-EC4C-99D0-E8894372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47054-8D17-FD02-AB11-5A71BD14F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CFE5F-6C09-D50B-C4A9-EBB8DFA1A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F2455E-3C3D-F3A8-CC60-8BAB007C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A36963-8489-9737-B421-1DDF2DA3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FB30BE-87A4-CEFC-341A-96B81D36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4FAF8-EACE-4DEE-AE91-E4F890DC5E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400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AE709-CB49-DD55-34F6-B5792B17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DEDAAE-25AB-2664-8F85-7D9493AF9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5474AF-2F1B-27FE-B4B4-72C339919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2023E0-474E-88A3-1AB6-8B7606248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828CCD-A806-B3E5-6ED6-C836F6B01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9DF2977-5E32-110C-6D92-A7FC44FA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25FADD-C328-C414-F546-C627EE6F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081CD7-268A-17D3-2D74-124A42A0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A196E-72AC-40B8-9D37-4D107B91E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1812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9F608-541D-90A3-1A5F-C43092BC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A0CDAF-5E95-A132-36CE-5C0F61CA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636D57-3522-7E05-173B-203EC65D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6AB2A9-D2B8-9439-EBB0-BCED5A93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A72FD8-BD26-4911-BF6A-322099FFDE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1766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4449B2-750D-974A-53A3-957E1D85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E358CA-AB3F-3662-7951-77532D69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70E6F9-57FB-2210-9298-2E442FB9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5991E-387F-49B8-A612-9199F93D54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320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07CD0-5363-202C-9237-3CB012DE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AAC9AE-C7B3-6B1F-63B4-5A10716A6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BB115-CBBA-86E1-3B9D-E45912180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5B3084-563D-5D64-E9FA-34AC123F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F13639-CA84-A6D2-2E8B-AFDB3B72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8F502B-0003-EEC7-D330-D36A0EF9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FB261B-C8CD-4413-B1F1-30830AC564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9079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6A10C-8BAA-574B-91DE-F8662CCF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5D5B7A-D681-C854-C237-49D1842C5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4E6C44-5510-70AF-1D4C-DB2E15D7C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60EDE1-299E-60E4-1B4D-E575ACA4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382BD5-9EBF-C332-F335-E7611958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C2C7DE-BFF6-4FA1-C352-C48A20C1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C7A6A-9882-4434-A77F-8A3AE3F730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502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33443-F48C-D621-B763-F559B72C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AA8CF3-D952-3115-1041-67CA407AD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A71471-4DEB-7254-B392-D66AA909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20F14C-89C4-C6E6-9012-FB76EDD4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DF3B3C-5D86-C462-E16B-D6D67A2A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DF1A09-FC8C-49E5-BBFD-5E9D3A1A90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842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AA9113-B7BA-FF7C-0450-9A977634D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E04BD4-48AE-6634-ACE7-9F192418C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2C6AA3-9BA0-1021-AFEC-D86E474A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AC3A3-7732-E02E-C224-C0583C08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485FC2-7A43-055B-6363-71AA20D5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62CBCA-8CA0-4D6F-9926-F24790F1F6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515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1B14FA-2FA0-C07C-70A8-8038CD2FE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7A968A-DEC9-7744-C80D-E8E293EA8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BA52BD-C624-64D1-33FC-B6D2E78CBD2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75D4102-57D0-AD18-7C24-00E70A2BC89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B637CAF-68AC-B518-DC65-B51F97DE0E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4F90F87-A385-4B69-AEBE-F8459B068C7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53A1EBA-7AC7-A9BF-60F1-4A3D0228C7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53</a:t>
            </a:r>
            <a:br>
              <a:rPr lang="en-US" altLang="pt-BR" sz="4000" b="1" i="1"/>
            </a:br>
            <a:r>
              <a:rPr lang="en-US" altLang="pt-BR" sz="4000" b="1" i="1"/>
              <a:t>A ESPERANÇA DA IGREJA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4BCE5BB-1AF9-5BB6-319D-6F6E5FFD5A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8CC24F0-7402-9626-4C2C-93ECAC54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Até que volte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Cercando a mesa do Senhor,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Ceia vimos celebrar,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Cristo, a morte anunciar,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com humilde devoção,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Render a Deus adoração.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D8E49F-D8B5-918E-C1D6-E0420F211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Até que volte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Aqui mostremos Seu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viva fá e gratidão,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Participemos deste pão,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Obedientes a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Lembrando assim a Sua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160808-D0A3-43CB-C9FC-673EE567D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Até que volte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Bebendo o cálice do Senhor,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nome queremos bendizer,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mais e mais engrandecer,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sangue que Ele derramou,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sangue que nos resgatou!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C13A60B-3D01-B63E-AB01-561B708AF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Se duras são as provações,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fortes as perseguições,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as lutas fazem-se sentir,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custa-nos as resistir,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nos deixemos perturbar: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São só até Jesus voltar!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9D67714-6A61-E246-6EC3-CEBEF515D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Bem prontos para O receber,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Devemos sempre aqui viver;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tempo foge, o dia vem,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glória esperamos além,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trabalhemos, com fervor,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Até que volte o Salvador.</a:t>
            </a:r>
            <a:r>
              <a:rPr lang="en-US" altLang="pt-BR" sz="4000"/>
              <a:t>  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53 A ESPERANÇA DA IGREJA   </vt:lpstr>
      <vt:lpstr>Até que volte o Salvador,  Cercando a mesa do Senhor,  A Ceia vimos celebrar,  De Cristo, a morte anunciar,  E com humilde devoção,  Render a Deus adoração. </vt:lpstr>
      <vt:lpstr>Até que volte o Salvador,  Aqui mostremos Seu amor;  Com viva fá e gratidão,  Participemos deste pão,  Obedientes a Jesus,  Lembrando assim a Sua cruz! </vt:lpstr>
      <vt:lpstr>Até que volte o Salvador,  Bebendo o cálice do Senhor,  Seu nome queremos bendizer,  E mais e mais engrandecer,  O sangue que Ele derramou,  O sangue que nos resgatou!   </vt:lpstr>
      <vt:lpstr>Se duras são as provações,  Se fortes as perseguições,  Se as lutas fazem-se sentir,  E custa-nos as resistir,  Não nos deixemos perturbar:  São só até Jesus voltar! </vt:lpstr>
      <vt:lpstr>Bem prontos para O receber,  Devemos sempre aqui viver;  O tempo foge, o dia vem,  A glória esperamos além,  Pois trabalhemos, com fervor,  Até que volte o Salvador.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 A ESPERANÇA DA IGREJA   </dc:title>
  <dc:creator>Junior</dc:creator>
  <cp:lastModifiedBy>Emerson Souza</cp:lastModifiedBy>
  <cp:revision>1</cp:revision>
  <dcterms:created xsi:type="dcterms:W3CDTF">2005-12-23T02:19:01Z</dcterms:created>
  <dcterms:modified xsi:type="dcterms:W3CDTF">2026-05-02T21:41:20Z</dcterms:modified>
</cp:coreProperties>
</file>