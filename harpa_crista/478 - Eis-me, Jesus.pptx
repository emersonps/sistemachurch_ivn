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F1062-3297-1C1B-BA5E-7F32AF74E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79CF1C-672C-30B3-DAC3-A161E5ACB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5C1D47-C984-5A12-0A63-A26F1B69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FA194-9888-9E37-7465-9F5AFBC0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FBC9DB-1289-CCF9-F20C-6ABA28CE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367FF-F752-4F71-B370-39223D6B71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559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A7CEE-54C6-E7D2-4042-18D412FB2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46F1C5-CA60-0955-B4FE-7AA1A34A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2CECE-E8C5-CE51-9A0B-99D78DDB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9C7ADB-55C6-8B3C-A1C7-0E94FA25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BBA6A7-47A3-0D73-145E-0C1B5A5B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7CB67-6607-4DDC-8995-CB27DB51B6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209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8ACC9-2149-40B5-FB73-4B42CCB0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DDD645-D1A1-15BE-4A3A-8B8B1DEFC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775046-135D-914C-AB99-523DA3F9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7EA0D8-2EEE-251E-F53E-2FCAD944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B504F3-6C9B-36C2-A063-6F889DFC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A2EC3-B27E-450C-B687-06833F0829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366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AF8FD-598C-681B-A903-BDE44DAC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2C4EC-6ECF-61FC-0112-91AE89F7D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D49C80-563B-1D38-0229-16903F50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D1D99D-A1EC-2867-936E-4016C940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AAB78A-7681-D3EC-500F-34CFDB5D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3A710F-323C-8F21-A8EF-99E8F8B3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87F74-D7FF-46C9-AC35-5BCF86FCCF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44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ACD0E-46FC-08F0-A9B2-35C010AD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4931E7-A1BE-E0B6-96DE-12A13419E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6F07C0-CA91-2FC6-1F93-C2AF1C3E0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493131-443E-F6C1-41AB-5E83E2344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86DEC6-B29C-55AC-E6FF-5A3DA066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6BDD6F-3213-E55E-D941-2F641E8A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5B2D49-C3E4-419D-A455-817BE6E5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D93AB3-5791-1AFD-06DD-545E83D1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9626A-165D-4D03-8A46-B8118C4314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591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D97B9-CE03-C2F9-CABA-AFBAC9D9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0FE741F-B39D-67D8-163E-C35BDD2A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D13D9E-7787-EF2F-E407-7411DA1F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FD10A3-27EC-1AD8-51ED-4D718AFF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8C2EEB-1DC6-4A62-B3AF-5E988DC99E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22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5DA4C6-07CE-4467-D630-8696C094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3BD28A-31A3-A454-54FD-3709EFCC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395182-D0AE-A66E-C7A9-707C2FF0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E5D87-AE09-4CC6-AE15-F612E82319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143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5F3DB-D3F3-7FEC-D9AC-B6397092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363301-8DDB-D875-217B-F6D734964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72DF7F-5BF8-284A-6CC0-6F1B0FC31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64DA8E-4FE4-714B-A332-9CEB5C83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B08734-93D8-FA36-77E8-C1830F36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18A8F-5E1E-E610-972E-97FA4BAA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0D575-0818-44B1-83FB-293E6A7B8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02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B641B-2B8B-CAE0-5D85-20FBA81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BEBB07-E6E4-A881-6077-7EFAC008A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6CC910-89BC-BEF4-5FBE-E10483E28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6413F3-1963-63B5-CB45-21478E91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1AD871-6A1E-FD55-DE62-97763A6E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C70C50-3F12-3AED-1CC4-415699C8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E38A97-E8BE-4EEF-98A0-C79AA448C5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191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3B3DB-9C27-4704-E246-CDE02A6A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D8A179-5D06-8FAB-2396-70474F24B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68D5D7-24F1-96C9-C264-174D96CB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4836F9-0B9C-B321-3B54-B679C018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193121-A6EA-15AF-B13B-246133B6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8381C-E482-4841-9A19-1BAA3C50F1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107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BBE277-EF33-E2EE-2F4D-158D539E7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975C1A-1AA5-1254-E26E-F67C5B1E8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BA6FFF-A757-1EEA-BA99-115F0C80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C9DC3A-3BE0-BF58-2B43-F6552773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6CB98D-D4DC-A6FC-41A8-E5653841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CD135-C22D-41D3-AF61-6F7ADCA270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355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A00C97-111F-2DC0-FED3-592BD1CB5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22D9B04-07EB-65C1-1D97-68B49ABAE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295240-F6E0-724B-A6BD-84E51B9C29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33A984-0827-AE8F-E97E-DB76A7F399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74DF2EA-B32A-A8E0-80DF-691DE9A247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B15F35-AA39-44D2-85F6-57FF49B5A5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8F92E91-7B6C-CD24-916D-F9FFA69FF8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478 – Eis-me,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F7B0B49-D604-2F8C-ABB8-E5332F58BA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51BE51F-77B5-F514-4E15-DBB3B2EFC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Eis-me, Jesus, Te louvando, </a:t>
            </a:r>
            <a:br>
              <a:rPr lang="en-US" altLang="pt-BR" sz="4000" i="1"/>
            </a:br>
            <a:r>
              <a:rPr lang="en-US" altLang="pt-BR" sz="4000" i="1"/>
              <a:t>Pois Tu padeceste assim; </a:t>
            </a:r>
            <a:br>
              <a:rPr lang="en-US" altLang="pt-BR" sz="4000" i="1"/>
            </a:br>
            <a:r>
              <a:rPr lang="en-US" altLang="pt-BR" sz="4000" i="1"/>
              <a:t>O sangue Teu derramando, </a:t>
            </a:r>
            <a:br>
              <a:rPr lang="en-US" altLang="pt-BR" sz="4000" i="1"/>
            </a:br>
            <a:r>
              <a:rPr lang="en-US" altLang="pt-BR" sz="4000" i="1"/>
              <a:t>Na dura cruz por mim. 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9D199A9-F457-D856-5480-FD461F07A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2C885D8-BF5F-A36F-9583-8A90D4442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Do Teu amor me encheste,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Maravilhoso Jesus;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Quando o Espírito me deste,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Trazendo gozo à flux!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57FC73C-D099-B00E-C7E1-E4B5710D2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2148DBF-DB1B-3A3F-4302-47614670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Os Teus discípulos, fizeste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línguas estranhas falar;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mesmo a mim concedeste, </a:t>
            </a:r>
            <a:br>
              <a:rPr lang="en-US" altLang="pt-BR" sz="4000" i="1"/>
            </a:br>
            <a:r>
              <a:rPr lang="en-US" altLang="pt-BR" sz="4000" i="1"/>
              <a:t>E dás a quem buscar.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FF094B4-760B-4E42-9FCC-40E9FDEB0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49F16C4-45C1-EBB6-CF08-035C1EB4B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Que Teu Espírito desça,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fim de Teu povo selar,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Realizando a promessa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Naquele que confiar.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B9B9FD9-F82E-56CD-59B8-0EA84F859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290A10D-259E-9B1C-D59B-D81382F8F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Os dons do Santo Espírito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São nove, que Cristo nos dá;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ao que pede contrito,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não os negará.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C69137-8A7C-23BE-6D27-316159F6A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1A1A855-4B5B-3FD0-0D3C-ACB4C3F6B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É Teu amor, céu e gozo,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qual sempre me alegrarei;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meu Senhor tão bondoso,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Mil glórias Lhe darei!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2CE35E3-01D5-A9D5-ADE7-B257DA59F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Glória, aleluia! ó Cordeiro,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deu-me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Dou-Te louvor verdadeiro,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graça tão veraz!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Apresentação na tela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Arial</vt:lpstr>
      <vt:lpstr>Design padrão</vt:lpstr>
      <vt:lpstr>478 – Eis-me, Jesus </vt:lpstr>
      <vt:lpstr>Eis-me, Jesus, Te louvando,  Pois Tu padeceste assim;  O sangue Teu derramando,  Na dura cruz por mim.  </vt:lpstr>
      <vt:lpstr>Glória, aleluia! ó Cordeiro,  Tua vida deu-me paz!  Dou-Te louvor verdadeiro,  Por graça tão veraz!  </vt:lpstr>
      <vt:lpstr>Do Teu amor me encheste,  Oh! Maravilhoso Jesus;  Quando o Espírito me deste,  Trazendo gozo à flux!  </vt:lpstr>
      <vt:lpstr>Glória, aleluia! ó Cordeiro,  Tua vida deu-me paz!  Dou-Te louvor verdadeiro,  Por graça tão veraz!  </vt:lpstr>
      <vt:lpstr>Os Teus discípulos, fizeste  Em línguas estranhas falar;  O mesmo a mim concedeste,  E dás a quem buscar. </vt:lpstr>
      <vt:lpstr>Glória, aleluia! ó Cordeiro,  Tua vida deu-me paz!  Dou-Te louvor verdadeiro,  Por graça tão veraz!  </vt:lpstr>
      <vt:lpstr>Que Teu Espírito desça,  A fim de Teu povo selar,  Realizando a promessa  Naquele que confiar.  </vt:lpstr>
      <vt:lpstr>Glória, aleluia! ó Cordeiro,  Tua vida deu-me paz!  Dou-Te louvor verdadeiro,  Por graça tão veraz!  </vt:lpstr>
      <vt:lpstr>Os dons do Santo Espírito  São nove, que Cristo nos dá;  E ao que pede contrito,  Jesus não os negará.  </vt:lpstr>
      <vt:lpstr>Glória, aleluia! ó Cordeiro,  Tua vida deu-me paz!  Dou-Te louvor verdadeiro,  Por graça tão veraz!  </vt:lpstr>
      <vt:lpstr>É Teu amor, céu e gozo,  No qual sempre me alegrarei;  Ao meu Senhor tão bondoso,  Mil glórias Lhe darei!</vt:lpstr>
      <vt:lpstr>Glória, aleluia! ó Cordeiro,  Tua vida deu-me paz!  Dou-Te louvor verdadeiro,  Por graça tão veraz!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478 – Eis-me, Jesus </dc:title>
  <dc:creator>Junior</dc:creator>
  <cp:lastModifiedBy>Emerson Souza</cp:lastModifiedBy>
  <cp:revision>1</cp:revision>
  <dcterms:created xsi:type="dcterms:W3CDTF">2005-12-25T22:00:59Z</dcterms:created>
  <dcterms:modified xsi:type="dcterms:W3CDTF">2026-05-02T22:17:03Z</dcterms:modified>
</cp:coreProperties>
</file>