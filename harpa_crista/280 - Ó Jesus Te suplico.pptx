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34AA7-9605-773C-470A-F9CB916C8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D3C7FB-A2B1-132E-FB9B-9A6C28EAA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4FD231-96FA-24BD-1E49-6033F702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F437BA-476E-65E2-57BD-5D66712C6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D0A482-61D8-CD69-F450-5E29FA9F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635883-3973-44DB-A789-0FC5A8301C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979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D802A-0A6C-74F1-484E-D23EE9CD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C5EE3A-A15C-BF6C-D67B-5FDC5304B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80755B-387E-E412-3422-C40BFEA3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C0D81F-F0CB-E110-CB98-847287CE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DCCBEB-A215-59EE-5248-147CB161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2CDBB7-1255-4C62-945D-6F4F4A967B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393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5F015-02D8-1529-D909-E018A6E9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35EE88-BBE5-A772-32A1-C9CE0E46B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A692D7-CEE9-81E0-4EEA-BAAE3BCF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8002D2-8723-27E6-5F19-A23D39927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D8A292-C6A5-5A90-EC18-6E6120E8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539F4-A4F9-41B1-9FFB-EA2E5B4401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00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1A9EA-38F0-F768-7608-5428F05F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961965-A021-43A7-3934-6BBD4FF07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66743B-6665-B65B-8655-4D485A435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1201CD-5CF5-A009-1788-7BD6730E2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80381E-117E-0484-FF6E-BDE9B306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6E0AD1-1BBA-6DDF-8050-727A1287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C14D9-5BDB-400C-966F-4081C66B09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990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14CF8-5A23-DBD6-8A20-9FBAD523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5D824D-78F1-01C7-0C05-B2B769530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F1934B-373B-D5E4-0193-23CDA48BA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BF9A2C-AC92-D6E7-0B22-02A9A2A7D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70DF60-AABE-EA92-4292-93228BDE7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E1530C-D027-4834-75C0-1F2AAF5F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305EA34-11EA-D77D-206B-AF6034E4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8D92FE-1BE3-9CCE-0464-A50625F83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6249F4-9F12-4879-A957-561B4029BF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896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D16D5-4943-7A42-F937-AB64FA8E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AA6251-BE51-DE5C-E66A-989665D2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CB41A14-B32C-2F7B-46FC-E7352B4F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157036-46E3-18CC-8496-9EAFB188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805E5D-C58C-479E-8D5B-A4BB56760E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528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9BA9506-E951-BD43-5345-32BB55E3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2590B52-4A71-2C79-9C98-B478BE1E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CC6464-6610-2246-F53B-107A3C79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361EA7-9285-44CB-B2CC-C353E2A289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327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4CB86-56F7-37CB-4C06-9237F600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A63D71-ED0C-D310-6A71-C93E811AC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1C39EA-F1D1-F689-6F9F-27E887CA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F2BD01-6C42-8ADA-B214-93BDF9BC5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AD4AC1-7DBB-CB1F-CBE6-8B937F8A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B411B6-1DCE-A9C4-622D-33DE0AFC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FB0775-7870-4C6F-9454-83AEB61E8A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236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991B9-2577-5B50-4A15-E3534E19E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02AB662-173C-ED23-0235-2C96DB91E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A0C9F4-AEE5-7D7A-9043-525E4C0FC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A7DB9C-FFD2-9C0D-DF48-33F9A394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4A24E-9A7F-8201-E0C5-D9AC5C67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8AD711-A548-D720-D2E6-8D67DD08C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86D724-0F83-4DE8-8ACF-9CAA8B7179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305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1B192-C4A1-8A1A-BE38-3DDEB786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BD8274-0B79-FCD5-CBA1-28BCB10B4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BCA541-5B21-3A7C-E499-1C8C2D3A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0F482A-1350-E0D1-4D17-D757E8FFF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D93725-250B-DDDB-E9F3-4FFD0A21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70B353-05F5-4943-9BC6-C65D939E67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64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0D22E6-C824-7A3A-BCAE-5E7218159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5B20F8-AC67-293E-8611-F7F1A01AC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264BFA-095D-8846-03E3-CAED3B2B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DDDB74-FD90-3F5D-1E1C-4FD76752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5AF5CF-8F35-CD2A-9A25-589F799B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C1514D-33E3-4B72-95EA-8A513B7A8E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003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92E934E-7F59-3753-219C-380AE9ECD7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C9500E-7B84-6952-7107-9D2EFF38B0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EEE050F-B183-4A0F-D63B-15A88A8B469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0BAEF3F-6FFF-587F-4B60-32E6818CB2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549308C-3C77-BCA3-314E-1888965FA8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BFC0929-6A7B-49F7-BFB7-5C8658FAF79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A036BC4-96F9-5639-F78A-40D9ACCF4F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280</a:t>
            </a:r>
            <a:br>
              <a:rPr lang="en-US" altLang="pt-BR" sz="4000" b="1"/>
            </a:br>
            <a:r>
              <a:rPr lang="en-US" altLang="pt-BR" sz="4000" b="1"/>
              <a:t>Ó JESUS, TE SUPLICO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BB243D6-3099-5415-4B2D-CFD68F8479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1DCF16C-2916-914C-FA7B-73B867210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Ó Jesus, no Teu caminho,</a:t>
            </a:r>
            <a:br>
              <a:rPr lang="en-US" altLang="pt-BR" sz="4000" i="1"/>
            </a:br>
            <a:r>
              <a:rPr lang="en-US" altLang="pt-BR" sz="4000" i="1"/>
              <a:t>Te suplico com fervor,</a:t>
            </a:r>
            <a:br>
              <a:rPr lang="en-US" altLang="pt-BR" sz="4000" i="1"/>
            </a:br>
            <a:r>
              <a:rPr lang="en-US" altLang="pt-BR" sz="4000" i="1"/>
              <a:t>Tem-me mais a Ti vizinho</a:t>
            </a:r>
            <a:br>
              <a:rPr lang="en-US" altLang="pt-BR" sz="4000" i="1"/>
            </a:br>
            <a:r>
              <a:rPr lang="en-US" altLang="pt-BR" sz="4000" i="1"/>
              <a:t>P'ra gozar do Teu amor.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85A9E04-E8F5-B6DB-4CE8-3185D5EECA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Ó Senhor, ó vem guardar-me </a:t>
            </a:r>
            <a:br>
              <a:rPr lang="en-US" altLang="pt-BR" sz="4000" i="1"/>
            </a:br>
            <a:r>
              <a:rPr lang="en-US" altLang="pt-BR" sz="4000" i="1"/>
              <a:t>Sob Tua proteção; </a:t>
            </a:r>
            <a:br>
              <a:rPr lang="en-US" altLang="pt-BR" sz="4000" i="1"/>
            </a:br>
            <a:r>
              <a:rPr lang="en-US" altLang="pt-BR" sz="4000" i="1"/>
              <a:t>Para o céu, ó vem guiar-me </a:t>
            </a:r>
            <a:br>
              <a:rPr lang="en-US" altLang="pt-BR" sz="4000" i="1"/>
            </a:br>
            <a:r>
              <a:rPr lang="en-US" altLang="pt-BR" sz="4000" i="1"/>
              <a:t>Pela Tua forte mão.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92BD66-5196-2C3A-7FDD-15FBFA761D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Dá-me Teu celeste gozo, </a:t>
            </a:r>
            <a:br>
              <a:rPr lang="en-US" altLang="pt-BR" sz="4000" i="1"/>
            </a:br>
            <a:r>
              <a:rPr lang="en-US" altLang="pt-BR" sz="4000" i="1"/>
              <a:t>E vitória sobre o mal; </a:t>
            </a:r>
            <a:br>
              <a:rPr lang="en-US" altLang="pt-BR" sz="4000" i="1"/>
            </a:br>
            <a:r>
              <a:rPr lang="en-US" altLang="pt-BR" sz="4000" i="1"/>
              <a:t>Dá-me a graça, Teu repouso, </a:t>
            </a:r>
            <a:br>
              <a:rPr lang="en-US" altLang="pt-BR" sz="4000" i="1"/>
            </a:br>
            <a:r>
              <a:rPr lang="en-US" altLang="pt-BR" sz="4000" i="1"/>
              <a:t>Tua paz celestial!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E85E1DF-9F29-3904-1027-719863248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Ó Senhor, vem consolar-me, </a:t>
            </a:r>
            <a:br>
              <a:rPr lang="en-US" altLang="pt-BR" sz="4000" i="1"/>
            </a:br>
            <a:r>
              <a:rPr lang="en-US" altLang="pt-BR" sz="4000" i="1"/>
              <a:t>No Teu divinal amor! </a:t>
            </a:r>
            <a:br>
              <a:rPr lang="en-US" altLang="pt-BR" sz="4000" i="1"/>
            </a:br>
            <a:r>
              <a:rPr lang="en-US" altLang="pt-BR" sz="4000" i="1"/>
              <a:t>Tua vida queiras dar-me, </a:t>
            </a:r>
            <a:br>
              <a:rPr lang="en-US" altLang="pt-BR" sz="4000" i="1"/>
            </a:br>
            <a:r>
              <a:rPr lang="en-US" altLang="pt-BR" sz="4000" i="1"/>
              <a:t>Meu amado Redentor!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280 Ó JESUS, TE SUPLICO </vt:lpstr>
      <vt:lpstr>Ó Jesus, no Teu caminho, Te suplico com fervor, Tem-me mais a Ti vizinho P'ra gozar do Teu amor.  </vt:lpstr>
      <vt:lpstr>Ó Senhor, ó vem guardar-me  Sob Tua proteção;  Para o céu, ó vem guiar-me  Pela Tua forte mão.</vt:lpstr>
      <vt:lpstr>Dá-me Teu celeste gozo,  E vitória sobre o mal;  Dá-me a graça, Teu repouso,  Tua paz celestial!  </vt:lpstr>
      <vt:lpstr>Ó Senhor, vem consolar-me,  No Teu divinal amor!  Tua vida queiras dar-me,  Meu amado Redentor!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280 Ó JESUS, TE SUPLICO </dc:title>
  <dc:creator>Junior</dc:creator>
  <cp:lastModifiedBy>Emerson Souza</cp:lastModifiedBy>
  <cp:revision>1</cp:revision>
  <dcterms:created xsi:type="dcterms:W3CDTF">2005-12-24T11:32:28Z</dcterms:created>
  <dcterms:modified xsi:type="dcterms:W3CDTF">2026-05-02T22:00:17Z</dcterms:modified>
</cp:coreProperties>
</file>