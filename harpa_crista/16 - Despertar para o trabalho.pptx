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13"/>
  </p:notesMasterIdLst>
  <p:sldIdLst>
    <p:sldId id="265" r:id="rId2"/>
    <p:sldId id="256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11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2209785-F27E-4ACF-C343-E01098F286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7A2E7B9-5EDA-AF83-EB71-2A2A5A8DAF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E73D8433-4357-AD0F-AC7A-E2577017A78D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A5312176-19DA-7BAD-C8F6-57B4A99C7B4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55FB1DC7-F19D-2C9A-E69D-630218B0F32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pt-BR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C47AE2D4-E0C6-5922-FA2D-3C379248A1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E455A9AA-6C2F-4666-8F54-392935322A0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73814C3-7479-9FF3-6E29-0363883FD1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5C9EB7-7CC5-487E-B9AE-7613D16D0667}" type="slidenum">
              <a:rPr lang="en-US" altLang="pt-BR"/>
              <a:pPr/>
              <a:t>1</a:t>
            </a:fld>
            <a:endParaRPr lang="en-US" altLang="pt-BR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779AE6CB-3FF1-A63D-19BE-5ED7CA55E5F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D177ECF-91CE-964B-FFD4-C7F8BF34C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4" name="Group 2">
            <a:extLst>
              <a:ext uri="{FF2B5EF4-FFF2-40B4-BE49-F238E27FC236}">
                <a16:creationId xmlns:a16="http://schemas.microsoft.com/office/drawing/2014/main" id="{A14BD91E-AB53-B7A1-4942-44AD309E391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74755" name="Freeform 3">
              <a:extLst>
                <a:ext uri="{FF2B5EF4-FFF2-40B4-BE49-F238E27FC236}">
                  <a16:creationId xmlns:a16="http://schemas.microsoft.com/office/drawing/2014/main" id="{6B1D3A1B-5D1C-88FC-3786-7F9AA7E7984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56" name="Freeform 4">
              <a:extLst>
                <a:ext uri="{FF2B5EF4-FFF2-40B4-BE49-F238E27FC236}">
                  <a16:creationId xmlns:a16="http://schemas.microsoft.com/office/drawing/2014/main" id="{EA9AB86C-E2CC-CB0B-4257-EB3FE16C731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57" name="Freeform 5">
              <a:extLst>
                <a:ext uri="{FF2B5EF4-FFF2-40B4-BE49-F238E27FC236}">
                  <a16:creationId xmlns:a16="http://schemas.microsoft.com/office/drawing/2014/main" id="{79D5E3EE-DB2F-9E05-BA2C-5C9DBFE55FA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58" name="Freeform 6">
              <a:extLst>
                <a:ext uri="{FF2B5EF4-FFF2-40B4-BE49-F238E27FC236}">
                  <a16:creationId xmlns:a16="http://schemas.microsoft.com/office/drawing/2014/main" id="{C890FBF3-8549-A368-BE15-CFF7BF8649A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59" name="Freeform 7">
              <a:extLst>
                <a:ext uri="{FF2B5EF4-FFF2-40B4-BE49-F238E27FC236}">
                  <a16:creationId xmlns:a16="http://schemas.microsoft.com/office/drawing/2014/main" id="{AC18F9A0-0050-5982-C97F-70FA022B8A2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0" name="Freeform 8">
              <a:extLst>
                <a:ext uri="{FF2B5EF4-FFF2-40B4-BE49-F238E27FC236}">
                  <a16:creationId xmlns:a16="http://schemas.microsoft.com/office/drawing/2014/main" id="{321A7439-EA5E-B597-B8E0-31F97F4CDA2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1" name="Freeform 9">
              <a:extLst>
                <a:ext uri="{FF2B5EF4-FFF2-40B4-BE49-F238E27FC236}">
                  <a16:creationId xmlns:a16="http://schemas.microsoft.com/office/drawing/2014/main" id="{AEF1A679-9F1F-C74E-071F-C2A5A1CE158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2" name="Freeform 10">
              <a:extLst>
                <a:ext uri="{FF2B5EF4-FFF2-40B4-BE49-F238E27FC236}">
                  <a16:creationId xmlns:a16="http://schemas.microsoft.com/office/drawing/2014/main" id="{0720FC74-93F9-4B53-CD48-2A3B2F8BD47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3" name="Freeform 11">
              <a:extLst>
                <a:ext uri="{FF2B5EF4-FFF2-40B4-BE49-F238E27FC236}">
                  <a16:creationId xmlns:a16="http://schemas.microsoft.com/office/drawing/2014/main" id="{952EB267-217E-7303-F6AD-6DBA377EF7F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4" name="Freeform 12">
              <a:extLst>
                <a:ext uri="{FF2B5EF4-FFF2-40B4-BE49-F238E27FC236}">
                  <a16:creationId xmlns:a16="http://schemas.microsoft.com/office/drawing/2014/main" id="{F1267EAF-E5B9-4075-01B2-C2906CA8B2C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5" name="Freeform 13">
              <a:extLst>
                <a:ext uri="{FF2B5EF4-FFF2-40B4-BE49-F238E27FC236}">
                  <a16:creationId xmlns:a16="http://schemas.microsoft.com/office/drawing/2014/main" id="{1DB0A696-616C-CCC5-EEE7-D89031BA6EF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6" name="Freeform 14">
              <a:extLst>
                <a:ext uri="{FF2B5EF4-FFF2-40B4-BE49-F238E27FC236}">
                  <a16:creationId xmlns:a16="http://schemas.microsoft.com/office/drawing/2014/main" id="{309C6FE4-E90D-6563-4914-B954579DB26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7" name="Freeform 15">
              <a:extLst>
                <a:ext uri="{FF2B5EF4-FFF2-40B4-BE49-F238E27FC236}">
                  <a16:creationId xmlns:a16="http://schemas.microsoft.com/office/drawing/2014/main" id="{FB27254A-603B-F0E7-44B3-BFB6C05CE9D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8" name="Freeform 16">
              <a:extLst>
                <a:ext uri="{FF2B5EF4-FFF2-40B4-BE49-F238E27FC236}">
                  <a16:creationId xmlns:a16="http://schemas.microsoft.com/office/drawing/2014/main" id="{1E52B4E3-1752-F242-AE34-50B7B92A88A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9" name="Freeform 17">
              <a:extLst>
                <a:ext uri="{FF2B5EF4-FFF2-40B4-BE49-F238E27FC236}">
                  <a16:creationId xmlns:a16="http://schemas.microsoft.com/office/drawing/2014/main" id="{3D92F8D2-868C-34F0-D5EB-C65D6175B75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0" name="Freeform 18">
              <a:extLst>
                <a:ext uri="{FF2B5EF4-FFF2-40B4-BE49-F238E27FC236}">
                  <a16:creationId xmlns:a16="http://schemas.microsoft.com/office/drawing/2014/main" id="{41BB857C-03F3-8F64-7010-DDAE108A92C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1" name="Freeform 19">
              <a:extLst>
                <a:ext uri="{FF2B5EF4-FFF2-40B4-BE49-F238E27FC236}">
                  <a16:creationId xmlns:a16="http://schemas.microsoft.com/office/drawing/2014/main" id="{0FAC2EA0-E6D8-B1C2-9CBD-52942B601D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2" name="Freeform 20">
              <a:extLst>
                <a:ext uri="{FF2B5EF4-FFF2-40B4-BE49-F238E27FC236}">
                  <a16:creationId xmlns:a16="http://schemas.microsoft.com/office/drawing/2014/main" id="{23D0DF27-DC57-751C-CF32-A5D80A74EFD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3" name="Freeform 21">
              <a:extLst>
                <a:ext uri="{FF2B5EF4-FFF2-40B4-BE49-F238E27FC236}">
                  <a16:creationId xmlns:a16="http://schemas.microsoft.com/office/drawing/2014/main" id="{FEC24240-6989-5C02-DABF-F65928A5ED4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4" name="Freeform 22">
              <a:extLst>
                <a:ext uri="{FF2B5EF4-FFF2-40B4-BE49-F238E27FC236}">
                  <a16:creationId xmlns:a16="http://schemas.microsoft.com/office/drawing/2014/main" id="{B7033EE7-76AE-B3C2-8628-74695EE6F45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5" name="Freeform 23">
              <a:extLst>
                <a:ext uri="{FF2B5EF4-FFF2-40B4-BE49-F238E27FC236}">
                  <a16:creationId xmlns:a16="http://schemas.microsoft.com/office/drawing/2014/main" id="{82E7CA5B-F2CD-565A-E05A-5BFD2CBD2F3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6" name="Freeform 24">
              <a:extLst>
                <a:ext uri="{FF2B5EF4-FFF2-40B4-BE49-F238E27FC236}">
                  <a16:creationId xmlns:a16="http://schemas.microsoft.com/office/drawing/2014/main" id="{FCC297C1-C578-D9BB-1940-5EA0707237F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7" name="Freeform 25">
              <a:extLst>
                <a:ext uri="{FF2B5EF4-FFF2-40B4-BE49-F238E27FC236}">
                  <a16:creationId xmlns:a16="http://schemas.microsoft.com/office/drawing/2014/main" id="{D462B0B6-DD3F-D1CD-D4FD-81D3387D87A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8" name="Freeform 26">
              <a:extLst>
                <a:ext uri="{FF2B5EF4-FFF2-40B4-BE49-F238E27FC236}">
                  <a16:creationId xmlns:a16="http://schemas.microsoft.com/office/drawing/2014/main" id="{A5C6FBE1-1C14-9F58-2C3E-536163B6F8E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9" name="Freeform 27">
              <a:extLst>
                <a:ext uri="{FF2B5EF4-FFF2-40B4-BE49-F238E27FC236}">
                  <a16:creationId xmlns:a16="http://schemas.microsoft.com/office/drawing/2014/main" id="{5D69A002-2901-72B4-44D6-5271E4A7A11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0" name="Freeform 28">
              <a:extLst>
                <a:ext uri="{FF2B5EF4-FFF2-40B4-BE49-F238E27FC236}">
                  <a16:creationId xmlns:a16="http://schemas.microsoft.com/office/drawing/2014/main" id="{468C212D-D0B1-DAC4-00F8-0CB243BDF6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1" name="Freeform 29">
              <a:extLst>
                <a:ext uri="{FF2B5EF4-FFF2-40B4-BE49-F238E27FC236}">
                  <a16:creationId xmlns:a16="http://schemas.microsoft.com/office/drawing/2014/main" id="{34A40E09-F1BC-DAAE-A281-AAB78E7B221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2" name="Freeform 30">
              <a:extLst>
                <a:ext uri="{FF2B5EF4-FFF2-40B4-BE49-F238E27FC236}">
                  <a16:creationId xmlns:a16="http://schemas.microsoft.com/office/drawing/2014/main" id="{3C5EB35D-E3D7-39DA-9C0F-0BCE4B939EC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3" name="Freeform 31">
              <a:extLst>
                <a:ext uri="{FF2B5EF4-FFF2-40B4-BE49-F238E27FC236}">
                  <a16:creationId xmlns:a16="http://schemas.microsoft.com/office/drawing/2014/main" id="{F78C78D7-9AA0-3D9A-A447-939E5A5A8B7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4" name="Freeform 32">
              <a:extLst>
                <a:ext uri="{FF2B5EF4-FFF2-40B4-BE49-F238E27FC236}">
                  <a16:creationId xmlns:a16="http://schemas.microsoft.com/office/drawing/2014/main" id="{D9908317-091C-C1BF-463D-7406AAB7E4B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5" name="Freeform 33">
              <a:extLst>
                <a:ext uri="{FF2B5EF4-FFF2-40B4-BE49-F238E27FC236}">
                  <a16:creationId xmlns:a16="http://schemas.microsoft.com/office/drawing/2014/main" id="{CD337F9D-F8D2-4944-F28D-ABFCFE7D846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6" name="Freeform 34">
              <a:extLst>
                <a:ext uri="{FF2B5EF4-FFF2-40B4-BE49-F238E27FC236}">
                  <a16:creationId xmlns:a16="http://schemas.microsoft.com/office/drawing/2014/main" id="{31B5DE27-DC1B-2390-B136-F43867EE21A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7" name="Freeform 35">
              <a:extLst>
                <a:ext uri="{FF2B5EF4-FFF2-40B4-BE49-F238E27FC236}">
                  <a16:creationId xmlns:a16="http://schemas.microsoft.com/office/drawing/2014/main" id="{1ADA8C46-1BBD-37CF-0575-848DB05A015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8" name="Freeform 36">
              <a:extLst>
                <a:ext uri="{FF2B5EF4-FFF2-40B4-BE49-F238E27FC236}">
                  <a16:creationId xmlns:a16="http://schemas.microsoft.com/office/drawing/2014/main" id="{91FCDB94-C909-F7C0-850D-943554414C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9" name="Freeform 37">
              <a:extLst>
                <a:ext uri="{FF2B5EF4-FFF2-40B4-BE49-F238E27FC236}">
                  <a16:creationId xmlns:a16="http://schemas.microsoft.com/office/drawing/2014/main" id="{CBE6B65D-44E6-2D9A-C00F-2F2EEC39BC0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90" name="Freeform 38">
              <a:extLst>
                <a:ext uri="{FF2B5EF4-FFF2-40B4-BE49-F238E27FC236}">
                  <a16:creationId xmlns:a16="http://schemas.microsoft.com/office/drawing/2014/main" id="{21B33305-7C99-7DA5-09A4-33E431427EE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74791" name="Group 39">
              <a:extLst>
                <a:ext uri="{FF2B5EF4-FFF2-40B4-BE49-F238E27FC236}">
                  <a16:creationId xmlns:a16="http://schemas.microsoft.com/office/drawing/2014/main" id="{9A5673C7-EB12-B90F-634C-9C56C7A8841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74792" name="Freeform 40">
                <a:extLst>
                  <a:ext uri="{FF2B5EF4-FFF2-40B4-BE49-F238E27FC236}">
                    <a16:creationId xmlns:a16="http://schemas.microsoft.com/office/drawing/2014/main" id="{DA0FC269-88F4-CBFE-DCE1-263C8361AC0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4793" name="Freeform 41">
                <a:extLst>
                  <a:ext uri="{FF2B5EF4-FFF2-40B4-BE49-F238E27FC236}">
                    <a16:creationId xmlns:a16="http://schemas.microsoft.com/office/drawing/2014/main" id="{F60DC9EC-A6E4-2817-9431-873AA0FFB0D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74794" name="Rectangle 42">
            <a:extLst>
              <a:ext uri="{FF2B5EF4-FFF2-40B4-BE49-F238E27FC236}">
                <a16:creationId xmlns:a16="http://schemas.microsoft.com/office/drawing/2014/main" id="{63347F24-C1F9-55F5-E87A-0A513949A272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74795" name="Rectangle 43">
            <a:extLst>
              <a:ext uri="{FF2B5EF4-FFF2-40B4-BE49-F238E27FC236}">
                <a16:creationId xmlns:a16="http://schemas.microsoft.com/office/drawing/2014/main" id="{A2EED433-7B88-DCA5-40BC-E44F5FC0782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74796" name="Rectangle 44">
            <a:extLst>
              <a:ext uri="{FF2B5EF4-FFF2-40B4-BE49-F238E27FC236}">
                <a16:creationId xmlns:a16="http://schemas.microsoft.com/office/drawing/2014/main" id="{86E75117-A9DC-F0B7-D74B-489B116CF0A7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4797" name="Rectangle 45">
            <a:extLst>
              <a:ext uri="{FF2B5EF4-FFF2-40B4-BE49-F238E27FC236}">
                <a16:creationId xmlns:a16="http://schemas.microsoft.com/office/drawing/2014/main" id="{6A6A15CC-CD3A-1BD5-D440-F316AF59D6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4798" name="Rectangle 46">
            <a:extLst>
              <a:ext uri="{FF2B5EF4-FFF2-40B4-BE49-F238E27FC236}">
                <a16:creationId xmlns:a16="http://schemas.microsoft.com/office/drawing/2014/main" id="{0BE70E3E-C849-77F0-99A8-4814057751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E30BBAE6-25F6-4C69-97B4-F1B716BE4F8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AE378-571C-7941-F42A-B09B5404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A73CAC-9CF3-A343-BFA6-945576CB6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752BCB-4E5D-8D8C-E836-E273B4A8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B9E678-4591-6CA7-2BAD-5E382B87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586FB3-2459-3655-6692-27762F89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50936D-F61C-41DA-A460-2B5924CC35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024810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843EA-06FA-A21B-AF89-A0E8976C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9802AA-6C1D-BACD-721F-DEC3C5FAA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0AC8C7-2A1B-BEF9-1096-2E11CCA2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CE2C98-1AB5-82B7-8342-C9EC11C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A3B9F1-C684-5330-82CB-F86E958F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8423F-09FD-4776-A53F-660536F640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486306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A62C2-4638-4ADB-7BA7-02F782F6F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666B70-CA69-276D-7A41-DC2687F93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E9709F-459D-FECE-455D-AA4534B9E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322E6F-91C0-767E-AE5A-B7F3DC23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9918D4-07B0-710C-B2B3-F10EFE5D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0E4C64-81BC-4BA1-96C2-A1B964C8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9C4BBA-86C7-46B1-8E7C-3246A9883F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14378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500C3-2007-2386-911F-B4F038E4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3AC891-7B51-E84C-0335-F478782B7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4D3E18-ACED-4595-CBE6-0A2747173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1FD8AC-2284-21F6-3BB5-954A686E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2EAF45-C363-0BEE-9749-AE84AD1D2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5CAAC64-1757-4BC0-BFA5-A755B620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D7D8E1A-0DB9-190C-E60A-82A7452C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F26F80-73AD-DADE-1BBC-2C26FE91C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48E61-CB97-4AAA-844C-EE20683E4B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87102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5865C-C809-A611-EDE7-729DDD20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6282BF-94E0-CA2B-3BF8-A905F865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1E0039-7675-54CD-6FEB-D543AB98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6A9D4E-22FE-DA9E-1BCA-68DFD362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BAF205-6AB1-4CB3-A6B1-CBD218855B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895249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EE7F392-9F0D-6AF4-5776-55722B5EE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458039C-3E66-6535-1FE2-1E1415630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711B94-BE32-71B5-623A-C6E3198B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691C27-9736-479F-A489-5F06C3A8C3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721589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7C887-8333-8B6C-FD64-F280756FE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F9CC2B-AAE2-C498-416E-608EF46B8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89E297-1015-1FEC-6566-49281B0C6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357A1B-EC9F-521C-87B9-AA81A3DC4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676E00-2244-0628-6111-E0847652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8B889E-FACF-F3F7-D9F5-3101CF07D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692E54-3D83-406F-8AB6-3D7B4CCFFB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292457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E327-8728-05DB-77B6-4B154A581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F740A7-3BBB-608D-F8B3-35572A4FF8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E02913-A075-929E-A82E-320E6AD7C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999DF6-47B7-3ED7-36F6-E89E41BA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AD528E-94E5-F59D-7767-4B754AD7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836836-AC43-EDAD-DBE9-537D2934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B7AE55-7B44-49B6-B213-676AEB17D3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262073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DD216C-3A33-7B20-B290-6C355BDE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168AED-FEFE-2455-4D9C-6A3545174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5B6E10-8F52-6803-7137-7E71769F5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A468CC-9719-006F-34CC-2AF19478E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1CE9BF-11FD-4D45-B42D-428A6FBB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E345F8-53ED-4AE2-A831-DCF6E7BF83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523829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A685D9-3884-92F3-DBE1-C631A0142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0FCEA7-7221-C4F4-DE1F-B9A341372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36F658-B0BF-2CB9-3689-80A78C11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D930E3-0809-AC09-2DC4-0FF71D1A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586BC1-F548-E212-E7E2-921A4D4D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4864A-8A3E-46A3-88BD-46420C05DC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370364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0" name="Group 2">
            <a:extLst>
              <a:ext uri="{FF2B5EF4-FFF2-40B4-BE49-F238E27FC236}">
                <a16:creationId xmlns:a16="http://schemas.microsoft.com/office/drawing/2014/main" id="{F4AA61BF-9AA6-A28C-3ECA-6C9E28B15DE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73731" name="Freeform 3">
              <a:extLst>
                <a:ext uri="{FF2B5EF4-FFF2-40B4-BE49-F238E27FC236}">
                  <a16:creationId xmlns:a16="http://schemas.microsoft.com/office/drawing/2014/main" id="{11C2C2F3-2DAD-867D-0E30-B32A90D97C7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2" name="Freeform 4">
              <a:extLst>
                <a:ext uri="{FF2B5EF4-FFF2-40B4-BE49-F238E27FC236}">
                  <a16:creationId xmlns:a16="http://schemas.microsoft.com/office/drawing/2014/main" id="{1E233DF3-9346-0031-2D52-9C9E9D37AC4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3" name="Freeform 5">
              <a:extLst>
                <a:ext uri="{FF2B5EF4-FFF2-40B4-BE49-F238E27FC236}">
                  <a16:creationId xmlns:a16="http://schemas.microsoft.com/office/drawing/2014/main" id="{43480DEE-69A0-94B4-1941-16C3D39181C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4" name="Freeform 6">
              <a:extLst>
                <a:ext uri="{FF2B5EF4-FFF2-40B4-BE49-F238E27FC236}">
                  <a16:creationId xmlns:a16="http://schemas.microsoft.com/office/drawing/2014/main" id="{CEFB0D3C-93EF-B540-A38B-B2C4CFEBB7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5" name="Freeform 7">
              <a:extLst>
                <a:ext uri="{FF2B5EF4-FFF2-40B4-BE49-F238E27FC236}">
                  <a16:creationId xmlns:a16="http://schemas.microsoft.com/office/drawing/2014/main" id="{A065FA5A-43DA-9377-F7FA-F73FFE72C2A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6" name="Freeform 8">
              <a:extLst>
                <a:ext uri="{FF2B5EF4-FFF2-40B4-BE49-F238E27FC236}">
                  <a16:creationId xmlns:a16="http://schemas.microsoft.com/office/drawing/2014/main" id="{559E145E-E988-59D3-994A-E2BFA86E272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7" name="Freeform 9">
              <a:extLst>
                <a:ext uri="{FF2B5EF4-FFF2-40B4-BE49-F238E27FC236}">
                  <a16:creationId xmlns:a16="http://schemas.microsoft.com/office/drawing/2014/main" id="{852CBAF3-FA1A-7742-B95C-342664AD6DF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8" name="Freeform 10">
              <a:extLst>
                <a:ext uri="{FF2B5EF4-FFF2-40B4-BE49-F238E27FC236}">
                  <a16:creationId xmlns:a16="http://schemas.microsoft.com/office/drawing/2014/main" id="{151EB9B2-57E7-8BB9-FAA1-E8ECEFC837E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9" name="Freeform 11">
              <a:extLst>
                <a:ext uri="{FF2B5EF4-FFF2-40B4-BE49-F238E27FC236}">
                  <a16:creationId xmlns:a16="http://schemas.microsoft.com/office/drawing/2014/main" id="{D220B83A-DD99-B878-ED58-08161CAFE58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0" name="Freeform 12">
              <a:extLst>
                <a:ext uri="{FF2B5EF4-FFF2-40B4-BE49-F238E27FC236}">
                  <a16:creationId xmlns:a16="http://schemas.microsoft.com/office/drawing/2014/main" id="{989C5DDD-B72F-9321-3338-4A86FADE1F2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1" name="Freeform 13">
              <a:extLst>
                <a:ext uri="{FF2B5EF4-FFF2-40B4-BE49-F238E27FC236}">
                  <a16:creationId xmlns:a16="http://schemas.microsoft.com/office/drawing/2014/main" id="{59A2711D-B6FD-1386-F3EB-671591C5D08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2" name="Freeform 14">
              <a:extLst>
                <a:ext uri="{FF2B5EF4-FFF2-40B4-BE49-F238E27FC236}">
                  <a16:creationId xmlns:a16="http://schemas.microsoft.com/office/drawing/2014/main" id="{29EF5E39-9E4D-50DC-6392-EF45B49246F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3" name="Freeform 15">
              <a:extLst>
                <a:ext uri="{FF2B5EF4-FFF2-40B4-BE49-F238E27FC236}">
                  <a16:creationId xmlns:a16="http://schemas.microsoft.com/office/drawing/2014/main" id="{9980D5B4-CBAF-9C8E-39FD-A99D671913F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4" name="Freeform 16">
              <a:extLst>
                <a:ext uri="{FF2B5EF4-FFF2-40B4-BE49-F238E27FC236}">
                  <a16:creationId xmlns:a16="http://schemas.microsoft.com/office/drawing/2014/main" id="{BC4D98E5-A7C8-8DBC-D30E-798AD6995C5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5" name="Freeform 17">
              <a:extLst>
                <a:ext uri="{FF2B5EF4-FFF2-40B4-BE49-F238E27FC236}">
                  <a16:creationId xmlns:a16="http://schemas.microsoft.com/office/drawing/2014/main" id="{4270383C-4DFA-B74D-BAB3-78EE7296C5E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6" name="Freeform 18">
              <a:extLst>
                <a:ext uri="{FF2B5EF4-FFF2-40B4-BE49-F238E27FC236}">
                  <a16:creationId xmlns:a16="http://schemas.microsoft.com/office/drawing/2014/main" id="{C79E1367-EFAD-B57D-1E6A-65F260EC2B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7" name="Freeform 19">
              <a:extLst>
                <a:ext uri="{FF2B5EF4-FFF2-40B4-BE49-F238E27FC236}">
                  <a16:creationId xmlns:a16="http://schemas.microsoft.com/office/drawing/2014/main" id="{47C32ADE-28E1-C181-ED73-991F6231055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8" name="Freeform 20">
              <a:extLst>
                <a:ext uri="{FF2B5EF4-FFF2-40B4-BE49-F238E27FC236}">
                  <a16:creationId xmlns:a16="http://schemas.microsoft.com/office/drawing/2014/main" id="{3D49C9A3-7898-9E4E-D326-F8A9B3DD44C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9" name="Freeform 21">
              <a:extLst>
                <a:ext uri="{FF2B5EF4-FFF2-40B4-BE49-F238E27FC236}">
                  <a16:creationId xmlns:a16="http://schemas.microsoft.com/office/drawing/2014/main" id="{1FFE8974-4C2D-0F60-3CDD-D3F27371E5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0" name="Freeform 22">
              <a:extLst>
                <a:ext uri="{FF2B5EF4-FFF2-40B4-BE49-F238E27FC236}">
                  <a16:creationId xmlns:a16="http://schemas.microsoft.com/office/drawing/2014/main" id="{E5FA2A19-66B5-26D3-5B38-AC210103FD6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1" name="Freeform 23">
              <a:extLst>
                <a:ext uri="{FF2B5EF4-FFF2-40B4-BE49-F238E27FC236}">
                  <a16:creationId xmlns:a16="http://schemas.microsoft.com/office/drawing/2014/main" id="{54F4A9AA-B1B5-9353-B303-E02FF8F4B95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2" name="Freeform 24">
              <a:extLst>
                <a:ext uri="{FF2B5EF4-FFF2-40B4-BE49-F238E27FC236}">
                  <a16:creationId xmlns:a16="http://schemas.microsoft.com/office/drawing/2014/main" id="{435F9BD3-C45A-52B2-750C-E21C98C765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3" name="Freeform 25">
              <a:extLst>
                <a:ext uri="{FF2B5EF4-FFF2-40B4-BE49-F238E27FC236}">
                  <a16:creationId xmlns:a16="http://schemas.microsoft.com/office/drawing/2014/main" id="{BC27C06C-BCB9-BC6A-ECA2-C693ED9B2E2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4" name="Freeform 26">
              <a:extLst>
                <a:ext uri="{FF2B5EF4-FFF2-40B4-BE49-F238E27FC236}">
                  <a16:creationId xmlns:a16="http://schemas.microsoft.com/office/drawing/2014/main" id="{B7105394-40C6-8495-C405-7950B51D0EA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5" name="Freeform 27">
              <a:extLst>
                <a:ext uri="{FF2B5EF4-FFF2-40B4-BE49-F238E27FC236}">
                  <a16:creationId xmlns:a16="http://schemas.microsoft.com/office/drawing/2014/main" id="{7971A5A3-FF63-0332-4300-7887D98EB32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6" name="Freeform 28">
              <a:extLst>
                <a:ext uri="{FF2B5EF4-FFF2-40B4-BE49-F238E27FC236}">
                  <a16:creationId xmlns:a16="http://schemas.microsoft.com/office/drawing/2014/main" id="{2091764C-51A2-1F9E-E8AC-9D1CD4F8819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7" name="Freeform 29">
              <a:extLst>
                <a:ext uri="{FF2B5EF4-FFF2-40B4-BE49-F238E27FC236}">
                  <a16:creationId xmlns:a16="http://schemas.microsoft.com/office/drawing/2014/main" id="{3A931A10-1DA2-0582-D1C7-F5629D466CA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8" name="Freeform 30">
              <a:extLst>
                <a:ext uri="{FF2B5EF4-FFF2-40B4-BE49-F238E27FC236}">
                  <a16:creationId xmlns:a16="http://schemas.microsoft.com/office/drawing/2014/main" id="{95BAE035-07B0-26E5-0E81-16D3AB893CC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9" name="Freeform 31">
              <a:extLst>
                <a:ext uri="{FF2B5EF4-FFF2-40B4-BE49-F238E27FC236}">
                  <a16:creationId xmlns:a16="http://schemas.microsoft.com/office/drawing/2014/main" id="{A8703D6B-3D6C-68EC-E9F4-9EB3FA171A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0" name="Freeform 32">
              <a:extLst>
                <a:ext uri="{FF2B5EF4-FFF2-40B4-BE49-F238E27FC236}">
                  <a16:creationId xmlns:a16="http://schemas.microsoft.com/office/drawing/2014/main" id="{90DCE100-2819-C802-BA48-44A13157D2D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1" name="Freeform 33">
              <a:extLst>
                <a:ext uri="{FF2B5EF4-FFF2-40B4-BE49-F238E27FC236}">
                  <a16:creationId xmlns:a16="http://schemas.microsoft.com/office/drawing/2014/main" id="{324C5498-3BE6-9C67-6329-864664E15C9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2" name="Freeform 34">
              <a:extLst>
                <a:ext uri="{FF2B5EF4-FFF2-40B4-BE49-F238E27FC236}">
                  <a16:creationId xmlns:a16="http://schemas.microsoft.com/office/drawing/2014/main" id="{05EE7CE0-6BAD-2399-7AB2-7F391820BA8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3" name="Freeform 35">
              <a:extLst>
                <a:ext uri="{FF2B5EF4-FFF2-40B4-BE49-F238E27FC236}">
                  <a16:creationId xmlns:a16="http://schemas.microsoft.com/office/drawing/2014/main" id="{AB97765D-B4D3-C951-2473-60B27D88CBB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4" name="Freeform 36">
              <a:extLst>
                <a:ext uri="{FF2B5EF4-FFF2-40B4-BE49-F238E27FC236}">
                  <a16:creationId xmlns:a16="http://schemas.microsoft.com/office/drawing/2014/main" id="{1DAD75BA-B4F0-EE00-EF64-AA6327CC14A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5" name="Freeform 37">
              <a:extLst>
                <a:ext uri="{FF2B5EF4-FFF2-40B4-BE49-F238E27FC236}">
                  <a16:creationId xmlns:a16="http://schemas.microsoft.com/office/drawing/2014/main" id="{9ADA2544-8144-4097-5087-7180DB8DEF6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6" name="Freeform 38">
              <a:extLst>
                <a:ext uri="{FF2B5EF4-FFF2-40B4-BE49-F238E27FC236}">
                  <a16:creationId xmlns:a16="http://schemas.microsoft.com/office/drawing/2014/main" id="{AF5017AF-89E6-31F7-BF6E-F8B6498D313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73767" name="Group 39">
              <a:extLst>
                <a:ext uri="{FF2B5EF4-FFF2-40B4-BE49-F238E27FC236}">
                  <a16:creationId xmlns:a16="http://schemas.microsoft.com/office/drawing/2014/main" id="{E099CC6B-7795-0A9C-FF5C-B9F5CE5D635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73768" name="Freeform 40">
                <a:extLst>
                  <a:ext uri="{FF2B5EF4-FFF2-40B4-BE49-F238E27FC236}">
                    <a16:creationId xmlns:a16="http://schemas.microsoft.com/office/drawing/2014/main" id="{E588CDD3-A671-0DB9-958D-9195F1FD1ED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3769" name="Freeform 41">
                <a:extLst>
                  <a:ext uri="{FF2B5EF4-FFF2-40B4-BE49-F238E27FC236}">
                    <a16:creationId xmlns:a16="http://schemas.microsoft.com/office/drawing/2014/main" id="{093C8892-84E8-8070-08D3-8A46F71DDC0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73770" name="Rectangle 42">
            <a:extLst>
              <a:ext uri="{FF2B5EF4-FFF2-40B4-BE49-F238E27FC236}">
                <a16:creationId xmlns:a16="http://schemas.microsoft.com/office/drawing/2014/main" id="{3F75DD4D-6E0E-6EB7-AB77-307CB5BDD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73771" name="Rectangle 43">
            <a:extLst>
              <a:ext uri="{FF2B5EF4-FFF2-40B4-BE49-F238E27FC236}">
                <a16:creationId xmlns:a16="http://schemas.microsoft.com/office/drawing/2014/main" id="{F2CAA1F2-DBE7-70F9-7012-557A86F01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73772" name="Rectangle 44">
            <a:extLst>
              <a:ext uri="{FF2B5EF4-FFF2-40B4-BE49-F238E27FC236}">
                <a16:creationId xmlns:a16="http://schemas.microsoft.com/office/drawing/2014/main" id="{5646E130-7AE4-5AC2-46F1-337A68CBBA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73773" name="Rectangle 45">
            <a:extLst>
              <a:ext uri="{FF2B5EF4-FFF2-40B4-BE49-F238E27FC236}">
                <a16:creationId xmlns:a16="http://schemas.microsoft.com/office/drawing/2014/main" id="{61FF6A1F-38FD-0C9F-7381-0A36225D95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73774" name="Rectangle 46">
            <a:extLst>
              <a:ext uri="{FF2B5EF4-FFF2-40B4-BE49-F238E27FC236}">
                <a16:creationId xmlns:a16="http://schemas.microsoft.com/office/drawing/2014/main" id="{D4EAC1BD-F568-DD38-16B2-E61633F9E0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B0F6D28A-7B48-4B73-8429-C6956FDD75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1D76515C-5D39-9D73-DBCE-5CEE6D9D6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667000"/>
            <a:ext cx="769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pt-BR" sz="2800" b="0" i="1">
                <a:latin typeface="Verdana" panose="020B0604030504040204" pitchFamily="34" charset="0"/>
              </a:rPr>
              <a:t>16 - DESPERTAR PARA O TRABALHO</a:t>
            </a:r>
          </a:p>
        </p:txBody>
      </p:sp>
    </p:spTree>
  </p:cSld>
  <p:clrMapOvr>
    <a:masterClrMapping/>
  </p:clrMapOvr>
  <p:transition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B80F70E-A575-8B14-7E1B-6F92758E35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8839200" cy="2819400"/>
          </a:xfrm>
        </p:spPr>
        <p:txBody>
          <a:bodyPr/>
          <a:lstStyle/>
          <a:p>
            <a:pPr algn="l"/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Posso tendo as mãos vazias,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Com Jesus eu me encontrar?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Nada fiz, e vão-se os dias,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Que Lhe posso apresentrar?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C6CEBB8C-103B-D6C4-945F-969BA778EAE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8839200" cy="2819400"/>
          </a:xfrm>
        </p:spPr>
        <p:txBody>
          <a:bodyPr/>
          <a:lstStyle/>
          <a:p>
            <a:pPr algn="l"/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Posso tendo as mãos vazias,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Com Jesus, eu me encontrar?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Quantas almas poderia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Ao Senhor apresentar?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AE82A14-F4C1-472F-FD8A-B6D06EA47F1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8839200" cy="2819400"/>
          </a:xfrm>
        </p:spPr>
        <p:txBody>
          <a:bodyPr/>
          <a:lstStyle/>
          <a:p>
            <a:pPr algn="l"/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Não mais temerei a morte;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Vencerei por salvo estar;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Qual será a minha sorte,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Se no céu vazio entrar?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01203492-E988-19C2-3D9D-9931062AA6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8839200" cy="2819400"/>
          </a:xfrm>
        </p:spPr>
        <p:txBody>
          <a:bodyPr/>
          <a:lstStyle/>
          <a:p>
            <a:pPr algn="l"/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Posso tendo as mãos vazias,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Com Jesus, eu me encontrar?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Quantas almas poderia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Ao Senhor apresentar?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44A0C5FE-40B1-7198-D02D-D5A08853E4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8839200" cy="2819400"/>
          </a:xfrm>
        </p:spPr>
        <p:txBody>
          <a:bodyPr/>
          <a:lstStyle/>
          <a:p>
            <a:pPr algn="l"/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No celeste lar entrando,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Como irei ao Salvador?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Quantas almas irei levando,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Para meu fiel Senhor?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5895DBFF-BE80-A72D-5153-0EF481FD650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8839200" cy="2819400"/>
          </a:xfrm>
        </p:spPr>
        <p:txBody>
          <a:bodyPr/>
          <a:lstStyle/>
          <a:p>
            <a:pPr algn="l"/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Posso tendo as mãos vazias,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Com Jesus, eu me encontrar?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Quantas almas poderia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Ao Senhor apresentar?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C65F9CE1-A4A2-4CE0-F3DD-577263073FB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8839200" cy="2819400"/>
          </a:xfrm>
        </p:spPr>
        <p:txBody>
          <a:bodyPr/>
          <a:lstStyle/>
          <a:p>
            <a:pPr algn="l"/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Do pecado, preso em elos,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Passei anos em vão labor;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Quem me dera reavê-los,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P’ra servir ao meu Senhor.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37D80D78-D4FB-B21E-8D95-099FE1F4B7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8839200" cy="2819400"/>
          </a:xfrm>
        </p:spPr>
        <p:txBody>
          <a:bodyPr/>
          <a:lstStyle/>
          <a:p>
            <a:pPr algn="l"/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Posso tendo as mãos vazias,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Com Jesus, eu me encontrar?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Quantas almas poderia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Ao Senhor apresentar?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5603506-84D3-B194-1212-CEA3C0EEF59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8839200" cy="2819400"/>
          </a:xfrm>
        </p:spPr>
        <p:txBody>
          <a:bodyPr/>
          <a:lstStyle/>
          <a:p>
            <a:pPr algn="l"/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Despertemos, já é dia;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Trabalhemos, com fervor;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E levemos, com alegria,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Muitas almas ao Senhor.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BB50889C-6F55-03BA-51C3-84DB6DCA21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8839200" cy="2819400"/>
          </a:xfrm>
        </p:spPr>
        <p:txBody>
          <a:bodyPr/>
          <a:lstStyle/>
          <a:p>
            <a:pPr algn="l"/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Posso tendo as mãos vazias,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Com Jesus, eu me encontrar?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Quantas almas poderia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Ao Senhor apresentar?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Feixe">
  <a:themeElements>
    <a:clrScheme name="Feixe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Feix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Feixe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</Template>
  <TotalTime>199</TotalTime>
  <Words>251</Words>
  <Application>Microsoft Office PowerPoint</Application>
  <PresentationFormat>Apresentação na tela (4:3)</PresentationFormat>
  <Paragraphs>12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Wingdings</vt:lpstr>
      <vt:lpstr>Verdana</vt:lpstr>
      <vt:lpstr>Feixe</vt:lpstr>
      <vt:lpstr>Apresentação do PowerPoint</vt:lpstr>
      <vt:lpstr>Posso tendo as mãos vazias, Com Jesus eu me encontrar? Nada fiz, e vão-se os dias, Que Lhe posso apresentrar?</vt:lpstr>
      <vt:lpstr>Posso tendo as mãos vazias, Com Jesus, eu me encontrar? Quantas almas poderia Ao Senhor apresentar?</vt:lpstr>
      <vt:lpstr>Não mais temerei a morte; Vencerei por salvo estar; Qual será a minha sorte, Se no céu vazio entrar?</vt:lpstr>
      <vt:lpstr>Posso tendo as mãos vazias, Com Jesus, eu me encontrar? Quantas almas poderia Ao Senhor apresentar?</vt:lpstr>
      <vt:lpstr>No celeste lar entrando, Como irei ao Salvador? Quantas almas irei levando, Para meu fiel Senhor?</vt:lpstr>
      <vt:lpstr>Posso tendo as mãos vazias, Com Jesus, eu me encontrar? Quantas almas poderia Ao Senhor apresentar?</vt:lpstr>
      <vt:lpstr>Do pecado, preso em elos, Passei anos em vão labor; Quem me dera reavê-los, P’ra servir ao meu Senhor.</vt:lpstr>
      <vt:lpstr>Posso tendo as mãos vazias, Com Jesus, eu me encontrar? Quantas almas poderia Ao Senhor apresentar?</vt:lpstr>
      <vt:lpstr>Despertemos, já é dia; Trabalhemos, com fervor; E levemos, com alegria, Muitas almas ao Senhor.</vt:lpstr>
      <vt:lpstr>Posso tendo as mãos vazias, Com Jesus, eu me encontrar? Quantas almas poderia Ao Senhor apresentar?</vt:lpstr>
    </vt:vector>
  </TitlesOfParts>
  <Company>de bem 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 pendão vos entregou o Rei A vós, soldados seus; Corajosos, pois, em tudo o defendei, Marchando para os céus.</dc:title>
  <dc:creator>Heliezer de Bem</dc:creator>
  <cp:lastModifiedBy>Emerson Souza</cp:lastModifiedBy>
  <cp:revision>12</cp:revision>
  <dcterms:created xsi:type="dcterms:W3CDTF">2005-01-13T23:11:52Z</dcterms:created>
  <dcterms:modified xsi:type="dcterms:W3CDTF">2026-05-02T21:38:20Z</dcterms:modified>
</cp:coreProperties>
</file>