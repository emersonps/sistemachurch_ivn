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6" d="100"/>
          <a:sy n="56" d="100"/>
        </p:scale>
        <p:origin x="-38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B50E37-23C5-12C0-475E-0327666FEF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4F0B50D-0944-1E3E-7996-0FF4BF7C7D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5AF55FC-0E37-8581-A964-933F80F02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81846A1-56E2-A133-A968-9C6A95CC9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F48C1E0-67AE-D1FD-1537-E36B54282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3F6389-00AD-452E-BA1D-82C0CEE7AB4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04004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5398D2-D01F-229C-CBBE-376768783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68F8B87-318F-D2F9-04D2-590175D3C6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7E5F5DB-3AE1-D9BF-E238-B6E6A52A1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24649A5-8B40-023F-6187-566BF0449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A18099F-C3E4-6B0D-78A0-24D6D06A8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34F17A-E3D4-4BDF-804C-393BD4E6F06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65141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FA83ED-EE79-0D61-65FF-0CDCCB8FB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66167C2-1C9E-85A3-BF7E-55E9A28E67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6940DF2-0FB2-440B-B6AC-71534E025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62BC82F-108D-EE82-94D7-3EFBBB77A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F9E48F5-77AB-B5DD-8EC9-CB96C38B0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690073-14B9-4EE9-A098-C402446E56A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09027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099053-ECB8-155D-7E0E-572441412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9155D46-28FC-7BC4-B146-9D0FD532FD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38780FC-A36C-2D5B-54D2-506A2CC978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BCAB120-7744-AA95-BB14-307D244A1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D2BED5E-086B-AE33-C076-9F9155B08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C8A5A06-104B-13F5-307E-69A565C58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F2A5BC-4E9D-4E8E-9AFC-F7D5FA7877F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90395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48525D-B9F8-C93F-B611-BA4CA902F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EA49D21-E49E-B417-3803-C82A60FD78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E0BD67F-2D48-305D-E0CD-59E78855D0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0956D91-86F9-4752-7981-24B4331586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C482655-298E-6BF0-164E-881AE6F503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04FD07C-9B42-8A53-EFB4-9E8F75001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331420C-32D6-FE8F-F304-BEEC4E9EA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163F499-BEDC-ECE6-49EF-F4701A374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7AA7E4-CFA2-4A84-8A89-849D89EB537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07009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05774A-8BC0-0179-4267-683D63463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F71972E-551F-ED5D-D795-A1234D112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372E1AC-97C4-F44C-2E5F-75E0EB3D0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6D8A4C9-8C21-4ED0-C796-A82DAC53D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D64D2B-C243-4C48-886B-F8C4F630BEE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89860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1D49BB5-2619-76A6-5168-F2E83AD2E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27FF30B-2456-5A90-9F13-3CF08A708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1968FE5-CCB4-C66D-B4E0-48F889621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4B54B0-6954-4AA0-B2D1-CE059B02574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54491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138065-72CF-637D-CE02-52955F664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F1323E-E3FB-0A39-DF73-6A771EE7C0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72E210B-1053-9335-7722-68763061A3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416931B-94EC-4EA3-00BC-BC12E1531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B7D65FC-E25D-9A47-FC26-F4A9FE4FD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87F84D9-3578-BD52-F6BE-942CCC1B2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134A2B-6A06-45A7-9794-855A79E4D64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69010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2F0D39-5176-9DED-91A3-647A8B94E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CF9FD83-C83A-5C55-F426-296549F9AB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AAFEC75-0BC5-402A-100D-C8978B9E71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9A46A96-3A08-C5F1-CAF4-3AED239BD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5A1F65F-7E95-1F74-FA2F-E32203623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F840C65-C763-B696-2236-B45507E03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6859CE-1767-4C2C-A138-276D81773C9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21612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C370C7-6B26-7A1E-A667-974FC1C7E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35B6B44-4EC4-3648-6CB6-3766D00BE3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87C3A5-54E1-BB16-629E-46F358CC5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2E00A5B-0DA3-D334-F01F-8D026E595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86A7014-64D1-A965-45FB-0A564F87A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0C2DA8-CD45-407B-9D43-8216CA9A3A0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22302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8992D34-38FE-A056-B191-B806E85F4D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FF409F6-C1C1-5DFC-CDB7-2426FC9EED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D3BA58-B381-F776-1621-7EF5486AA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36A761-3720-82DA-0B6E-C5B5AB2DB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1C05C01-5507-2535-DC95-0D4D09D8B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DE8295-F74B-49EA-B3F1-2FE2F268825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92444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61EED83-BD09-724E-B8E3-4C2AA0510A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7DD29D7-2781-44B8-E648-E8FA57165D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9678C27-BC07-0FE1-37D5-8A7B8AC2885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335B975-93E0-95AC-839C-26548831C86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5327908-1451-F42D-BA11-C4DDE3A4D9B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6A9F6F04-2681-4194-B638-9C72B236737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76F8F4BD-1FA9-8014-F129-50F6A4CBF13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000" b="1"/>
              <a:t>461</a:t>
            </a:r>
            <a:br>
              <a:rPr lang="pt-BR" altLang="pt-BR" sz="4000" b="1"/>
            </a:br>
            <a:r>
              <a:rPr lang="pt-BR" altLang="pt-BR" sz="4000" b="1"/>
              <a:t>JESUS CHOROU SOBRE JERUSALÉM</a:t>
            </a:r>
            <a:endParaRPr lang="en-US" altLang="pt-BR" sz="40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1F09BE6C-38E5-18E2-C49F-12D5CD23ED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94450"/>
          </a:xfrm>
        </p:spPr>
        <p:txBody>
          <a:bodyPr/>
          <a:lstStyle/>
          <a:p>
            <a:r>
              <a:rPr lang="pt-BR" altLang="pt-BR" sz="3600"/>
              <a:t>Jerusalém por Cristo é contemplada. </a:t>
            </a:r>
            <a:br>
              <a:rPr lang="pt-BR" altLang="pt-BR" sz="3600"/>
            </a:br>
            <a:r>
              <a:rPr lang="pt-BR" altLang="pt-BR" sz="3600"/>
              <a:t>Com os seus altos que rebrilham lá, </a:t>
            </a:r>
            <a:br>
              <a:rPr lang="pt-BR" altLang="pt-BR" sz="3600"/>
            </a:br>
            <a:r>
              <a:rPr lang="pt-BR" altLang="pt-BR" sz="3600"/>
              <a:t>Mas entre as belas torres levantadas; </a:t>
            </a:r>
            <a:br>
              <a:rPr lang="pt-BR" altLang="pt-BR" sz="3600"/>
            </a:br>
            <a:r>
              <a:rPr lang="pt-BR" altLang="pt-BR" sz="3600"/>
              <a:t>Vê as do templo onde esteve já; </a:t>
            </a:r>
            <a:br>
              <a:rPr lang="pt-BR" altLang="pt-BR" sz="3600"/>
            </a:br>
            <a:r>
              <a:rPr lang="pt-BR" altLang="pt-BR" sz="3600"/>
              <a:t>Jesus com Seu olhar mui penetrante, </a:t>
            </a:r>
            <a:br>
              <a:rPr lang="pt-BR" altLang="pt-BR" sz="3600"/>
            </a:br>
            <a:r>
              <a:rPr lang="pt-BR" altLang="pt-BR" sz="3600"/>
              <a:t>Não vê somente o lindo exterior,</a:t>
            </a:r>
            <a:br>
              <a:rPr lang="pt-BR" altLang="pt-BR" sz="3600"/>
            </a:br>
            <a:r>
              <a:rPr lang="pt-BR" altLang="pt-BR" sz="3600"/>
              <a:t>Mas sim as almas tristes, vacilantes, </a:t>
            </a:r>
            <a:br>
              <a:rPr lang="pt-BR" altLang="pt-BR" sz="3600"/>
            </a:br>
            <a:r>
              <a:rPr lang="pt-BR" altLang="pt-BR" sz="3600"/>
              <a:t>Que rejeitaram Seu divino amor.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5A378316-EA7F-5755-EC0B-3E2399C657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249987"/>
          </a:xfrm>
        </p:spPr>
        <p:txBody>
          <a:bodyPr/>
          <a:lstStyle/>
          <a:p>
            <a:r>
              <a:rPr lang="pt-BR" altLang="pt-BR" sz="3600"/>
              <a:t>Jesus chorou: Seu coração rasgado </a:t>
            </a:r>
            <a:br>
              <a:rPr lang="pt-BR" altLang="pt-BR" sz="3600"/>
            </a:br>
            <a:r>
              <a:rPr lang="pt-BR" altLang="pt-BR" sz="3600"/>
              <a:t>Lamenta e sente uma dor sem par, </a:t>
            </a:r>
            <a:br>
              <a:rPr lang="pt-BR" altLang="pt-BR" sz="3600"/>
            </a:br>
            <a:r>
              <a:rPr lang="pt-BR" altLang="pt-BR" sz="3600"/>
              <a:t>Por ver Seu povo indo descuidado, </a:t>
            </a:r>
            <a:br>
              <a:rPr lang="pt-BR" altLang="pt-BR" sz="3600"/>
            </a:br>
            <a:r>
              <a:rPr lang="pt-BR" altLang="pt-BR" sz="3600"/>
              <a:t>P'ra perdição eterna caminhar! </a:t>
            </a:r>
            <a:br>
              <a:rPr lang="pt-BR" altLang="pt-BR" sz="3600"/>
            </a:br>
            <a:r>
              <a:rPr lang="pt-BR" altLang="pt-BR" sz="3600"/>
              <a:t>Um som alegre sobe da cidade,</a:t>
            </a:r>
            <a:br>
              <a:rPr lang="pt-BR" altLang="pt-BR" sz="3600"/>
            </a:br>
            <a:r>
              <a:rPr lang="pt-BR" altLang="pt-BR" sz="3600"/>
              <a:t>O povo está em festa a jubilar,</a:t>
            </a:r>
            <a:br>
              <a:rPr lang="pt-BR" altLang="pt-BR" sz="3600"/>
            </a:br>
            <a:r>
              <a:rPr lang="pt-BR" altLang="pt-BR" sz="3600"/>
              <a:t>Mas quando o sol, se escondeu á tarde, </a:t>
            </a:r>
            <a:br>
              <a:rPr lang="pt-BR" altLang="pt-BR" sz="3600"/>
            </a:br>
            <a:r>
              <a:rPr lang="pt-BR" altLang="pt-BR" sz="3600"/>
              <a:t>Jesus ao Cedrom foi p'ra lamentar.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B998E841-E7B2-538A-2325-6F28D3FB8D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94450"/>
          </a:xfrm>
        </p:spPr>
        <p:txBody>
          <a:bodyPr/>
          <a:lstStyle/>
          <a:p>
            <a:r>
              <a:rPr lang="pt-BR" altLang="pt-BR" sz="3600"/>
              <a:t>Jerusalém, que segues o mau trilho, </a:t>
            </a:r>
            <a:br>
              <a:rPr lang="pt-BR" altLang="pt-BR" sz="3600"/>
            </a:br>
            <a:r>
              <a:rPr lang="pt-BR" altLang="pt-BR" sz="3600"/>
              <a:t>E apedrejas os fiéis de Deus;</a:t>
            </a:r>
            <a:br>
              <a:rPr lang="pt-BR" altLang="pt-BR" sz="3600"/>
            </a:br>
            <a:r>
              <a:rPr lang="pt-BR" altLang="pt-BR" sz="3600"/>
              <a:t>Ó quantas vezes quis juntar teus filhos, </a:t>
            </a:r>
            <a:br>
              <a:rPr lang="pt-BR" altLang="pt-BR" sz="3600"/>
            </a:br>
            <a:r>
              <a:rPr lang="pt-BR" altLang="pt-BR" sz="3600"/>
              <a:t>Como a galinha ajunta os pintos seus; </a:t>
            </a:r>
            <a:br>
              <a:rPr lang="pt-BR" altLang="pt-BR" sz="3600"/>
            </a:br>
            <a:r>
              <a:rPr lang="pt-BR" altLang="pt-BR" sz="3600"/>
              <a:t>Mas para Mim, as portas tu fechaste, </a:t>
            </a:r>
            <a:br>
              <a:rPr lang="pt-BR" altLang="pt-BR" sz="3600"/>
            </a:br>
            <a:r>
              <a:rPr lang="pt-BR" altLang="pt-BR" sz="3600"/>
              <a:t>No dia que Eu vim te dar a paz;</a:t>
            </a:r>
            <a:br>
              <a:rPr lang="pt-BR" altLang="pt-BR" sz="3600"/>
            </a:br>
            <a:r>
              <a:rPr lang="pt-BR" altLang="pt-BR" sz="3600"/>
              <a:t>Por teu pecado cega te tornaste,</a:t>
            </a:r>
            <a:br>
              <a:rPr lang="pt-BR" altLang="pt-BR" sz="3600"/>
            </a:br>
            <a:r>
              <a:rPr lang="pt-BR" altLang="pt-BR" sz="3600"/>
              <a:t>Não aceitando o meu amor veraz!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3E5BECF-9E4E-4A29-97FC-E68E27D9C0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23012"/>
          </a:xfrm>
        </p:spPr>
        <p:txBody>
          <a:bodyPr/>
          <a:lstStyle/>
          <a:p>
            <a:r>
              <a:rPr lang="pt-BR" altLang="pt-BR" sz="3600"/>
              <a:t>Ainda se repete a mesma história, </a:t>
            </a:r>
            <a:br>
              <a:rPr lang="pt-BR" altLang="pt-BR" sz="3600"/>
            </a:br>
            <a:r>
              <a:rPr lang="pt-BR" altLang="pt-BR" sz="3600"/>
              <a:t>Jesus do céu está a contemplar </a:t>
            </a:r>
            <a:br>
              <a:rPr lang="pt-BR" altLang="pt-BR" sz="3600"/>
            </a:br>
            <a:r>
              <a:rPr lang="pt-BR" altLang="pt-BR" sz="3600"/>
              <a:t>Cidades que têm aparente glória, </a:t>
            </a:r>
            <a:br>
              <a:rPr lang="pt-BR" altLang="pt-BR" sz="3600"/>
            </a:br>
            <a:r>
              <a:rPr lang="pt-BR" altLang="pt-BR" sz="3600"/>
              <a:t>E continua sempre a chorar; </a:t>
            </a:r>
            <a:br>
              <a:rPr lang="pt-BR" altLang="pt-BR" sz="3600"/>
            </a:br>
            <a:r>
              <a:rPr lang="pt-BR" altLang="pt-BR" sz="3600"/>
              <a:t>Pois Ele é quem pode dar a vida </a:t>
            </a:r>
            <a:br>
              <a:rPr lang="pt-BR" altLang="pt-BR" sz="3600"/>
            </a:br>
            <a:r>
              <a:rPr lang="pt-BR" altLang="pt-BR" sz="3600"/>
              <a:t>As multidões que na condenação </a:t>
            </a:r>
            <a:br>
              <a:rPr lang="pt-BR" altLang="pt-BR" sz="3600"/>
            </a:br>
            <a:r>
              <a:rPr lang="pt-BR" altLang="pt-BR" sz="3600"/>
              <a:t>Rejeitam, sim, a graça oferecida,</a:t>
            </a:r>
            <a:br>
              <a:rPr lang="pt-BR" altLang="pt-BR" sz="3600"/>
            </a:br>
            <a:r>
              <a:rPr lang="pt-BR" altLang="pt-BR" sz="3600"/>
              <a:t>	A eternal e grande salvação!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266</Words>
  <Application>Microsoft Office PowerPoint</Application>
  <PresentationFormat>Apresentação na tela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Arial</vt:lpstr>
      <vt:lpstr>Design padrão</vt:lpstr>
      <vt:lpstr>461 JESUS CHOROU SOBRE JERUSALÉM</vt:lpstr>
      <vt:lpstr>Jerusalém por Cristo é contemplada.  Com os seus altos que rebrilham lá,  Mas entre as belas torres levantadas;  Vê as do templo onde esteve já;  Jesus com Seu olhar mui penetrante,  Não vê somente o lindo exterior, Mas sim as almas tristes, vacilantes,  Que rejeitaram Seu divino amor. </vt:lpstr>
      <vt:lpstr>Jesus chorou: Seu coração rasgado  Lamenta e sente uma dor sem par,  Por ver Seu povo indo descuidado,  P'ra perdição eterna caminhar!  Um som alegre sobe da cidade, O povo está em festa a jubilar, Mas quando o sol, se escondeu á tarde,  Jesus ao Cedrom foi p'ra lamentar. </vt:lpstr>
      <vt:lpstr>Jerusalém, que segues o mau trilho,  E apedrejas os fiéis de Deus; Ó quantas vezes quis juntar teus filhos,  Como a galinha ajunta os pintos seus;  Mas para Mim, as portas tu fechaste,  No dia que Eu vim te dar a paz; Por teu pecado cega te tornaste, Não aceitando o meu amor veraz! </vt:lpstr>
      <vt:lpstr>Ainda se repete a mesma história,  Jesus do céu está a contemplar  Cidades que têm aparente glória,  E continua sempre a chorar;  Pois Ele é quem pode dar a vida  As multidões que na condenação  Rejeitam, sim, a graça oferecida,  A eternal e grande salvação! 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461 - JESUS CHOROU SOBRE JERUSALÉM</dc:title>
  <dc:creator>Montagna</dc:creator>
  <cp:lastModifiedBy>Emerson Souza</cp:lastModifiedBy>
  <cp:revision>3</cp:revision>
  <dcterms:created xsi:type="dcterms:W3CDTF">2005-10-21T09:47:41Z</dcterms:created>
  <dcterms:modified xsi:type="dcterms:W3CDTF">2026-05-02T22:15:40Z</dcterms:modified>
</cp:coreProperties>
</file>