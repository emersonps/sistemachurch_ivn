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24E35-4F94-D318-9719-CAE7ED59B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314E86-FC42-2881-F2F2-D27F88443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A21622-780D-FA6A-99DE-3EA52A09A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708C72-9903-CB7D-87AE-9A67FCD0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6356C3-D89A-8F3A-03D4-0DADB036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7C7C43-5E07-4B5D-9CEB-D1880D2D36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1864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27DA7-B83B-373A-DD8D-F50ADBDE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3FEBF3-4125-B7BB-F75B-6A7EAE551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2884DE-E99A-53A4-E2F8-716C71F6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2CCD8F-FD6C-6BD5-22AB-423226B1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44FE23-D30E-45BF-D4D8-74E237342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9ADCC1-312A-4E51-BDE9-9774DAC42B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444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EC49F-561F-838A-6538-3986B6AB2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F36790-75F1-BC9D-BD5C-989CEDA40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7C2F29-6FAD-938B-C383-21BC4853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9E02E4-A2C8-555A-D4B6-7E8CB875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28433B-9207-7538-FD3C-EC0E23BE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9C8361-5173-44F7-941F-FAA90774B7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9817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7B93F-7ED5-C9C4-2F03-63582319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F71F8D-1EA4-D294-9E67-5F7087019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4760BF-7606-96D9-86A6-5F740D000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9E8E00-96BF-2221-A31A-C9794BF0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00FD90-97DC-3916-E809-43B22CAC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B52E0E-C879-03C8-A660-B17336C6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7BA920-CE51-4125-85E8-AA8B514A73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518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11C1BF-1D20-F782-51BD-24EAF8B71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97A1E7-C9FF-E26A-45B9-F9BFEAE3E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F8D7AC-9134-0C56-5283-91DB5D3E7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C28DC3E-5499-3DEC-36E7-04CCA82F7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8E00F16-8BE7-4C59-7366-CC00815D6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7322995-46C4-B0D3-A10A-446B693A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592D59-E44E-88DA-6C3E-53BA78C9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7C4CE6E-8836-067B-E3E0-A27374462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BCFD28-A5EF-4008-BC3B-72BB51C6E6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970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47652-A3AF-283C-FC9E-55BB59DD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A419CF-3C02-7997-65A5-553C9821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4E074F6-11F7-AC34-D734-2AD2EEB6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319423-9FD8-66F2-28E0-628024A5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B3C9B9-0567-4E53-ADD5-D616C9DBA5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4090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2D5FD64-4287-32AA-F358-9D08E934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544317D-92BA-794F-A4F7-F3C3A3669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1098E6-E144-673A-3C45-B6AFDB325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145FB-B11A-4222-AAB9-2CC5AC5BE3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324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CECC7-F577-8BB4-742C-E72404CCA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4A375A-A9C6-6DF9-1CA3-6C987AC7E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86C6EB-D849-8449-9E45-0DBA34E0E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3462BA-6A86-534B-E219-971AF51F6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6ED874-F3BE-1783-245E-A29AF1B5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62BE04-F20A-25FE-3E18-C8B45189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B7DED6-308C-4001-8A22-F556FECE10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216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E3DED-8E4A-E8CB-61F5-A75DDFDB3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ECA348A-52CF-2258-8DEE-DC0BE7496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DEE7BA-9653-8C6C-244E-730FCEAA8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3FF5DA-79A0-9151-527E-5F0062760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FABFF0-9ED6-858B-C023-721AE5B47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A2432C-928F-6B17-1C9C-B2AA20AD2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CDE92F-91FE-4470-8114-E796249C41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558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D80A7-0C53-8CF5-2994-E7EEE733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AB3C6E-F09F-F9A8-A24C-38F78BD8E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2F24EB-9E5C-A862-9455-8949BDE4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F496A0-494D-A875-377E-4E7FE020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A3DBEA-6943-C7D6-08F2-047F74D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4FFF74-9F25-4E71-907B-DBD3FFF3CD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633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5B7141-0EAD-615A-82CA-F180F08F5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EC2339-0E5F-522E-882E-83AC70134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730059-7E5A-9726-0407-545643D9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A25CC1-A28F-DD3C-F240-218FB87A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E0EE6C-0D62-B3B6-FABE-91C8C1F0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7C7904-CE64-4644-9880-71BCC750C9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403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D2DDDE6-6185-53D8-11C6-E0327D620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E9792F1-0AF0-AD77-A448-FDD76C7B4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267C404-3EE8-D8FF-6969-41C0F5A2E7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FF8764-3664-70F2-DD6A-6EF17033860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0EDEC18-6B14-7993-F4FC-66F0DC6554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020B14A-CA1D-482A-84D6-67511630F49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F0CD5A0-7C16-A858-7052-CF4F98A854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981200"/>
            <a:ext cx="9144000" cy="3429000"/>
          </a:xfrm>
        </p:spPr>
        <p:txBody>
          <a:bodyPr anchor="ctr"/>
          <a:lstStyle/>
          <a:p>
            <a:r>
              <a:rPr lang="en-US" altLang="pt-BR" sz="4000" b="1" i="1"/>
              <a:t>589 - Quádruplo Amém</a:t>
            </a:r>
            <a:r>
              <a:rPr lang="en-US" altLang="pt-BR" sz="4000" i="1"/>
              <a:t> </a:t>
            </a:r>
            <a:br>
              <a:rPr lang="en-US" altLang="pt-BR" sz="4000" b="1" i="1"/>
            </a:br>
            <a:br>
              <a:rPr lang="en-US" altLang="pt-BR" sz="4000" b="1" i="1"/>
            </a:br>
            <a:r>
              <a:rPr lang="en-US" altLang="pt-BR" sz="4000" i="1"/>
              <a:t>Amém, Amém, Amém, Amém!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589 - Quádruplo Amém   Amém, Amém, Amém, Amém!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589 - Quádruplo Amém   Amém, Amém, Amém, Amém!  </dc:title>
  <dc:creator>Junior</dc:creator>
  <cp:lastModifiedBy>Emerson Souza</cp:lastModifiedBy>
  <cp:revision>1</cp:revision>
  <dcterms:created xsi:type="dcterms:W3CDTF">2005-12-27T02:13:30Z</dcterms:created>
  <dcterms:modified xsi:type="dcterms:W3CDTF">2026-05-02T22:26:32Z</dcterms:modified>
</cp:coreProperties>
</file>