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F33D65-92AF-C043-18CF-3944D0B345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BCC109C-6BA9-C0C7-96CC-8BD2CDAEEC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0DEF761-3BD5-36B9-D19F-A105815F5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AB9E637-D9E5-CCC9-AC77-C089EF80E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7EE2C9C-F5E6-E45C-0946-5C37297C6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2C765A-8CD8-4186-A636-455405956BC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06201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5471CB-D2CB-F4FD-34A2-E689F20F7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FF7993C-C7FF-786A-26DB-8BA5B6F8A0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D3B4321-1526-53DD-E91B-107E15282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1074767-A6A6-B1CD-B52A-5966B241F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4A687ED-596C-F164-11A0-C18869494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F3A40B-A8F6-4511-A470-499971D8AB6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19312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7BA443-CABB-835F-98DD-E4C301325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4A7F290-B841-A2B8-FD07-0B02495B8C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CF8A2F0-7FBD-54A6-BF25-2ABA3667B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B3EB411-2170-B969-AA14-94817F4C3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5C495D4-D921-90A0-DAB3-8D2777DD4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5D676E5-B1C3-420F-B5EE-3A8D325FF8B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98584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DD2A2D-0091-DCAB-B5DD-1BCC052F8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01021C9-03C5-0457-2D6F-1C7D4E961D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9766EE9-B468-1851-EFDE-3B949BD2BC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007CC1D-4718-1CEC-261C-8A35CE4C4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2449C03-DDEB-5174-337D-7C1D5121F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956D441-F973-7204-3976-4A6A23C65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97727F-9DD6-4138-B9A5-FAD19E85882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90994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B45CD0-C6A5-67BD-18B3-D0EEBCDB3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DA5F135-D538-A0AB-7BEA-71D2D1E04C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3FEB9D2-F9EF-BD07-5ECC-6C245231B1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F051605-EE24-E2AF-D6FB-607C1F11E1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0FD96E4-3B68-06D2-24F6-273C616D66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78564FF-CB9B-B62D-172E-DBBAFDEA5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DD69EA6-CF12-FBEB-D8B8-82BBD274F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F3E18E1-1D96-0BE5-08D2-94F2CA55F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B8F2E0-A477-4D63-857D-5A94BE4C324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36547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7F0717-C454-E3E9-5CE6-96D5ED9FA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181019F-7AB2-5F9B-C946-1018ED9AA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79D00CA-33BA-53CF-2459-70948CB04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9CDAC44-4FC7-1687-0C50-EBB32EAAC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A2188F-4531-40C4-A852-2A714146E04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55846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458246D-ABAB-93C0-56A6-4C39A47AD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C00470A-17F0-9F57-8E36-D7AAD9BA3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53D51F7-B96E-3BF6-39B3-2F19A0FC6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F8F1F8-075F-4EC0-9385-FD557E6C55A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48863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3B4B19-253A-9905-7B47-C26D5725B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682287C-DB54-FEA5-001D-45939D5315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F6026FE-D4C6-79B0-58C0-77A050B17A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B7EBC2A-C824-56EF-F0CF-86BF8C277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ABCE4F3-E2D5-CEE9-70BA-D0CE9B898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248A5E6-30F3-98B6-9EDF-F2EA390F6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95C93B-73F3-4F65-95C8-C3A0CD39B72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32153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CBD7D8-D2D2-188D-CDCA-BCEF224FE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0525466-4D4A-5BE3-9AA4-F3ED456030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B868A24-8CBE-9574-8F0D-FA6CF672EC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243D820-B7E5-9A6C-A082-56B9AF34C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D29D3A5-C256-76C3-CCE8-136846C62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3E78D74-BFDC-88E1-AA05-716507E91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54392A-28F4-40A8-B2FD-26C27B3224B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38389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A7F91F-5D5B-C489-5DA8-3E88A9C04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4E9C774-6245-6113-A2C5-6BDB371437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C0CA95-D1FE-AC56-7232-4267CB707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102D957-BA48-6A04-CD9A-2CD3CCD69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23B12ED-DFB0-F825-CBAB-F7BC453FE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F82AD2-2F18-45AA-84F2-DBB47E318C5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36855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2B60C47-6744-DF57-FE30-682E0C211B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A3075BB-3E93-17CB-316C-57DF117C92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6684599-33A6-E7AE-4AC2-9BFA4FE17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91AE9B0-CD62-A8DC-0CA0-5BBE24FA0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5A212F7-F3F9-5979-D864-37B626B6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CD6B9A-0F8B-4B4C-84F1-324F7BCD92C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62758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4EDA4C2-7DE4-6CCC-7F2B-E5656629B9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8764ECB-ADF7-ED67-67B8-EBE4D43AFE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8FC2B84-9A6C-394D-EC08-BCF20355299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B626296-3FD1-D0C0-F6A9-6D989F2FB1C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EDF657B8-893B-51AC-8F7A-6F224E28785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C9A51549-B4B5-42E7-B958-353FC65D12F1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48BCBCFA-7C39-87BE-134E-BA9175963B5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94</a:t>
            </a:r>
            <a:br>
              <a:rPr lang="en-US" altLang="pt-BR" sz="4000" b="1"/>
            </a:br>
            <a:r>
              <a:rPr lang="en-US" altLang="pt-BR" sz="4000" b="1"/>
              <a:t>NA JERUSALÉM DE DEUS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17778AD3-54A1-80EF-7AEE-E314D7E893B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09834113-2050-15E5-D425-7B464FE402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144000" cy="5943600"/>
          </a:xfrm>
        </p:spPr>
        <p:txBody>
          <a:bodyPr/>
          <a:lstStyle/>
          <a:p>
            <a:r>
              <a:rPr lang="en-US" altLang="pt-BR" sz="4000" i="1"/>
              <a:t>Quando a luta desta vida </a:t>
            </a:r>
            <a:br>
              <a:rPr lang="en-US" altLang="pt-BR" sz="4000" i="1"/>
            </a:br>
            <a:r>
              <a:rPr lang="en-US" altLang="pt-BR" sz="4000" i="1"/>
              <a:t>Trabalhosa se findar, </a:t>
            </a:r>
            <a:br>
              <a:rPr lang="en-US" altLang="pt-BR" sz="4000" i="1"/>
            </a:br>
            <a:r>
              <a:rPr lang="en-US" altLang="pt-BR" sz="4000" i="1"/>
              <a:t>O adeus a este mundo vamos dar; Para o céu então iremos,</a:t>
            </a:r>
            <a:br>
              <a:rPr lang="en-US" altLang="pt-BR" sz="4000" i="1"/>
            </a:br>
            <a:r>
              <a:rPr lang="en-US" altLang="pt-BR" sz="4000" i="1"/>
              <a:t>Com Jesus nos encontrar </a:t>
            </a:r>
            <a:br>
              <a:rPr lang="en-US" altLang="pt-BR" sz="4000" i="1"/>
            </a:br>
            <a:r>
              <a:rPr lang="en-US" altLang="pt-BR" sz="4000" i="1"/>
              <a:t>Na Jerusalém de Deus.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547C084C-AE60-3D1D-B3FF-F430ADA6A1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144000" cy="5943600"/>
          </a:xfrm>
        </p:spPr>
        <p:txBody>
          <a:bodyPr/>
          <a:lstStyle/>
          <a:p>
            <a:r>
              <a:rPr lang="en-US" altLang="pt-BR" sz="4000" b="1" i="1"/>
              <a:t>Oh! que gozo e alegria,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Quando o povo ali chegar,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Em Jerusalém! Em Jerusalém!</a:t>
            </a:r>
            <a:r>
              <a:rPr lang="en-US" altLang="pt-BR" sz="4000" i="1"/>
              <a:t> </a:t>
            </a:r>
            <a:r>
              <a:rPr lang="en-US" altLang="pt-BR" sz="4000" b="1" i="1"/>
              <a:t>Sempre ali cantando hosanas,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Pois o Rei no trono esta,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Na Jerusalém de Deus.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5B31B3BB-66FE-B0B8-D512-6D9C7C77A2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144000" cy="5943600"/>
          </a:xfrm>
        </p:spPr>
        <p:txBody>
          <a:bodyPr/>
          <a:lstStyle/>
          <a:p>
            <a:r>
              <a:rPr lang="en-US" altLang="pt-BR" sz="4000" i="1"/>
              <a:t>O caminho é extenso, </a:t>
            </a:r>
            <a:br>
              <a:rPr lang="en-US" altLang="pt-BR" sz="4000" i="1"/>
            </a:br>
            <a:r>
              <a:rPr lang="en-US" altLang="pt-BR" sz="4000" i="1"/>
              <a:t>Mas Jesus vai me guiar, </a:t>
            </a:r>
            <a:br>
              <a:rPr lang="en-US" altLang="pt-BR" sz="4000" i="1"/>
            </a:br>
            <a:r>
              <a:rPr lang="en-US" altLang="pt-BR" sz="4000" i="1"/>
              <a:t>Quando, pelas provações aqui passar; Pois olhando nEle, eu sigo. </a:t>
            </a:r>
            <a:br>
              <a:rPr lang="en-US" altLang="pt-BR" sz="4000" i="1"/>
            </a:br>
            <a:r>
              <a:rPr lang="en-US" altLang="pt-BR" sz="4000" i="1"/>
              <a:t>Para brevemente estar, </a:t>
            </a:r>
            <a:br>
              <a:rPr lang="en-US" altLang="pt-BR" sz="4000" i="1"/>
            </a:br>
            <a:r>
              <a:rPr lang="en-US" altLang="pt-BR" sz="4000" i="1"/>
              <a:t>Na Jerusalém de Deus.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1D39A400-6447-7371-3274-43256FDDE1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144000" cy="5943600"/>
          </a:xfrm>
        </p:spPr>
        <p:txBody>
          <a:bodyPr/>
          <a:lstStyle/>
          <a:p>
            <a:r>
              <a:rPr lang="en-US" altLang="pt-BR" sz="4000" b="1" i="1"/>
              <a:t>Oh! que gozo e alegria,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Quando o povo ali chegar,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Em Jerusalém! Em Jerusalém!</a:t>
            </a:r>
            <a:r>
              <a:rPr lang="en-US" altLang="pt-BR" sz="4000" i="1"/>
              <a:t> </a:t>
            </a:r>
            <a:r>
              <a:rPr lang="en-US" altLang="pt-BR" sz="4000" b="1" i="1"/>
              <a:t>Sempre ali cantando hosanas,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Pois o Rei no trono esta,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Na Jerusalém de Deus.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89A28EC7-0270-688B-3EA8-1BB28F27B0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144000" cy="5943600"/>
          </a:xfrm>
        </p:spPr>
        <p:txBody>
          <a:bodyPr/>
          <a:lstStyle/>
          <a:p>
            <a:r>
              <a:rPr lang="en-US" altLang="pt-BR" sz="4000" i="1"/>
              <a:t>Ao sairmos deste mundo, </a:t>
            </a:r>
            <a:br>
              <a:rPr lang="en-US" altLang="pt-BR" sz="4000" i="1"/>
            </a:br>
            <a:r>
              <a:rPr lang="en-US" altLang="pt-BR" sz="4000" i="1"/>
              <a:t>Para a divina! mansão, </a:t>
            </a:r>
            <a:br>
              <a:rPr lang="en-US" altLang="pt-BR" sz="4000" i="1"/>
            </a:br>
            <a:r>
              <a:rPr lang="en-US" altLang="pt-BR" sz="4000" i="1"/>
              <a:t>Gozaremos a perfeita salvação; </a:t>
            </a:r>
            <a:br>
              <a:rPr lang="en-US" altLang="pt-BR" sz="4000" i="1"/>
            </a:br>
            <a:r>
              <a:rPr lang="en-US" altLang="pt-BR" sz="4000" i="1"/>
              <a:t>E Jesus contemplaremos </a:t>
            </a:r>
            <a:br>
              <a:rPr lang="en-US" altLang="pt-BR" sz="4000" i="1"/>
            </a:br>
            <a:r>
              <a:rPr lang="en-US" altLang="pt-BR" sz="4000" i="1"/>
              <a:t>A estender-nos Sua mão,</a:t>
            </a:r>
            <a:br>
              <a:rPr lang="en-US" altLang="pt-BR" sz="4000" i="1"/>
            </a:br>
            <a:r>
              <a:rPr lang="en-US" altLang="pt-BR" sz="4000" i="1"/>
              <a:t>Na Jerusalém de Deus.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742F7531-E4D3-B6A8-E5B8-014C6998A5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144000" cy="5943600"/>
          </a:xfrm>
        </p:spPr>
        <p:txBody>
          <a:bodyPr/>
          <a:lstStyle/>
          <a:p>
            <a:r>
              <a:rPr lang="en-US" altLang="pt-BR" sz="4000" b="1" i="1"/>
              <a:t>Oh! que gozo e alegria,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Quando o povo ali chegar,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Em Jerusalém! Em Jerusalém!</a:t>
            </a:r>
            <a:r>
              <a:rPr lang="en-US" altLang="pt-BR" sz="4000" i="1"/>
              <a:t> </a:t>
            </a:r>
            <a:r>
              <a:rPr lang="en-US" altLang="pt-BR" sz="4000" b="1" i="1"/>
              <a:t>Sempre ali cantando hosanas,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Pois o Rei no trono esta,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Na Jerusalém de Deus.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B5776C95-1131-219D-67BF-0CDFFC4011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144000" cy="5943600"/>
          </a:xfrm>
        </p:spPr>
        <p:txBody>
          <a:bodyPr/>
          <a:lstStyle/>
          <a:p>
            <a:r>
              <a:rPr lang="en-US" altLang="pt-BR" sz="4000" i="1"/>
              <a:t>Quando, unidos com os salvos, </a:t>
            </a:r>
            <a:br>
              <a:rPr lang="en-US" altLang="pt-BR" sz="4000" i="1"/>
            </a:br>
            <a:r>
              <a:rPr lang="en-US" altLang="pt-BR" sz="4000" i="1"/>
              <a:t>Lá na pátria do Senhor, Contemplarmos a Jesus, o Salvador, Sempre nos alegraremos </a:t>
            </a:r>
            <a:br>
              <a:rPr lang="en-US" altLang="pt-BR" sz="4000" i="1"/>
            </a:br>
            <a:r>
              <a:rPr lang="en-US" altLang="pt-BR" sz="4000" i="1"/>
              <a:t>Onde há perfeito amor; </a:t>
            </a:r>
            <a:br>
              <a:rPr lang="en-US" altLang="pt-BR" sz="4000" i="1"/>
            </a:br>
            <a:r>
              <a:rPr lang="en-US" altLang="pt-BR" sz="4000" i="1"/>
              <a:t>Na Jerusalém de Deus.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B9E854B6-5371-7747-4696-FA8B078556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144000" cy="5943600"/>
          </a:xfrm>
        </p:spPr>
        <p:txBody>
          <a:bodyPr/>
          <a:lstStyle/>
          <a:p>
            <a:r>
              <a:rPr lang="en-US" altLang="pt-BR" sz="4000" b="1" i="1"/>
              <a:t>Oh! que gozo e alegria,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Quando o povo ali chegar,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Em Jerusalém! Em Jerusalém!</a:t>
            </a:r>
            <a:r>
              <a:rPr lang="en-US" altLang="pt-BR" sz="4000" i="1"/>
              <a:t> </a:t>
            </a:r>
            <a:r>
              <a:rPr lang="en-US" altLang="pt-BR" sz="4000" b="1" i="1"/>
              <a:t>Sempre ali cantando hosanas,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Pois o Rei no trono esta,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Na Jerusalém de Deus.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310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94 NA JERUSALÉM DE DEUS </vt:lpstr>
      <vt:lpstr>Quando a luta desta vida  Trabalhosa se findar,  O adeus a este mundo vamos dar; Para o céu então iremos, Com Jesus nos encontrar  Na Jerusalém de Deus. </vt:lpstr>
      <vt:lpstr>Oh! que gozo e alegria,  Quando o povo ali chegar,  Em Jerusalém! Em Jerusalém! Sempre ali cantando hosanas,  Pois o Rei no trono esta,  Na Jerusalém de Deus. </vt:lpstr>
      <vt:lpstr>O caminho é extenso,  Mas Jesus vai me guiar,  Quando, pelas provações aqui passar; Pois olhando nEle, eu sigo.  Para brevemente estar,  Na Jerusalém de Deus. </vt:lpstr>
      <vt:lpstr>Oh! que gozo e alegria,  Quando o povo ali chegar,  Em Jerusalém! Em Jerusalém! Sempre ali cantando hosanas,  Pois o Rei no trono esta,  Na Jerusalém de Deus. </vt:lpstr>
      <vt:lpstr>Ao sairmos deste mundo,  Para a divina! mansão,  Gozaremos a perfeita salvação;  E Jesus contemplaremos  A estender-nos Sua mão, Na Jerusalém de Deus. </vt:lpstr>
      <vt:lpstr>Oh! que gozo e alegria,  Quando o povo ali chegar,  Em Jerusalém! Em Jerusalém! Sempre ali cantando hosanas,  Pois o Rei no trono esta,  Na Jerusalém de Deus. </vt:lpstr>
      <vt:lpstr>Quando, unidos com os salvos,  Lá na pátria do Senhor, Contemplarmos a Jesus, o Salvador, Sempre nos alegraremos  Onde há perfeito amor;  Na Jerusalém de Deus. </vt:lpstr>
      <vt:lpstr>Oh! que gozo e alegria,  Quando o povo ali chegar,  Em Jerusalém! Em Jerusalém! Sempre ali cantando hosanas,  Pois o Rei no trono esta,  Na Jerusalém de Deus.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94 NA JERUSALÉM DE DEUS </dc:title>
  <dc:creator>Junior</dc:creator>
  <cp:lastModifiedBy>Emerson Souza</cp:lastModifiedBy>
  <cp:revision>1</cp:revision>
  <dcterms:created xsi:type="dcterms:W3CDTF">2005-12-23T13:03:52Z</dcterms:created>
  <dcterms:modified xsi:type="dcterms:W3CDTF">2026-05-02T21:44:36Z</dcterms:modified>
</cp:coreProperties>
</file>