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876EB-5C0B-4540-8178-722D0A18A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A6EB2-0E59-85B4-C8A8-A0B1A64AE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9AC2FA-F4D6-BB42-4BA6-B28747AB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FF6C98-3A1A-1B6F-6628-DF576BC5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2EEE80-1D40-C5D4-F955-F0942554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32F69-7DE0-4F4C-BCA0-A55ACEF4E7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861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EEB6B-203A-3778-5ED3-56AE2845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0C4AD5-D28A-E9FD-1EDB-81CA0231B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AB3FC0-4FD8-5FDE-9998-817B0385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7625FD-4281-BF32-B1EF-32206C45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139094-4A1A-92D2-F822-B483AD6B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E7E0EE-728E-44B2-ADD3-44D6158310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988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FDA37-2CC7-D7D7-23AA-465EEC3D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6CE27F-6A34-7A13-E57B-9609B85C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554CD0-9F2B-326F-303A-694DCD95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2EBD63-5186-88EC-F716-C0768CF5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093457-9B87-BD02-53EC-B4DCEF72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0A220-876C-4204-9707-934F409C77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354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E40B8-E9DD-C480-6285-037DDDCA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09B1F-5493-CF75-E911-A4F532D39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62A491-7BAC-2148-3378-E4ABCB3AB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AA6F8D-C28E-A45F-E407-90066217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60D399-2A4C-7947-B365-9D99C75E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4F67E0-C8EC-66F5-A69A-D0198A95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51B697-CC0B-407C-A94B-C0D2EB235A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789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E2600-1329-AC58-74F1-F95C8691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A1856F-FAEB-E559-AC5B-5B6B09BD1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99336D-4F99-0A30-6058-0D82B782F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13948C-46A8-BECC-F419-1E49F7270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DFCF30A-4F33-2D5C-19E3-A608BF7F8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CC7861-9949-F6F7-75D1-5715A9C0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21B443D-19D3-3EBF-903C-C4F8EBCF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189578-D6FC-C17E-D53F-279CF4EA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4EC32B-0987-4985-B424-991CB8409A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948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66A4B-0758-8562-CCF3-00979775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3256E16-4E7B-D87D-B5D1-FB649B3B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365883-5D33-2CB9-20C3-EA8F715F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659CF3-1C57-5A24-835D-E4AA20FA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F990E-8BC8-4E2B-AAE3-A31D32AB58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244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54AA5F-AAF0-9661-65FE-069338F7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72AC0D-0CE2-BB7E-68EB-AF9F4F86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CD31C6-527A-EA30-786D-637BB3A6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333A4-A5E5-4CAE-91FF-E2D85C31DD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845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57A41-1278-DB2D-362B-F76AE4FD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3917D-0391-2AB8-2B4B-34CF60C3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B20DD8-D17B-72F5-FAE2-51D74F120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80A465-5183-65A6-C831-19F750ED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0D1E75-BC9B-49C0-9A47-84C3416A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4625C9-8BAA-0093-D4F4-6D317433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4F7E99-7668-4D22-9CA2-759879C0A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908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2A69A-C6A1-A395-C84B-33F054E4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158F2-CC35-762E-8465-C4A88FB80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74655-EF9F-5C81-C8B1-BF32A9986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A805AB-06E9-1FD3-9DA9-F60FED7D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7CAC82-2E20-C319-3B7F-CB05919C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97E24A-2BA6-8A91-4022-A3852C48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E65D82-1D16-4A9D-941D-2E6466295D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602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A1BF3-1854-B865-1657-55175D51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A45626-70A3-E6C8-F7A5-EEA88C51C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D5186-4705-CAE9-479C-7EDE60908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718179-4FC7-CBBF-6EA6-02886ED5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411E53-7F87-754C-22EC-653C9C6C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32D79-3997-4754-B0C5-00E606FF1A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146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F70FC6-6DB5-1154-A6A9-3C10575CF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8F38D1-31D4-3252-C2EE-7956C7BF2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A76265-D11A-C2A3-EFCF-55C81018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55D2D8-9C95-B5F0-8CC8-7A78186C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DF33AA-27D2-9E2B-0860-DD4BB9AB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02AB1-DAF6-4333-90F0-4343437999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346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351731D-2E1C-0A2A-9138-F7B8BE725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65E5AA-C6D2-4417-2C42-B17B401EC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1DA23B-E447-900E-5028-011009612D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944D443-CD88-1C8E-8D46-231C2085C5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5241DF6-F536-29BA-6CD7-D928A737D8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B13FD8C-9EB4-4810-9E5D-AE85CCBFB2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19D3C7-BAEC-9835-1A05-A770147E31F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185</a:t>
            </a:r>
            <a:br>
              <a:rPr lang="en-US" altLang="pt-BR" sz="4000" b="1"/>
            </a:br>
            <a:r>
              <a:rPr lang="en-US" altLang="pt-BR" sz="4000" b="1"/>
              <a:t>INVOCAÇÃO E LOUVOR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263E953-B537-D8F6-8EF5-92763B494B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7208CC3-AB67-3D61-B792-2C8A740A4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Vem Tu, ó Rei dos reis. </a:t>
            </a:r>
            <a:br>
              <a:rPr lang="en-US" altLang="pt-BR" sz="4000" i="1"/>
            </a:br>
            <a:r>
              <a:rPr lang="en-US" altLang="pt-BR" sz="4000" i="1"/>
              <a:t>Guiar os teus fiéis p’ra Te louvar. Grande e glorioso Ser, </a:t>
            </a:r>
            <a:br>
              <a:rPr lang="en-US" altLang="pt-BR" sz="4000" i="1"/>
            </a:br>
            <a:r>
              <a:rPr lang="en-US" altLang="pt-BR" sz="4000" i="1"/>
              <a:t>Pai de todo o poder, </a:t>
            </a:r>
            <a:br>
              <a:rPr lang="en-US" altLang="pt-BR" sz="4000" i="1"/>
            </a:br>
            <a:r>
              <a:rPr lang="en-US" altLang="pt-BR" sz="4000" i="1"/>
              <a:t>Vem sobre nós reger, </a:t>
            </a:r>
            <a:br>
              <a:rPr lang="en-US" altLang="pt-BR" sz="4000" i="1"/>
            </a:br>
            <a:r>
              <a:rPr lang="en-US" altLang="pt-BR" sz="4000" i="1"/>
              <a:t>Oh! Deus sem par!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943CA7-21D4-6C00-E663-5980306D9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Vem Tu, Verbo de Deus, </a:t>
            </a:r>
            <a:br>
              <a:rPr lang="en-US" altLang="pt-BR" sz="4000" i="1"/>
            </a:br>
            <a:r>
              <a:rPr lang="en-US" altLang="pt-BR" sz="4000" i="1"/>
              <a:t>Fazer chegar aos céus </a:t>
            </a:r>
            <a:br>
              <a:rPr lang="en-US" altLang="pt-BR" sz="4000" i="1"/>
            </a:br>
            <a:r>
              <a:rPr lang="en-US" altLang="pt-BR" sz="4000" i="1"/>
              <a:t>Nossa oração. Vem, sim, abençoar </a:t>
            </a:r>
            <a:br>
              <a:rPr lang="en-US" altLang="pt-BR" sz="4000" i="1"/>
            </a:br>
            <a:r>
              <a:rPr lang="en-US" altLang="pt-BR" sz="4000" i="1"/>
              <a:t>Teu povo e prosperar </a:t>
            </a:r>
            <a:br>
              <a:rPr lang="en-US" altLang="pt-BR" sz="4000" i="1"/>
            </a:br>
            <a:r>
              <a:rPr lang="en-US" altLang="pt-BR" sz="4000" i="1"/>
              <a:t>Mensagem que falar da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54CBD38-6F04-D58E-4506-635DA4899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Vem. Tu. Consolador, </a:t>
            </a:r>
            <a:br>
              <a:rPr lang="en-US" altLang="pt-BR" sz="4000" i="1"/>
            </a:br>
            <a:r>
              <a:rPr lang="en-US" altLang="pt-BR" sz="4000" i="1"/>
              <a:t>Inspira e dá fervor às orações; </a:t>
            </a:r>
            <a:br>
              <a:rPr lang="en-US" altLang="pt-BR" sz="4000" i="1"/>
            </a:br>
            <a:r>
              <a:rPr lang="en-US" altLang="pt-BR" sz="4000" i="1"/>
              <a:t>Espírito de paz, afasta Satanás, </a:t>
            </a:r>
            <a:br>
              <a:rPr lang="en-US" altLang="pt-BR" sz="4000" i="1"/>
            </a:br>
            <a:r>
              <a:rPr lang="en-US" altLang="pt-BR" sz="4000" i="1"/>
              <a:t>E plena graça traz aos corações.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287D55C-2648-5930-7D75-30F0F26FE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Ao grande trino Deus </a:t>
            </a:r>
            <a:br>
              <a:rPr lang="en-US" altLang="pt-BR" sz="4000" i="1"/>
            </a:br>
            <a:r>
              <a:rPr lang="en-US" altLang="pt-BR" sz="4000" i="1"/>
              <a:t>Louvem os anjos Seus e nós também, A Deus nosso Senhor: </a:t>
            </a:r>
            <a:br>
              <a:rPr lang="en-US" altLang="pt-BR" sz="4000" i="1"/>
            </a:br>
            <a:r>
              <a:rPr lang="en-US" altLang="pt-BR" sz="4000" i="1"/>
              <a:t>Pai, Filho e Condutor </a:t>
            </a:r>
            <a:br>
              <a:rPr lang="en-US" altLang="pt-BR" sz="4000" i="1"/>
            </a:br>
            <a:r>
              <a:rPr lang="en-US" altLang="pt-BR" sz="4000" i="1"/>
              <a:t>Louvemos com fervor, </a:t>
            </a:r>
            <a:br>
              <a:rPr lang="en-US" altLang="pt-BR" sz="4000" i="1"/>
            </a:br>
            <a:r>
              <a:rPr lang="en-US" altLang="pt-BR" sz="4000" i="1"/>
              <a:t>Pra sempre. Amém.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185 INVOCAÇÃO E LOUVOR </vt:lpstr>
      <vt:lpstr>Vem Tu, ó Rei dos reis.  Guiar os teus fiéis p’ra Te louvar. Grande e glorioso Ser,  Pai de todo o poder,  Vem sobre nós reger,  Oh! Deus sem par! </vt:lpstr>
      <vt:lpstr>Vem Tu, Verbo de Deus,  Fazer chegar aos céus  Nossa oração. Vem, sim, abençoar  Teu povo e prosperar  Mensagem que falar da salvação. </vt:lpstr>
      <vt:lpstr>Vem. Tu. Consolador,  Inspira e dá fervor às orações;  Espírito de paz, afasta Satanás,  E plena graça traz aos corações. </vt:lpstr>
      <vt:lpstr>Ao grande trino Deus  Louvem os anjos Seus e nós também, A Deus nosso Senhor:  Pai, Filho e Condutor  Louvemos com fervor,  Pra sempre. Amém.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185 INVOCAÇÃO E LOUVOR </dc:title>
  <dc:creator>Junior</dc:creator>
  <cp:lastModifiedBy>Emerson Souza</cp:lastModifiedBy>
  <cp:revision>1</cp:revision>
  <dcterms:created xsi:type="dcterms:W3CDTF">2005-12-23T16:59:53Z</dcterms:created>
  <dcterms:modified xsi:type="dcterms:W3CDTF">2026-05-02T21:52:16Z</dcterms:modified>
</cp:coreProperties>
</file>