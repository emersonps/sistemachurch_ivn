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120E7-5F06-D742-FF43-D5AF5A8FF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410A59-5B98-3CD6-4E9B-E3ACB15A2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D2197E-9FB5-9085-778E-9CA42AAE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DF0FD-4586-6525-1848-C7B5BEFF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8F75C4-0C2C-A615-5BDD-CC3D29DC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0E6206-2409-4BE1-8900-EF8A861004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301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71EA9-6D8B-8A8B-3807-AD510419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8F50C2-D861-F1C4-237A-3FBCAEBA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4E8216-67C7-6CD6-5A83-5FD410CF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B00E2-9506-4064-856B-AB40FAFE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23A1C7-AD17-02C7-FA62-A19A89E3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862A43-907C-486B-916D-E6E248A00A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874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1A423-1D00-5179-08E7-D61FD550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CA8415-6B37-A6C4-B1D1-D3D5132B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C5D039-9379-6E23-7EE5-086418C6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1A9559-18F9-C40E-2597-8F25A614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1E4FE4-FA54-09E1-644C-BED597D7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DFA3F-DE18-4B0C-BC2A-BF4602B706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47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4065E-350D-7BFE-CD65-A13DDCF47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2160B-0BB0-AAC1-B87F-E06C9EDA9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79A065-4422-865C-B7C7-0127BE94F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75EFBA-4B72-8316-DDC7-AC7137B6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E5F5F-FBBA-EE96-C4D6-516E2B62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B0B93B-5C2E-4481-8243-3934755B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E0F2E-6188-4A57-8EFC-E108323F87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680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CE0A1-9531-1DCA-2BD2-6B6427C3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717E8C-C1E8-CC9B-36CB-01374FA44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3A331E-8F82-E834-6087-A9E22BAA2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D396E3-EDC0-F89D-6734-26C9E5E2F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53617F-6940-B797-54F7-AF98CE85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E89115-5295-9F89-73D9-1B9A9B3C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D23208F-2392-DB39-2FFA-61A42D80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2F7DCE-829E-5860-29BF-E92B6C1E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1691FA-9848-40E4-907C-0492BD7AC0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123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CD78F-CF62-FDBD-8777-8FFBD9D6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CB83512-8A53-EC57-1AAC-08AD0B9B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556E91-788A-5399-4266-AA66ED5F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F9752E-E38E-95C0-BFA1-4CDFDF7F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2B917-A86E-49E3-9F80-01737C764F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001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449277-0196-51DF-1747-8ABA9DC5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1A7471-F04E-1007-F430-786656F6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6E93B4-4CA2-24D5-8F13-21F773E8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D43CF9-C79F-40AD-ADFD-1259626E36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963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7CF48-B0D7-2384-5463-2E7E2AAB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91C76-7A04-62F2-2917-B7EEF61C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2A1471-2CE4-092F-3EC6-6897A7470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9584D-1D48-8587-D5FA-A21BA793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E870AE-F242-1130-574E-4F88F8A6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FAB67-6966-F301-74F0-F5AB1BFE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F1A8A-3E70-491D-A146-0B857D0390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857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0EC-A09C-6E22-8728-9AFB0B25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78F26B-A358-9498-6989-4D2B35C2F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441D97-2EB8-F98D-7CE2-C1FB8FC1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CDF5AE-1166-18BD-FC0F-F62F699C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FC2CCC-9009-1E49-033E-AB59EB2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DDD333-9B80-DBEF-4FF0-9CC33C93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1C46E-C147-4A1A-BDBE-A9F495BA37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208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5A758-F536-A133-9E8E-A6C3207D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93EC8C-6F98-B8A6-1A71-C75EDDDD1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A0255-03CA-967B-28B7-2FC5E8FE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8EC76-DE1F-0E40-CD1E-57AFE6F5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EB2F95-B243-EBC2-555A-5F9771FA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A8670-7C1C-4D93-81DB-AA33F579BA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01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4D7D71-7229-C4C5-161D-1B5CC8337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D4E752-3EBE-927A-AE31-81B987FA2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90C39-3279-C841-C2FE-6DB1FA37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E4C5D4-A721-554D-B66A-14375A1A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DEEED-C18A-38CE-6B63-FA22CF6E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87799-0EE1-47FF-942F-BFC08EDA94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97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213B4E-EA91-FF13-0C83-A16105D13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47337D0-7161-0C96-23AD-D38CA46BE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BA9098-C733-1DD6-9A76-91BAC9C6BA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8C3EDAC-861E-4F36-B90B-0CC3C13A16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A2F599-0F76-972D-9872-D8A8995593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093A028-1BE8-4DC0-93B8-16B555129EA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E6E773C-D51E-D55B-81F4-18E3ADFC11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981200"/>
            <a:ext cx="7696200" cy="1619250"/>
          </a:xfrm>
        </p:spPr>
        <p:txBody>
          <a:bodyPr anchor="ctr"/>
          <a:lstStyle/>
          <a:p>
            <a:r>
              <a:rPr lang="en-US" altLang="pt-BR" sz="3600" b="1"/>
              <a:t>139</a:t>
            </a:r>
            <a:br>
              <a:rPr lang="en-US" altLang="pt-BR" sz="3600" b="1"/>
            </a:br>
            <a:r>
              <a:rPr lang="en-US" altLang="pt-BR" sz="3600" b="1"/>
              <a:t>JESUS, MEU ETERNO REDENTOR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2F3C7D5-0A86-4AF3-1451-39B6FACE099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5B6FAB8-A192-4934-0DFF-51F446C9E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4000"/>
              <a:t>Já o Filho de Deus é descido do céu;</a:t>
            </a:r>
            <a:br>
              <a:rPr lang="en-US" altLang="pt-BR" sz="4000"/>
            </a:br>
            <a:r>
              <a:rPr lang="en-US" altLang="pt-BR" sz="4000"/>
              <a:t>A obra perfeita na cruz consumou;</a:t>
            </a:r>
            <a:br>
              <a:rPr lang="en-US" altLang="pt-BR" sz="4000"/>
            </a:br>
            <a:r>
              <a:rPr lang="en-US" altLang="pt-BR" sz="4000"/>
              <a:t>E ali Sua carne, rasgada qual véu,</a:t>
            </a:r>
            <a:br>
              <a:rPr lang="en-US" altLang="pt-BR" sz="4000"/>
            </a:br>
            <a:r>
              <a:rPr lang="en-US" altLang="pt-BR" sz="4000"/>
              <a:t>Vivo caminho para o céu </a:t>
            </a:r>
            <a:br>
              <a:rPr lang="en-US" altLang="pt-BR" sz="4000"/>
            </a:br>
            <a:r>
              <a:rPr lang="en-US" altLang="pt-BR" sz="4000"/>
              <a:t>Nos consagrou.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89E77D-8F5D-E491-1196-EAEC9E623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4000" b="1"/>
              <a:t>Jesus é meu eterno Redentor!</a:t>
            </a:r>
            <a:br>
              <a:rPr lang="en-US" altLang="pt-BR" sz="4000" b="1"/>
            </a:br>
            <a:r>
              <a:rPr lang="en-US" altLang="pt-BR" sz="4000" b="1"/>
              <a:t>Por Seu sangue lá remido estou;</a:t>
            </a:r>
            <a:br>
              <a:rPr lang="en-US" altLang="pt-BR" sz="4000" b="1"/>
            </a:br>
            <a:r>
              <a:rPr lang="en-US" altLang="pt-BR" sz="4000" b="1"/>
              <a:t>Deu-me paz, poder consolador;</a:t>
            </a:r>
            <a:br>
              <a:rPr lang="en-US" altLang="pt-BR" sz="4000" b="1"/>
            </a:br>
            <a:r>
              <a:rPr lang="en-US" altLang="pt-BR" sz="4000" b="1"/>
              <a:t>Vivo contente, pois Ele me amou.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358C6E3-9E28-88C7-6141-8C2CF91F4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3800"/>
              <a:t>Por Adão, o pecado no mundo entrou;</a:t>
            </a:r>
            <a:br>
              <a:rPr lang="en-US" altLang="pt-BR" sz="3800"/>
            </a:br>
            <a:r>
              <a:rPr lang="en-US" altLang="pt-BR" sz="3800"/>
              <a:t>Ninguém dessa lei se podia libertar;</a:t>
            </a:r>
            <a:br>
              <a:rPr lang="en-US" altLang="pt-BR" sz="3800"/>
            </a:br>
            <a:r>
              <a:rPr lang="en-US" altLang="pt-BR" sz="3800"/>
              <a:t>Mas o Filho do homem por nós triunfou,</a:t>
            </a:r>
            <a:br>
              <a:rPr lang="en-US" altLang="pt-BR" sz="3800"/>
            </a:br>
            <a:r>
              <a:rPr lang="en-US" altLang="pt-BR" sz="3800"/>
              <a:t>NEle podemos do mal ressuscitar.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46EBE90-9195-9E1D-F829-26B16C484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4000" b="1"/>
              <a:t>Jesus é meu eterno Redentor!</a:t>
            </a:r>
            <a:br>
              <a:rPr lang="en-US" altLang="pt-BR" sz="4000" b="1"/>
            </a:br>
            <a:r>
              <a:rPr lang="en-US" altLang="pt-BR" sz="4000" b="1"/>
              <a:t>Por Seu sangue lá remido estou;</a:t>
            </a:r>
            <a:br>
              <a:rPr lang="en-US" altLang="pt-BR" sz="4000" b="1"/>
            </a:br>
            <a:r>
              <a:rPr lang="en-US" altLang="pt-BR" sz="4000" b="1"/>
              <a:t>Deu-me paz, poder consolador;</a:t>
            </a:r>
            <a:br>
              <a:rPr lang="en-US" altLang="pt-BR" sz="4000" b="1"/>
            </a:br>
            <a:r>
              <a:rPr lang="en-US" altLang="pt-BR" sz="4000" b="1"/>
              <a:t>Vivo contente, pois Ele me amou.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7D782B2-53E8-41B4-53A1-74DAA37E9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3800" i="1"/>
              <a:t>Do inferno, que paga aos maus, </a:t>
            </a:r>
            <a:br>
              <a:rPr lang="en-US" altLang="pt-BR" sz="3800" i="1"/>
            </a:br>
            <a:r>
              <a:rPr lang="en-US" altLang="pt-BR" sz="3800" i="1"/>
              <a:t>Há de dar, </a:t>
            </a:r>
            <a:br>
              <a:rPr lang="en-US" altLang="pt-BR" sz="3800" i="1"/>
            </a:br>
            <a:r>
              <a:rPr lang="en-US" altLang="pt-BR" sz="3800" i="1"/>
              <a:t>Do medo da morte, esse dardo cruel, </a:t>
            </a:r>
            <a:br>
              <a:rPr lang="en-US" altLang="pt-BR" sz="3800" i="1"/>
            </a:br>
            <a:r>
              <a:rPr lang="en-US" altLang="pt-BR" sz="3800" i="1"/>
              <a:t>Do abismo eterno te pode salvar, </a:t>
            </a:r>
            <a:br>
              <a:rPr lang="en-US" altLang="pt-BR" sz="3800" i="1"/>
            </a:br>
            <a:r>
              <a:rPr lang="en-US" altLang="pt-BR" sz="3800" i="1"/>
              <a:t>Só Jesus Cristo, o bom Emanuel.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96D438C-C167-6650-EEC4-E32E3856D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4000" b="1"/>
              <a:t>Jesus é meu eterno Redentor!</a:t>
            </a:r>
            <a:br>
              <a:rPr lang="en-US" altLang="pt-BR" sz="4000" b="1"/>
            </a:br>
            <a:r>
              <a:rPr lang="en-US" altLang="pt-BR" sz="4000" b="1"/>
              <a:t>Por Seu sangue lá remido estou;</a:t>
            </a:r>
            <a:br>
              <a:rPr lang="en-US" altLang="pt-BR" sz="4000" b="1"/>
            </a:br>
            <a:r>
              <a:rPr lang="en-US" altLang="pt-BR" sz="4000" b="1"/>
              <a:t>Deu-me paz, poder consolador;</a:t>
            </a:r>
            <a:br>
              <a:rPr lang="en-US" altLang="pt-BR" sz="4000" b="1"/>
            </a:br>
            <a:r>
              <a:rPr lang="en-US" altLang="pt-BR" sz="4000" b="1"/>
              <a:t>Vivo contente, pois Ele me amou.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E2823A-2516-D0EB-6065-9CFB82441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3800" i="1"/>
              <a:t>Bem alegres buscamos a pátria de amor, </a:t>
            </a:r>
            <a:br>
              <a:rPr lang="en-US" altLang="pt-BR" sz="3800" i="1"/>
            </a:br>
            <a:r>
              <a:rPr lang="en-US" altLang="pt-BR" sz="3800" i="1"/>
              <a:t>A qual Deus no céu para nós preparou, Onde sempre veremos o nosso Senhor, </a:t>
            </a:r>
            <a:br>
              <a:rPr lang="en-US" altLang="pt-BR" sz="3800" i="1"/>
            </a:br>
            <a:r>
              <a:rPr lang="en-US" altLang="pt-BR" sz="3800" i="1"/>
              <a:t>Cristo Jesus, que do mal nos libertou.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A999EEC-B860-49EA-DDDC-F925FC5E1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sz="4000" b="1"/>
              <a:t>Jesus é meu eterno Redentor!</a:t>
            </a:r>
            <a:br>
              <a:rPr lang="en-US" altLang="pt-BR" sz="4000" b="1"/>
            </a:br>
            <a:r>
              <a:rPr lang="en-US" altLang="pt-BR" sz="4000" b="1"/>
              <a:t>Por Seu sangue lá remido estou;</a:t>
            </a:r>
            <a:br>
              <a:rPr lang="en-US" altLang="pt-BR" sz="4000" b="1"/>
            </a:br>
            <a:r>
              <a:rPr lang="en-US" altLang="pt-BR" sz="4000" b="1"/>
              <a:t>Deu-me paz, poder consolador;</a:t>
            </a:r>
            <a:br>
              <a:rPr lang="en-US" altLang="pt-BR" sz="4000" b="1"/>
            </a:br>
            <a:r>
              <a:rPr lang="en-US" altLang="pt-BR" sz="4000" b="1"/>
              <a:t>Vivo contente, pois Ele me amou.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139 JESUS, MEU ETERNO REDENTOR </vt:lpstr>
      <vt:lpstr>Já o Filho de Deus é descido do céu; A obra perfeita na cruz consumou; E ali Sua carne, rasgada qual véu, Vivo caminho para o céu  Nos consagrou. </vt:lpstr>
      <vt:lpstr>Jesus é meu eterno Redentor! Por Seu sangue lá remido estou; Deu-me paz, poder consolador; Vivo contente, pois Ele me amou. </vt:lpstr>
      <vt:lpstr>Por Adão, o pecado no mundo entrou; Ninguém dessa lei se podia libertar; Mas o Filho do homem por nós triunfou, NEle podemos do mal ressuscitar. </vt:lpstr>
      <vt:lpstr>Jesus é meu eterno Redentor! Por Seu sangue lá remido estou; Deu-me paz, poder consolador; Vivo contente, pois Ele me amou. </vt:lpstr>
      <vt:lpstr>Do inferno, que paga aos maus,  Há de dar,  Do medo da morte, esse dardo cruel,  Do abismo eterno te pode salvar,  Só Jesus Cristo, o bom Emanuel. </vt:lpstr>
      <vt:lpstr>Jesus é meu eterno Redentor! Por Seu sangue lá remido estou; Deu-me paz, poder consolador; Vivo contente, pois Ele me amou. </vt:lpstr>
      <vt:lpstr>Bem alegres buscamos a pátria de amor,  A qual Deus no céu para nós preparou, Onde sempre veremos o nosso Senhor,  Cristo Jesus, que do mal nos libertou. </vt:lpstr>
      <vt:lpstr>Jesus é meu eterno Redentor! Por Seu sangue lá remido estou; Deu-me paz, poder consolador; Vivo contente, pois Ele me amou.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139 JESUS, MEU ETERNO REDENTOR </dc:title>
  <dc:creator>Junior</dc:creator>
  <cp:lastModifiedBy>Emerson Souza</cp:lastModifiedBy>
  <cp:revision>1</cp:revision>
  <dcterms:created xsi:type="dcterms:W3CDTF">2005-12-23T15:04:27Z</dcterms:created>
  <dcterms:modified xsi:type="dcterms:W3CDTF">2026-05-02T21:48:22Z</dcterms:modified>
</cp:coreProperties>
</file>