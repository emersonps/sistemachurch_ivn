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FFBFB-35A4-3FB2-C080-BDABF1815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8B1E29-0E7E-216D-0974-BC2AFABE8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E68280-207C-0F44-568E-C3C99F006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4D8955-CB97-D8D5-358C-FF757470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E33C24-9DF0-4496-E909-8C459EE6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3CA559-7873-4CB4-B776-29B0DF639A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056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26DF9-4E6A-1C29-543D-34E7488F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AC1C13-8FC3-EBCA-DF73-15D7B4BBC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8B94B8-BFDC-9B79-E67E-7C7F130A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33188C-DAA2-2B3B-E59E-3E64CA8B0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BFEC57-50A6-8142-04DA-8865DB57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FE7D3-E59A-4376-BB36-7A95FE4AC1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49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1721B-F6E8-359A-6987-2FD84630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D5CCFC-79FA-B7D7-98A4-446F341E4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0DB465-B002-B3A8-0B46-C70892DC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D4438F-6AA4-E8B9-FDA1-84C8FCC0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7C06DC-6279-1297-6323-EA2D1F43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47620-8B05-47A3-8202-F7653A477C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450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7958B-DF85-C02C-455E-F60518C2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BD066-7306-408A-4FCD-5D8330DE2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7351C3-EADC-F6C2-8FF7-4B5B85589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D4A6E9-FEDB-D6CA-D163-06E04877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ADBEED-0781-F7E6-1B54-854CA2D8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94352F-7084-93B2-2F73-B5944982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015902-B94F-413E-975A-03F6BE3E36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093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EF93F-5E68-77D3-EEC5-19DB10E5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CC88EB-CF3A-4A4B-5CF1-96055C259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773430-09E9-0727-4457-481416DAC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FD95B5-1D93-51A8-E1AD-ABE54316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F6E49-F285-F715-1DBF-823B71B78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938CFC-A7C4-B94F-8D5E-3ACDEAD0B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40B560-907B-89E6-933D-3A85434C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D2E9596-5109-6709-AAA8-B0E6EBA8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2B9728-ABA0-48CE-970B-9E29187AF1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387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E0E84-80AF-3EEA-F7F2-0D9CDE25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732986-CD43-4FC9-77B2-B8F4FEA2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247C06C-6D29-71B7-0978-296804EF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289B94-6D8D-F2A8-2E49-9752CA89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0BA9D-2FB9-4E57-A7F1-BEA5F3EF58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993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B66157-33D8-8293-531B-5B1ECFA17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385488-E5D3-B72E-7080-9E88D414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EF3EC6-F940-B5B6-D413-97D115CF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6EEA9D-84D8-4038-9E2F-F805D65ACA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726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9FD30-2E95-3C3B-9E49-3C9CE7A2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893AA9-E72C-0DA8-E4E6-AE55AAE23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EEA0A4-98E1-3AB2-4122-18CA49462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AE64BA-44B1-0E1A-99FD-484BFC82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4A5AEB-0718-E8E4-BF0D-A84284CF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730DE3-74B7-CD25-CD6E-C596A6E2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CF29A2-9E35-42B1-941B-998BC7EC57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7749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E24C1-F3C0-C76D-7930-64496EDA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0A4A80-0DA1-BBF9-17DF-64F6A727B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4F3A69-4FE9-FD52-67EC-34385CEDF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C87D15-195E-6099-6BF3-DF8A745C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D6AFE2-79D7-BFDE-6329-C1D09F5F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930798-534A-70FA-DA92-C2F0D685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EC8D63-E183-47FA-BC1F-1C870AD983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401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54A0B-DE4F-06D6-E009-9016E56B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193133-278F-1D30-F0C1-1A42D9E0C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23B301-3286-C0DF-993C-5852E5F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FA8D70-F34B-7B63-94C4-609EBF04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58F376-9780-1B66-86F6-49818622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BBEA3-851C-4D2A-9F0E-798AF5FA1D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644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ECB416-3636-81DA-BD35-30C4DACAF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82B088-8521-A3C6-BAD5-E8874D236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A578B6-21AE-827E-E691-B2B3C327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13718-6A8C-4E2D-662E-324D5C1D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D5D72-01F7-4F2C-3577-1E1E2EF2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739E6-BEEF-418E-9409-920F3B6DC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620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04BB12-5073-9499-F189-58132D4C7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BD7083-9A7D-4323-2375-F0FDA9C34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7009597-6C28-BD93-959C-21D6FB41BE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C736500-BEC3-EBAF-78DD-01B2341136E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7ABFED8-9F5D-9D1A-2972-569E9E3049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9E442C-8CA2-4285-91BD-68E3A3B5175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243CFCD-7ABB-66B9-9555-9EF0333C8D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599</a:t>
            </a:r>
            <a:br>
              <a:rPr lang="en-US" altLang="pt-BR" sz="4000" b="1"/>
            </a:br>
            <a:r>
              <a:rPr lang="en-US" altLang="pt-BR" sz="4000" b="1"/>
              <a:t>HERDEIRO DO REINO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9610F88-9FEB-C32B-1724-3DD3D86B45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F05E01C-28C0-6A53-E468-DD629FC1C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Ó tu, herdeiro do reino celeste,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Não, não dormites, o fim vai chegar; Oh! cinge as armas e põe-te na luta, Pois a vitória desejas ganhar.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2AD5188-4B55-342E-F85F-2AAF6778C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3800" i="1"/>
              <a:t>Não te detenham prazeres terrenos, </a:t>
            </a:r>
            <a:br>
              <a:rPr lang="en-US" altLang="pt-BR" sz="3800" i="1"/>
            </a:br>
            <a:r>
              <a:rPr lang="en-US" altLang="pt-BR" sz="3800" i="1"/>
              <a:t>Pois bem depressa terão de passar; </a:t>
            </a:r>
            <a:br>
              <a:rPr lang="en-US" altLang="pt-BR" sz="3800" i="1"/>
            </a:br>
            <a:r>
              <a:rPr lang="en-US" altLang="pt-BR" sz="3800" i="1"/>
              <a:t>Oh! deixa a vida que ao mundo </a:t>
            </a:r>
            <a:br>
              <a:rPr lang="en-US" altLang="pt-BR" sz="3800" i="1"/>
            </a:br>
            <a:r>
              <a:rPr lang="en-US" altLang="pt-BR" sz="3800" i="1"/>
              <a:t>Te prende,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Vem, vem a Cristo que te há de salvar!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389805C-F1EF-F468-40FC-4967F7F3B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Eis as potências dispostas à luta;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Sê fervoroso, fiel, bom cristão; </a:t>
            </a:r>
            <a:br>
              <a:rPr lang="en-US" altLang="pt-BR" sz="4000" i="1"/>
            </a:br>
            <a:r>
              <a:rPr lang="en-US" altLang="pt-BR" sz="4000" i="1"/>
              <a:t>Já no horizonte refulgem as glórias </a:t>
            </a:r>
            <a:br>
              <a:rPr lang="en-US" altLang="pt-BR" sz="4000" i="1"/>
            </a:br>
            <a:r>
              <a:rPr lang="en-US" altLang="pt-BR" sz="4000" i="1"/>
              <a:t>Oh! nobre herdeiro, </a:t>
            </a:r>
            <a:br>
              <a:rPr lang="en-US" altLang="pt-BR" sz="4000" i="1"/>
            </a:br>
            <a:r>
              <a:rPr lang="en-US" altLang="pt-BR" sz="4000" i="1"/>
              <a:t>Prorrompe em canção!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599 HERDEIRO DO REINO </vt:lpstr>
      <vt:lpstr>Ó tu, herdeiro do reino celeste,  Não, não dormites, o fim vai chegar; Oh! cinge as armas e põe-te na luta, Pois a vitória desejas ganhar.  </vt:lpstr>
      <vt:lpstr>Não te detenham prazeres terrenos,  Pois bem depressa terão de passar;  Oh! deixa a vida que ao mundo  Te prende,  Vem, vem a Cristo que te há de salvar!  </vt:lpstr>
      <vt:lpstr>Eis as potências dispostas à luta;  Sê fervoroso, fiel, bom cristão;  Já no horizonte refulgem as glórias  Oh! nobre herdeiro,  Prorrompe em canção!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599 HERDEIRO DO REINO </dc:title>
  <dc:creator>Junior</dc:creator>
  <cp:lastModifiedBy>Emerson Souza</cp:lastModifiedBy>
  <cp:revision>1</cp:revision>
  <dcterms:created xsi:type="dcterms:W3CDTF">2005-12-24T14:08:58Z</dcterms:created>
  <dcterms:modified xsi:type="dcterms:W3CDTF">2026-05-02T22:27:20Z</dcterms:modified>
</cp:coreProperties>
</file>