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EFC26-1471-68BF-E1E3-6BBC021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BCA48A-11F4-C452-EF8C-C1D776F0E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271FD0-BC33-5CBA-858D-E11A1862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41FB4E-E3A8-1B3A-462D-B3321F5D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A333F6-3702-0B6F-F0CA-F65CDB5E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E40B83-EC53-4F9A-88DB-CF35274830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390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9AF00-1A7B-BFB2-001A-BABAAA2F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51AE13-629D-C465-C224-ED1D053E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84D9EC-CE56-E0F8-73D0-74F9981DC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4D76F6-E5FB-447E-ECC9-EFD78036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3B2D81-89EC-E489-178A-36C780B0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2BEE6E-39F2-4827-B067-A7D13ACE57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797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B0E90-5CFC-BB50-D406-B7C813D91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8ED4E2-127B-C340-62AE-117BF88D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A9C89A-108E-726B-C446-E9C345B41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CC3A4E-C45A-F96A-97EA-40C33749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121538-08DA-98FF-8583-956533E67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9AF6B-35F8-4176-949F-A287FB0B2C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718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4C272-0BC1-7B89-AD00-15B6A3A8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28C3F3-1BDD-9C73-8259-0AF23CBE2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2E73F4-214F-7212-6046-E74A242F5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2E70-C9B9-1101-161E-1F3C832A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97A81-762A-0CAD-EDC0-58874C00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76F2DC-4227-CBFF-62EC-12175271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CAD96C-D60D-473D-B9C8-46F8D5F0A9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152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BC2A7-66C4-7F8E-E62E-A0EACC98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8A32F3-C8B8-BC20-0C77-46988610C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8476A1-B714-0C80-C478-4E73F5AA4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3DF7A25-B918-674C-65C2-8F681CB3A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11E673-306D-3FE0-40B9-32B47A902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9C5C05-5A0A-BEE9-515C-AE754561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43BF9E0-6202-4E74-62D5-8EA7F8F2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538ECEE-842B-980D-93A6-22F77DAB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1ABD9C-92CF-402D-B38D-1026271C5E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99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2CBD0-1DED-CF52-0F6E-D3294605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40799BD-93BC-32C8-A3C7-F3C109FB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25DE59-5123-F5AA-EC4E-D204D421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B857E7-C3CB-2EB1-4688-BB6CC4AE3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892414-9AA2-49D0-B109-6301FCFC96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1457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C00BC0-7A6F-B0BD-8485-34EE6D5B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05E2F4-7FDC-BDC2-1960-F723DD85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B35F96-2BE2-BBC0-A14F-9FC73C63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9BE5FE-4980-4157-BF0D-E88C14D518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6304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5D280-2576-A245-3984-807F599D3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0CEA77-51A3-A78D-3358-6CBDD14D1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AF8320-CFAB-A8C5-78AE-6B21D6115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BC5A35-4211-B630-BC39-4970FABF8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127795-D64C-DBBB-70CF-610B3C02B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AE3DB2-45FA-2D77-D9A6-61253B89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D8D8CD-178F-443C-9C71-861B8D0B0A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96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4D7DF-0799-4C92-8057-EFE229FB7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5B3F91-737D-91C6-5472-6CA68F9D1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B8FBB4-44EF-6067-66A3-D45302CC3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48415F-5727-24A8-F0DA-98F62BFF6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B8DDCD-B806-402E-5FD2-238DEEF7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BCCD93-FB62-84C5-88F3-E02B05C1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9CD351-F0CB-42C1-9B2A-CF75AF5213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715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DDB30-8893-756B-A7A9-82F55AA0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902886-DE84-D043-F258-ED8F35DA4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A43E41-9AE1-9125-28D7-DA65B48D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9DA339-C19B-2F29-2366-C9B5099E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D9A4C1-3064-C17A-038E-3E1D085A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108639-570C-4D21-BE96-2E60BC9598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64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C75E10-C966-ECFD-754A-7E58C24DC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A3FC59-898B-6E52-0B68-D94C479A6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785BE8-C11B-4738-9350-A65B4353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B742CF-630D-8F84-BD66-0ABEA7F2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BE243E-690E-8AC7-0DE4-3D1C2819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9891B6-EC06-4350-B0E1-B0EA2082F1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820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669F587-58C0-D0AD-EA4B-F384B076E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5733413-DE13-0C97-93B0-4763330A4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4F8B9A1-E70A-4E5F-64C3-2E63F19F9D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D7949B4-FE4C-4CCE-D9D9-C3A0F5DBEB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8687A1-FFB7-B166-1197-BFD107E5E5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8E15B58-E472-42E3-9E81-07EE5717496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D34852A-8050-643B-F616-BC5785B1D3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523 – Cristo, a Fonte Escondida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9AF9835-BD5A-6137-5B14-77C249A90C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3735F4F-4F0F-1A17-999A-AC7AA3760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Cristo nos deu uma fonte escondida.</a:t>
            </a:r>
            <a:br>
              <a:rPr lang="en-US" altLang="pt-BR" sz="4000" i="1"/>
            </a:br>
            <a:r>
              <a:rPr lang="en-US" altLang="pt-BR" sz="4000" i="1"/>
              <a:t>Que qualquer sede pode estancar.</a:t>
            </a:r>
            <a:br>
              <a:rPr lang="en-US" altLang="pt-BR" sz="4000" i="1"/>
            </a:br>
            <a:r>
              <a:rPr lang="en-US" altLang="pt-BR" sz="4000" i="1"/>
              <a:t>E cujas águas repletas de vida,</a:t>
            </a:r>
            <a:br>
              <a:rPr lang="en-US" altLang="pt-BR" sz="4000" i="1"/>
            </a:br>
            <a:r>
              <a:rPr lang="en-US" altLang="pt-BR" sz="4000" i="1"/>
              <a:t>Sempre de graça nos hão de fartar.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4079AEE-F2CB-176C-072C-73B647933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Água sairá, viva manará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Da fonte que abriu o Senhor, </a:t>
            </a:r>
            <a:br>
              <a:rPr lang="en-US" altLang="pt-BR" sz="4000" b="1" i="1"/>
            </a:br>
            <a:r>
              <a:rPr lang="en-US" altLang="pt-BR" sz="4000" b="1" i="1"/>
              <a:t>Água correrá!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todos quiserem beber, </a:t>
            </a:r>
            <a:br>
              <a:rPr lang="en-US" altLang="pt-BR" sz="4000" b="1" i="1"/>
            </a:br>
            <a:r>
              <a:rPr lang="en-US" altLang="pt-BR" sz="4000" b="1" i="1"/>
              <a:t>Não se esgotará;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Milhares de mIihares venham; Sempre sairá!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539B51F-2A7B-B427-473E-FD0B9D49B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Há muitas fontes de gozo no mundo,</a:t>
            </a:r>
            <a:r>
              <a:rPr lang="en-US" altLang="pt-BR" sz="4000"/>
              <a:t> </a:t>
            </a:r>
            <a:r>
              <a:rPr lang="en-US" altLang="pt-BR" sz="4000" i="1"/>
              <a:t>Nelas os homens vão sempre beber,</a:t>
            </a:r>
            <a:r>
              <a:rPr lang="en-US" altLang="pt-BR" sz="4000"/>
              <a:t> </a:t>
            </a:r>
            <a:r>
              <a:rPr lang="en-US" altLang="pt-BR" sz="4000" i="1"/>
              <a:t>Mas são cisternas e poços imundos,</a:t>
            </a:r>
            <a:r>
              <a:rPr lang="en-US" altLang="pt-BR" sz="4000"/>
              <a:t> </a:t>
            </a:r>
            <a:r>
              <a:rPr lang="en-US" altLang="pt-BR" sz="4000" i="1"/>
              <a:t>Que águas vivas não podem conter.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1147133-6904-3F16-938D-8195493D58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Água sairá, viva manará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Da fonte que abriu o Senhor, </a:t>
            </a:r>
            <a:br>
              <a:rPr lang="en-US" altLang="pt-BR" sz="4000" b="1" i="1"/>
            </a:br>
            <a:r>
              <a:rPr lang="en-US" altLang="pt-BR" sz="4000" b="1" i="1"/>
              <a:t>Água correrá!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todos quiserem beber, </a:t>
            </a:r>
            <a:br>
              <a:rPr lang="en-US" altLang="pt-BR" sz="4000" b="1" i="1"/>
            </a:br>
            <a:r>
              <a:rPr lang="en-US" altLang="pt-BR" sz="4000" b="1" i="1"/>
              <a:t>Não se esgotará;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Milhares de mIihares venham; Sempre sairá!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A66DC96-C044-5A89-FCE8-F5E9D0167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Já muitos homens gastaram dinheiro,</a:t>
            </a:r>
            <a:r>
              <a:rPr lang="en-US" altLang="pt-BR" sz="4000"/>
              <a:t> </a:t>
            </a:r>
            <a:r>
              <a:rPr lang="en-US" altLang="pt-BR" sz="4000" i="1"/>
              <a:t>Sem a fonte de Deus encontrar;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Jesus Cristo é o nosso roteiro,</a:t>
            </a:r>
            <a:r>
              <a:rPr lang="en-US" altLang="pt-BR" sz="4000"/>
              <a:t> </a:t>
            </a:r>
            <a:r>
              <a:rPr lang="en-US" altLang="pt-BR" sz="4000" i="1"/>
              <a:t>Que para a fonte, nos há de guiar.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A4272F4-BC3C-CD0A-F01E-EFAC3BAFC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Água sairá, viva manará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Da fonte que abriu o Senhor, </a:t>
            </a:r>
            <a:br>
              <a:rPr lang="en-US" altLang="pt-BR" sz="4000" b="1" i="1"/>
            </a:br>
            <a:r>
              <a:rPr lang="en-US" altLang="pt-BR" sz="4000" b="1" i="1"/>
              <a:t>Água correrá!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todos quiserem beber, </a:t>
            </a:r>
            <a:br>
              <a:rPr lang="en-US" altLang="pt-BR" sz="4000" b="1" i="1"/>
            </a:br>
            <a:r>
              <a:rPr lang="en-US" altLang="pt-BR" sz="4000" b="1" i="1"/>
              <a:t>Não se esgotará;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Milhares de mIihares venham; Sempre sairá!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E729AE9-31C9-C50F-751B-6E9236BA3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Oh, Aleluia ao bom Pai supremo,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Pelas bênçãos que a todos quer dar,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pela fonte de paz que nós temos,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nosso ser, para nos alegrar!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333D20E-D8D3-A5CB-B7D9-FF9D419FD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Água sairá, viva manará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Da fonte que abriu o Senhor, </a:t>
            </a:r>
            <a:br>
              <a:rPr lang="en-US" altLang="pt-BR" sz="4000" b="1" i="1"/>
            </a:br>
            <a:r>
              <a:rPr lang="en-US" altLang="pt-BR" sz="4000" b="1" i="1"/>
              <a:t>Água correrá!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todos quiserem beber, </a:t>
            </a:r>
            <a:br>
              <a:rPr lang="en-US" altLang="pt-BR" sz="4000" b="1" i="1"/>
            </a:br>
            <a:r>
              <a:rPr lang="en-US" altLang="pt-BR" sz="4000" b="1" i="1"/>
              <a:t>Não se esgotará;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Milhares de mIihares venham; Sempre sairá!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523 – Cristo, a Fonte Escondida</vt:lpstr>
      <vt:lpstr>Cristo nos deu uma fonte escondida. Que qualquer sede pode estancar. E cujas águas repletas de vida, Sempre de graça nos hão de fartar.  </vt:lpstr>
      <vt:lpstr>Água sairá, viva manará  Da fonte que abriu o Senhor,  Água correrá!  Se todos quiserem beber,  Não se esgotará;  Milhares de mIihares venham; Sempre sairá!  </vt:lpstr>
      <vt:lpstr>Há muitas fontes de gozo no mundo, Nelas os homens vão sempre beber, Mas são cisternas e poços imundos, Que águas vivas não podem conter.  </vt:lpstr>
      <vt:lpstr>Água sairá, viva manará  Da fonte que abriu o Senhor,  Água correrá!  Se todos quiserem beber,  Não se esgotará;  Milhares de mIihares venham; Sempre sairá!  </vt:lpstr>
      <vt:lpstr>Já muitos homens gastaram dinheiro, Sem a fonte de Deus encontrar;  Mas Jesus Cristo é o nosso roteiro, Que para a fonte, nos há de guiar.  </vt:lpstr>
      <vt:lpstr>Água sairá, viva manará  Da fonte que abriu o Senhor,  Água correrá!  Se todos quiserem beber,  Não se esgotará;  Milhares de mIihares venham; Sempre sairá!  </vt:lpstr>
      <vt:lpstr>Oh, Aleluia ao bom Pai supremo,  Pelas bênçãos que a todos quer dar,  E pela fonte de paz que nós temos,  Em nosso ser, para nos alegrar!</vt:lpstr>
      <vt:lpstr>Água sairá, viva manará  Da fonte que abriu o Senhor,  Água correrá!  Se todos quiserem beber,  Não se esgotará;  Milhares de mIihares venham; Sempre sairá!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523 – Cristo, a Fonte Escondida</dc:title>
  <dc:creator>Junior</dc:creator>
  <cp:lastModifiedBy>Emerson Souza</cp:lastModifiedBy>
  <cp:revision>1</cp:revision>
  <dcterms:created xsi:type="dcterms:W3CDTF">2005-12-26T22:54:04Z</dcterms:created>
  <dcterms:modified xsi:type="dcterms:W3CDTF">2026-05-02T22:20:53Z</dcterms:modified>
</cp:coreProperties>
</file>