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BBEC-AF07-20AE-A07B-F6639CE74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B0FBB6-4AC8-BC08-41F3-5D13E8CDA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D64B80-8769-26BD-A5A6-DE9578CBE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4DDF28-1A68-3211-E7D9-E0FFA12E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5C120-EBA3-8378-36BA-B071C213B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E948C3-0FD6-42A4-B60A-D67B5D8C13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299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85D0E-0EAD-D555-2DBA-BD9F0A29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546D67-ACF3-9852-252D-AA9CB61A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A94023-FCDF-934F-4CA4-CC29EA70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E762C1-CBC0-99A1-B5C9-7774F075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4D04F2-0BA1-79D7-5838-CBCF99A0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3FF33-8085-43A1-BB6F-320635A051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101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40CCD-5B67-5F3D-126E-DE06C12B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4C25C0-D06A-FBB6-782F-5D9EF4E7F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E73762-EF37-2D43-80F8-4BFE2448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4536C2-7617-E5BD-459C-56BFEF27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63DB90-B55D-4488-25CE-210D4CAE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6BCA1-0FE9-4789-B826-814C313C8E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517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F9F0BE-5712-11FE-44B2-45CA7C1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0883FE-2B78-6F04-78FB-B19075132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1A27C0D-EB54-4B3C-E3D4-E2192D3B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803782-8348-AA07-7DE1-823222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90B00F-66EC-BB66-089D-79941BDD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91D814-32B0-2BD0-65BB-2D0A8F0C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8CE12E-28DA-4E32-9A7A-8FB11CA6A3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7049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85D9D-4804-CDE5-66F1-7467188A8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0B3F50-26D8-9291-266F-F19A9E139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7508CA-8955-1F6C-1700-41DBCFBEE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6BB6E69-1DB4-B18D-0B5D-9C0F68191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9ACF1E7-2ECA-19A2-53CD-C71C3A856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038514E-EA7D-DD3E-C45E-745C0428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67F85F-E4E1-9FF4-1F76-9A793981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69A953-1556-29D1-FA18-A9721A47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F2712E-C5B4-4C57-B36A-1CF9366F31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377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72D44-99D3-7918-523E-0269172E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399C2E-510A-1FEE-A87F-5D2FCA6A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A954B4-6C7F-61BA-A0C0-090BBB791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443705-0219-5F66-E217-736F2C3E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88170-8488-4E67-9D0A-A50D4C120A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861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4A8B52F-1B9F-9B13-1B0C-9242349E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144B5BF-8715-FBFE-FCC6-68DB77E8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E5B405-1189-10D1-498A-C57040BEF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F9A4F6-E54A-49F1-8607-D1FCB7E1D6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683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8686-FD4C-9A64-497C-A1581D62B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729527-0BD1-32B5-6131-920BF1401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0AF367-B40A-AA96-DEB7-3D11A0484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F9BD0D-C20F-4171-A051-41AA7605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86EA67-6EF2-FE4F-3A08-E9117F781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317E3C-DB4B-98FE-9601-7700D38E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61AF0-81DD-4D39-9044-AE229F2B92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571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B1D8B-A644-5EE8-94CD-19B555A0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347388-7AD3-E2B9-C439-B9EA4C902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2E76B6-B50E-9B4C-6A6F-82F854632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E11C76-805F-F6CF-A0B8-EC04848B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F5781F-6FD7-54CA-485F-ED760DEA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31234C-8B7D-AE7C-3463-302BD37D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81450C-509E-4AA8-8E66-D6C7563F020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41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927C6-C8A0-8AC6-9CA6-9B7B8336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12449F-E830-6E87-0795-75E466ECB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3AA7BA-25B9-F8FC-E128-EC51FA38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02E69-232B-CA00-4C20-BFDE402E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B18DEB-3FD8-A2B6-4240-3A8602A8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4D279B-5BEE-430F-A175-6DCF12F0F1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8970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374F0F-B576-08B9-90EA-D8CB56115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133F16-071A-693F-6567-01CEF18DE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E0DDA1-51A8-1D7B-3632-967049C5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B09D22-8D15-243C-1A91-9975EEEE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C5E33B-0C3C-DE16-AEA9-77676960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D0CC26-1056-4B31-95EA-9BC162E413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5402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52FFAF-329D-6635-E8FB-95EA63468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4CB29C-9DB9-64B5-982E-8EACADABF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189973-51D3-939D-83E1-B1F927175B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B5812B7-99FB-2ECA-3EEC-11051FB660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4F6E99-DF87-6D33-31F1-458FFECE0F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E300DD0-E3DA-4659-9E87-0832ECB973E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34101B5-1FCB-91E4-913E-669399346B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828800"/>
            <a:ext cx="7772400" cy="1771650"/>
          </a:xfrm>
        </p:spPr>
        <p:txBody>
          <a:bodyPr anchor="ctr"/>
          <a:lstStyle/>
          <a:p>
            <a:r>
              <a:rPr lang="en-US" altLang="pt-BR" sz="3600" b="1"/>
              <a:t>134</a:t>
            </a:r>
            <a:br>
              <a:rPr lang="en-US" altLang="pt-BR" sz="3600" b="1"/>
            </a:br>
            <a:r>
              <a:rPr lang="en-US" altLang="pt-BR" sz="3600" b="1"/>
              <a:t>JESUS À PORTA DO CORAÇÃO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223CC88-F986-24E7-4526-1665168168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4FE3C95-6ACC-D24B-292A-EE60D0D01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/>
              <a:t>Quem está batendo assim,</a:t>
            </a:r>
            <a:br>
              <a:rPr lang="en-US" altLang="pt-BR"/>
            </a:br>
            <a:r>
              <a:rPr lang="en-US" altLang="pt-BR"/>
              <a:t>Que enche-me de comoção?</a:t>
            </a:r>
            <a:br>
              <a:rPr lang="en-US" altLang="pt-BR"/>
            </a:br>
            <a:r>
              <a:rPr lang="en-US" altLang="pt-BR"/>
              <a:t>Quem procurará por mim?</a:t>
            </a:r>
            <a:br>
              <a:rPr lang="en-US" altLang="pt-BR"/>
            </a:br>
            <a:r>
              <a:rPr lang="en-US" altLang="pt-BR"/>
              <a:t>Sinto bater no coração.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E7FB9C-4E9E-BB3B-5495-3E877D3CC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b="1" i="1"/>
              <a:t>Quem bate, diz com mansidão:</a:t>
            </a:r>
            <a:r>
              <a:rPr lang="en-US" altLang="pt-BR" i="1"/>
              <a:t> </a:t>
            </a:r>
            <a:r>
              <a:rPr lang="en-US" altLang="pt-BR" b="1" i="1"/>
              <a:t>Eu sou Jesus, te vim salvar;</a:t>
            </a:r>
            <a:r>
              <a:rPr lang="en-US" altLang="pt-BR" i="1"/>
              <a:t> </a:t>
            </a:r>
            <a:r>
              <a:rPr lang="en-US" altLang="pt-BR" b="1" i="1"/>
              <a:t>Abre, duro coração,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Dentro de ti quero cear.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825C29F-A241-A6B7-0214-DA84CF454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i="1"/>
              <a:t>Quem será? Quem pode ser? </a:t>
            </a:r>
            <a:br>
              <a:rPr lang="en-US" altLang="pt-BR" i="1"/>
            </a:br>
            <a:r>
              <a:rPr lang="en-US" altLang="pt-BR" i="1"/>
              <a:t>Sinto bater no coração! Que farei? Que vou fazer? </a:t>
            </a:r>
            <a:br>
              <a:rPr lang="en-US" altLang="pt-BR" i="1"/>
            </a:br>
            <a:r>
              <a:rPr lang="en-US" altLang="pt-BR" i="1"/>
              <a:t>No vale estou da decisão.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F50C226-E937-6486-D5EA-A30480831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b="1" i="1"/>
              <a:t>Quem bate, diz com mansidão:</a:t>
            </a:r>
            <a:r>
              <a:rPr lang="en-US" altLang="pt-BR" i="1"/>
              <a:t> </a:t>
            </a:r>
            <a:r>
              <a:rPr lang="en-US" altLang="pt-BR" b="1" i="1"/>
              <a:t>Eu sou Jesus, te vim salvar;</a:t>
            </a:r>
            <a:r>
              <a:rPr lang="en-US" altLang="pt-BR" i="1"/>
              <a:t> </a:t>
            </a:r>
            <a:r>
              <a:rPr lang="en-US" altLang="pt-BR" b="1" i="1"/>
              <a:t>Abre, duro coração,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Dentro de ti quero cear.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8370378-9F9D-F3D5-A2BD-92FAA34AC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i="1"/>
              <a:t>Quem escuto eu bater? </a:t>
            </a:r>
            <a:br>
              <a:rPr lang="en-US" altLang="pt-BR" i="1"/>
            </a:br>
            <a:r>
              <a:rPr lang="en-US" altLang="pt-BR" i="1"/>
              <a:t>- Eu sou Jesus, o bom Jesus: </a:t>
            </a:r>
            <a:br>
              <a:rPr lang="en-US" altLang="pt-BR" i="1"/>
            </a:br>
            <a:r>
              <a:rPr lang="en-US" altLang="pt-BR" i="1"/>
              <a:t>Abre logo, sem temer  </a:t>
            </a:r>
            <a:br>
              <a:rPr lang="en-US" altLang="pt-BR" i="1"/>
            </a:br>
            <a:r>
              <a:rPr lang="en-US" altLang="pt-BR" i="1"/>
              <a:t>Quero te dar a minha luz.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38D38A9-8174-5DDE-9A07-22E10A6C7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b="1" i="1"/>
              <a:t>Quem bate, diz com mansidão:</a:t>
            </a:r>
            <a:r>
              <a:rPr lang="en-US" altLang="pt-BR" i="1"/>
              <a:t> </a:t>
            </a:r>
            <a:r>
              <a:rPr lang="en-US" altLang="pt-BR" b="1" i="1"/>
              <a:t>Eu sou Jesus, te vim salvar;</a:t>
            </a:r>
            <a:r>
              <a:rPr lang="en-US" altLang="pt-BR" i="1"/>
              <a:t> </a:t>
            </a:r>
            <a:r>
              <a:rPr lang="en-US" altLang="pt-BR" b="1" i="1"/>
              <a:t>Abre, duro coração,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Dentro de ti quero cear.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C33545A-A6D1-7F53-7CDD-C9347C24E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i="1"/>
              <a:t>Entra, entra, Salvador, </a:t>
            </a:r>
            <a:br>
              <a:rPr lang="en-US" altLang="pt-BR" i="1"/>
            </a:br>
            <a:r>
              <a:rPr lang="en-US" altLang="pt-BR" i="1"/>
              <a:t>Meu coração te quero dar, </a:t>
            </a:r>
            <a:br>
              <a:rPr lang="en-US" altLang="pt-BR" i="1"/>
            </a:br>
            <a:r>
              <a:rPr lang="en-US" altLang="pt-BR" i="1"/>
              <a:t>Só em Ti achei amor, </a:t>
            </a:r>
            <a:br>
              <a:rPr lang="en-US" altLang="pt-BR" i="1"/>
            </a:br>
            <a:r>
              <a:rPr lang="en-US" altLang="pt-BR" i="1"/>
              <a:t>Mesmo em mim queiras morar.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7CED43D-0B69-7456-A1F0-23781C590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b="1" i="1"/>
              <a:t>No coração, ó bom Jesus,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Entra, trazendo Teu perdão!</a:t>
            </a:r>
            <a:r>
              <a:rPr lang="en-US" altLang="pt-BR" i="1"/>
              <a:t> </a:t>
            </a:r>
            <a:r>
              <a:rPr lang="en-US" altLang="pt-BR" b="1" i="1"/>
              <a:t>Concedendo Tua luz,</a:t>
            </a:r>
            <a:r>
              <a:rPr lang="en-US" altLang="pt-BR" i="1"/>
              <a:t> </a:t>
            </a:r>
            <a:br>
              <a:rPr lang="en-US" altLang="pt-BR" i="1"/>
            </a:br>
            <a:r>
              <a:rPr lang="en-US" altLang="pt-BR" b="1" i="1"/>
              <a:t>Tenho, assim, a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134 JESUS À PORTA DO CORAÇÃO </vt:lpstr>
      <vt:lpstr>Quem está batendo assim, Que enche-me de comoção? Quem procurará por mim? Sinto bater no coração. </vt:lpstr>
      <vt:lpstr>Quem bate, diz com mansidão: Eu sou Jesus, te vim salvar; Abre, duro coração,  Dentro de ti quero cear. </vt:lpstr>
      <vt:lpstr>Quem será? Quem pode ser?  Sinto bater no coração! Que farei? Que vou fazer?  No vale estou da decisão. </vt:lpstr>
      <vt:lpstr>Quem bate, diz com mansidão: Eu sou Jesus, te vim salvar; Abre, duro coração,  Dentro de ti quero cear. </vt:lpstr>
      <vt:lpstr>Quem escuto eu bater?  - Eu sou Jesus, o bom Jesus:  Abre logo, sem temer   Quero te dar a minha luz. </vt:lpstr>
      <vt:lpstr>Quem bate, diz com mansidão: Eu sou Jesus, te vim salvar; Abre, duro coração,  Dentro de ti quero cear. </vt:lpstr>
      <vt:lpstr>Entra, entra, Salvador,  Meu coração te quero dar,  Só em Ti achei amor,  Mesmo em mim queiras morar. </vt:lpstr>
      <vt:lpstr>No coração, ó bom Jesus,  Entra, trazendo Teu perdão! Concedendo Tua luz,  Tenho, assim, a salvação.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134 JESUS À PORTA DO CORAÇÃO </dc:title>
  <dc:creator>Junior</dc:creator>
  <cp:lastModifiedBy>Emerson Souza</cp:lastModifiedBy>
  <cp:revision>1</cp:revision>
  <dcterms:created xsi:type="dcterms:W3CDTF">2005-12-23T14:53:11Z</dcterms:created>
  <dcterms:modified xsi:type="dcterms:W3CDTF">2026-05-02T21:47:56Z</dcterms:modified>
</cp:coreProperties>
</file>