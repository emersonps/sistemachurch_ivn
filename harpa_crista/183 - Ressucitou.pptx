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0AE0A-7D46-EB34-7672-FA46213EB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D1BC72-7CB7-B2F5-1BB3-0821BC095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FBAA3-CE71-EB11-5D41-8029787F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9AC6C8-61FA-C5B9-8357-7207E7F1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F98663-D33D-F584-EBCA-CD8AC1C5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0777A-A9A8-44D5-84EE-8036894A75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74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16283-6179-5435-B802-8C5F71B4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45623-90B6-F3FA-FC0B-DDF36722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A5F15-37D3-F211-81C1-791BA098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3DF684-0AC9-1117-7182-E52D0964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843E43-D093-6479-DCF9-8544DA9C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5FDC0-16BC-44F3-958D-1FF250BD1A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615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803EC-261D-4907-57F8-4AF7C75D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8856D1-CD07-C392-B02C-2AE19181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6ED78F-1C73-C37B-792C-20F66BCC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0D2D93-4003-EB79-9C01-7CCD1BE4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2706B8-0195-E8B9-A83B-31D4C46B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C9CAC6-1CA5-4DB1-AC7F-12F030F6E1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3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314D6-1670-BDC8-FA60-68F3CD2E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B49659-2A76-E8FB-011F-0A304D5ED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FB8014-AF95-96D7-8985-803E0AEA8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4F2F7F-05EF-6FB4-15CC-E2425C9B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48D077-B502-010F-20AF-D34F657C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98DC9D-FDB9-CC30-C9DE-E1DB734E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C8E74-1668-468D-96EF-73910D5923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728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30510-27A6-8F6F-65C3-2A1EC0AE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AB30A2-280E-A528-8097-B1E3B6BEA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0CAAE1-3F92-1DEC-A031-8DDDDE64F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84A89E-8B73-E744-5200-C92062598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FC1C37-C1A6-2D71-ABE8-E045D3F1A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C2C352A-F4DD-4222-9B88-CED3482A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F069FA-22FA-7390-CADB-E7BFAFE3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8B9F291-18DF-1B93-E922-8E04C64B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2A0F76-982E-4B65-A700-3E08BB385E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538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FED6C-23D3-3DF3-E98E-B429B0FA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B1C32E-89A1-408A-E284-F1904B54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8552B7-9C9C-1BA2-B805-BE10E874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30995B-5960-76FB-7AFA-D3FE9609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46C0F5-BAA8-42C6-830E-91DB6085D5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509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201AF2-FD1A-2EE0-D087-F4F688B16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BDCEF1-2402-62C5-4F86-A4C0FEC6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2F6EA4-EB66-A474-87ED-F7EE817F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F373C4-97F9-4380-A4F1-3865E22D1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48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39065-400A-97B7-678F-866F4200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7E7F56-457F-24C8-699A-6FBD6EC7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AF19BE-6681-D563-68DB-83134025F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6E95C7-E8F6-0DAD-857D-F3CB6653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ADBC8E-7B42-8866-16DB-1C740072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7BBF75-6E49-FD25-9B45-E03C1BB0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6D3DF1-E569-40B7-BBDC-1F9E36D9B9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156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EB9FD-71B4-7273-A0EA-60572CC5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DE9081-4007-815A-CC99-C4981B2E2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C48546A-3021-DEE3-AEF6-133BE5BA3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88873C-C4AE-93C5-E8E4-F7B7283C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D06E83-C9EF-B668-B47A-8BBA97B0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44EB8A-2BBF-6B99-1642-080BC6D5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9AB23C-4E2A-4CB4-B5A2-8AC65AE63F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166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23FA5-E3D9-5CF6-FCED-4376FAA9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58C827-94BD-585F-6B78-4474F227D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6989E4-DBF3-002A-B907-1B62A3C2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DC1ED-1DC3-1553-4DBA-6CF387B7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CED712-8438-8BF6-FD1A-A3B04418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5A62EE-A867-4C5E-AF6B-55F4836478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136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A5561B-B2B6-FA9C-F50E-CB7D8C0B5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BD159A-E4D4-C689-F558-EF62A6191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F2C071-4977-FD05-678B-AF598B1E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A2D72A-5B8F-0515-B125-81BE29E90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9BD97A-780F-9519-C56E-63CDA580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18275-3AE2-45C8-8970-C1A0AAF1A4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352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F5D8943-670D-EA60-040E-D67B899A6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0CAC7F-DD1E-0F96-26B3-72D862E7A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058D0F4-FA07-2BBD-FB49-BBCC7B402A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7C3CADD-C4E1-88EC-BB25-752EDE58E8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7F4F8B-EB71-1E13-E961-0CBBD4034F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FAD6E25-9563-490A-BE04-33262B32211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5714502-2139-52F1-7477-1A764579C5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828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183</a:t>
            </a:r>
            <a:br>
              <a:rPr lang="en-US" altLang="pt-BR" sz="4000" b="1"/>
            </a:br>
            <a:r>
              <a:rPr lang="en-US" altLang="pt-BR" sz="4000" b="1"/>
              <a:t>RESSUSCITOU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61EC0F8-07B5-9A8B-C3D3-2702E4062C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8EC6C5C-E7CE-2D9A-187B-23FE72F34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i="1"/>
              <a:t>Da sepultura, para o céu, Jesus voltou, Depois que o pecado aniquilou; </a:t>
            </a:r>
            <a:br>
              <a:rPr lang="en-US" altLang="pt-BR" sz="4000" i="1"/>
            </a:br>
            <a:r>
              <a:rPr lang="en-US" altLang="pt-BR" sz="4000" i="1"/>
              <a:t>Com gran poder foi que ressuscitou, </a:t>
            </a:r>
            <a:br>
              <a:rPr lang="en-US" altLang="pt-BR" sz="4000" i="1"/>
            </a:br>
            <a:r>
              <a:rPr lang="en-US" altLang="pt-BR" sz="4000" i="1"/>
              <a:t>E liberdade aos presos proclamou; Tremendo, a terra O saudou, </a:t>
            </a:r>
            <a:br>
              <a:rPr lang="en-US" altLang="pt-BR" sz="4000" i="1"/>
            </a:br>
            <a:r>
              <a:rPr lang="en-US" altLang="pt-BR" sz="4000" i="1"/>
              <a:t>Pois que da morte se levantou.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A81F756-E166-BFC7-9C16-AF3CACECF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b="1" i="1"/>
              <a:t>Ressuscitou! Ressuscitou!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para o céu Jesus tornou;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voltará, também de lá,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neste mundo, então reinará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BC15FE8-5546-70AE-B8EE-FC9DBFB6F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i="1"/>
              <a:t>Em riso, o pranto dos discípulos </a:t>
            </a:r>
            <a:br>
              <a:rPr lang="en-US" altLang="pt-BR" sz="4000" i="1"/>
            </a:br>
            <a:r>
              <a:rPr lang="en-US" altLang="pt-BR" sz="4000" i="1"/>
              <a:t>Se tornou, </a:t>
            </a:r>
            <a:br>
              <a:rPr lang="en-US" altLang="pt-BR" sz="4000" i="1"/>
            </a:br>
            <a:r>
              <a:rPr lang="en-US" altLang="pt-BR" sz="4000" i="1"/>
              <a:t>Pois vivo, Cristo se apresentou; </a:t>
            </a:r>
            <a:br>
              <a:rPr lang="en-US" altLang="pt-BR" sz="4000" i="1"/>
            </a:br>
            <a:r>
              <a:rPr lang="en-US" altLang="pt-BR" sz="4000" i="1"/>
              <a:t>- “Parti p’ra Galiléia, ordenou, </a:t>
            </a:r>
            <a:br>
              <a:rPr lang="en-US" altLang="pt-BR" sz="4000" i="1"/>
            </a:br>
            <a:r>
              <a:rPr lang="en-US" altLang="pt-BR" sz="4000" i="1"/>
              <a:t>E a promessa santa revelou: </a:t>
            </a:r>
            <a:br>
              <a:rPr lang="en-US" altLang="pt-BR" sz="4000" i="1"/>
            </a:br>
            <a:r>
              <a:rPr lang="en-US" altLang="pt-BR" sz="4000" i="1"/>
              <a:t>“Poder do alto, eu vos dou </a:t>
            </a:r>
            <a:br>
              <a:rPr lang="en-US" altLang="pt-BR" sz="4000" i="1"/>
            </a:br>
            <a:r>
              <a:rPr lang="en-US" altLang="pt-BR" sz="4000" i="1"/>
              <a:t>Pois ao meu Pai, pedi-lo vou".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DCED03-6829-4258-CD82-FF2F814B0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b="1" i="1"/>
              <a:t>Ressuscitou! Ressuscitou!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para o céu Jesus tornou;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voltará, também de lá,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neste mundo, então reinará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B83027A-C800-B719-A0A0-DD473754E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i="1"/>
              <a:t>Jesus a Sua mão divina levantou, Abençoando seres que salvou, </a:t>
            </a:r>
            <a:br>
              <a:rPr lang="en-US" altLang="pt-BR" sz="4000" i="1"/>
            </a:br>
            <a:r>
              <a:rPr lang="en-US" altLang="pt-BR" sz="4000" i="1"/>
              <a:t>E, triunfante, para o céu tornou. </a:t>
            </a:r>
            <a:br>
              <a:rPr lang="en-US" altLang="pt-BR" sz="4000" i="1"/>
            </a:br>
            <a:r>
              <a:rPr lang="en-US" altLang="pt-BR" sz="4000" i="1"/>
              <a:t>E uma nuvem logo O ocultou; </a:t>
            </a:r>
            <a:br>
              <a:rPr lang="en-US" altLang="pt-BR" sz="4000" i="1"/>
            </a:br>
            <a:r>
              <a:rPr lang="en-US" altLang="pt-BR" sz="4000" i="1"/>
              <a:t>Mas a promessa lhes deixou: </a:t>
            </a:r>
            <a:br>
              <a:rPr lang="en-US" altLang="pt-BR" sz="4000" i="1"/>
            </a:br>
            <a:r>
              <a:rPr lang="en-US" altLang="pt-BR" sz="4000" i="1"/>
              <a:t>“Eis que convosco pra sempre estou”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7485D0E-FC58-69D1-E714-62C974998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b="1" i="1"/>
              <a:t>Ressuscitou! Ressuscitou!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para o céu Jesus tornou;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voltará, também de lá,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neste mundo, então reinará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61B711A-4545-15C4-B9A1-94F69495C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i="1"/>
              <a:t>Sentado à destra de Deus Pai, </a:t>
            </a:r>
            <a:br>
              <a:rPr lang="en-US" altLang="pt-BR" sz="4000" i="1"/>
            </a:br>
            <a:r>
              <a:rPr lang="en-US" altLang="pt-BR" sz="4000" i="1"/>
              <a:t>Jesus está, </a:t>
            </a:r>
            <a:br>
              <a:rPr lang="en-US" altLang="pt-BR" sz="4000" i="1"/>
            </a:br>
            <a:r>
              <a:rPr lang="en-US" altLang="pt-BR" sz="4000" i="1"/>
              <a:t>Por Sua Esposa suplicando já; </a:t>
            </a:r>
            <a:br>
              <a:rPr lang="en-US" altLang="pt-BR" sz="4000" i="1"/>
            </a:br>
            <a:r>
              <a:rPr lang="en-US" altLang="pt-BR" sz="4000" i="1"/>
              <a:t>O mundo disto não cogita cá, </a:t>
            </a:r>
            <a:br>
              <a:rPr lang="en-US" altLang="pt-BR" sz="4000" i="1"/>
            </a:br>
            <a:r>
              <a:rPr lang="en-US" altLang="pt-BR" sz="4000" i="1"/>
              <a:t>Porque não vê a luz que brilha lá; </a:t>
            </a:r>
            <a:br>
              <a:rPr lang="en-US" altLang="pt-BR" sz="4000" i="1"/>
            </a:br>
            <a:r>
              <a:rPr lang="en-US" altLang="pt-BR" sz="4000" i="1"/>
              <a:t>Mui breve, Cristo voltará, </a:t>
            </a:r>
            <a:br>
              <a:rPr lang="en-US" altLang="pt-BR" sz="4000" i="1"/>
            </a:br>
            <a:r>
              <a:rPr lang="en-US" altLang="pt-BR" sz="4000" i="1"/>
              <a:t>Mas, só os Seus, ao céu levará.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DB56DFA-6F36-B61F-56BD-72878B029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r>
              <a:rPr lang="en-US" altLang="pt-BR" sz="4000" b="1" i="1"/>
              <a:t>Ressuscitou! Ressuscitou!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para o céu Jesus tornou;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voltará, também de lá,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neste mundo, então reinará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183 RESSUSCITOU </vt:lpstr>
      <vt:lpstr>Da sepultura, para o céu, Jesus voltou, Depois que o pecado aniquilou;  Com gran poder foi que ressuscitou,  E liberdade aos presos proclamou; Tremendo, a terra O saudou,  Pois que da morte se levantou. </vt:lpstr>
      <vt:lpstr>Ressuscitou! Ressuscitou!  E para o céu Jesus tornou;  Mas voltará, também de lá,  E neste mundo, então reinará </vt:lpstr>
      <vt:lpstr>Em riso, o pranto dos discípulos  Se tornou,  Pois vivo, Cristo se apresentou;  - “Parti p’ra Galiléia, ordenou,  E a promessa santa revelou:  “Poder do alto, eu vos dou  Pois ao meu Pai, pedi-lo vou".   </vt:lpstr>
      <vt:lpstr>Ressuscitou! Ressuscitou!  E para o céu Jesus tornou;  Mas voltará, também de lá,  E neste mundo, então reinará </vt:lpstr>
      <vt:lpstr>Jesus a Sua mão divina levantou, Abençoando seres que salvou,  E, triunfante, para o céu tornou.  E uma nuvem logo O ocultou;  Mas a promessa lhes deixou:  “Eis que convosco pra sempre estou” </vt:lpstr>
      <vt:lpstr>Ressuscitou! Ressuscitou!  E para o céu Jesus tornou;  Mas voltará, também de lá,  E neste mundo, então reinará </vt:lpstr>
      <vt:lpstr>Sentado à destra de Deus Pai,  Jesus está,  Por Sua Esposa suplicando já;  O mundo disto não cogita cá,  Porque não vê a luz que brilha lá;  Mui breve, Cristo voltará,  Mas, só os Seus, ao céu levará. </vt:lpstr>
      <vt:lpstr>Ressuscitou! Ressuscitou!  E para o céu Jesus tornou;  Mas voltará, também de lá,  E neste mundo, então reinará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183 RESSUSCITOU </dc:title>
  <dc:creator>Junior</dc:creator>
  <cp:lastModifiedBy>Emerson Souza</cp:lastModifiedBy>
  <cp:revision>1</cp:revision>
  <dcterms:created xsi:type="dcterms:W3CDTF">2005-12-23T16:50:23Z</dcterms:created>
  <dcterms:modified xsi:type="dcterms:W3CDTF">2026-05-02T21:52:06Z</dcterms:modified>
</cp:coreProperties>
</file>