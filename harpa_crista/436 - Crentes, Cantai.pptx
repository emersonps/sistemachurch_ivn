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4" d="100"/>
          <a:sy n="64" d="100"/>
        </p:scale>
        <p:origin x="-96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76D53-46D9-4C69-789E-1D9E993AB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316119-0157-FF30-4318-A08783C7A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548595-774A-F2BC-CBFE-39835D4E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5FF838-4BD5-53F4-17DA-174D5C80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02DE17-398D-8CA8-4759-5EE208D9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7424FF-92D1-4179-A69E-08DCF8C552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285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74C2A-A3F4-0C98-EA67-7DC502E00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E04C87-6E6A-2740-86AF-52A2ED22F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49B41C-2CEE-360F-BD5B-75973382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C595AC-4129-8986-2825-D29C2515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4D3AC7-E792-5F39-3A76-3A083174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56E310-34EB-4BDC-8161-F560005700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425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C8F54-2EA5-4110-20D5-7CF62B11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FDBE1F-F73A-14A6-614B-47F49151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81A7FF-74DB-5C4F-55F9-184F6224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24ABA-E4FA-FAFE-D6F8-BAD61C70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A535C-CE55-1C2A-DFCB-7FF8DB3F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91185-33D3-4428-BA01-475206005B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609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717AB-23CD-4BA9-1D74-2F61F58B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385A37-D871-8247-FAEF-B735401CF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A26F4B-3194-792B-1BA5-9B68ED4DC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148B81-C892-5435-BB10-BF49D010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40292A-8FF4-D2BA-F448-55A3BB62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D42B92-AA52-ABFA-2F43-2C6A6805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676D81-CD05-4B7A-9485-7FA4C728DD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006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84E7A-3006-E663-FF63-5CE5F4B7A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A9019A-4B8A-1172-7DAE-895632F69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6C1F90-1EE3-4467-6FC8-AAFC017CC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03B8A0-26E4-39F0-CA02-C032A2DF0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230B4F-488C-B5B1-3E55-753F95729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9CD37E-A655-3F47-6989-6495880E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D51EBD-0B8B-8867-5C82-E5A3FBD5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91D1A85-3F38-0394-6314-2428F297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382B1A-15E3-4AC4-AF88-393A83B4D6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005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D7017-C4A1-AF53-AB21-971C11E07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81832E-4E5D-5158-F3A9-88732616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0F6CB67-CBB3-70C5-4D24-55A9BF17E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4352FE-3A0B-907E-4718-B38E5471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F566BE-1CF7-4B70-A493-34BBC317C1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9133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9AC31A-0F78-6F8B-8755-6E512BE2D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02FA2A-D284-B35B-FFB2-8390078C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8475C0-ADF2-8FF5-A9DE-62E7FB2E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859812-19E6-4B05-9F9E-F6CBD59CEF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902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6745F-3955-0EC2-0EA1-66343F58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80AF99-FE34-0D81-B223-B598EFCE3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24428C-54C7-68EC-C2FE-0FC9AB995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9B38B6-3A6D-634F-F564-B2B3B9E02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7E4BD4-A230-22DC-DDC6-03D31653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429E92-CBD2-A432-BB69-9DE8AB27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6C5A0-A10D-4241-83D4-74F0A08D1C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67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269D1-D46A-3CB9-F03E-E7E223F7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BCC1BB5-F013-2834-E2B5-96926EE15C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C6B696-2919-C7BA-7026-BF43B7C6C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3322E8-AEDA-CBC0-7B9B-9D3B5732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8DFCBB-9D3C-23AA-A139-AFAD8DE66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34BBA0-4851-799C-55B2-D0ABC975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51D15-8242-49F5-AA4D-DF4DB452A8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478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C7036-FF67-4B70-403D-B8A872FD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12CB0C-648E-CC51-D254-3C83345C0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D5F62E-48D5-3FA8-4C60-264F85DA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9A4D75-1D63-ED4B-0D77-66517CDFF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7D2970-58E7-44B6-9E0F-14FABB4E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09FC9E-6A3A-4F43-8104-D66D2E38CA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597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D03FEF-A67B-D017-D8B3-14C568E88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50678D-B795-7DD4-5C2B-CBADD8B70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4D9328-044F-5C8F-DBE2-1B34D768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703BE0-906A-A4D9-D83E-6E039F03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85422F-5562-DF0B-D228-B0448A32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BE0CE-A5A5-42B8-BC5C-468E2E5594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9452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B98B90A-92BB-D3A2-FFDB-FB783AD40D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E46087-C0D4-E411-0AEB-42F544DD4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089CBE-2CE6-6369-0015-B055BF9DB1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374CAAC-FF56-F11F-959E-82F4C26C12C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3AB48F4-DC87-8F65-E548-898A382FD04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8956460-D970-4A99-B22A-FB972EA39C6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D0F0BD8-A77B-1362-F625-B0B850E726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436 – Crentes, Cantai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BD78BB4-0C9A-9C5E-D24E-E9C68C041D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723E98E-5C74-6AA6-8D27-AFAE5FFFD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Crentes, cantai e entoai louvores </a:t>
            </a:r>
            <a:br>
              <a:rPr lang="en-US" altLang="pt-BR" sz="4000" i="1"/>
            </a:br>
            <a:r>
              <a:rPr lang="en-US" altLang="pt-BR" sz="4000" i="1"/>
              <a:t>Ao Senhor, ao nosso Deus, </a:t>
            </a:r>
            <a:br>
              <a:rPr lang="en-US" altLang="pt-BR" sz="4000" i="1"/>
            </a:br>
            <a:r>
              <a:rPr lang="en-US" altLang="pt-BR" sz="4000" i="1"/>
              <a:t>Deus de bondade infinita, imensa, Criador da terra e céus;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Que, com poder tão vasto e eficaz,</a:t>
            </a:r>
            <a:r>
              <a:rPr lang="en-US" altLang="pt-BR" sz="4000"/>
              <a:t> </a:t>
            </a:r>
            <a:r>
              <a:rPr lang="en-US" altLang="pt-BR" sz="4000" i="1"/>
              <a:t>Deu-nos salvação e plena paz.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Glória e louvor ao Deus de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fervor, sinceramente, </a:t>
            </a:r>
            <a:br>
              <a:rPr lang="en-US" altLang="pt-BR" sz="4000" i="1"/>
            </a:br>
            <a:r>
              <a:rPr lang="en-US" altLang="pt-BR" sz="4000" i="1"/>
              <a:t>Glória ao Pai onipotente!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88BD89-C793-9620-9E18-5060A9E99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Ao nosso Criador,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Honra e glória tributemos,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nosso Salvador,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Mil louvores entoemos;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ao bom Consolador,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Honra e louvor demos também;</a:t>
            </a:r>
            <a:r>
              <a:rPr lang="en-US" altLang="pt-BR" sz="4000"/>
              <a:t> </a:t>
            </a:r>
            <a:r>
              <a:rPr lang="en-US" altLang="pt-BR" sz="4000" b="1" i="1"/>
              <a:t>Honra a Trindade para sempre, Amém.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517910-4FE0-C47F-FEF6-CA437111EF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3800" i="1"/>
              <a:t>Crentes, cantai e entoei louvares </a:t>
            </a:r>
            <a:br>
              <a:rPr lang="en-US" altLang="pt-BR" sz="3800" i="1"/>
            </a:br>
            <a:r>
              <a:rPr lang="en-US" altLang="pt-BR" sz="3800" i="1"/>
              <a:t>A Jesus, o Salvador, </a:t>
            </a:r>
            <a:br>
              <a:rPr lang="en-US" altLang="pt-BR" sz="3800" i="1"/>
            </a:br>
            <a:r>
              <a:rPr lang="en-US" altLang="pt-BR" sz="3800" i="1"/>
              <a:t>Que nos amou e nos salvou p'ra sempre, </a:t>
            </a:r>
            <a:br>
              <a:rPr lang="en-US" altLang="pt-BR" sz="3800" i="1"/>
            </a:br>
            <a:r>
              <a:rPr lang="en-US" altLang="pt-BR" sz="3800" i="1"/>
              <a:t>Do poder do tentador,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Glória a Jesus, autor da salvação, </a:t>
            </a:r>
            <a:br>
              <a:rPr lang="en-US" altLang="pt-BR" sz="3800" i="1"/>
            </a:br>
            <a:r>
              <a:rPr lang="en-US" altLang="pt-BR" sz="3800" i="1"/>
              <a:t>Toda honra, glória e adoração, </a:t>
            </a:r>
            <a:br>
              <a:rPr lang="en-US" altLang="pt-BR" sz="3800" i="1"/>
            </a:br>
            <a:r>
              <a:rPr lang="en-US" altLang="pt-BR" sz="3800" i="1"/>
              <a:t>Glória e louvor ao Salvador, </a:t>
            </a:r>
            <a:br>
              <a:rPr lang="en-US" altLang="pt-BR" sz="3800" i="1"/>
            </a:br>
            <a:r>
              <a:rPr lang="en-US" altLang="pt-BR" sz="3800" i="1"/>
              <a:t>Com vigor, ardentemente,</a:t>
            </a:r>
            <a:r>
              <a:rPr lang="en-US" altLang="pt-BR" sz="3800"/>
              <a:t> </a:t>
            </a:r>
            <a:br>
              <a:rPr lang="en-US" altLang="pt-BR" sz="3800"/>
            </a:br>
            <a:r>
              <a:rPr lang="en-US" altLang="pt-BR" sz="3800" i="1"/>
              <a:t>Glória ao Filho onisciente!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B17810C-22F2-E9B6-8801-7A1BCA7DC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Ao nosso Criador,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Honra e glória tributemos,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nosso Salvador,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Mil louvores entoemos;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ao bom Consolador,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Honra e louvor demos também;</a:t>
            </a:r>
            <a:r>
              <a:rPr lang="en-US" altLang="pt-BR" sz="4000"/>
              <a:t> </a:t>
            </a:r>
            <a:r>
              <a:rPr lang="en-US" altLang="pt-BR" sz="4000" b="1" i="1"/>
              <a:t>Honra a Trindade para sempre, Amém.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FBA06C9-C2D6-17BC-5536-D498D4E53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Crentes, cantai e entoei louvores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divino Preceptor,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nos mandou Cristo, já exaltado, Pela destra do Senhor;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Hoje louvei ao bom Consolador.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nos enche de fervente amor!</a:t>
            </a:r>
            <a:r>
              <a:rPr lang="en-US" altLang="pt-BR" sz="4000"/>
              <a:t> </a:t>
            </a:r>
            <a:r>
              <a:rPr lang="en-US" altLang="pt-BR" sz="4000" i="1"/>
              <a:t>Glória e louvor ao instruidor, </a:t>
            </a:r>
            <a:br>
              <a:rPr lang="en-US" altLang="pt-BR" sz="4000" i="1"/>
            </a:br>
            <a:r>
              <a:rPr lang="en-US" altLang="pt-BR" sz="4000" i="1"/>
              <a:t>Com ardor, e um lindo canto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Dai ao Espírito Santo!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4A23EAE-BFF0-B65B-B1A4-E8096F904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Ao nosso Criador,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Honra e glória tributemos,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nosso Salvador,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Mil louvores entoemos;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ao bom Consolador,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Honra e louvor demos também;</a:t>
            </a:r>
            <a:r>
              <a:rPr lang="en-US" altLang="pt-BR" sz="4000"/>
              <a:t> </a:t>
            </a:r>
            <a:r>
              <a:rPr lang="en-US" altLang="pt-BR" sz="4000" b="1" i="1"/>
              <a:t>Honra a Trindade para sempre, Amém.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436 – Crentes, Cantai </vt:lpstr>
      <vt:lpstr>Crentes, cantai e entoai louvores  Ao Senhor, ao nosso Deus,  Deus de bondade infinita, imensa, Criador da terra e céus;  Que, com poder tão vasto e eficaz, Deu-nos salvação e plena paz.  Glória e louvor ao Deus de amor;  Com fervor, sinceramente,  Glória ao Pai onipotente!  </vt:lpstr>
      <vt:lpstr>Ao nosso Criador,  Honra e glória tributemos,  Ao nosso Salvador,  Mil louvores entoemos;  E ao bom Consolador,  Honra e louvor demos também; Honra a Trindade para sempre, Amém.  </vt:lpstr>
      <vt:lpstr>Crentes, cantai e entoei louvares  A Jesus, o Salvador,  Que nos amou e nos salvou p'ra sempre,  Do poder do tentador,  Glória a Jesus, autor da salvação,  Toda honra, glória e adoração,  Glória e louvor ao Salvador,  Com vigor, ardentemente,  Glória ao Filho onisciente!  </vt:lpstr>
      <vt:lpstr>Ao nosso Criador,  Honra e glória tributemos,  Ao nosso Salvador,  Mil louvores entoemos;  E ao bom Consolador,  Honra e louvor demos também; Honra a Trindade para sempre, Amém.  </vt:lpstr>
      <vt:lpstr>Crentes, cantai e entoei louvores  Ao divino Preceptor,  Que nos mandou Cristo, já exaltado, Pela destra do Senhor;  Hoje louvei ao bom Consolador.  Que nos enche de fervente amor! Glória e louvor ao instruidor,  Com ardor, e um lindo canto  Dai ao Espírito Santo!</vt:lpstr>
      <vt:lpstr>Ao nosso Criador,  Honra e glória tributemos,  Ao nosso Salvador,  Mil louvores entoemos;  E ao bom Consolador,  Honra e louvor demos também; Honra a Trindade para sempre, Amém.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436 – Crentes, Cantai </dc:title>
  <dc:creator>Junior</dc:creator>
  <cp:lastModifiedBy>Emerson Souza</cp:lastModifiedBy>
  <cp:revision>2</cp:revision>
  <dcterms:created xsi:type="dcterms:W3CDTF">2005-12-26T19:07:26Z</dcterms:created>
  <dcterms:modified xsi:type="dcterms:W3CDTF">2026-05-02T22:13:29Z</dcterms:modified>
</cp:coreProperties>
</file>