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FE898B-A33E-6839-D72C-B622D2135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B34A47C-AC0C-6336-E1F8-FAA348E405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62C34A-AA91-608D-89BA-BC8374629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0E19A73-D0C1-BCD6-8F95-D2BCFB48E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93E66B-9042-86E3-EA32-498E6CFD9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60566B-0A19-46D1-B275-47CC8926773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6988507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45CB31E-43E3-4B2E-D733-44C402B603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3C9B320-FA8C-982A-AF3D-775213341C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51A9DBD-B712-703A-C1EA-402D28412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0F78C9E-75C7-DC69-BCA8-8C994828BF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F94BFFB-053A-EACC-76BD-311344FF8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E3D40A6-551E-43B6-B637-F86727ED03F5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4190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DFCEF-466A-8255-3BB8-1209FCD2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EA09406-5698-82E9-6C9D-11D00918EF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DE5CDD1-4EF0-AEF7-7ACB-97042DFFD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2F9527C-889C-48CF-1EB5-7FF34C0A7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64295A-DDDB-6AF2-1AA0-018598ABA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4AD248-4B96-4F09-966B-C5599DCB19A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15383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3CFCCA-8ACD-3BAF-2DE6-C0A635E8CF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ADF365-11FD-E51F-CCF8-A6557B4A5D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D3A668F-39B8-758F-6656-9DA5E8322C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91DF2E-D8D8-AAA6-CC1B-9BCD5659E8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154A3CB-4AF9-5E34-681D-045124407C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83987D2-1730-031F-7B3D-D96A1AFBC3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791842-B4C4-4A95-8801-8F1ABCE61983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4627577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63BAA4-915B-D977-3B29-89F3DD4281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0B5EAA6-8DEC-5680-1E47-80AC5FA902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E7D06BD-684F-56D5-D847-296BB75A6F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F61C707-C154-6ED6-7F6B-7D726401834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9D9E2CD-8C8A-7FFF-C3D4-0112E11C7A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E953931-7A2D-C9E9-9C77-E2C02ACB10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C209924-EB16-7646-1CB5-23975300B5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35832DA-3DDE-57E5-B3A3-FE44F42DC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D61D457-9BE2-440B-8B0B-0B3C07673FA2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379171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BB172F-05CE-27BE-E06A-6EC4FE26F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CEE9520-0E03-C8B9-33FE-D3AA9DA0F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FD91CA81-47FA-2937-B95D-B319B1C89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65B82D-18BC-8BE2-D0E7-B55488785F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521CD70-E1E4-44F8-AD83-E45BBFFAEB6E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054455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AE5500-A05E-BAB4-532F-7A49CEE8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B4D36D-7344-2232-9833-EEE7D7DB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BFE3E06-9392-03E2-CA51-CFCC3E9C5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F29BC9-166C-4B9E-B379-CD23D142A74B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70366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9CCB63-6584-AC37-E0A4-781871CACF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8DCAA3-8900-4BBE-D92B-F151804F79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96458F0-F1AA-B2C7-AF10-BD16ED52C3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2E9FE94-9561-0585-06E7-194CDC5BA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4975750-9D6A-B9B5-2194-CF74D7554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572AB01-3222-BC7A-0364-23F3B7FDD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085FEA-D417-440D-9C78-44121CBBB9D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5702356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C4489A-8A7D-D54F-3BBD-081A6F9FB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936665F-6028-BDC3-6DF2-2B746850AC2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B0D5599-3698-D5FF-8670-359B97B837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C80286-6C06-4FF3-493E-8A46D510E9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AA4869AA-19A4-C364-8E0A-6241FF6E58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5890E80-3BD7-ED11-BC86-EB7FCFD3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5B2B2FC-9DFC-4482-A6AF-DB7E47BA0CF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098056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9A53EC-113B-CB1E-385C-1530127064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B7D54D6-136B-0581-D1BB-2E9C908A5E5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FA1C90-0164-F1A3-AA05-EB54D916EF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42F33CF-2D0B-6189-ADC5-A521046FDA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6977935-1BB7-6BE5-9A4F-27B987667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C7F94C4-7AE4-4B22-B895-BA7AE698789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4337885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C1A012E-9FEB-5436-7C23-5649494577D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ABD45AC2-FFDD-BA00-ADAF-5452A91F3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BF71002-0E6E-CF4E-12CE-72F9CE3EC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C99374-0398-40F1-776F-0DE6AC9AB0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CB7E469-DBA7-DB2B-0702-DD9E78C39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D21DE8-DD99-408C-B96A-E6158CA45FA6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3895769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5838C74-5AC2-2514-06EC-710BB82EDD9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2F2AC77-CAD4-C80E-4F67-4147BFEFA7C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335B0B7-9098-576D-CF70-FC85160770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C5A4D9E2-0ABE-FFAD-53F8-1C2B58EACEF1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4B2B44-9947-CC4C-8928-812B785A3A76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26F27E2-E21F-4B0E-B353-8E5B11743DC0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253A1228-289F-D34B-B93F-6302E5AD5E8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/>
              <a:t>282</a:t>
            </a:r>
            <a:br>
              <a:rPr lang="en-US" altLang="pt-BR" sz="4000" b="1"/>
            </a:br>
            <a:r>
              <a:rPr lang="en-US" altLang="pt-BR" sz="4000" b="1"/>
              <a:t>QUE SANGUE PRECIOSO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6FAE9CB9-4DD8-25C7-34DE-F0EB757B899A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0" name="Rectangle 4">
            <a:extLst>
              <a:ext uri="{FF2B5EF4-FFF2-40B4-BE49-F238E27FC236}">
                <a16:creationId xmlns:a16="http://schemas.microsoft.com/office/drawing/2014/main" id="{2280305B-32BC-E72F-3738-813EA1FEA10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Que sangue precioso </a:t>
            </a:r>
            <a:br>
              <a:rPr lang="en-US" altLang="pt-BR" sz="4000" i="1"/>
            </a:br>
            <a:r>
              <a:rPr lang="en-US" altLang="pt-BR" sz="4000" i="1"/>
              <a:t>Saiu do Salvador! </a:t>
            </a:r>
            <a:br>
              <a:rPr lang="en-US" altLang="pt-BR" sz="4000" i="1"/>
            </a:br>
            <a:r>
              <a:rPr lang="en-US" altLang="pt-BR" sz="4000" i="1"/>
              <a:t>Oh sangue glorioso, </a:t>
            </a:r>
            <a:br>
              <a:rPr lang="en-US" altLang="pt-BR" sz="4000" i="1"/>
            </a:br>
            <a:r>
              <a:rPr lang="en-US" altLang="pt-BR" sz="4000" i="1"/>
              <a:t>Que lava o pecador!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228D79E-C320-E9D6-8551-4F00A38F72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Sim, o sangue que Jesus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cruz derramou;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o sangue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coração Ia vou!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3E49D14-2523-E5BD-9671-EBAA0B93DCC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Irmãos, nos recordemos </a:t>
            </a:r>
            <a:br>
              <a:rPr lang="en-US" altLang="pt-BR" sz="4000" i="1"/>
            </a:br>
            <a:r>
              <a:rPr lang="en-US" altLang="pt-BR" sz="4000" i="1"/>
              <a:t>Que o sangue nos lavou </a:t>
            </a:r>
            <a:br>
              <a:rPr lang="en-US" altLang="pt-BR" sz="4000" i="1"/>
            </a:br>
            <a:r>
              <a:rPr lang="en-US" altLang="pt-BR" sz="4000" i="1"/>
              <a:t>Alegres, jubilemos </a:t>
            </a:r>
            <a:br>
              <a:rPr lang="en-US" altLang="pt-BR" sz="4000" i="1"/>
            </a:br>
            <a:r>
              <a:rPr lang="en-US" altLang="pt-BR" sz="4000" i="1"/>
              <a:t>Seu sangue nos comprou!  </a:t>
            </a:r>
            <a:endParaRPr lang="en-US" altLang="pt-BR" sz="40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BBA0DBB2-5C8A-039B-F151-51109AC9DEC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Sim, o sangue que Jesus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cruz derramou;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o sangue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coração Ia vou!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BC66DEEF-FB24-07F5-09DE-25689B9CD4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Na glória está sentado, </a:t>
            </a:r>
            <a:br>
              <a:rPr lang="en-US" altLang="pt-BR" sz="4000" i="1"/>
            </a:br>
            <a:r>
              <a:rPr lang="en-US" altLang="pt-BR" sz="4000" i="1"/>
              <a:t>Jesus, meu Redentor! </a:t>
            </a:r>
            <a:br>
              <a:rPr lang="en-US" altLang="pt-BR" sz="4000" i="1"/>
            </a:br>
            <a:r>
              <a:rPr lang="en-US" altLang="pt-BR" sz="4000" i="1"/>
              <a:t>No trono coroado, </a:t>
            </a:r>
            <a:br>
              <a:rPr lang="en-US" altLang="pt-BR" sz="4000" i="1"/>
            </a:br>
            <a:r>
              <a:rPr lang="en-US" altLang="pt-BR" sz="4000" i="1"/>
              <a:t>O meu intercessor! 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CA03978A-CF10-0CC3-441A-7FD9F240A5C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Sim, o sangue que Jesus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cruz derramou;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o sangue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coração Ia vou!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8938C4A5-3CD1-4ECA-23AF-C1079FF4BB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i="1"/>
              <a:t>Por que assim resistes </a:t>
            </a:r>
            <a:br>
              <a:rPr lang="en-US" altLang="pt-BR" sz="4000" i="1"/>
            </a:br>
            <a:r>
              <a:rPr lang="en-US" altLang="pt-BR" sz="4000" i="1"/>
              <a:t>Ao meigo Salvador? </a:t>
            </a:r>
            <a:br>
              <a:rPr lang="en-US" altLang="pt-BR" sz="4000" i="1"/>
            </a:br>
            <a:r>
              <a:rPr lang="en-US" altLang="pt-BR" sz="4000" i="1"/>
              <a:t>Aceita o Seu convite </a:t>
            </a:r>
            <a:br>
              <a:rPr lang="en-US" altLang="pt-BR" sz="4000" i="1"/>
            </a:br>
            <a:r>
              <a:rPr lang="en-US" altLang="pt-BR" sz="4000" i="1"/>
              <a:t>Pras bodas de amor.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2E68FD23-AFA6-AAF1-9835-7445929447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324600"/>
          </a:xfrm>
        </p:spPr>
        <p:txBody>
          <a:bodyPr/>
          <a:lstStyle/>
          <a:p>
            <a:r>
              <a:rPr lang="en-US" altLang="pt-BR" sz="4000" b="1" i="1"/>
              <a:t>Sim, o sangue que Jesus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Na cruz derramou;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Sim, o sangue de Jesus,</a:t>
            </a:r>
            <a:r>
              <a:rPr lang="en-US" altLang="pt-BR" sz="4000" i="1"/>
              <a:t> </a:t>
            </a:r>
            <a:br>
              <a:rPr lang="en-US" altLang="pt-BR" sz="4000" i="1"/>
            </a:br>
            <a:r>
              <a:rPr lang="en-US" altLang="pt-BR" sz="4000" b="1" i="1"/>
              <a:t>Meu coração Ia vou!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185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282 QUE SANGUE PRECIOSO </vt:lpstr>
      <vt:lpstr>Que sangue precioso  Saiu do Salvador!  Oh sangue glorioso,  Que lava o pecador!  </vt:lpstr>
      <vt:lpstr>Sim, o sangue que Jesus  Na cruz derramou;  Sim, o sangue de Jesus,  Meu coração Ia vou!</vt:lpstr>
      <vt:lpstr>Irmãos, nos recordemos  Que o sangue nos lavou  Alegres, jubilemos  Seu sangue nos comprou!  </vt:lpstr>
      <vt:lpstr>Sim, o sangue que Jesus  Na cruz derramou;  Sim, o sangue de Jesus,  Meu coração Ia vou!</vt:lpstr>
      <vt:lpstr>Na glória está sentado,  Jesus, meu Redentor!  No trono coroado,  O meu intercessor!  </vt:lpstr>
      <vt:lpstr>Sim, o sangue que Jesus  Na cruz derramou;  Sim, o sangue de Jesus,  Meu coração Ia vou!</vt:lpstr>
      <vt:lpstr>Por que assim resistes  Ao meigo Salvador?  Aceita o Seu convite  Pras bodas de amor.</vt:lpstr>
      <vt:lpstr>Sim, o sangue que Jesus  Na cruz derramou;  Sim, o sangue de Jesus,  Meu coração Ia vou!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282 QUE SANGUE PRECIOSO </dc:title>
  <dc:creator>Junior</dc:creator>
  <cp:lastModifiedBy>Emerson Souza</cp:lastModifiedBy>
  <cp:revision>1</cp:revision>
  <dcterms:created xsi:type="dcterms:W3CDTF">2005-12-24T11:39:20Z</dcterms:created>
  <dcterms:modified xsi:type="dcterms:W3CDTF">2026-05-02T22:00:28Z</dcterms:modified>
</cp:coreProperties>
</file>