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92D8EC1F-F291-CBCB-6BB1-6E028B97D00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6387" name="Group 3">
              <a:extLst>
                <a:ext uri="{FF2B5EF4-FFF2-40B4-BE49-F238E27FC236}">
                  <a16:creationId xmlns:a16="http://schemas.microsoft.com/office/drawing/2014/main" id="{5D2A7F5F-05CA-F89F-9E09-4088F878BB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6388" name="Rectangle 4">
                <a:extLst>
                  <a:ext uri="{FF2B5EF4-FFF2-40B4-BE49-F238E27FC236}">
                    <a16:creationId xmlns:a16="http://schemas.microsoft.com/office/drawing/2014/main" id="{3264136D-487F-595C-C9C0-4B9022D98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389" name="Rectangle 5">
                <a:extLst>
                  <a:ext uri="{FF2B5EF4-FFF2-40B4-BE49-F238E27FC236}">
                    <a16:creationId xmlns:a16="http://schemas.microsoft.com/office/drawing/2014/main" id="{7AE7DA5B-06CD-C949-35D6-B7DB6EC33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16390" name="Group 6">
              <a:extLst>
                <a:ext uri="{FF2B5EF4-FFF2-40B4-BE49-F238E27FC236}">
                  <a16:creationId xmlns:a16="http://schemas.microsoft.com/office/drawing/2014/main" id="{6C49FB3A-802D-7531-78D8-E8F798297B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6391" name="Rectangle 7">
                <a:extLst>
                  <a:ext uri="{FF2B5EF4-FFF2-40B4-BE49-F238E27FC236}">
                    <a16:creationId xmlns:a16="http://schemas.microsoft.com/office/drawing/2014/main" id="{73A3CB3C-90D0-DCA1-98AD-8970C4E9F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392" name="Rectangle 8">
                <a:extLst>
                  <a:ext uri="{FF2B5EF4-FFF2-40B4-BE49-F238E27FC236}">
                    <a16:creationId xmlns:a16="http://schemas.microsoft.com/office/drawing/2014/main" id="{81D012EB-4295-68BA-DD7B-53DECADC4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6393" name="Rectangle 9">
              <a:extLst>
                <a:ext uri="{FF2B5EF4-FFF2-40B4-BE49-F238E27FC236}">
                  <a16:creationId xmlns:a16="http://schemas.microsoft.com/office/drawing/2014/main" id="{26F7FF5B-584B-E5BD-6D85-C9FD64172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394" name="Rectangle 10">
              <a:extLst>
                <a:ext uri="{FF2B5EF4-FFF2-40B4-BE49-F238E27FC236}">
                  <a16:creationId xmlns:a16="http://schemas.microsoft.com/office/drawing/2014/main" id="{E0D37FAE-3D6B-2707-7B25-0AA3A6F7D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395" name="Rectangle 11">
              <a:extLst>
                <a:ext uri="{FF2B5EF4-FFF2-40B4-BE49-F238E27FC236}">
                  <a16:creationId xmlns:a16="http://schemas.microsoft.com/office/drawing/2014/main" id="{824D4EE1-B6D9-EBA6-662A-47CAE428C0F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A128B32A-A590-30B3-FE4A-4AEF2E279D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10194791-2245-BF33-0173-F4D8AFDF13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6398" name="Rectangle 14">
            <a:extLst>
              <a:ext uri="{FF2B5EF4-FFF2-40B4-BE49-F238E27FC236}">
                <a16:creationId xmlns:a16="http://schemas.microsoft.com/office/drawing/2014/main" id="{1358D858-DE0E-E45B-5261-9A9D93704C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pt-BR"/>
          </a:p>
        </p:txBody>
      </p:sp>
      <p:sp>
        <p:nvSpPr>
          <p:cNvPr id="16399" name="Rectangle 15">
            <a:extLst>
              <a:ext uri="{FF2B5EF4-FFF2-40B4-BE49-F238E27FC236}">
                <a16:creationId xmlns:a16="http://schemas.microsoft.com/office/drawing/2014/main" id="{95E24D79-3E7D-C7FF-FB84-DC4C9715A4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pt-BR"/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46FF4EC2-2227-6BA9-3634-17348530B6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FF84C01-DEBA-4392-9130-F418F40F44D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D8BBE-5943-C71E-7CAC-CFB7008C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BB00DE-D2EB-FDC9-A121-6D80830C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DC2173-DE62-2AAB-0536-EBB02AEC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CC807A-C448-5D8E-C58C-66228DFC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F9A8DF-9CC1-B684-BB09-37480484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CE793A-F383-4266-96A5-F64E8C5C86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025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50E20-E863-8922-E2D4-80461563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33BA49-541B-8DF3-14F3-D3D2FCE50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058543-07DD-0740-DFA0-1BEBCCDE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E7FE09-8335-AB53-3E5E-6F274D9A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14D576-8609-2524-1500-7E967674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6FFBC-B49A-49CF-B5A4-783DC5EE7E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460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28398-9C68-43C0-66F4-1076F238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4EAEEB-86F5-A3F3-E9D7-8968C9547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CD8114-1795-1494-D9DE-76530737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879F8F-0C91-C061-821B-BFDFCF75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4A636-40C1-9D69-9463-3F8678B93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371927-D41F-1243-19A8-767B4D8D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592E7-AC98-4826-A550-08D4D445B9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153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604BB-4867-0CF1-3168-D22F0838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CC2FF7-E33D-4F1B-22D4-6E71CBF57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CFF38D-A9D9-93BD-DE23-323AF152B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8CBF51-3EA1-86A6-BC3F-B5A976C1E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87FC42-3FF6-31D8-10E4-DC20B8A10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7FAA6A6-E826-D129-67B6-F1DC2A0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2FB3DE-D918-F8E3-AD03-66691422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7E02568-F157-E41C-7A93-E41966D2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5A08F-872B-42DA-8306-7C385EE052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549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392AB-B805-2638-362C-50427125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7C3C56-1D4B-4742-2D76-15A049F8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0D5D55-4314-1A9F-D270-B262B08B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F413E7-56A3-EC66-2FD0-947DFA33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91BE9B-E4FF-4BD3-9AEF-6BD2291FB4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099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5D8A5C0-3946-5059-A015-014E9F44C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E07750-84AF-E90F-E92B-0B784F46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B951C9-319F-7977-1D4C-83E6A1D4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9EDF79-EAC9-4F36-9C10-51AB51993B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460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F87CA-1374-420D-09CF-27A7E0AA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11F90-4101-E09E-40D9-92CCCA364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4B99E5-58B8-DF89-7EB8-3480CA1CC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13D702-757B-91A9-CC26-E65CDD0E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AEABE1-A54B-2BE9-DC5A-45DE3CFF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FC627A-6359-DAF9-F1DB-81E24D8B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49E6D-13AB-4B48-BAD2-3FE811294D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688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78482-5FC8-57DC-7652-D7C8643F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D87A9D-9132-C964-B556-93D8A5676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89EB2-4CC5-EAE7-5F9F-6F95F7551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EF2BE6-B559-22EA-2CBF-5C683018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3017C3-4052-A1B4-81C0-7A43CB01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95A509-D311-885B-3AA4-DC497972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2779E-D11F-4438-A81A-36C144F018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033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7B417-D652-9ADC-BA87-BDE908C9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D4251F-CE6E-4C38-DE3B-216C04888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4C9A93-003D-8FB2-6D48-50278D55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045BEE-12A1-1BB7-678A-25F3DB2F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2704B-9D36-8A77-7C24-848628A5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DC6333-7141-4D75-A4E4-BC28E9F1E5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554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CC7250-D3A5-C997-886F-A815247DA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094425-46A6-C0C1-D5F9-BC213FF3F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C830BC-831D-DA33-4A61-EB44381B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3FC7EC-9511-E6A6-B228-765A8DF3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983A54-E760-D7DF-DE22-9D2CB0A0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BFEC4B-1388-47B6-A46F-79B358BFD4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156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B66FB36-82F8-AF14-1095-7C836142A7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 sz="240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AF61874-7603-7CDA-53F1-6A0C06ACB1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 sz="2400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9C28F3F-FE16-9FD9-DA29-0C397E2BE23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 sz="2400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DBA44DEA-88F4-2B81-99B4-703E92F025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 sz="2400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39F85718-24BC-E990-5C37-32024D3FB5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 sz="2400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D343FDC9-B750-B208-36DA-723975B139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 sz="2400"/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144CEF89-9293-F995-7C05-81F9EE9B00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 sz="2400"/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209D277C-5ABA-D820-BAF9-69D03E37C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00AF918F-E640-91B2-51B2-3AAEC3789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22A91BEC-4045-3826-8455-7A22B53524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4707849B-E4C5-209E-5182-7D3A54DB80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5373" name="Rectangle 13">
            <a:extLst>
              <a:ext uri="{FF2B5EF4-FFF2-40B4-BE49-F238E27FC236}">
                <a16:creationId xmlns:a16="http://schemas.microsoft.com/office/drawing/2014/main" id="{9E888035-4D7B-A759-AC7F-5E55A461FB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313C772-25C7-4F6F-9A44-530FE4BF204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D1F9276-AE40-15A8-D272-8921D00697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000" b="1">
                <a:solidFill>
                  <a:schemeClr val="tx1"/>
                </a:solidFill>
              </a:rPr>
              <a:t>146 - CAMINHO BRILHANTE</a:t>
            </a:r>
            <a:br>
              <a:rPr lang="en-US" altLang="pt-BR" sz="4000" b="1">
                <a:solidFill>
                  <a:schemeClr val="tx1"/>
                </a:solidFill>
              </a:rPr>
            </a:br>
            <a:endParaRPr lang="en-US" altLang="pt-BR" sz="4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728B497-AEA0-C4F8-955D-3171D79EA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1916113"/>
            <a:ext cx="8043862" cy="4105275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Por um caminho brilhante vou,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De majestosa luz;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Pelo caminho que já trilhou,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Nosso Senhor Jesus;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Sem me lembrar do que se passou,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Bem feliz canto, sim,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Pois filho do Rei dos reis eu sou;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Cristo é meu, por fim;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A29F7FC-DEBB-B22D-303F-3A8478E28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060575"/>
            <a:ext cx="8188325" cy="3097213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Meu, por fim; meu, por fim!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Cristo da morte livrou-me, sim!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Me </a:t>
            </a:r>
            <a:r>
              <a:rPr lang="en-US" altLang="pt-BR" sz="3600" b="1" i="1">
                <a:solidFill>
                  <a:schemeClr val="tx1"/>
                </a:solidFill>
              </a:rPr>
              <a:t>ouviu, me remiu,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Cristo é meu, por fim!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1679B0-DEEF-1C80-EC47-66BB09EDF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989138"/>
            <a:ext cx="8116887" cy="4392612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No mundo não tenho mais prazer,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Purificado estou,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Nunca jamais hei de perecer,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Pois Jesus me livrou;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Ele me ama e me quer bem,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Tudo é para mim;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NEle encontro louvor, também.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Cristo é meu, por fim.</a:t>
            </a:r>
            <a:br>
              <a:rPr lang="en-US" altLang="pt-BR" sz="3200">
                <a:solidFill>
                  <a:schemeClr val="tx1"/>
                </a:solidFill>
              </a:rPr>
            </a:br>
            <a:endParaRPr lang="en-US" altLang="pt-BR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3FEA8CD-01DD-8DC6-B8EE-EFFA55CA1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060575"/>
            <a:ext cx="8188325" cy="3097213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Meu, por fim; meu, por fim!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Cristo da morte livrou-me, sim!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Me </a:t>
            </a:r>
            <a:r>
              <a:rPr lang="en-US" altLang="pt-BR" sz="3600" b="1" i="1">
                <a:solidFill>
                  <a:schemeClr val="tx1"/>
                </a:solidFill>
              </a:rPr>
              <a:t>ouviu, me remiu,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Cristo é meu, por fim!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D6BCABD-AF9A-192A-E4FF-2CD62EE5B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844675"/>
            <a:ext cx="8116887" cy="4392613"/>
          </a:xfrm>
        </p:spPr>
        <p:txBody>
          <a:bodyPr/>
          <a:lstStyle/>
          <a:p>
            <a:r>
              <a:rPr lang="en-US" altLang="pt-BR" sz="3200">
                <a:solidFill>
                  <a:schemeClr val="tx1"/>
                </a:solidFill>
              </a:rPr>
              <a:t>Quem de Jesus me separará?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Tenho-O no coração;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Ele nas trevas me guiará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Para a feliz Sião.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Sempre contente, sem vacilar,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Venço o mal, assim;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Tenho prazer se na luz andar.</a:t>
            </a:r>
            <a:br>
              <a:rPr lang="en-US" altLang="pt-BR" sz="3200">
                <a:solidFill>
                  <a:schemeClr val="tx1"/>
                </a:solidFill>
              </a:rPr>
            </a:br>
            <a:r>
              <a:rPr lang="en-US" altLang="pt-BR" sz="3200">
                <a:solidFill>
                  <a:schemeClr val="tx1"/>
                </a:solidFill>
              </a:rPr>
              <a:t>Cristo é meu, por fim.</a:t>
            </a:r>
            <a:r>
              <a:rPr lang="en-US" altLang="pt-BR" sz="1400">
                <a:solidFill>
                  <a:schemeClr val="tx1"/>
                </a:solidFill>
              </a:rPr>
              <a:t>	P.L.M.</a:t>
            </a:r>
            <a:br>
              <a:rPr lang="en-US" altLang="pt-BR" sz="1400">
                <a:solidFill>
                  <a:schemeClr val="tx1"/>
                </a:solidFill>
              </a:rPr>
            </a:br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78BEE05-D28B-3483-424C-67259D467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060575"/>
            <a:ext cx="8188325" cy="3097213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Meu, por fim; meu, por fim!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Cristo da morte livrou-me, sim!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>
                <a:solidFill>
                  <a:schemeClr val="tx1"/>
                </a:solidFill>
              </a:rPr>
              <a:t>Me </a:t>
            </a:r>
            <a:r>
              <a:rPr lang="en-US" altLang="pt-BR" sz="3600" b="1" i="1">
                <a:solidFill>
                  <a:schemeClr val="tx1"/>
                </a:solidFill>
              </a:rPr>
              <a:t>ouviu, me remiu,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Cristo é meu, por fim!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étrico">
  <a:themeElements>
    <a:clrScheme name="Geométrico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é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Geomé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étrico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étrico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étrico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é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é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Geométrico</Template>
  <TotalTime>7</TotalTime>
  <Words>280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Tahoma</vt:lpstr>
      <vt:lpstr>Wingdings</vt:lpstr>
      <vt:lpstr>Geométrico</vt:lpstr>
      <vt:lpstr>146 - CAMINHO BRILHANTE </vt:lpstr>
      <vt:lpstr>Por um caminho brilhante vou, De majestosa luz; Pelo caminho que já trilhou, Nosso Senhor Jesus; Sem me lembrar do que se passou, Bem feliz canto, sim, Pois filho do Rei dos reis eu sou; Cristo é meu, por fim;</vt:lpstr>
      <vt:lpstr>Meu, por fim; meu, por fim!  Cristo da morte livrou-me, sim!  Me ouviu, me remiu, Cristo é meu, por fim! </vt:lpstr>
      <vt:lpstr>No mundo não tenho mais prazer, Purificado estou, Nunca jamais hei de perecer, Pois Jesus me livrou; Ele me ama e me quer bem, Tudo é para mim; NEle encontro louvor, também. Cristo é meu, por fim. </vt:lpstr>
      <vt:lpstr>Meu, por fim; meu, por fim!  Cristo da morte livrou-me, sim!  Me ouviu, me remiu, Cristo é meu, por fim! </vt:lpstr>
      <vt:lpstr>Quem de Jesus me separará? Tenho-O no coração; Ele nas trevas me guiará Para a feliz Sião. Sempre contente, sem vacilar, Venço o mal, assim; Tenho prazer se na luz andar. Cristo é meu, por fim. P.L.M. </vt:lpstr>
      <vt:lpstr>Meu, por fim; meu, por fim!  Cristo da morte livrou-me, sim!  Me ouviu, me remiu, Cristo é meu, por fim!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146 CAMINHO BRILHANTE </dc:title>
  <dc:creator>Montagna</dc:creator>
  <cp:lastModifiedBy>Emerson Souza</cp:lastModifiedBy>
  <cp:revision>3</cp:revision>
  <dcterms:created xsi:type="dcterms:W3CDTF">2005-10-16T03:47:07Z</dcterms:created>
  <dcterms:modified xsi:type="dcterms:W3CDTF">2026-05-02T21:48:58Z</dcterms:modified>
</cp:coreProperties>
</file>