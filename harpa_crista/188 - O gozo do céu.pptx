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20EB0-BA97-0D5D-6C72-95343345B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07AC40-BCBD-8C2A-3725-364BEF067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A2F486-691C-FF2D-A929-F2D084680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585A7F-1008-AE52-0C21-AA1A55FAE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F57CFB-3913-8145-3C78-B16E8416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BCC811-F796-4AED-83C2-915B47A3D4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19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A1790-1AE3-B186-0681-168B2A41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A15A96-5C77-52B8-EE59-E43429B41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6A46C0-B199-2085-4686-46CC32B2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5D0BE2-23D8-D574-F82D-EE7C4D0B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563566-445F-6332-77B0-6850E1BF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B222E0-26BC-49A3-8988-FD08F7B4A5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520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27CDF-DD30-CE80-1FFD-9B4400117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6DE60B-F2EF-17BD-F2F2-F8D9F0C13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29C63E-BE19-13AB-EB56-20BA1208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58055F-80DD-831A-57BF-C925F507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F04FB8-3C3E-F0E3-5020-8768B22B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A986DE-2F28-4E48-840F-41C6D8A599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663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515F8-FB97-1562-7851-3BE46E60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8484EA-2BA7-AB0B-1AE0-2053B1A21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F2C6A2-D890-C066-FF5E-5EA8FF032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C07624-03B5-77B7-FB96-BA6D94FA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8CC7D3-3F1C-C422-02C1-F7B36B48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B37CA3-2FD1-B720-F453-543C0800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96DBBF-E161-4714-B6CA-6C5137E241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341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B469A-9A8A-7061-4F2C-E7C95979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189288-9623-7295-5C93-ECA2C67EB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CD0C05-BBB3-8E9B-B42E-9ED06E30D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D72C9A-C5D0-6056-594B-740150CFC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96067F-A7F4-2D0E-AA6B-3027C9203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1C77F36-748F-A8A3-5C63-A7A8AEB8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D0726A-1871-E1E1-080A-0DE6328DE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9FEFDE9-6233-5C2C-D891-3B4500C3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BE1033-8D89-4276-9F2F-896E05B62C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632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9A544-4088-4481-528F-FA894624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0977093-6E60-363A-3832-73F6495B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DDE1BE-B807-5D7C-3CC3-521B6054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2FC8FD-8A2B-25EB-5058-4E2A1675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ED01B-A0D3-421D-8AD8-A976538475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324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83181A-C14B-D00C-FDCC-F3BC5F140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F27D50A-7EBD-6E0B-C6F2-CB62B7C8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9DC79-C696-0C72-B409-F4FDE868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C47AD-09F0-48F4-9BEC-C3C8FF2F44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633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6659D-1FB1-7C10-3B1C-DA9ABCDE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E46EED-BB77-5776-D47F-B7B31F865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9C8379-7BE6-8594-2A73-3EDA92CA0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2635C1-07FD-1D6A-7893-595918A7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85DDC8-080F-EBB0-969E-DFC81536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1E4367-ED46-0C2A-8116-E1FD6F1E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E7A523-15D5-4311-A158-78FE5BDF89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494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F0D3D-7F60-D565-3BA1-3E1D5C107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0581DBC-0CBE-785E-BE6C-C3A4BACD7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CF38DC-05C8-F9D7-28CB-B9B1027C6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4367C9-A785-E6B5-E4B1-2231B6DF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092E35-5A96-75EE-93B0-8C0ED575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537B8B-D7F7-01E3-3385-05241B74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9A5B03-D14C-4021-938C-A7BF8A2633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215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FB90B-AA1A-0FE3-BF86-3C22E77F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ADAFA4-DF2D-DD14-2C8A-57B858C77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ED4FD0-51FF-9B11-AE15-FAD4A4322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9BC97C-0005-AFAB-DCD1-A2B5FD25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ADDB75-40B2-C02F-1056-8D0744AD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F35214-30CB-4402-8EDC-5588A86121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321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784717-9A96-75A2-58DE-744E3682E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24F26A-AB58-E82A-BBFE-4A3650C25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B5FDC1-0228-A35F-9F0E-4839ABFA1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CE0DCE-D349-B173-4A71-83211D167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315FC0-1B65-14DD-D82B-65DE2966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9DA33-0A24-4E59-8DA0-AB0F8582C4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417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03786AC-C5E2-5FF4-02AA-B7D5E9680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23B90D-4543-9839-31D3-AC580FE83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C6C779-98A4-4F1F-7279-E3BEAA6CD2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D277C68-AF91-05FF-2ADA-FB0B9529E8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9E27299-7E97-9CDC-3FE2-4C5EB03D71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D23E280-3921-4613-8806-B043A0950F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19B945E-B6B3-AC2E-DA36-D106BB5A96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188</a:t>
            </a:r>
            <a:br>
              <a:rPr lang="en-US" altLang="pt-BR" sz="4000" b="1"/>
            </a:br>
            <a:r>
              <a:rPr lang="en-US" altLang="pt-BR" sz="4000" b="1"/>
              <a:t>O GOZO DO CÉU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4DDFE00-5F01-51E8-D38A-CE5FE82A35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4B4610C-1D89-16C6-1D9A-8D186B4C3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Bem sei, muitos não podem compreender </a:t>
            </a:r>
            <a:br>
              <a:rPr lang="en-US" altLang="pt-BR" sz="4000" i="1"/>
            </a:br>
            <a:r>
              <a:rPr lang="en-US" altLang="pt-BR" sz="4000" i="1"/>
              <a:t>Porque feliz é o meu viver; </a:t>
            </a:r>
            <a:br>
              <a:rPr lang="en-US" altLang="pt-BR" sz="4000" i="1"/>
            </a:br>
            <a:r>
              <a:rPr lang="en-US" altLang="pt-BR" sz="4000" i="1"/>
              <a:t>Entrar na Canaã de santo prazer, </a:t>
            </a:r>
            <a:br>
              <a:rPr lang="en-US" altLang="pt-BR" sz="4000" i="1"/>
            </a:br>
            <a:r>
              <a:rPr lang="en-US" altLang="pt-BR" sz="4000" i="1"/>
              <a:t>É gozo do céu para mim. </a:t>
            </a:r>
            <a:br>
              <a:rPr lang="en-US" altLang="pt-BR" sz="4000" i="1"/>
            </a:br>
            <a:r>
              <a:rPr lang="en-US" altLang="pt-BR" sz="4000" i="1"/>
              <a:t>É gozo do céu para mim; </a:t>
            </a:r>
            <a:br>
              <a:rPr lang="en-US" altLang="pt-BR" sz="4000" i="1"/>
            </a:br>
            <a:r>
              <a:rPr lang="en-US" altLang="pt-BR" sz="4000" i="1"/>
              <a:t>Sim, gozo do céu para mim; </a:t>
            </a:r>
            <a:br>
              <a:rPr lang="en-US" altLang="pt-BR" sz="4000" i="1"/>
            </a:br>
            <a:r>
              <a:rPr lang="en-US" altLang="pt-BR" sz="4000" i="1"/>
              <a:t>Entrar na Canaã de santo prazer, </a:t>
            </a:r>
            <a:br>
              <a:rPr lang="en-US" altLang="pt-BR" sz="4000" i="1"/>
            </a:br>
            <a:r>
              <a:rPr lang="en-US" altLang="pt-BR" sz="4000" i="1"/>
              <a:t>É gozo do céu para mim.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CB9512E-E18D-DEDF-D5AA-DF08CDF70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Os lindos acordes celestes ouvir, </a:t>
            </a:r>
            <a:br>
              <a:rPr lang="en-US" altLang="pt-BR" sz="4000" i="1"/>
            </a:br>
            <a:r>
              <a:rPr lang="en-US" altLang="pt-BR" sz="4000" i="1"/>
              <a:t>No Evangelho que recebi; </a:t>
            </a:r>
            <a:br>
              <a:rPr lang="en-US" altLang="pt-BR" sz="4000" i="1"/>
            </a:br>
            <a:r>
              <a:rPr lang="en-US" altLang="pt-BR" sz="4000" i="1"/>
              <a:t>Confiar em Jesus e segui-Lo aqui, </a:t>
            </a:r>
            <a:br>
              <a:rPr lang="en-US" altLang="pt-BR" sz="4000" i="1"/>
            </a:br>
            <a:r>
              <a:rPr lang="en-US" altLang="pt-BR" sz="4000" i="1"/>
              <a:t>É gozo do céu para mim. </a:t>
            </a:r>
            <a:br>
              <a:rPr lang="en-US" altLang="pt-BR" sz="4000" i="1"/>
            </a:br>
            <a:r>
              <a:rPr lang="en-US" altLang="pt-BR" sz="4000" i="1"/>
              <a:t>É gozo do céu para mim; </a:t>
            </a:r>
            <a:br>
              <a:rPr lang="en-US" altLang="pt-BR" sz="4000" i="1"/>
            </a:br>
            <a:r>
              <a:rPr lang="en-US" altLang="pt-BR" sz="4000" i="1"/>
              <a:t>Sim, gozo do céu para mim; </a:t>
            </a:r>
            <a:br>
              <a:rPr lang="en-US" altLang="pt-BR" sz="4000" i="1"/>
            </a:br>
            <a:r>
              <a:rPr lang="en-US" altLang="pt-BR" sz="4000" i="1"/>
              <a:t>Confiar em Jesus e segui-Lo aqui, </a:t>
            </a:r>
            <a:br>
              <a:rPr lang="en-US" altLang="pt-BR" sz="4000" i="1"/>
            </a:br>
            <a:r>
              <a:rPr lang="en-US" altLang="pt-BR" sz="4000" i="1"/>
              <a:t>É gozo do céu para mim.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4D7CF5B-06EE-AF40-1300-7F1BFB121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i="1"/>
              <a:t>Possuir o meu ser transformado em luz Ter o ‘spírito de Jesus, </a:t>
            </a:r>
            <a:br>
              <a:rPr lang="en-US" altLang="pt-BR" sz="3800" i="1"/>
            </a:br>
            <a:r>
              <a:rPr lang="en-US" altLang="pt-BR" sz="3800" i="1"/>
              <a:t>Negar a mim mesmo e tomar minha cruz, </a:t>
            </a:r>
            <a:br>
              <a:rPr lang="en-US" altLang="pt-BR" sz="3800" i="1"/>
            </a:br>
            <a:r>
              <a:rPr lang="en-US" altLang="pt-BR" sz="3800" i="1"/>
              <a:t>É gozo do céu para mim. </a:t>
            </a:r>
            <a:br>
              <a:rPr lang="en-US" altLang="pt-BR" sz="3800" i="1"/>
            </a:br>
            <a:r>
              <a:rPr lang="en-US" altLang="pt-BR" sz="3800" i="1"/>
              <a:t>É gozo do céu para mim; </a:t>
            </a:r>
            <a:br>
              <a:rPr lang="en-US" altLang="pt-BR" sz="3800" i="1"/>
            </a:br>
            <a:r>
              <a:rPr lang="en-US" altLang="pt-BR" sz="3800" i="1"/>
              <a:t>Sim, gozo do céu para mim; </a:t>
            </a:r>
            <a:br>
              <a:rPr lang="en-US" altLang="pt-BR" sz="3800" i="1"/>
            </a:br>
            <a:r>
              <a:rPr lang="en-US" altLang="pt-BR" sz="3800" i="1"/>
              <a:t>Negar a mim mesmo e tomar minha cruz, </a:t>
            </a:r>
            <a:br>
              <a:rPr lang="en-US" altLang="pt-BR" sz="3800" i="1"/>
            </a:br>
            <a:r>
              <a:rPr lang="en-US" altLang="pt-BR" sz="3800" i="1"/>
              <a:t>É gozo do céu para mim.  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7931DCF-CB50-55F7-99B6-3CD72F53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i="1"/>
              <a:t>A vida eterna, em Cristo, gozar, </a:t>
            </a:r>
            <a:br>
              <a:rPr lang="en-US" altLang="pt-BR" sz="3800" i="1"/>
            </a:br>
            <a:r>
              <a:rPr lang="en-US" altLang="pt-BR" sz="3800" i="1"/>
              <a:t>O que é “lá de cima” buscar, </a:t>
            </a:r>
            <a:br>
              <a:rPr lang="en-US" altLang="pt-BR" sz="3800" i="1"/>
            </a:br>
            <a:r>
              <a:rPr lang="en-US" altLang="pt-BR" sz="3800" i="1"/>
              <a:t>Deixar meu Jesus em minha alma reinar, </a:t>
            </a:r>
            <a:br>
              <a:rPr lang="en-US" altLang="pt-BR" sz="3800" i="1"/>
            </a:br>
            <a:r>
              <a:rPr lang="en-US" altLang="pt-BR" sz="3800" i="1"/>
              <a:t>É gozo do céu para mim. </a:t>
            </a:r>
            <a:br>
              <a:rPr lang="en-US" altLang="pt-BR" sz="3800" i="1"/>
            </a:br>
            <a:r>
              <a:rPr lang="en-US" altLang="pt-BR" sz="3800" i="1"/>
              <a:t>É gozo do céu para mim; </a:t>
            </a:r>
            <a:br>
              <a:rPr lang="en-US" altLang="pt-BR" sz="3800" i="1"/>
            </a:br>
            <a:r>
              <a:rPr lang="en-US" altLang="pt-BR" sz="3800" i="1"/>
              <a:t>Sim, gozo do céu para mim; </a:t>
            </a:r>
            <a:br>
              <a:rPr lang="en-US" altLang="pt-BR" sz="3800" i="1"/>
            </a:br>
            <a:r>
              <a:rPr lang="en-US" altLang="pt-BR" sz="3800" i="1"/>
              <a:t>Deixar meu Jesus em minh'alma reinar, </a:t>
            </a:r>
            <a:br>
              <a:rPr lang="en-US" altLang="pt-BR" sz="3800" i="1"/>
            </a:br>
            <a:r>
              <a:rPr lang="en-US" altLang="pt-BR" sz="3800" i="1"/>
              <a:t>É gozo do céu para mim.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188 O GOZO DO CÉU </vt:lpstr>
      <vt:lpstr>Bem sei, muitos não podem compreender  Porque feliz é o meu viver;  Entrar na Canaã de santo prazer,  É gozo do céu para mim.  É gozo do céu para mim;  Sim, gozo do céu para mim;  Entrar na Canaã de santo prazer,  É gozo do céu para mim.   </vt:lpstr>
      <vt:lpstr>Os lindos acordes celestes ouvir,  No Evangelho que recebi;  Confiar em Jesus e segui-Lo aqui,  É gozo do céu para mim.  É gozo do céu para mim;  Sim, gozo do céu para mim;  Confiar em Jesus e segui-Lo aqui,  É gozo do céu para mim. </vt:lpstr>
      <vt:lpstr>Possuir o meu ser transformado em luz Ter o ‘spírito de Jesus,  Negar a mim mesmo e tomar minha cruz,  É gozo do céu para mim.  É gozo do céu para mim;  Sim, gozo do céu para mim;  Negar a mim mesmo e tomar minha cruz,  É gozo do céu para mim.   </vt:lpstr>
      <vt:lpstr>A vida eterna, em Cristo, gozar,  O que é “lá de cima” buscar,  Deixar meu Jesus em minha alma reinar,  É gozo do céu para mim.  É gozo do céu para mim;  Sim, gozo do céu para mim;  Deixar meu Jesus em minh'alma reinar,  É gozo do céu para mim.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188 O GOZO DO CÉU </dc:title>
  <dc:creator>Junior</dc:creator>
  <cp:lastModifiedBy>Emerson Souza</cp:lastModifiedBy>
  <cp:revision>1</cp:revision>
  <dcterms:created xsi:type="dcterms:W3CDTF">2005-12-23T17:23:56Z</dcterms:created>
  <dcterms:modified xsi:type="dcterms:W3CDTF">2026-05-02T21:52:30Z</dcterms:modified>
</cp:coreProperties>
</file>