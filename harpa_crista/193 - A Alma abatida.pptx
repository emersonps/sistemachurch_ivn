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470E0-7591-37E0-8A00-509E5D798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19AEE0-90D2-AD2E-9A5A-E30A7FA02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7E1B7E-73BE-57BA-D01D-2A1D9E63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D183C5-B2EB-1AEB-B85B-138D97ED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D23235-4E4B-CCD9-13BE-C642BAF5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BA474-D366-4432-9D94-F877A064C3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715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3600F-4073-AFCB-9E97-A5D3BE2D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8FC49A-0178-28D2-E92F-4D553F42C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8EC8D4-5F6D-6642-18F8-8253FB62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9ED480-CCA2-5F92-04EC-0EFFEA08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08D7C-7A08-ABCE-7A8C-66671A1E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B871B-0DCF-4814-8B43-11B603C64B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571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2E75A-21D1-8166-6F40-C8612367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C0432C-71FF-0188-7C7D-08186502A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A67E74-DB80-4EB4-87F4-29366410C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332A4B-00CD-2866-0256-26EC9A76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BD5D38-10AE-AE6F-B4AE-D844A75A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D49CF-B773-4BF2-910C-47B0295A4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490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24287-87C9-14ED-834C-0E1CFF19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6B192-A23A-4A80-3676-C2CE3E047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65032C-9D9E-C44F-13D6-DD74E735B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03F702-7E94-AD97-51DD-EF98D05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6AA1BF-E1EA-FB0C-91F6-994362D0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63CB61-CDB8-7A73-B105-90A68735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CE182-5AD8-4355-B4B6-C21B8513CB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548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6A936-7786-F2E9-0657-BA437CF2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1BEBC3-1761-4B9B-B750-292C903FB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416FD4-63C4-FFE5-B12A-CF3CA29AA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ACA5EF-9968-3ADD-8A54-3303A89DF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B8DB62-219C-E7A1-8BD1-948412BC0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694A95B-9392-B8F5-DC25-405E1012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190A9F-35CA-2758-6628-AD02C918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241847-4000-23F6-35D7-5565461C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7F407-48E8-41BE-9A47-0FB63EC761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460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03978-EB9A-A54D-BB66-6E7799F7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3B8178-45BC-0881-CF43-E77808A7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AADE9A-2046-84F8-F487-BFBC7451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FB766E-F765-FF30-32D1-98924287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1A0A8-F360-4780-B8C9-DE54177617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826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A346FC-A873-4150-3D82-0D2F9F5D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913BAE-C622-ACE9-BF0E-70D773C9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2F72A2-EA18-B4A3-30C6-A01F61F0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2DA8B0-FDA2-4C97-BAA7-4E928ACA55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904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9FD6-9387-FC13-FA5A-44F40B86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AC807-73FB-7E62-1EBE-9A8308B3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BD413D-3296-3DF4-52D1-0F93E5516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B61E20-A700-863A-B8D8-CE2CE6D7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CC1845-A909-CC2C-EA3D-178E3A26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CC888F-372D-4BF5-5DCF-D90E573C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6DD48-1630-4601-B692-3E86090411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504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59429-A31F-EF62-47E8-A691791E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9C2BB8-158E-2FA2-F051-E9AA3DE1C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BB638A-42CF-7A22-2592-88B2326B5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D30C3C-F56A-A568-6791-39BB6B9C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4AFDD1-9BBE-AE2C-78F5-19763C8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482BB3-149A-0B41-6285-98E04A3D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07283-7D78-4229-BE24-E4D04B38DA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039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69562-C665-AA06-1D40-117634CA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23757F-6772-9B91-0CFC-CE2B121E1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8556A8-5C17-E217-D9A3-40E9B5F1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C0043-49E7-A7DA-6EF9-881C170C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16F96A-9740-10E3-E01B-E292E633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3F447-50F1-4B9E-BA76-2124CABCAE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627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4B28EF-7371-F5F2-666E-A7D0EB8E1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3B955A-B5BF-F18E-E638-C40F2BFA3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450EB-15E7-9F29-37A1-169B6C8D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834DBB-D2CE-853A-C419-AF0C85D6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792D42-DDC1-C480-EFCF-EA04A8CE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18B1DD-F753-4383-BD79-D55A4C10CE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153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99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A0EE03D-5A34-1F8B-2E25-F4B831528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991322-9488-20F3-D9B7-88049F8E8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319057-91F6-7317-D490-7F3EA97ADDA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9938DA-2375-08D7-A1A1-D4A0B64AB9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0C0AA1-1BFC-0F46-24DA-64C7F3AD19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B84554-88E1-487D-9464-83C1D38C033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F17EEAE-664B-4E2E-0937-DD56C466D8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981200"/>
            <a:ext cx="5867400" cy="1619250"/>
          </a:xfrm>
          <a:noFill/>
          <a:ln w="57150">
            <a:pattFill prst="dkDn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</a:extLst>
        </p:spPr>
        <p:txBody>
          <a:bodyPr anchor="ctr"/>
          <a:lstStyle/>
          <a:p>
            <a:r>
              <a:rPr lang="pt-BR" altLang="pt-BR" sz="4400">
                <a:solidFill>
                  <a:srgbClr val="CCCCFF"/>
                </a:solidFill>
              </a:rPr>
              <a:t>193</a:t>
            </a:r>
            <a:br>
              <a:rPr lang="pt-BR" altLang="pt-BR" sz="4400">
                <a:solidFill>
                  <a:srgbClr val="CCCCFF"/>
                </a:solidFill>
              </a:rPr>
            </a:br>
            <a:r>
              <a:rPr lang="pt-BR" altLang="pt-BR" sz="4400">
                <a:solidFill>
                  <a:srgbClr val="CCCCFF"/>
                </a:solidFill>
              </a:rPr>
              <a:t>A Alma Abatida</a:t>
            </a:r>
            <a:endParaRPr lang="en-US" altLang="pt-BR" sz="440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E8DF75C-5240-5990-87C2-02850089C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8229600" cy="4876800"/>
          </a:xfrm>
          <a:noFill/>
          <a:ln w="76200">
            <a:pattFill prst="dkDn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Se tu minha alma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 Deus suplicas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 não recebes, confiando fica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Em Suas promessas,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Que são mui ricas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 infalíveis pra te valer.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4666582-5670-942C-1385-73DE90DE5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077200" cy="5211763"/>
          </a:xfrm>
          <a:noFill/>
          <a:ln w="76200">
            <a:pattFill prst="dkUp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Por que te abates,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Ó, minha alma?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 te comoves,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Perdendo a calma?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Não tenhas medo,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Em Deus espera,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Porque bem cedo, Jesus virá!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16B8806-61DF-4F5D-7925-951D08F87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229600" cy="4525963"/>
          </a:xfrm>
          <a:noFill/>
          <a:ln w="76200">
            <a:pattFill prst="dkDn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Ele intercede, por ti minha alma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Espera Nele com fé e calma;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Jesus de todos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Teus males salva,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 E te abençoa dos altos céus.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B3A6BAEC-E3CE-3F98-00A9-D7004F71EB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229600" cy="5181600"/>
          </a:xfrm>
          <a:noFill/>
          <a:ln w="76200">
            <a:pattFill prst="dkDn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Por que te abates,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Oh, minha alma?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Que te comoves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Perdendo a calma?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Não tenhas medo,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Em Deus espera,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Porque bem cedo, Jesus virá!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C2F754FA-0D65-781C-FF82-46796647A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5059363"/>
          </a:xfrm>
          <a:noFill/>
          <a:ln w="76200">
            <a:pattFill prst="dkDn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Terás em breve,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As dores findas,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No dia alegre da Sua vinda;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Se Cristo tarda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Espera ainda,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Mais um pouquinho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 O verás.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015E1227-16A9-2078-BA88-6382AA2EC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5135563"/>
          </a:xfrm>
          <a:noFill/>
          <a:ln w="76200">
            <a:pattFill prst="dkDnDiag">
              <a:fgClr>
                <a:srgbClr val="000099"/>
              </a:fgClr>
              <a:bgClr>
                <a:srgbClr val="CCCCFF"/>
              </a:bgClr>
            </a:pattFill>
            <a:miter lim="800000"/>
            <a:headEnd/>
            <a:tailEnd/>
          </a:ln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Por que te abates,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Oh, minha alma?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Que te comoves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Perdendo a calma?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Não tenhas medo, 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Em Deus espera,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Porque bem cedo, Jesus virá!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193 A Alma Abatida</vt:lpstr>
      <vt:lpstr>Se tu minha alma A Deus suplicas  E não recebes, confiando fica Em Suas promessas,  Que são mui ricas E infalíveis pra te valer.</vt:lpstr>
      <vt:lpstr>Por que te abates,  Ó, minha alma? E te comoves,  Perdendo a calma?  Não tenhas medo,  Em Deus espera, Porque bem cedo, Jesus virá!</vt:lpstr>
      <vt:lpstr>Ele intercede, por ti minha alma Espera Nele com fé e calma; Jesus de todos  Teus males salva,  E te abençoa dos altos céus.</vt:lpstr>
      <vt:lpstr>Por que te abates,  Oh, minha alma? Que te comoves  Perdendo a calma?  Não tenhas medo,  Em Deus espera, Porque bem cedo, Jesus virá!</vt:lpstr>
      <vt:lpstr>Terás em breve,  As dores findas, No dia alegre da Sua vinda; Se Cristo tarda Espera ainda,  Mais um pouquinho E O verás.</vt:lpstr>
      <vt:lpstr>Por que te abates,  Oh, minha alma? Que te comoves  Perdendo a calma?  Não tenhas medo,  Em Deus espera, Porque bem cedo, Jesus virá!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193</dc:title>
  <dc:creator>Junior</dc:creator>
  <cp:lastModifiedBy>Emerson Souza</cp:lastModifiedBy>
  <cp:revision>2</cp:revision>
  <dcterms:created xsi:type="dcterms:W3CDTF">2005-10-08T23:14:48Z</dcterms:created>
  <dcterms:modified xsi:type="dcterms:W3CDTF">2026-05-02T21:52:56Z</dcterms:modified>
</cp:coreProperties>
</file>