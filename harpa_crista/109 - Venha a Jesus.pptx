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80B21B-E646-25E1-AF8E-13FD65EA1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0359810-BD4C-38FE-3F89-66D1639EE2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24050A-957A-9514-A963-295D7E1DA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77BC33-67CD-B4A5-1FE3-C3D585992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620667-87DD-A3EC-3288-3D21933FA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13FEDA-6358-423E-B992-C313D729CDF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3355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087357-34A0-D180-DB05-2706E053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88CE6-4AC9-DFEB-90BC-680F260B8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4C7BB3-3329-93B8-7D46-F3383A8FE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724004-7E79-4393-2DB8-3488CD2EE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438FB5-2EED-4628-695F-96EF90648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D894C7-618D-4A6B-BED8-CEE137B5E95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29304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29B2C2-33EB-C833-D8B3-9E13A2D44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F49BC10-449A-B45F-579F-9B389BD79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3CDDC5-4AB6-E279-ABE4-0A67F2833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8A7515-B651-E3A9-FCFB-D9AAFEB4A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70E7F3-F801-BE23-1D7B-61DF05D4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1505AF-F687-42CF-87E5-0EA61C26370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92913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A64551-7D76-0337-1D85-56BF2BD4F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73E839-F7BD-754A-6B2A-754E2CAFE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87B38E-E066-3071-1DF2-8001F66CFE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6BBD99F-867C-9537-9E22-7670CC6FE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623A6C6-9731-FDEC-1E15-2AE8A0C13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FF11D8D-4049-07A0-DB23-5D0F32C04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1A8202-C0F6-4A93-B475-58D11B3E509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78341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1BDA79-8F0E-F8A4-EB64-82CC2C91D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BC8247-9AF9-A543-8508-A97A8B550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7641E62-2FC7-EA1E-3421-BA01071CAA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5117BE9-9B42-6F4A-C2F5-F832E7265A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C33542-479A-EDD0-E56C-F5DBFEA510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3B127B3-EBF3-722E-B1BA-8A1813E91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F71B11A-3542-B8A5-2C64-3D1D1763F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9374288-8411-40E0-BB6D-D810CECA1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0D48CE-84F8-40D8-B5AE-1F6C5085CA5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69749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B1D4F9-333F-9265-9C35-52D6CB1EC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A17034E-B9F5-DE57-E5C5-58A18949A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4393555-5053-2C5B-4371-13CB40002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BC3F084-7F4B-444B-B59F-B1AAC195C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F4D2C9-D3AD-4DBE-B807-05C2670DEE5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49279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66DDFC1-540B-7B15-6E23-B4EFA45CD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BE9D555-9786-C213-8C8E-DA9DA328F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92EB4BF-7840-F322-22D5-FEF55E9D5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BE6BCB-09C2-4882-9AAF-1458942FED2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30803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1E85EA-B427-38F3-034B-6DB419FAB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220B11-1E77-E6AA-9CF2-9994FFF62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474CCD-4471-099E-56D9-B2FA74950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130A75F-D01E-EA72-E9E0-A120CD64B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581716D-CEBF-7681-334F-2420E5755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F420355-3DA5-7767-CFC0-38C6D1468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38FAAC-8FF7-4BE7-A021-F6D84E987A8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09248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380D00-CA74-6B69-E628-EDAB6FB29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9192228-B187-5AC6-ACA0-D510763389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215117F-7ED5-55E4-3CC3-0351796C8A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D0623CE-48D1-C74F-7C25-F01EA7451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39D1A4-91B7-5003-84E0-F0FCD6D6D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721435D-1907-7749-237C-8E27838EE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E3EAB3-E0F0-4569-927C-A025DEEE993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38703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7F9FC-A7EA-632F-4B02-5AD289852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5E24AC9-805E-AF05-54F3-A2F24F93D0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A550F7-C7EB-D9C4-6FE4-2285E9FA6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D22086-F229-1F2B-00C7-56A2110FE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5B3761-9F29-8D23-BACC-006B7C61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E5AC0D-B8C0-4446-B8D8-1C580AAFB87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72570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A0DF881-E220-96F5-31DE-6625B8CC15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A537818-85A4-AB68-EA2B-6C04F17509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0FA82A-8B14-3051-C31C-B312DB366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C66E7B-0ED3-A59C-87E3-C36609CB5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95CBA3-4CCA-792F-13DB-846D41C6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47CC6E-F643-4339-9915-13ED8B97CA6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81935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C068B55-6C84-BBE5-E1AA-E027C295C6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39B4225-015B-4549-AA53-8DD946C758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99D1394-FF9D-49B0-F254-B0BD62C644F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4BC80ED-7479-89E4-4515-E2521B37358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FDBD0B4-644D-8AA0-9AC0-299F1DB2BA4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8C6D6FA-5F57-4F77-A8C2-9EF3E50BD01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0EA8D75-55A9-E8D4-590B-21B6BA7A375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109</a:t>
            </a:r>
            <a:br>
              <a:rPr lang="en-US" altLang="pt-BR" sz="4000" b="1"/>
            </a:br>
            <a:r>
              <a:rPr lang="en-US" altLang="pt-BR" sz="4000" b="1"/>
              <a:t>VENHA A JESUS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00F343F-734D-4D34-36F4-6831216281D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4AA32C21-19CB-C91C-3905-FDFB2EAB59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562600"/>
          </a:xfrm>
        </p:spPr>
        <p:txBody>
          <a:bodyPr/>
          <a:lstStyle/>
          <a:p>
            <a:r>
              <a:rPr lang="en-US" altLang="pt-BR" sz="4000" i="1"/>
              <a:t>Se alguém deseja, venha a Jesus, Água e pão da vida, Ele te conduz. </a:t>
            </a:r>
            <a:br>
              <a:rPr lang="en-US" altLang="pt-BR" sz="4000" i="1"/>
            </a:br>
            <a:r>
              <a:rPr lang="en-US" altLang="pt-BR" sz="4000" i="1"/>
              <a:t>A mão Lhe estende, pede-Lhe a luz, </a:t>
            </a:r>
            <a:br>
              <a:rPr lang="en-US" altLang="pt-BR" sz="4000" i="1"/>
            </a:br>
            <a:r>
              <a:rPr lang="en-US" altLang="pt-BR" sz="4000" i="1"/>
              <a:t>Se alguém deseja, venha.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FA79D8C-5F04-931C-3F5A-207E3AE69F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562600"/>
          </a:xfrm>
        </p:spPr>
        <p:txBody>
          <a:bodyPr/>
          <a:lstStyle/>
          <a:p>
            <a:r>
              <a:rPr lang="en-US" altLang="pt-BR" sz="4000" b="1" i="1"/>
              <a:t>Se alguém deseja, se alguém deseja,</a:t>
            </a:r>
            <a:r>
              <a:rPr lang="en-US" altLang="pt-BR" sz="4000" i="1"/>
              <a:t> </a:t>
            </a:r>
            <a:r>
              <a:rPr lang="en-US" altLang="pt-BR" sz="4000" b="1" i="1"/>
              <a:t>Venha hoje mesmo receber perdão,</a:t>
            </a:r>
            <a:r>
              <a:rPr lang="en-US" altLang="pt-BR" sz="4000" i="1"/>
              <a:t> </a:t>
            </a:r>
            <a:r>
              <a:rPr lang="en-US" altLang="pt-BR" sz="4000" b="1" i="1"/>
              <a:t>Pois Jesus te chama, ó, </a:t>
            </a:r>
            <a:br>
              <a:rPr lang="en-US" altLang="pt-BR" sz="4000" b="1" i="1"/>
            </a:br>
            <a:r>
              <a:rPr lang="en-US" altLang="pt-BR" sz="4000" b="1" i="1"/>
              <a:t>Não chama em vão,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Se alguém deseja, venha!</a:t>
            </a:r>
            <a:r>
              <a:rPr lang="en-US" altLang="pt-BR" sz="4000" i="1"/>
              <a:t>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20A660B-6346-2C3E-A56E-2EC3DE5385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562600"/>
          </a:xfrm>
        </p:spPr>
        <p:txBody>
          <a:bodyPr/>
          <a:lstStyle/>
          <a:p>
            <a:r>
              <a:rPr lang="en-US" altLang="pt-BR" sz="4000" i="1"/>
              <a:t>Se alguém deseja, paz fruirá; </a:t>
            </a:r>
            <a:br>
              <a:rPr lang="en-US" altLang="pt-BR" sz="4000" i="1"/>
            </a:br>
            <a:r>
              <a:rPr lang="en-US" altLang="pt-BR" sz="4000" i="1"/>
              <a:t>Cristo que te chama, te libertará; </a:t>
            </a:r>
            <a:br>
              <a:rPr lang="en-US" altLang="pt-BR" sz="4000" i="1"/>
            </a:br>
            <a:r>
              <a:rPr lang="en-US" altLang="pt-BR" sz="4000" i="1"/>
              <a:t>Com Seus braços santos te abraçará Se alguém deseja, venha!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088ACCF-F87B-E9FB-56DD-A2270AEBDB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562600"/>
          </a:xfrm>
        </p:spPr>
        <p:txBody>
          <a:bodyPr/>
          <a:lstStyle/>
          <a:p>
            <a:r>
              <a:rPr lang="en-US" altLang="pt-BR" sz="4000" b="1" i="1"/>
              <a:t>Se alguém deseja, se alguém deseja,</a:t>
            </a:r>
            <a:r>
              <a:rPr lang="en-US" altLang="pt-BR" sz="4000" i="1"/>
              <a:t> </a:t>
            </a:r>
            <a:r>
              <a:rPr lang="en-US" altLang="pt-BR" sz="4000" b="1" i="1"/>
              <a:t>Venha hoje mesmo receber perdão,</a:t>
            </a:r>
            <a:r>
              <a:rPr lang="en-US" altLang="pt-BR" sz="4000" i="1"/>
              <a:t> </a:t>
            </a:r>
            <a:r>
              <a:rPr lang="en-US" altLang="pt-BR" sz="4000" b="1" i="1"/>
              <a:t>Pois Jesus te chama, ó, </a:t>
            </a:r>
            <a:br>
              <a:rPr lang="en-US" altLang="pt-BR" sz="4000" b="1" i="1"/>
            </a:br>
            <a:r>
              <a:rPr lang="en-US" altLang="pt-BR" sz="4000" b="1" i="1"/>
              <a:t>Não chama em vão,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Se alguém deseja, venha!</a:t>
            </a:r>
            <a:r>
              <a:rPr lang="en-US" altLang="pt-BR" sz="4000" i="1"/>
              <a:t>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894E8C4-947C-69EB-55CC-086AAC4087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562600"/>
          </a:xfrm>
        </p:spPr>
        <p:txBody>
          <a:bodyPr/>
          <a:lstStyle/>
          <a:p>
            <a:r>
              <a:rPr lang="en-US" altLang="pt-BR" sz="4000" i="1"/>
              <a:t>Se alguém deseja, não morrerá, </a:t>
            </a:r>
            <a:br>
              <a:rPr lang="en-US" altLang="pt-BR" sz="4000" i="1"/>
            </a:br>
            <a:r>
              <a:rPr lang="en-US" altLang="pt-BR" sz="4000" i="1"/>
              <a:t>Pois a vida eterna sempre gozará; </a:t>
            </a:r>
            <a:br>
              <a:rPr lang="en-US" altLang="pt-BR" sz="4000" i="1"/>
            </a:br>
            <a:r>
              <a:rPr lang="en-US" altLang="pt-BR" sz="4000" i="1"/>
              <a:t>Esta é a promessa que Jesus te dá. </a:t>
            </a:r>
            <a:br>
              <a:rPr lang="en-US" altLang="pt-BR" sz="4000" i="1"/>
            </a:br>
            <a:r>
              <a:rPr lang="en-US" altLang="pt-BR" sz="4000" i="1"/>
              <a:t>Se alguém deseja, venha!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2E425384-EB2F-F690-0488-3E46D21E33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562600"/>
          </a:xfrm>
        </p:spPr>
        <p:txBody>
          <a:bodyPr/>
          <a:lstStyle/>
          <a:p>
            <a:r>
              <a:rPr lang="en-US" altLang="pt-BR" sz="4000" b="1" i="1"/>
              <a:t>Se alguém deseja, se alguém deseja,</a:t>
            </a:r>
            <a:r>
              <a:rPr lang="en-US" altLang="pt-BR" sz="4000" i="1"/>
              <a:t> </a:t>
            </a:r>
            <a:r>
              <a:rPr lang="en-US" altLang="pt-BR" sz="4000" b="1" i="1"/>
              <a:t>Venha hoje mesmo receber perdão,</a:t>
            </a:r>
            <a:r>
              <a:rPr lang="en-US" altLang="pt-BR" sz="4000" i="1"/>
              <a:t> </a:t>
            </a:r>
            <a:r>
              <a:rPr lang="en-US" altLang="pt-BR" sz="4000" b="1" i="1"/>
              <a:t>Pois Jesus te chama, ó, </a:t>
            </a:r>
            <a:br>
              <a:rPr lang="en-US" altLang="pt-BR" sz="4000" b="1" i="1"/>
            </a:br>
            <a:r>
              <a:rPr lang="en-US" altLang="pt-BR" sz="4000" b="1" i="1"/>
              <a:t>Não chama em vão,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Se alguém deseja, venha!</a:t>
            </a:r>
            <a:r>
              <a:rPr lang="en-US" altLang="pt-BR" sz="4000" i="1"/>
              <a:t>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109 VENHA A JESUS </vt:lpstr>
      <vt:lpstr>Se alguém deseja, venha a Jesus, Água e pão da vida, Ele te conduz.  A mão Lhe estende, pede-Lhe a luz,  Se alguém deseja, venha. </vt:lpstr>
      <vt:lpstr>Se alguém deseja, se alguém deseja, Venha hoje mesmo receber perdão, Pois Jesus te chama, ó,  Não chama em vão,  Se alguém deseja, venha!   </vt:lpstr>
      <vt:lpstr>Se alguém deseja, paz fruirá;  Cristo que te chama, te libertará;  Com Seus braços santos te abraçará Se alguém deseja, venha!   </vt:lpstr>
      <vt:lpstr>Se alguém deseja, se alguém deseja, Venha hoje mesmo receber perdão, Pois Jesus te chama, ó,  Não chama em vão,  Se alguém deseja, venha!   </vt:lpstr>
      <vt:lpstr>Se alguém deseja, não morrerá,  Pois a vida eterna sempre gozará;  Esta é a promessa que Jesus te dá.  Se alguém deseja, venha! </vt:lpstr>
      <vt:lpstr>Se alguém deseja, se alguém deseja, Venha hoje mesmo receber perdão, Pois Jesus te chama, ó,  Não chama em vão,  Se alguém deseja, venha!  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109 VENHA A JESUS </dc:title>
  <dc:creator>Junior</dc:creator>
  <cp:lastModifiedBy>Emerson Souza</cp:lastModifiedBy>
  <cp:revision>1</cp:revision>
  <dcterms:created xsi:type="dcterms:W3CDTF">2005-12-23T14:05:44Z</dcterms:created>
  <dcterms:modified xsi:type="dcterms:W3CDTF">2026-05-02T21:45:50Z</dcterms:modified>
</cp:coreProperties>
</file>