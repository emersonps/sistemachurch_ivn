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3" r:id="rId6"/>
    <p:sldId id="260" r:id="rId7"/>
    <p:sldId id="264" r:id="rId8"/>
    <p:sldId id="261" r:id="rId9"/>
    <p:sldId id="265" r:id="rId10"/>
    <p:sldId id="262" r:id="rId11"/>
    <p:sldId id="266" r:id="rId12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580" autoAdjust="0"/>
  </p:normalViewPr>
  <p:slideViewPr>
    <p:cSldViewPr>
      <p:cViewPr varScale="1">
        <p:scale>
          <a:sx n="63" d="100"/>
          <a:sy n="63" d="100"/>
        </p:scale>
        <p:origin x="-114" y="-1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ED20E7D-440F-D7DA-6F32-81C9CB29DE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56BAD44-FB5D-27FD-A905-70CF5D5205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587AE2D-AA0C-9D14-56DB-F6D3AE958D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225FCB9-10E2-87A3-AC7E-9A9FFD7047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0FC4863-FD38-6F63-16E1-281C78C342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6521CED-12E2-4BCF-ADF2-9D7803EAB50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7158598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EC5670-8D36-AFDD-F3D0-275C8D9C12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A008B11-AB33-0F6E-36F7-10702682C6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1A9912F-58E4-90B0-A2F3-91BDF4F74B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FA4CADD-EA13-29EF-DC9F-697C45CD63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C859664-53A9-1E1B-A38C-D5F8DC4651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25B7475-8984-4ACD-8288-989F21382DF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2671654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2CFAB8C-6790-09D0-2900-E384DDF305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04E2233-9BCC-A4F9-F409-63A32AE85E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DFB6F7C-D0C4-CC8C-6AC0-264B33CD90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F011C8D-F75E-2F6D-D856-E54BBA3B04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DA3DC7C-86B6-F947-34B3-4C5E4FC41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207EF1F-E0E3-439B-A1E4-910C0C3A22F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1453254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3912CE-C4A7-121E-DA90-6F32AEDB9F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6A0E0EF-A1B9-4C10-D6E2-8C01CC2593F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E6730A0-0D1E-DD22-4653-2D43255ADE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8C084C4-FC2D-CD2F-DE15-3815278442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8A3D2D8-C506-D0DE-91C1-EE98835699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718EDFA-3830-43DF-8197-8412BF7D8F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21E34D4-A177-4192-A9CF-15F6B6440B1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051832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39BDB7C-91F5-3ECB-3B87-84432DF3AA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0356A0F-B1F2-C8A1-21EE-921AB98444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DEC5500-EBF0-54BF-39B0-6E7000F643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CB0226DB-2174-AC7E-1C99-EAEA5D34640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9E6C09F8-E361-9237-950B-E353FA8513D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2449DF41-C97B-8645-48AB-8FD8061FDF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D82BEA69-B3B6-6693-27DC-DD1593A72D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91E2D727-8CD7-F61B-8E7A-0A5BDEB3F1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BAE145C-EEEA-44BE-B7D4-3E8A2E3DBC2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8765165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37A9AD-2206-E7A4-C5A5-11464108D9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29416FBD-93F2-5A33-0623-17981476AE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88DE2EEB-4E9A-E109-1AB9-E562716A72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7C08F4A6-270F-1140-031A-4765D02EF1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A18D3C0-CE70-41B9-AA29-A633AEA5D93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53562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1A183553-7B92-03C0-8D24-DB32BBCBE0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2F12FF4D-AD0B-152A-A8C0-265CFDBE77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09DE75C-9B63-4D17-3F12-CD2A46B1B9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F8E5717-574A-4568-A0A8-83B14D48FAF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9673783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4D827D-3A41-00D8-5DCD-0965BCFBB2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55913A3-7AFE-A5BD-E714-EB55E054EC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C4800E8-B61A-1A8D-4D1F-88E8F16A33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FBA4798-814D-08A9-E7D9-B65C4F274C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A8283D9-15F2-7A9F-6D26-B0E18A2CA3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CBD6602-B7BF-05E8-4B0C-2F40B338A5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8E07F0A-8953-45E5-AE38-E382D67EB9B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5896786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9BD7C8-C068-86D5-B400-DF38A43030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5405F9C1-D5CC-2458-8799-5AF0231F1E9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3239404-F682-3B22-500B-27955F0361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D437FFD-3A9B-B800-0702-47715D642F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F6B38DE-D8CB-85EB-6FEE-76B584A12A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FBFD87B-1E3F-33A5-0C35-808317D720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016EFF5-682C-4482-BC11-FC500C9703D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7046466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B60EC6-5CF1-0E85-B3FB-A371C5D18D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8C66347-88E9-D766-C3DE-BD8F4025D7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BB20E4D-9521-443B-BFF2-3D026B409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555ED0F-793B-41B4-7A84-9EC8B457E5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10F2853-BE84-9BBA-BF5E-4D09421CC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A10B957-ECD8-4E6C-A078-FCDE83CBBE8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8772253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613D221-7A05-FE25-6FC2-9813FD11235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67E565D2-CF5F-0CBD-C807-2D452B46A1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39DB9C4-258C-0121-8B53-C3A3F18B23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0704495-E089-E14C-DF3E-65CA167189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06ADE93-B2F8-7D9B-C727-5F3CEED999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F004621-239D-460F-96FB-9C738BE3DD6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0110048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54A52EAA-4A9A-AB0D-E1B1-13A4D9CA0E5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5527EAE0-3AD6-9C47-F076-4FADA2CB405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8089ADB0-EEF5-C469-91C9-54A3842617C5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C51B3B9C-AD75-F780-D4BF-B2B4F96DA2B8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D2565122-2591-0AF8-4706-06E0E4F9EDCB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63CBBB20-BD8E-4A14-BC16-3EA7B9F1B443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7F6E2B10-7B90-C8C8-EF37-D0239BD1F592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en-US" altLang="pt-BR" sz="4000" b="1" i="1"/>
              <a:t>197</a:t>
            </a:r>
            <a:br>
              <a:rPr lang="en-US" altLang="pt-BR" sz="4000" b="1" i="1"/>
            </a:br>
            <a:r>
              <a:rPr lang="en-US" altLang="pt-BR" sz="4000" b="1" i="1"/>
              <a:t>O LAR DA GLÓRIA</a:t>
            </a:r>
            <a:r>
              <a:rPr lang="en-US" altLang="pt-BR" sz="4000"/>
              <a:t> 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B4FDF79E-9DB1-6BF8-3C4B-0D56AFD16322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pt-BR" altLang="pt-B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05293BCE-3588-F1C8-3F99-7773ADF3021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172200"/>
          </a:xfrm>
        </p:spPr>
        <p:txBody>
          <a:bodyPr/>
          <a:lstStyle/>
          <a:p>
            <a:r>
              <a:rPr lang="en-US" altLang="pt-BR" sz="4000" i="1"/>
              <a:t>No céu foi Jesus preparar-nos lugar.</a:t>
            </a:r>
            <a:br>
              <a:rPr lang="en-US" altLang="pt-BR" sz="4000" i="1"/>
            </a:br>
            <a:r>
              <a:rPr lang="en-US" altLang="pt-BR" sz="4000" i="1"/>
              <a:t>Na glória.</a:t>
            </a:r>
            <a:br>
              <a:rPr lang="en-US" altLang="pt-BR" sz="4000" i="1"/>
            </a:br>
            <a:r>
              <a:rPr lang="en-US" altLang="pt-BR" sz="4000" i="1"/>
              <a:t>E breve, mui breve Ele há de voltar,</a:t>
            </a:r>
            <a:br>
              <a:rPr lang="en-US" altLang="pt-BR" sz="4000" i="1"/>
            </a:br>
            <a:r>
              <a:rPr lang="en-US" altLang="pt-BR" sz="4000" i="1"/>
              <a:t>Em glória. </a:t>
            </a:r>
            <a:br>
              <a:rPr lang="en-US" altLang="pt-BR" sz="4000" i="1"/>
            </a:br>
            <a:endParaRPr lang="en-US" altLang="pt-BR" sz="4000" i="1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01B60EB9-E9FA-8ECC-7FB9-ED6721351BB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172200"/>
          </a:xfrm>
        </p:spPr>
        <p:txBody>
          <a:bodyPr/>
          <a:lstStyle/>
          <a:p>
            <a:r>
              <a:rPr lang="en-US" altLang="pt-BR" sz="4000" b="1"/>
              <a:t>Eu sei, eu sei, </a:t>
            </a:r>
            <a:br>
              <a:rPr lang="en-US" altLang="pt-BR" sz="4000" b="1"/>
            </a:br>
            <a:r>
              <a:rPr lang="en-US" altLang="pt-BR" sz="4000" b="1"/>
              <a:t>Eu tenho um lar na glória!</a:t>
            </a:r>
            <a:br>
              <a:rPr lang="en-US" altLang="pt-BR" sz="4000" b="1"/>
            </a:br>
            <a:r>
              <a:rPr lang="en-US" altLang="pt-BR" sz="4000" b="1"/>
              <a:t>Oh! eu sei, eu sei, </a:t>
            </a:r>
            <a:br>
              <a:rPr lang="en-US" altLang="pt-BR" sz="4000" b="1"/>
            </a:br>
            <a:r>
              <a:rPr lang="en-US" altLang="pt-BR" sz="4000" b="1"/>
              <a:t>Um lar no céu!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A517CD2C-A22A-C7DA-5F5E-B55126703ED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172200"/>
          </a:xfrm>
        </p:spPr>
        <p:txBody>
          <a:bodyPr/>
          <a:lstStyle/>
          <a:p>
            <a:r>
              <a:rPr lang="en-US" altLang="pt-BR" sz="4000"/>
              <a:t>Levanta os olhos e conta o que há.</a:t>
            </a:r>
            <a:br>
              <a:rPr lang="en-US" altLang="pt-BR" sz="4000"/>
            </a:br>
            <a:r>
              <a:rPr lang="en-US" altLang="pt-BR" sz="4000"/>
              <a:t>Na glória.</a:t>
            </a:r>
            <a:br>
              <a:rPr lang="en-US" altLang="pt-BR" sz="4000"/>
            </a:br>
            <a:r>
              <a:rPr lang="en-US" altLang="pt-BR" sz="4000"/>
              <a:t>De pedras preciosas o lar brilha lá,</a:t>
            </a:r>
            <a:br>
              <a:rPr lang="en-US" altLang="pt-BR" sz="4000"/>
            </a:br>
            <a:r>
              <a:rPr lang="en-US" altLang="pt-BR" sz="4000"/>
              <a:t>Em glória.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CD6A33CF-5205-E30C-EEED-CD1983E515D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172200"/>
          </a:xfrm>
        </p:spPr>
        <p:txBody>
          <a:bodyPr/>
          <a:lstStyle/>
          <a:p>
            <a:r>
              <a:rPr lang="en-US" altLang="pt-BR" sz="4000" b="1"/>
              <a:t>Eu sei, eu sei, </a:t>
            </a:r>
            <a:br>
              <a:rPr lang="en-US" altLang="pt-BR" sz="4000" b="1"/>
            </a:br>
            <a:r>
              <a:rPr lang="en-US" altLang="pt-BR" sz="4000" b="1"/>
              <a:t>Eu tenho um lar na glória!</a:t>
            </a:r>
            <a:br>
              <a:rPr lang="en-US" altLang="pt-BR" sz="4000" b="1"/>
            </a:br>
            <a:r>
              <a:rPr lang="en-US" altLang="pt-BR" sz="4000" b="1"/>
              <a:t>Oh! eu sei, eu sei, </a:t>
            </a:r>
            <a:br>
              <a:rPr lang="en-US" altLang="pt-BR" sz="4000" b="1"/>
            </a:br>
            <a:r>
              <a:rPr lang="en-US" altLang="pt-BR" sz="4000" b="1"/>
              <a:t>Um lar no céu!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B0290EDD-3D15-A7C0-14AA-39A1F29E7A8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172200"/>
          </a:xfrm>
        </p:spPr>
        <p:txBody>
          <a:bodyPr/>
          <a:lstStyle/>
          <a:p>
            <a:r>
              <a:rPr lang="en-US" altLang="pt-BR" sz="4000" i="1"/>
              <a:t>Ainda não vi, mas os anjos estão, </a:t>
            </a:r>
            <a:br>
              <a:rPr lang="en-US" altLang="pt-BR" sz="4000" i="1"/>
            </a:br>
            <a:r>
              <a:rPr lang="en-US" altLang="pt-BR" sz="4000" i="1"/>
              <a:t>Na glória. </a:t>
            </a:r>
            <a:br>
              <a:rPr lang="en-US" altLang="pt-BR" sz="4000" i="1"/>
            </a:br>
            <a:r>
              <a:rPr lang="en-US" altLang="pt-BR" sz="4000" i="1"/>
              <a:t>E ruas cobertas de ouro serão, </a:t>
            </a:r>
            <a:br>
              <a:rPr lang="en-US" altLang="pt-BR" sz="4000" i="1"/>
            </a:br>
            <a:r>
              <a:rPr lang="en-US" altLang="pt-BR" sz="4000" i="1"/>
              <a:t>Na glória.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831D6EA8-B357-406A-24AB-F3475EC18B2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172200"/>
          </a:xfrm>
        </p:spPr>
        <p:txBody>
          <a:bodyPr/>
          <a:lstStyle/>
          <a:p>
            <a:r>
              <a:rPr lang="en-US" altLang="pt-BR" sz="4000" b="1"/>
              <a:t>Eu sei, eu sei, </a:t>
            </a:r>
            <a:br>
              <a:rPr lang="en-US" altLang="pt-BR" sz="4000" b="1"/>
            </a:br>
            <a:r>
              <a:rPr lang="en-US" altLang="pt-BR" sz="4000" b="1"/>
              <a:t>Eu tenho um lar na glória!</a:t>
            </a:r>
            <a:br>
              <a:rPr lang="en-US" altLang="pt-BR" sz="4000" b="1"/>
            </a:br>
            <a:r>
              <a:rPr lang="en-US" altLang="pt-BR" sz="4000" b="1"/>
              <a:t>Oh! eu sei, eu sei, </a:t>
            </a:r>
            <a:br>
              <a:rPr lang="en-US" altLang="pt-BR" sz="4000" b="1"/>
            </a:br>
            <a:r>
              <a:rPr lang="en-US" altLang="pt-BR" sz="4000" b="1"/>
              <a:t>Um lar no céu!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B80F66D0-7F60-C644-BC0F-CE6ADBD3458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172200"/>
          </a:xfrm>
        </p:spPr>
        <p:txBody>
          <a:bodyPr/>
          <a:lstStyle/>
          <a:p>
            <a:r>
              <a:rPr lang="en-US" altLang="pt-BR" sz="4000" i="1"/>
              <a:t>Um dia, feliz para o céu seguirei, P’ra.glória, </a:t>
            </a:r>
            <a:br>
              <a:rPr lang="en-US" altLang="pt-BR" sz="4000" i="1"/>
            </a:br>
            <a:r>
              <a:rPr lang="en-US" altLang="pt-BR" sz="4000" i="1"/>
              <a:t>Com Cristo a reinar, eu depois voltarei, Em glória.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60361323-0CBB-B772-B6B6-3BA75B5CA9E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172200"/>
          </a:xfrm>
        </p:spPr>
        <p:txBody>
          <a:bodyPr/>
          <a:lstStyle/>
          <a:p>
            <a:r>
              <a:rPr lang="en-US" altLang="pt-BR" sz="4000" b="1"/>
              <a:t>Eu sei, eu sei, </a:t>
            </a:r>
            <a:br>
              <a:rPr lang="en-US" altLang="pt-BR" sz="4000" b="1"/>
            </a:br>
            <a:r>
              <a:rPr lang="en-US" altLang="pt-BR" sz="4000" b="1"/>
              <a:t>Eu tenho um lar na glória!</a:t>
            </a:r>
            <a:br>
              <a:rPr lang="en-US" altLang="pt-BR" sz="4000" b="1"/>
            </a:br>
            <a:r>
              <a:rPr lang="en-US" altLang="pt-BR" sz="4000" b="1"/>
              <a:t>Oh! eu sei, eu sei, </a:t>
            </a:r>
            <a:br>
              <a:rPr lang="en-US" altLang="pt-BR" sz="4000" b="1"/>
            </a:br>
            <a:r>
              <a:rPr lang="en-US" altLang="pt-BR" sz="4000" b="1"/>
              <a:t>Um lar no céu!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6B316D46-1F5D-3514-3DC3-1BA6EFEB40B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172200"/>
          </a:xfrm>
        </p:spPr>
        <p:txBody>
          <a:bodyPr/>
          <a:lstStyle/>
          <a:p>
            <a:r>
              <a:rPr lang="en-US" altLang="pt-BR" sz="4000" i="1"/>
              <a:t>Amigos espero no céu encontrar, </a:t>
            </a:r>
            <a:br>
              <a:rPr lang="en-US" altLang="pt-BR" sz="4000" i="1"/>
            </a:br>
            <a:r>
              <a:rPr lang="en-US" altLang="pt-BR" sz="4000" i="1"/>
              <a:t>Na glória. </a:t>
            </a:r>
            <a:br>
              <a:rPr lang="en-US" altLang="pt-BR" sz="4000" i="1"/>
            </a:br>
            <a:r>
              <a:rPr lang="en-US" altLang="pt-BR" sz="4000" i="1"/>
              <a:t>E juntos havemos de sempre ficar, </a:t>
            </a:r>
            <a:br>
              <a:rPr lang="en-US" altLang="pt-BR" sz="4000" i="1"/>
            </a:br>
            <a:r>
              <a:rPr lang="en-US" altLang="pt-BR" sz="4000" i="1"/>
              <a:t>Na glória.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34058E10-6B8B-56B2-0097-6CDE9BA8EF3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172200"/>
          </a:xfrm>
        </p:spPr>
        <p:txBody>
          <a:bodyPr/>
          <a:lstStyle/>
          <a:p>
            <a:r>
              <a:rPr lang="en-US" altLang="pt-BR" sz="4000" b="1"/>
              <a:t>Eu sei, eu sei, </a:t>
            </a:r>
            <a:br>
              <a:rPr lang="en-US" altLang="pt-BR" sz="4000" b="1"/>
            </a:br>
            <a:r>
              <a:rPr lang="en-US" altLang="pt-BR" sz="4000" b="1"/>
              <a:t>Eu tenho um lar na glória!</a:t>
            </a:r>
            <a:br>
              <a:rPr lang="en-US" altLang="pt-BR" sz="4000" b="1"/>
            </a:br>
            <a:r>
              <a:rPr lang="en-US" altLang="pt-BR" sz="4000" b="1"/>
              <a:t>Oh! eu sei, eu sei, </a:t>
            </a:r>
            <a:br>
              <a:rPr lang="en-US" altLang="pt-BR" sz="4000" b="1"/>
            </a:br>
            <a:r>
              <a:rPr lang="en-US" altLang="pt-BR" sz="4000" b="1"/>
              <a:t>Um lar no céu!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277</Words>
  <Application>Microsoft Office PowerPoint</Application>
  <PresentationFormat>Apresentação na tela (4:3)</PresentationFormat>
  <Paragraphs>11</Paragraphs>
  <Slides>11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3" baseType="lpstr">
      <vt:lpstr>Arial</vt:lpstr>
      <vt:lpstr>Design padrão</vt:lpstr>
      <vt:lpstr>197 O LAR DA GLÓRIA </vt:lpstr>
      <vt:lpstr>No céu foi Jesus preparar-nos lugar. Na glória. E breve, mui breve Ele há de voltar, Em glória.  </vt:lpstr>
      <vt:lpstr>Eu sei, eu sei,  Eu tenho um lar na glória! Oh! eu sei, eu sei,  Um lar no céu! </vt:lpstr>
      <vt:lpstr>Levanta os olhos e conta o que há. Na glória. De pedras preciosas o lar brilha lá, Em glória. </vt:lpstr>
      <vt:lpstr>Eu sei, eu sei,  Eu tenho um lar na glória! Oh! eu sei, eu sei,  Um lar no céu! </vt:lpstr>
      <vt:lpstr>Ainda não vi, mas os anjos estão,  Na glória.  E ruas cobertas de ouro serão,  Na glória. </vt:lpstr>
      <vt:lpstr>Eu sei, eu sei,  Eu tenho um lar na glória! Oh! eu sei, eu sei,  Um lar no céu! </vt:lpstr>
      <vt:lpstr>Um dia, feliz para o céu seguirei, P’ra.glória,  Com Cristo a reinar, eu depois voltarei, Em glória. </vt:lpstr>
      <vt:lpstr>Eu sei, eu sei,  Eu tenho um lar na glória! Oh! eu sei, eu sei,  Um lar no céu! </vt:lpstr>
      <vt:lpstr>Amigos espero no céu encontrar,  Na glória.  E juntos havemos de sempre ficar,  Na glória. </vt:lpstr>
      <vt:lpstr>Eu sei, eu sei,  Eu tenho um lar na glória! Oh! eu sei, eu sei,  Um lar no céu! 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197 O LAR DA GLÓRIA </dc:title>
  <dc:creator>Junior</dc:creator>
  <cp:lastModifiedBy>Emerson Souza</cp:lastModifiedBy>
  <cp:revision>1</cp:revision>
  <dcterms:created xsi:type="dcterms:W3CDTF">2005-12-23T18:04:12Z</dcterms:created>
  <dcterms:modified xsi:type="dcterms:W3CDTF">2026-05-02T21:53:16Z</dcterms:modified>
</cp:coreProperties>
</file>