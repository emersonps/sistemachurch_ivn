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497A79-62A1-F9DD-CDAF-A22DB9D9E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03F584-3E11-22DC-CB08-A381BEB79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6D8FEB-32FD-5386-104A-173BC5831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031C3B-2AF5-DFA7-6F95-A0861703A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64B60-3A65-8D6E-3FA1-9A00661AF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35C699-39CE-4A1F-B607-D1AC14E419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63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0DF9D-D922-88DC-650D-E09DBB7CF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4D9FEA-3154-0888-56E4-6C82E5CD6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BED86A-3E95-8EF6-099E-71DC47420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845322-A450-50B5-593F-A29FF0FDD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36A568-EA82-D4EB-C66F-10764EF9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65C31-4CDD-43EF-BAF5-D494570AAF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5799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690D5-235A-7D5F-56DC-7CBC4F43E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367E93-D780-292A-A594-2F7C41CD0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C8618F-E25C-5031-F73A-D2785FBD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E24DCE-C336-FCFD-0BFB-7E66BB0C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EE1CCB-13F9-254B-7DAD-2E2A0E698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F591F4-92A9-4EA3-842A-5892D2D8CC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1857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8B3AD-3C64-F09E-FADF-3247C3CC0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A294D7-C68A-D111-CF5A-E99DBA921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9219EE-7676-75D0-8E92-D72A2E4E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07AE34-1BA3-8BCD-8ADF-231ACFCB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7DF8B5-623D-0538-3D3E-A147907B8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BDA361-67C1-1EA9-881E-5EAC47BEE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1F31B1-30EE-40EA-B11C-8E11C7D434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325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DF4B0-96D7-5945-2460-BF43F0488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54B01E-7E42-187E-6626-DFAB87C52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01C451F-FF9D-0115-C4DE-51E1990F8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8557AE-F9C1-8C23-660D-C6AEB9420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9E269C9-9904-EFEA-907C-713947D89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BFC6E9-CB01-C5A1-B842-3BCB9996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62DDE1D-BA70-661A-2C01-B0314E9E4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310963B-BABA-0F6E-A01B-70AC5A6D6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DED209-C8C2-491E-BED2-1818DD6390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424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D469C-630D-1E15-B012-4EF44AAD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D1EE99B-5FF1-51E6-91C7-D926E4554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CDDA52-A6AC-3A59-A6A5-6F322936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9DEBCD-AA7B-C5B4-47B0-856D2CB1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58C8C7-8616-4AC6-A5EC-580D9B4602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732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543DC68-1E61-68BE-E66D-42F6CDA46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ED7BD9-F3AB-FE95-8A1F-ABAA1CAE4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E70600-3949-88CC-4FEC-A39E5CFB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D90D42-E65B-4928-A649-1F15A45BF3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0087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51368-A008-E677-D58D-BCCE439F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ACAB4F-A118-2A8A-4A8E-B5CDB5509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C28FDD-1C13-BCA2-BB67-909DDFA5A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128016-E8D9-EF36-CC48-60807AFB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1A0440-DAB9-C4C0-3150-C77AE892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AB3D92-5032-1069-C83C-F4F605156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ED862E-9E6B-475D-A203-28A7BBC301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315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8A449-FD19-BFE1-C088-71C9C768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7C052C6-AE5A-B77D-E9D1-6C0DA9089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A82290-2D67-09C9-5B4D-066B87FE2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0D652E-5008-3E00-332B-99FBBF159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954ABF-0777-9266-3E31-5A39231F7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B5673A-DDE3-6C0E-D439-312DF154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D666E-8ECA-46D8-9DB6-6227A62C57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5885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4DDA6-5617-988D-0DE5-534BFAAE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58BA597-ED85-6F19-B468-0585EE1E5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0A059-F1C4-C258-D01A-A70F70845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F10837-D858-B456-3352-E7781D26F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4ECD72-2E25-DEDD-D6A0-9770BA2EA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C9897C-13CA-42E3-9141-C5AEA38085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334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2BFE1F1-096F-6697-BAFC-54D1BF9CD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E99D1D-488E-3257-42DF-265F2CDB3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702156-FFD1-5494-487E-A9564252C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B1A16E-4775-DCC4-D161-0D921691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618128-C434-8465-AAAD-2BDC166E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74B7BB-9A65-4A42-AABD-1465178855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2668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A2799EA-9D75-B220-51A1-70E855C17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09DE4B1-A9DE-583C-531C-E4929BE7C0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FDEF96F-9253-4FCD-18BD-A59C6A02914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1C40716-5F37-DFCC-75B9-5B294DFDBA8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319D2EE-C7A5-11E8-B22D-D45F01A1A91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6A545FE-D0B6-4834-BCE6-61D3B59377F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3320ECD-B557-061D-904C-2D4A27ABF8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437</a:t>
            </a:r>
            <a:br>
              <a:rPr lang="pt-BR" altLang="pt-BR" sz="4400" b="1"/>
            </a:br>
            <a:r>
              <a:rPr lang="pt-BR" altLang="pt-BR" sz="4400" b="1"/>
              <a:t>O DOM CELESTE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9015D4A-FEF7-B56B-F506-BF01F31651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/>
              <a:t>Assim que Deus me batizou,</a:t>
            </a:r>
            <a:br>
              <a:rPr lang="pt-BR" altLang="pt-BR" sz="3600"/>
            </a:br>
            <a:r>
              <a:rPr lang="pt-BR" altLang="pt-BR" sz="3600"/>
              <a:t>A minha alma viu mais luz,</a:t>
            </a:r>
            <a:br>
              <a:rPr lang="pt-BR" altLang="pt-BR" sz="3600"/>
            </a:br>
            <a:r>
              <a:rPr lang="pt-BR" altLang="pt-BR" sz="3600"/>
              <a:t>Pois dom celeste o Pai mandou, </a:t>
            </a:r>
            <a:br>
              <a:rPr lang="pt-BR" altLang="pt-BR" sz="3600"/>
            </a:br>
            <a:r>
              <a:rPr lang="pt-BR" altLang="pt-BR" sz="3600"/>
              <a:t>P'ra dar louvor ao meu Rei Jesus, </a:t>
            </a:r>
            <a:br>
              <a:rPr lang="pt-BR" altLang="pt-BR" sz="3600"/>
            </a:br>
            <a:r>
              <a:rPr lang="pt-BR" altLang="pt-BR" sz="3600"/>
              <a:t>Sou testemunha do meu Senhor, </a:t>
            </a:r>
            <a:br>
              <a:rPr lang="pt-BR" altLang="pt-BR" sz="3600"/>
            </a:br>
            <a:r>
              <a:rPr lang="pt-BR" altLang="pt-BR" sz="3600"/>
              <a:t>E sempre dEle vou falar;</a:t>
            </a:r>
            <a:br>
              <a:rPr lang="pt-BR" altLang="pt-BR" sz="3600"/>
            </a:br>
            <a:r>
              <a:rPr lang="pt-BR" altLang="pt-BR" sz="3600"/>
              <a:t>Também do selo de amor,</a:t>
            </a:r>
            <a:br>
              <a:rPr lang="pt-BR" altLang="pt-BR" sz="3600"/>
            </a:br>
            <a:r>
              <a:rPr lang="pt-BR" altLang="pt-BR" sz="3600"/>
              <a:t>Que o meu cálice faz transbordar.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D1671A3-C4F2-3D74-EFF9-888F2C3049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Louvado seja Jesus, o Cristo,</a:t>
            </a:r>
            <a:br>
              <a:rPr lang="pt-BR" altLang="pt-BR" sz="3600" b="1" i="1"/>
            </a:br>
            <a:r>
              <a:rPr lang="pt-BR" altLang="pt-BR" sz="3600" b="1" i="1"/>
              <a:t>Que continua a batizar,</a:t>
            </a:r>
            <a:br>
              <a:rPr lang="pt-BR" altLang="pt-BR" sz="3600" b="1" i="1"/>
            </a:br>
            <a:r>
              <a:rPr lang="pt-BR" altLang="pt-BR" sz="3600" b="1" i="1"/>
              <a:t>Com língua estranha, nós temos visto, </a:t>
            </a:r>
            <a:br>
              <a:rPr lang="pt-BR" altLang="pt-BR" sz="3600" b="1" i="1"/>
            </a:br>
            <a:r>
              <a:rPr lang="pt-BR" altLang="pt-BR" sz="3600" b="1" i="1"/>
              <a:t>O dom celeste, o Pai mandar!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9E86E23-B949-E886-F7AF-8133F5F1C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/>
              <a:t>O bom caminho vou trilhar, </a:t>
            </a:r>
            <a:br>
              <a:rPr lang="pt-BR" altLang="pt-BR" sz="3600"/>
            </a:br>
            <a:r>
              <a:rPr lang="pt-BR" altLang="pt-BR" sz="3600"/>
              <a:t>Se eu quiser obedecer</a:t>
            </a:r>
            <a:br>
              <a:rPr lang="pt-BR" altLang="pt-BR" sz="3600"/>
            </a:br>
            <a:r>
              <a:rPr lang="pt-BR" altLang="pt-BR" sz="3600"/>
              <a:t>Ao Evangelho, à luz sem par, </a:t>
            </a:r>
            <a:br>
              <a:rPr lang="pt-BR" altLang="pt-BR" sz="3600"/>
            </a:br>
            <a:r>
              <a:rPr lang="pt-BR" altLang="pt-BR" sz="3600"/>
              <a:t>Aonde vida vou receber,</a:t>
            </a:r>
            <a:br>
              <a:rPr lang="pt-BR" altLang="pt-BR" sz="3600"/>
            </a:br>
            <a:r>
              <a:rPr lang="pt-BR" altLang="pt-BR" sz="3600"/>
              <a:t>De Jesus Cristo eu falarei,</a:t>
            </a:r>
            <a:br>
              <a:rPr lang="pt-BR" altLang="pt-BR" sz="3600"/>
            </a:br>
            <a:r>
              <a:rPr lang="pt-BR" altLang="pt-BR" sz="3600"/>
              <a:t>Que é dos homens Salvador; </a:t>
            </a:r>
            <a:br>
              <a:rPr lang="pt-BR" altLang="pt-BR" sz="3600"/>
            </a:br>
            <a:r>
              <a:rPr lang="pt-BR" altLang="pt-BR" sz="3600"/>
              <a:t>O vinde hoje e recebei,</a:t>
            </a:r>
            <a:br>
              <a:rPr lang="pt-BR" altLang="pt-BR" sz="3600"/>
            </a:br>
            <a:r>
              <a:rPr lang="pt-BR" altLang="pt-BR" sz="3600"/>
              <a:t>Divina graça do meu Senhor.</a:t>
            </a:r>
            <a:r>
              <a:rPr lang="pt-BR" altLang="pt-BR"/>
              <a:t>	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B68A692-00D0-DF84-D8CF-A82834D65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Louvado seja Jesus, o Cristo,</a:t>
            </a:r>
            <a:br>
              <a:rPr lang="pt-BR" altLang="pt-BR" sz="3600" b="1" i="1"/>
            </a:br>
            <a:r>
              <a:rPr lang="pt-BR" altLang="pt-BR" sz="3600" b="1" i="1"/>
              <a:t>Que continua a batizar,</a:t>
            </a:r>
            <a:br>
              <a:rPr lang="pt-BR" altLang="pt-BR" sz="3600" b="1" i="1"/>
            </a:br>
            <a:r>
              <a:rPr lang="pt-BR" altLang="pt-BR" sz="3600" b="1" i="1"/>
              <a:t>Com língua estranha, nós temos visto, </a:t>
            </a:r>
            <a:br>
              <a:rPr lang="pt-BR" altLang="pt-BR" sz="3600" b="1" i="1"/>
            </a:br>
            <a:r>
              <a:rPr lang="pt-BR" altLang="pt-BR" sz="3600" b="1" i="1"/>
              <a:t>O dom celeste, o Pai mandar!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437 O DOM CELESTE</vt:lpstr>
      <vt:lpstr>Assim que Deus me batizou, A minha alma viu mais luz, Pois dom celeste o Pai mandou,  P'ra dar louvor ao meu Rei Jesus,  Sou testemunha do meu Senhor,  E sempre dEle vou falar; Também do selo de amor, Que o meu cálice faz transbordar. </vt:lpstr>
      <vt:lpstr>Louvado seja Jesus, o Cristo, Que continua a batizar, Com língua estranha, nós temos visto,  O dom celeste, o Pai mandar!</vt:lpstr>
      <vt:lpstr>O bom caminho vou trilhar,  Se eu quiser obedecer Ao Evangelho, à luz sem par,  Aonde vida vou receber, De Jesus Cristo eu falarei, Que é dos homens Salvador;  O vinde hoje e recebei, Divina graça do meu Senhor.  </vt:lpstr>
      <vt:lpstr>Louvado seja Jesus, o Cristo, Que continua a batizar, Com língua estranha, nós temos visto,  O dom celeste, o Pai mandar!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437 - O DOM CELESTE</dc:title>
  <dc:creator>Montagna</dc:creator>
  <cp:lastModifiedBy>Emerson Souza</cp:lastModifiedBy>
  <cp:revision>2</cp:revision>
  <dcterms:created xsi:type="dcterms:W3CDTF">2005-10-21T07:26:56Z</dcterms:created>
  <dcterms:modified xsi:type="dcterms:W3CDTF">2026-05-02T22:13:32Z</dcterms:modified>
</cp:coreProperties>
</file>