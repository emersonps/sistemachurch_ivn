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6B8EE-78FF-7A71-FE05-EE352608A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9ADD50-BEEF-E73C-F213-75331A408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D8AC54-8FE2-3B19-38B4-39F7C450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627B72-0322-EA7A-FC8B-99392AA52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4E1D18-0ADB-9B50-7864-566259F0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71862-B4B3-496B-A230-FEA3B6B1F2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2690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BAFEB-3326-E37D-37B4-010D470B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B4D6B8-4055-D5D5-4761-F221E3763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C56EB5-0C7F-CDCA-3F3D-3B0F037FE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FA5D45-BAAE-96C3-A079-EED4E252D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A9D91B-0FC3-89A9-950B-889D9575A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C9B84E-83CD-4C44-9FAF-2BA852EF1E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9411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9CA64-B679-72EA-1AF8-3E3E19F40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E19CF4-D157-298D-AB1B-F4C7F0056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E07B7F-AF64-4550-8290-0EB4E601B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C3CBC8-925F-D8BA-C2AA-788EA6A81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72E3C6-CACB-1DC3-9CC3-E7321F4D7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49927-7B06-4158-8080-91917DB1E4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708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25E5F-4059-3D72-B1A1-D38DA2DB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C43A5B-075D-71DD-12A1-26E548698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2BB6BF-3149-93E8-4824-2C5B9ECE0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DEFC04-2806-B144-FEC7-C59ABB6D1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CF2EAA-4BC2-4B41-E213-544EFBAAC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878881-3686-2D73-924D-4E936A50B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5658E5-C5ED-49F5-95B9-75CD422F10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849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5966E-FE36-C32C-86FC-446460A0D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15EE7B-AFBE-1B85-7C1D-BB928D067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8ED28D-3A14-DA6A-1A9A-EFD746536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E3902B9-AAF7-D431-720E-3510B3878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A1463E-DF1C-B3F8-F5F1-2C96C4CB5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EAF5320-2B48-87B5-9E00-64B7A5D6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59E06C3-5109-0524-C96C-2866D1D1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9B94AE7-524D-4B88-859F-F66FB467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DF128-48B5-4645-A763-E48D8E9075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01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D574B-79AD-9ED3-B9D4-34F545077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D611C8-8D7B-5194-3E57-2F7E1C0BA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0720121-6414-5E61-7850-740985FB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AF1299-7193-A277-490F-BC282E327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277C32-7784-453A-BB3A-5AB6F23FFB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6087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70248A5-B88A-0029-47E1-64013DE08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59716A-30D2-D630-C2D4-1DD3C2E2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D197FA-FC19-3A46-8F40-E97366988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8B203D-687F-46AF-8F39-F6237AAC65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253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5DBA03-3E4E-E5E1-3F7E-E8339F23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DBA5C5-CB86-8D75-818C-24C736500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EE4A32-99DD-331F-6BFE-6014F7ABD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C8F50E-6C18-E096-2982-6497337A0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52180B-41AE-E6E5-E1AF-323FDB8A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8F1F2E-93B9-5C96-A86E-20074F9A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090EAB-5BC5-41E2-AF07-0E86EF6976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3223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55640-4400-DE4A-4F00-4F5CB493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F387FD-A2A4-5FB2-3F06-A4690F0FB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355B29-D797-24D7-9E39-3DAE7A0B7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31BFE2-C7D7-4D6A-B8AC-73669DAB7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B48B35-542A-17FD-BA05-52157B8F3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78CFA7-36B9-EEC4-EDEF-650C6E92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78CE82-2C2C-47AE-B09C-382CA521BF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472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C2E5D-D8DE-B443-43D9-D0CAC057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8E4D20-3762-8344-A632-9F97BDB07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69DCA9-6A5F-4449-0037-DB666D18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458BD5-010B-D312-AAED-42F1EDD88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6C0E46-061D-3C34-6879-2BCF8C07B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7BF3DB-84E1-4E6D-BEE0-FA74AF8949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0933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81D843-C1C9-B544-1292-9805604F1F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088119-20E8-9B2E-2EF8-11FBE7D6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E8B7A3-2377-DF53-228C-A9A677BB8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F7EDA4-013D-7F79-67A2-A8C0879B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5E0316-791D-5661-4969-0951781D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6F9772-0F5E-4CF4-8F00-80B5C753C2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2365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CF855B6-A2CD-18A7-7966-AA624FBC04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FEF7F84-B8BF-C74E-B8C4-A3A0A9E46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A316CC2-CEEC-E716-8D34-539155A102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3609F0-6B10-637A-F0D4-88BB99F483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98FB87F-98D9-DE7A-F8F7-C60DB4E811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18328BB-B71F-4277-85EB-D2820E78AF2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9B3A01F-A8F7-B432-D3DB-51C7E24C51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71</a:t>
            </a:r>
            <a:br>
              <a:rPr lang="en-US" altLang="pt-BR" sz="4000" b="1" i="1"/>
            </a:br>
            <a:r>
              <a:rPr lang="en-US" altLang="pt-BR" sz="4000" b="1" i="1"/>
              <a:t>SANTO ÉS TU, SENHOR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5AC04CE-FC63-3025-86B6-BAF5BA937A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i="1"/>
              <a:t>Santo! Santo! Grande eterno Deus, Com alegria nós Te louvamos. </a:t>
            </a:r>
            <a:br>
              <a:rPr lang="en-US" altLang="pt-BR" sz="4000" i="1"/>
            </a:br>
            <a:r>
              <a:rPr lang="en-US" altLang="pt-BR" sz="4000" i="1"/>
              <a:t>Rei dos reis e Criador dos céus. Humilhados Te adoramos; </a:t>
            </a:r>
            <a:br>
              <a:rPr lang="en-US" altLang="pt-BR" sz="4000" i="1"/>
            </a:br>
            <a:r>
              <a:rPr lang="en-US" altLang="pt-BR" sz="4000" i="1"/>
              <a:t>Honra e glória em Ti miramos, </a:t>
            </a:r>
            <a:br>
              <a:rPr lang="en-US" altLang="pt-BR" sz="4000" i="1"/>
            </a:br>
            <a:r>
              <a:rPr lang="en-US" altLang="pt-BR" sz="4000" i="1"/>
              <a:t>Pois foi rasgado, na cruz, o véu.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C82ABAA-6570-AB32-761D-6A27FFBF72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Santo para sempre és Tu, </a:t>
            </a:r>
            <a:br>
              <a:rPr lang="en-US" altLang="pt-BR" sz="4000" b="1" i="1"/>
            </a:br>
            <a:r>
              <a:rPr lang="en-US" altLang="pt-BR" sz="4000" b="1" i="1"/>
              <a:t>Senhor</a:t>
            </a:r>
            <a:r>
              <a:rPr lang="en-US" altLang="pt-BR" sz="4000" i="1"/>
              <a:t> </a:t>
            </a:r>
            <a:r>
              <a:rPr lang="en-US" altLang="pt-BR" sz="4000" b="1" i="1"/>
              <a:t>Nas batalhas és vencedor!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EC6F222-E8BC-6D25-FB6B-545593DDC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i="1"/>
              <a:t>Adorai-O terra, céu e mar; </a:t>
            </a:r>
            <a:br>
              <a:rPr lang="en-US" altLang="pt-BR" sz="4000" i="1"/>
            </a:br>
            <a:r>
              <a:rPr lang="en-US" altLang="pt-BR" sz="4000" i="1"/>
              <a:t>Toda a Igreja, seus mensageiros, Reunidos, vinde suplicar </a:t>
            </a:r>
            <a:br>
              <a:rPr lang="en-US" altLang="pt-BR" sz="4000" i="1"/>
            </a:br>
            <a:r>
              <a:rPr lang="en-US" altLang="pt-BR" sz="4000" i="1"/>
              <a:t>Dons celestes, pois sois herdeiros </a:t>
            </a:r>
            <a:br>
              <a:rPr lang="en-US" altLang="pt-BR" sz="4000" i="1"/>
            </a:br>
            <a:r>
              <a:rPr lang="en-US" altLang="pt-BR" sz="4000" i="1"/>
              <a:t>De Deus, e com Jesus coherdeiros </a:t>
            </a:r>
            <a:br>
              <a:rPr lang="en-US" altLang="pt-BR" sz="4000" i="1"/>
            </a:br>
            <a:r>
              <a:rPr lang="en-US" altLang="pt-BR" sz="4000" i="1"/>
              <a:t>Da glória que jamais vai findar.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601D8DD-166E-9FBA-1F37-E140DDDF3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Santo para sempre és Tu, </a:t>
            </a:r>
            <a:br>
              <a:rPr lang="en-US" altLang="pt-BR" sz="4000" b="1" i="1"/>
            </a:br>
            <a:r>
              <a:rPr lang="en-US" altLang="pt-BR" sz="4000" b="1" i="1"/>
              <a:t>Senhor</a:t>
            </a:r>
            <a:r>
              <a:rPr lang="en-US" altLang="pt-BR" sz="4000" i="1"/>
              <a:t> </a:t>
            </a:r>
            <a:r>
              <a:rPr lang="en-US" altLang="pt-BR" sz="4000" b="1" i="1"/>
              <a:t>Nas batalhas és vencedor!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7D8AFE2-96A4-A336-0608-9E94776B4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i="1"/>
              <a:t>Rei doa séc'los, grande eterno Deus! Tu és veraz e incompreensível, </a:t>
            </a:r>
            <a:br>
              <a:rPr lang="en-US" altLang="pt-BR" sz="4000" i="1"/>
            </a:br>
            <a:r>
              <a:rPr lang="en-US" altLang="pt-BR" sz="4000" i="1"/>
              <a:t>Criador da terra e dos céus; </a:t>
            </a:r>
            <a:br>
              <a:rPr lang="en-US" altLang="pt-BR" sz="4000" i="1"/>
            </a:br>
            <a:r>
              <a:rPr lang="en-US" altLang="pt-BR" sz="4000" i="1"/>
              <a:t>És o Ancião invisível, </a:t>
            </a:r>
            <a:br>
              <a:rPr lang="en-US" altLang="pt-BR" sz="4000" i="1"/>
            </a:br>
            <a:r>
              <a:rPr lang="en-US" altLang="pt-BR" sz="4000" i="1"/>
              <a:t>Habitas na luz inacessível, </a:t>
            </a:r>
            <a:br>
              <a:rPr lang="en-US" altLang="pt-BR" sz="4000" i="1"/>
            </a:br>
            <a:r>
              <a:rPr lang="en-US" altLang="pt-BR" sz="4000" i="1"/>
              <a:t>Lá morarão os remidos Teus.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5E29936-EA5F-F1D0-B9DB-32A01BDBD8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Santo para sempre és Tu, </a:t>
            </a:r>
            <a:br>
              <a:rPr lang="en-US" altLang="pt-BR" sz="4000" b="1" i="1"/>
            </a:br>
            <a:r>
              <a:rPr lang="en-US" altLang="pt-BR" sz="4000" b="1" i="1"/>
              <a:t>Senhor</a:t>
            </a:r>
            <a:r>
              <a:rPr lang="en-US" altLang="pt-BR" sz="4000" i="1"/>
              <a:t> </a:t>
            </a:r>
            <a:r>
              <a:rPr lang="en-US" altLang="pt-BR" sz="4000" b="1" i="1"/>
              <a:t>Nas batalhas és vencedor!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71 SANTO ÉS TU, SENHOR </vt:lpstr>
      <vt:lpstr>Santo! Santo! Grande eterno Deus, Com alegria nós Te louvamos.  Rei dos reis e Criador dos céus. Humilhados Te adoramos;  Honra e glória em Ti miramos,  Pois foi rasgado, na cruz, o véu. </vt:lpstr>
      <vt:lpstr>Santo para sempre és Tu,  Senhor Nas batalhas és vencedor! </vt:lpstr>
      <vt:lpstr>Adorai-O terra, céu e mar;  Toda a Igreja, seus mensageiros, Reunidos, vinde suplicar  Dons celestes, pois sois herdeiros  De Deus, e com Jesus coherdeiros  Da glória que jamais vai findar. </vt:lpstr>
      <vt:lpstr>Santo para sempre és Tu,  Senhor Nas batalhas és vencedor! </vt:lpstr>
      <vt:lpstr>Rei doa séc'los, grande eterno Deus! Tu és veraz e incompreensível,  Criador da terra e dos céus;  És o Ancião invisível,  Habitas na luz inacessível,  Lá morarão os remidos Teus. </vt:lpstr>
      <vt:lpstr>Santo para sempre és Tu,  Senhor Nas batalhas és vencedor!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71 SANTO ÉS TU, SENHOR </dc:title>
  <dc:creator>Junior</dc:creator>
  <cp:lastModifiedBy>Emerson Souza</cp:lastModifiedBy>
  <cp:revision>1</cp:revision>
  <dcterms:created xsi:type="dcterms:W3CDTF">2005-12-23T12:49:24Z</dcterms:created>
  <dcterms:modified xsi:type="dcterms:W3CDTF">2026-05-02T21:42:42Z</dcterms:modified>
</cp:coreProperties>
</file>