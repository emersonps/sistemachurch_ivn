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92A40-C33D-41A6-D4C3-369A3CF5A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EE1FCB-0421-E404-A239-F8815FC6F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58839-764E-3DB2-8555-3C92FD36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8F39B4-4443-C27D-D3C4-682EE234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B42708-EC6D-3B78-A3B7-62CC882F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D95829-E279-4965-8D10-2A58725D7B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891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36EFC-F6D6-9492-47A8-2F43299B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FDFA2E-2DEB-4F96-A7C4-EFDA52F5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43F8F6-C9E2-E531-52A8-A2C2E4E0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E1082-2CE6-F4A3-297A-B73D80A8B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FD28D-28DB-3599-2829-742CD89A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1B92F-5573-4471-9689-27FD2250B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112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24CF6-CBC3-2C0D-6A46-4DD24563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70E83-0619-60DF-CCB1-5ECCE072F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191DD8-5335-229D-1047-C65B3DD8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675D1E-EE01-5C1E-CA2B-EE631372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FEA2D2-147D-0729-096F-F57D0B1D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89FA4-766C-4AF3-9AF1-F3E653287F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300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BC7A8-C568-E06E-0141-32B4D21A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736706-1AA4-7A8D-27C6-7E8353455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00D2AE-18D4-48EE-9B77-E661F8E1D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6BEC60-2142-BCBF-409D-DC8CA63B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5526D-F848-E9C5-E822-870B38B8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58B61-A89A-7D8D-94D5-23789325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66C69-6CE1-48FC-BFC4-EA545DD4B1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369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6102B-BA00-9AA8-BDD5-410873264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7DD716-1515-6695-74DD-BBB8C5202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F0D9C1-A30D-7E56-2E99-753793804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798621-0421-AC47-5100-731509ADA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0EB29A-E63E-F974-3DAD-51BF4A472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18D655-E167-DE84-B382-43E375CE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807B23-E45B-B77E-6A4C-162D2520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03C5B5-FEC2-35FD-343C-5EB4FE93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84C2B-7DF0-43EF-8642-0B4B9E7FDC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077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E9F06-014A-6A24-8D21-EE284D20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EE4E77D-8FD3-3326-1CEF-CFC044C3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4A39F3-5CA4-05DD-454A-C269EE63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02215A-EAD3-5A4C-E1D0-32A1A97A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4ABD22-EFFE-4625-A168-2519421AFE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136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A122BF-41A8-02FA-C18F-C66B397E6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C7A6B3-52A0-43D4-739A-DBDB9BC3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CB6436-909A-8D00-1C82-535358EE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E13AC-C159-4B62-B365-122B8FE902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28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3A644-2693-DE5F-B0DC-E82B4AF2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2C8368-67A3-1578-8D41-7F37F258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DE86F4-C10E-217A-BC18-59A43A07F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C526F-2206-75B2-A09F-E63A6CE4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50BD6C-7585-A6A3-D6B8-C2F88EE5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20420F-A6AD-4901-B2ED-CFA23E64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4B6A9-37A8-46A4-AA8F-E945D76084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718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9A01D-3A6C-D6E5-C3CD-CEFD62EC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3DED8B-02DD-891A-F033-6102A91AD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75FD1D-418E-3E48-A373-273D1C9F5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F00B71-466C-3033-0650-8B652F19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C7CD19-AABB-5368-A7C2-BA3A6F93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B846D4-FAD3-E72E-91AE-C1EC3AFD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E758DC-100F-4418-A823-D6DE78D680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374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66E8C-DCE1-6D1D-DEE3-041EC2C9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A9381E-98B6-025F-5FB3-A15DE0CDA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F9221E-B79C-B059-AA4C-F8CF2733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4D9F8-AE10-8D2A-903D-09C8789B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C7B1EB-77C4-80E3-F2BE-A09D7264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92A51E-5AC0-43C3-9AC5-4C970CDBA9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561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DB4502-BC2F-6805-4308-C236D06E9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4612D2-CBA1-57B7-2E5A-9DD00B99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52CFB-675F-F8F8-16FA-4AF10555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7A0BA-DB15-7B18-18EA-0B55B349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8FA436-AAB1-F925-4091-596845AC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C4D5F9-2626-436F-A064-771CF96352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076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52B84C5-FB78-7E4D-69D6-F3C13B4BB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FDD9910-CD51-CFE8-27CD-8295C24F9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57A2C1E-A31F-D2E3-C445-FFE7118C9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C4A5FD-2AEE-1E71-E9DA-DE01D9EB0D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5FE263D-8EF9-4E98-7597-634A38ADA6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41AB9D9-C16E-4940-AB70-DDE2233C5B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EEB5689-621B-6ED8-7F4A-4399CF6325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321 – Só em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FD9FEDE-8C42-F16B-45B4-DFD3EF25A4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C248A12-8F00-E299-A4C4-534F783FF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 fruirás paz e gozo, </a:t>
            </a:r>
            <a:br>
              <a:rPr lang="en-US" altLang="pt-BR" sz="4000" i="1"/>
            </a:br>
            <a:r>
              <a:rPr lang="en-US" altLang="pt-BR" sz="4000" i="1"/>
              <a:t>Tu, pecador, que tens sede de amor; Só em Jesus poderás ser ditoso; </a:t>
            </a:r>
            <a:br>
              <a:rPr lang="en-US" altLang="pt-BR" sz="4000" i="1"/>
            </a:br>
            <a:r>
              <a:rPr lang="en-US" altLang="pt-BR" sz="4000" i="1"/>
              <a:t>NEle a graça obténs do Senhor.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E8C48EF-AEF6-E45C-F11D-803510018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 acharás forte escudo Para abrigar-te dos dardos do mal; NEle, oculto das dores, de tudo, Receberás uma paz divinal.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1B68B0-F71F-37CD-F757-65A7F386A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Jesus, sobre a divina rocha, Salvar-te-ás deste mundo, qual mar; Só em Jesus, sim na luz desta tocha, Podes o santo caminho trilhar.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24203CF-CE83-763F-67FC-FD27780F8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Jesus, neste porto seguro, Podes tua alma qual nau ancorar, </a:t>
            </a:r>
            <a:br>
              <a:rPr lang="en-US" altLang="pt-BR" sz="4000" i="1"/>
            </a:br>
            <a:r>
              <a:rPr lang="en-US" altLang="pt-BR" sz="4000" i="1"/>
              <a:t>Só em Jesus, um brilhante futuro, </a:t>
            </a:r>
            <a:br>
              <a:rPr lang="en-US" altLang="pt-BR" sz="4000" i="1"/>
            </a:br>
            <a:r>
              <a:rPr lang="en-US" altLang="pt-BR" sz="4000" i="1"/>
              <a:t>O pecador, poderás encontrar.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F18458C-80AB-FBA8-3708-DA2DBBE55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Jesus, deixa tudo portanto, Quer seja o mundo, o mal ou pecar; Vem pra Jesus, que por Deus te garanto, </a:t>
            </a:r>
            <a:br>
              <a:rPr lang="en-US" altLang="pt-BR" sz="4000" i="1"/>
            </a:br>
            <a:r>
              <a:rPr lang="en-US" altLang="pt-BR" sz="4000" i="1"/>
              <a:t>Que paz e gozo irás desfrutar.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321 – Só em Jesus </vt:lpstr>
      <vt:lpstr>Só em Jesus fruirás paz e gozo,  Tu, pecador, que tens sede de amor; Só em Jesus poderás ser ditoso;  NEle a graça obténs do Senhor.  </vt:lpstr>
      <vt:lpstr>Só em Jesus acharás forte escudo Para abrigar-te dos dardos do mal; NEle, oculto das dores, de tudo, Receberás uma paz divinal.  </vt:lpstr>
      <vt:lpstr>Só em Jesus, sobre a divina rocha, Salvar-te-ás deste mundo, qual mar; Só em Jesus, sim na luz desta tocha, Podes o santo caminho trilhar.  </vt:lpstr>
      <vt:lpstr>Só em Jesus, neste porto seguro, Podes tua alma qual nau ancorar,  Só em Jesus, um brilhante futuro,  O pecador, poderás encontrar.  </vt:lpstr>
      <vt:lpstr>Só em Jesus, deixa tudo portanto, Quer seja o mundo, o mal ou pecar; Vem pra Jesus, que por Deus te garanto,  Que paz e gozo irás desfrutar.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321 – Só em Jesus </dc:title>
  <dc:creator>Junior</dc:creator>
  <cp:lastModifiedBy>Emerson Souza</cp:lastModifiedBy>
  <cp:revision>1</cp:revision>
  <dcterms:created xsi:type="dcterms:W3CDTF">2005-12-26T22:12:16Z</dcterms:created>
  <dcterms:modified xsi:type="dcterms:W3CDTF">2026-05-02T22:03:38Z</dcterms:modified>
</cp:coreProperties>
</file>