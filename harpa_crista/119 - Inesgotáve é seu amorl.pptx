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29B60-F368-C700-45BD-33853AA87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4D214-DCCF-9CD3-C46E-DB5483A1A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2AD2A9-5AC0-5E21-FDDB-47852528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041300-8ED3-D104-09ED-4B4DAA33C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285768-BE18-41A9-92C0-4FF7985B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541031-154B-4BA4-AE1E-5172A32FCF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963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6BDEE-9182-0960-4460-B2023C3A3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BC696D-2E0A-D957-6C24-68DC8535A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A3326D-E480-58E1-7535-3F5204F6D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BD6D3C-1E63-12FC-88F9-91B84414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5EB80D-1402-62C5-BA6F-B59CDF2F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9EFA22-BA48-4613-A96E-819C5A2B52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3918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61103-6177-9F49-7227-F7F73DD2C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775DBD-A110-0A25-0FDD-A253E3829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A733CD-0F37-E52C-87BC-16993A0C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C9102F-5375-7595-9042-1F66E28C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66FE27-8CE4-9FE6-0BE8-A5658369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33196D-6FA8-4006-A4AA-4938646B54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483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FAA5E-0FBD-6A5F-B31E-8C84372D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344BD-DA93-7C10-70CE-213CDFA66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C629D2-6722-3C52-428B-B58797D75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D0D953-7E37-FBFD-62D6-B12D7B4A6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9B6C4A-4A25-D040-3FC5-46D7FECD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2E0040-A54F-A75C-EBDB-E130F8CA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959D6D-63CC-473E-871F-B1DC5F3BEB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910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1CE14-0C79-FDFB-22E3-465AF64F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87A45E-B74A-0FBF-1665-B79BB40D6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399886-0734-4533-A1CE-3E40C2C93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B682C0-1129-A29A-23E0-F311A5297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85B464-8949-F223-184E-640AE1BB4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C8B6B8-CD8B-1B7A-F3A3-5E9CC54B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B9536E-D65D-962E-877E-C763059F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32F8326-3D04-1F0A-F852-AD913D20B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CF342-1B28-4FAC-ADB7-F24A2A7348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686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4ED28-52EB-D4FE-946D-976ADA41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EC84A9-E234-81B0-6BC5-CD39C6F9B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2EBBDF-9651-C23C-C22D-68CF5335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69D763-9FDD-6FAC-79D6-2D4320DF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8BF1-5832-44CB-A52F-9DE6A90088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199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E52505-6725-1876-1A9D-F4A50769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74A7CD-26CA-A220-6331-E25BF4B8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40852F-561C-B85D-36EA-DDAAAF22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070C22-E2BA-4C7C-8799-4E6915FDAE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405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BE858-AE5F-E1AC-EEBC-B48A28D7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197609-FB59-3F09-6D6E-35CCF114B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79B29C-173A-52B6-1040-C3B19C061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C0C2B7-861A-D10F-1502-0F33699F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990402-764E-A411-AF19-3C3CC574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69B9E2-B2B8-095D-10C8-C0548BDCE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100DA4-DA4B-45B5-A782-26B1F44A8E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915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E97AB-8DA7-94C4-28F0-56BDF32A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F9B3206-90D6-8643-E209-69CDBFA6C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A64FF9-05BC-AFE6-25FE-E1B03665D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BFFEAF-C1A1-FE7E-2316-C86DF7389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DEF5B3-499C-E521-1F35-363467D0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CFBF1E6-BAD0-33ED-B430-0047B25CC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EB106-8BBD-4AB9-A45A-B0EBFFF26B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988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2D583-E5B1-000E-669F-9592502A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5BC01B-7C8C-6195-A833-B04F99F7A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DF630C-3741-235E-868B-C3056A74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F5A0C5-DAF5-B3AE-F014-04C9BC50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D65A9C-F041-F621-D773-A05E41C2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1CECF-C45D-41F5-BFAA-CF5529B49C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206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5DBF66-D3E6-E4AA-7F8C-DB9E88359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D55BCC-76EE-130E-419B-AFCF2AF5B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0267B4-D805-7DF7-392D-3A59075B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CCDE77-BA14-D1C6-2F4C-4E49222C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906299-89AB-A182-4552-CB163D5C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9EC3A4-F59D-4F20-9F2A-69665856FF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14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7DD87B-23A1-9CC1-7791-1A653BBFF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EAF894-47C0-D454-46D6-A38418DE9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BB3ABA0-4326-9640-248B-51F6FEFA12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F3496C2-8D4F-14AC-0FD2-E07E899F25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8F6A19-8117-EFBD-F2DB-D4B424E37D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EEEDD06-6F00-4C9C-8B09-A53DCB037C5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DE7566D-E755-E0F5-E317-2E838C5FE8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119</a:t>
            </a:r>
            <a:br>
              <a:rPr lang="en-US" altLang="pt-BR" sz="4000" b="1" i="1"/>
            </a:br>
            <a:r>
              <a:rPr lang="en-US" altLang="pt-BR" sz="4000" b="1" i="1"/>
              <a:t>INESGOTÁVEL É SEU AMOR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A26EEF3-3885-8FAA-DA02-908C2D25C5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073D11C-7E1F-6EAB-236B-790BC882F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Seja louvado o bom Salvador </a:t>
            </a:r>
            <a:br>
              <a:rPr lang="en-US" altLang="pt-BR" sz="4000" i="1"/>
            </a:br>
            <a:r>
              <a:rPr lang="en-US" altLang="pt-BR" sz="4000" i="1"/>
              <a:t>Livre é Seu amor, livre é Seu amor. </a:t>
            </a:r>
            <a:br>
              <a:rPr lang="en-US" altLang="pt-BR" sz="4000" i="1"/>
            </a:br>
            <a:r>
              <a:rPr lang="en-US" altLang="pt-BR" sz="4000" i="1"/>
              <a:t>Há preparado para o pecador, </a:t>
            </a:r>
            <a:br>
              <a:rPr lang="en-US" altLang="pt-BR" sz="4000" i="1"/>
            </a:br>
            <a:r>
              <a:rPr lang="en-US" altLang="pt-BR" sz="4000" i="1"/>
              <a:t>Fonte preciosa de amor; </a:t>
            </a:r>
            <a:br>
              <a:rPr lang="en-US" altLang="pt-BR" sz="4000" i="1"/>
            </a:br>
            <a:r>
              <a:rPr lang="en-US" altLang="pt-BR" sz="4000" i="1"/>
              <a:t>E, se em Cristo queres confiar,</a:t>
            </a:r>
            <a:br>
              <a:rPr lang="en-US" altLang="pt-BR" sz="4000" i="1"/>
            </a:br>
            <a:r>
              <a:rPr lang="en-US" altLang="pt-BR" sz="4000" i="1"/>
              <a:t> Livre é Seu amor, livre é Seu amor; </a:t>
            </a:r>
            <a:br>
              <a:rPr lang="en-US" altLang="pt-BR" sz="4000" i="1"/>
            </a:br>
            <a:r>
              <a:rPr lang="en-US" altLang="pt-BR" sz="4000" i="1"/>
              <a:t>A vida eterna tu irás gozar, </a:t>
            </a:r>
            <a:br>
              <a:rPr lang="en-US" altLang="pt-BR" sz="4000" i="1"/>
            </a:br>
            <a:r>
              <a:rPr lang="en-US" altLang="pt-BR" sz="4000" i="1"/>
              <a:t>Inesgotável é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5323DA-1AA0-D09B-72D5-FFB7626BF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b="1" i="1"/>
              <a:t>Terno, te chama Jesus: queres ir?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pecador, ó pecador!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deixou para nós, ao subir,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Fonte preciosa de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911365A-B60A-1624-A262-97839B271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3600" i="1"/>
              <a:t>Por que vivendo em pecado há de estar? </a:t>
            </a:r>
            <a:br>
              <a:rPr lang="en-US" altLang="pt-BR" sz="3600" i="1"/>
            </a:br>
            <a:r>
              <a:rPr lang="en-US" altLang="pt-BR" sz="3600" i="1"/>
              <a:t>Livre é Seu amor, livre é Seu amor. </a:t>
            </a:r>
            <a:br>
              <a:rPr lang="en-US" altLang="pt-BR" sz="3600" i="1"/>
            </a:br>
            <a:r>
              <a:rPr lang="en-US" altLang="pt-BR" sz="3600" i="1"/>
              <a:t>Cristo te chama, ó vem sem tardar, Inesgotável é Seu amor; </a:t>
            </a:r>
            <a:br>
              <a:rPr lang="en-US" altLang="pt-BR" sz="3600" i="1"/>
            </a:br>
            <a:r>
              <a:rPr lang="en-US" altLang="pt-BR" sz="3600" i="1"/>
              <a:t>Deixa as trevas por luz divinal, </a:t>
            </a:r>
            <a:br>
              <a:rPr lang="en-US" altLang="pt-BR" sz="3600" i="1"/>
            </a:br>
            <a:r>
              <a:rPr lang="en-US" altLang="pt-BR" sz="3600" i="1"/>
              <a:t>Livre é Seu amor, livre é Seu amor; </a:t>
            </a:r>
            <a:br>
              <a:rPr lang="en-US" altLang="pt-BR" sz="3600" i="1"/>
            </a:br>
            <a:r>
              <a:rPr lang="en-US" altLang="pt-BR" sz="3600" i="1"/>
              <a:t>Hoje Jesus quer livrar-te do mal, Inesgotável é Seu amor.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467DA8-D843-1A77-481E-A7D15E7440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b="1" i="1"/>
              <a:t>Terno, te chama Jesus: queres ir?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pecador, ó pecador!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deixou para nós, ao subir,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Fonte preciosa de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42F58B-0018-8621-8668-CD1147247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i="1"/>
              <a:t>Ó! se tu creres, perdão obterás, </a:t>
            </a:r>
            <a:br>
              <a:rPr lang="en-US" altLang="pt-BR" sz="4000" i="1"/>
            </a:br>
            <a:r>
              <a:rPr lang="en-US" altLang="pt-BR" sz="4000" i="1"/>
              <a:t>Livre é Seu amor, livre é Seu amor; Vem o momento que tu bendirás; Inesgotável é Seu amor; </a:t>
            </a:r>
            <a:br>
              <a:rPr lang="en-US" altLang="pt-BR" sz="4000" i="1"/>
            </a:br>
            <a:r>
              <a:rPr lang="en-US" altLang="pt-BR" sz="4000" i="1"/>
              <a:t>Cristo te espera, ó ouve o chamar; Livre é Seu amor, livre é Seu amor; </a:t>
            </a:r>
            <a:br>
              <a:rPr lang="en-US" altLang="pt-BR" sz="4000" i="1"/>
            </a:br>
            <a:r>
              <a:rPr lang="en-US" altLang="pt-BR" sz="4000" i="1"/>
              <a:t>Fé em Seu nome te há de salvar. Inesgotável é Seu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731744C-D601-BA2D-3C67-AAA0966B2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4000" b="1" i="1"/>
              <a:t>Terno, te chama Jesus: queres ir?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Ó pecador, ó pecador!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Ele deixou para nós, ao subir,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Fonte preciosa de amor.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 119 INESGOTÁVEL É SEU AMOR</vt:lpstr>
      <vt:lpstr>Seja louvado o bom Salvador  Livre é Seu amor, livre é Seu amor.  Há preparado para o pecador,  Fonte preciosa de amor;  E, se em Cristo queres confiar,  Livre é Seu amor, livre é Seu amor;  A vida eterna tu irás gozar,  Inesgotável é Seu amor. </vt:lpstr>
      <vt:lpstr>Terno, te chama Jesus: queres ir?  Ó pecador, ó pecador!  Ele deixou para nós, ao subir,  Fonte preciosa de amor. </vt:lpstr>
      <vt:lpstr>Por que vivendo em pecado há de estar?  Livre é Seu amor, livre é Seu amor.  Cristo te chama, ó vem sem tardar, Inesgotável é Seu amor;  Deixa as trevas por luz divinal,  Livre é Seu amor, livre é Seu amor;  Hoje Jesus quer livrar-te do mal, Inesgotável é Seu amor. </vt:lpstr>
      <vt:lpstr>Terno, te chama Jesus: queres ir?  Ó pecador, ó pecador!  Ele deixou para nós, ao subir,  Fonte preciosa de amor. </vt:lpstr>
      <vt:lpstr>Ó! se tu creres, perdão obterás,  Livre é Seu amor, livre é Seu amor; Vem o momento que tu bendirás; Inesgotável é Seu amor;  Cristo te espera, ó ouve o chamar; Livre é Seu amor, livre é Seu amor;  Fé em Seu nome te há de salvar. Inesgotável é Seu amor. </vt:lpstr>
      <vt:lpstr>Terno, te chama Jesus: queres ir?  Ó pecador, ó pecador!  Ele deixou para nós, ao subir,  Fonte preciosa de amor.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119 INESGOTÁVEL É SEU AMOR</dc:title>
  <dc:creator>Junior</dc:creator>
  <cp:lastModifiedBy>Emerson Souza</cp:lastModifiedBy>
  <cp:revision>1</cp:revision>
  <dcterms:created xsi:type="dcterms:W3CDTF">2005-12-23T14:33:31Z</dcterms:created>
  <dcterms:modified xsi:type="dcterms:W3CDTF">2026-05-02T21:46:39Z</dcterms:modified>
</cp:coreProperties>
</file>