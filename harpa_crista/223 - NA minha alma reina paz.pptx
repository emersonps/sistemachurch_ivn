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C0200F-968C-7F4C-C82A-36E38789D5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02E08AE-0805-6975-5CC6-16671813F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9F1993-2991-47C8-38DD-FBED10C8E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34215E-7FE2-5194-59AD-2C7EF9AFE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2673AD-C1AD-BD94-D346-81BA3D2BF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12B8E3-05D3-41D4-A2F8-CCE676AD22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947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32491-46EC-5AF5-3CCB-03112C182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115D28-CFF5-D620-9C07-88F31A3DB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43862B-608A-22FF-9B3A-60A54F8A8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172619-5CB5-1E60-D6BA-DC10FDE63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1F0D95-81FF-A839-8ECB-C28EC937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66578D-0584-4D38-91A1-A1E33CA0257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3484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322851-8421-40F7-E582-CD69486C3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2ABAD48-C482-A2BA-BC90-A94197E95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383353-78B3-73C0-4A4A-7E6E57EC0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FE8133-638D-BB37-2D81-5E28E1AA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BC701D-5597-654B-8407-FFD05BB8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7C0FD5-8F05-4AD5-A10F-F2A27F24FC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8733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F0718-427C-91D9-AC5A-1E445078B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74222D-E2E9-1C34-3CA1-9E233F04DC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3F0675A-B68B-D085-D1AB-AD71C6A94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AD1770-1596-A8EB-12CA-491987EB9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5E8F9C9-B807-AD9E-F363-EE8317D8B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A4905E9-8D6A-8FA1-A195-717E0E69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7D705A-5E0B-436B-84B3-CDDFDC0717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4410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3FE81-B675-1C90-D985-FF4DDD3F3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7EE0A8-4940-F399-42DB-8F7E05B3C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ED6ED7-D6A7-E79B-A3A9-C302CE1974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909D585-6FB0-D2C0-5676-66C501FF6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BBF444A-8D85-8EA8-883A-5F70776478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47BD9D6-B5CC-9174-5F25-8AF0A1C48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F2060BF-0111-A335-0E90-C07B4A6DE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E00B017-9BD4-06EC-57EA-1C2FF0B88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E79177-3478-4F87-8936-626652221A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5996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EB4BF4-7B83-99EF-45FF-C631990F6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0460F7E-DEC9-0C47-2D39-5AF5D426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2F7A63-ADD8-5639-7010-4D146BE69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540C6E-66B1-67B7-3B06-E2358FA2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B74963-0EB1-411F-8685-F770FEE4F7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53896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D5A616D-0E76-1BA2-7141-E64D6BC2C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364744-F3D8-5DAB-A3F3-5F82E35F5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DD86D9-89F3-E7D0-822C-4F8D5797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B97BC3-BE74-4A71-BFA1-1CD469CF66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88354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74E13C-B877-626E-107E-AE38C38ED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B01C5-5611-1E44-AE78-468C13827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2B8DC8-532A-3D15-FEFB-9DF2C51276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FEA28EE-B332-4771-090D-16C8F73D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4274F37-9606-2058-6589-0D25C6CA2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7299A5D-51A1-71C1-E68C-736D1DE7F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84F87F-063D-4217-962F-C9BC3BBA9E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3160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EF54B-9B67-F50B-21AE-8081E70C0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5792A2-A1F7-C6CA-9BF0-F10989F29C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AA6D60-C8E5-C78A-7697-DCEC0ECCC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5BB3995-6A8C-9504-87D6-74C738CA2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7BC0E7-431F-974B-0703-1047DDAD8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0C94EC-3816-534F-D442-05DA15770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309D85-4F12-4720-B476-4E1594A620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2123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ECD2E-5B9D-4A08-5A86-32FF5AE69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1C437A-76CE-2211-49A8-5868C9AE0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9009B2-EB39-4D3C-04E1-5B552AE3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DE0A1C-8BB2-28D2-1791-E07088A9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A80CD3-5A6E-69D3-66B8-632F77D11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646EB6-8C13-4D8E-91A6-F125F78B433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19352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D5A37BD-7E1E-B469-7126-314287BD87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24A75A-45EB-0C10-4F13-E9D6D8D1B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D8501E-B2DD-82DE-A9AF-D0B8706F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5DD07C-6095-328B-F890-E11787AFA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65145B-88DE-9CA9-A4CE-9182F72E7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201456-5627-4132-A0AF-487FADD1B5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92418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D8B243D-DEDF-E641-C089-7A6B1752E7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901FB0C-DFFD-106E-746D-4688C5F4EA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7278C5B-A6B5-0BC7-24F6-02201AEF9F6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8A15C0A-BEBA-55DD-2DF1-CA54B1F2C4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E7B0A66-A81B-9EBD-A231-B8087E8AEC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37AF376-33AC-4354-87FE-BD0A4701386E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BC46E45-BF89-1963-DC9A-4AA5DDB185D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223</a:t>
            </a:r>
            <a:br>
              <a:rPr lang="en-US" altLang="pt-BR" sz="4000" b="1"/>
            </a:br>
            <a:r>
              <a:rPr lang="en-US" altLang="pt-BR" sz="4000" b="1"/>
              <a:t>NA MINH’ALMA REINA PAZ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7EE61C8-1870-F301-30FB-EBF2A48C1B9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E712501-993E-E90D-8236-23D1C7B82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Em escuridão, sem Jesus, me vi,</a:t>
            </a:r>
            <a:br>
              <a:rPr lang="en-US" altLang="pt-BR" sz="4000" i="1"/>
            </a:br>
            <a:r>
              <a:rPr lang="en-US" altLang="pt-BR" sz="4000" i="1"/>
              <a:t>Com mil penas e grande dor;</a:t>
            </a:r>
            <a:br>
              <a:rPr lang="en-US" altLang="pt-BR" sz="4000" i="1"/>
            </a:br>
            <a:r>
              <a:rPr lang="en-US" altLang="pt-BR" sz="4000" i="1"/>
              <a:t>Mas Jesus chamou: </a:t>
            </a:r>
            <a:br>
              <a:rPr lang="en-US" altLang="pt-BR" sz="4000" i="1"/>
            </a:br>
            <a:r>
              <a:rPr lang="en-US" altLang="pt-BR" sz="4000" i="1"/>
              <a:t>"Vem, sim, vem a Mim,</a:t>
            </a:r>
            <a:br>
              <a:rPr lang="en-US" altLang="pt-BR" sz="4000" i="1"/>
            </a:br>
            <a:r>
              <a:rPr lang="en-US" altLang="pt-BR" sz="4000" i="1"/>
              <a:t>Quero ser teu Salvador".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64DCB72-C640-F71B-FBD9-8F9C69022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Na minh ‘alma reina paz;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Desde que vim a Jesus;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Tenho sempre paz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avistei de Deus,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gozo mui veraz.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C64E791E-901F-5202-3556-88431D03EB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Pelas grandes ondas da perdição, </a:t>
            </a:r>
            <a:br>
              <a:rPr lang="en-US" altLang="pt-BR" sz="4000" i="1"/>
            </a:br>
            <a:r>
              <a:rPr lang="en-US" altLang="pt-BR" sz="4000" i="1"/>
              <a:t>Fui cercado no alto mar, </a:t>
            </a:r>
            <a:br>
              <a:rPr lang="en-US" altLang="pt-BR" sz="4000" i="1"/>
            </a:br>
            <a:r>
              <a:rPr lang="en-US" altLang="pt-BR" sz="4000" i="1"/>
              <a:t>Sem ter um piloto no furacão, </a:t>
            </a:r>
            <a:br>
              <a:rPr lang="en-US" altLang="pt-BR" sz="4000" i="1"/>
            </a:br>
            <a:r>
              <a:rPr lang="en-US" altLang="pt-BR" sz="4000" i="1"/>
              <a:t>Que pudesse me guiar.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8050D3B-47D8-5B9B-3581-C21ADDB6E1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Na minh ‘alma reina paz;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Desde que vim a Jesus;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Tenho sempre paz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avistei de Deus,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gozo mui veraz.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BB88A41-DD77-69AC-EC86-728DF7AB69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E se te encontrares a pelejar, </a:t>
            </a:r>
            <a:br>
              <a:rPr lang="en-US" altLang="pt-BR" sz="4000" i="1"/>
            </a:br>
            <a:r>
              <a:rPr lang="en-US" altLang="pt-BR" sz="4000" i="1"/>
              <a:t>Sem auxilio ter eficaz, </a:t>
            </a:r>
            <a:br>
              <a:rPr lang="en-US" altLang="pt-BR" sz="4000" i="1"/>
            </a:br>
            <a:r>
              <a:rPr lang="en-US" altLang="pt-BR" sz="4000" i="1"/>
              <a:t>Clama ao Salvador, clama sem tardar, Sua graça é mui veraz.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055B54F-159F-0F37-3F6D-3305AA729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Na minh ‘alma reina paz;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Desde que vim a Jesus;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Tenho sempre paz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Pois avistei de Deus, a luz!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E gozo mui veraz.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198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223 NA MINH’ALMA REINA PAZ </vt:lpstr>
      <vt:lpstr>Em escuridão, sem Jesus, me vi, Com mil penas e grande dor; Mas Jesus chamou:  "Vem, sim, vem a Mim, Quero ser teu Salvador".  </vt:lpstr>
      <vt:lpstr>Na minh ‘alma reina paz;  Desde que vim a Jesus;  Tenho sempre paz  Pois avistei de Deus, a luz!  E gozo mui veraz.</vt:lpstr>
      <vt:lpstr>Pelas grandes ondas da perdição,  Fui cercado no alto mar,  Sem ter um piloto no furacão,  Que pudesse me guiar.  </vt:lpstr>
      <vt:lpstr>Na minh ‘alma reina paz;  Desde que vim a Jesus;  Tenho sempre paz  Pois avistei de Deus, a luz!  E gozo mui veraz.</vt:lpstr>
      <vt:lpstr>E se te encontrares a pelejar,  Sem auxilio ter eficaz,  Clama ao Salvador, clama sem tardar, Sua graça é mui veraz.</vt:lpstr>
      <vt:lpstr>Na minh ‘alma reina paz;  Desde que vim a Jesus;  Tenho sempre paz  Pois avistei de Deus, a luz!  E gozo mui veraz.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223 NA MINH’ALMA REINA PAZ </dc:title>
  <dc:creator>Junior</dc:creator>
  <cp:lastModifiedBy>Emerson Souza</cp:lastModifiedBy>
  <cp:revision>1</cp:revision>
  <dcterms:created xsi:type="dcterms:W3CDTF">2005-12-23T22:30:15Z</dcterms:created>
  <dcterms:modified xsi:type="dcterms:W3CDTF">2026-05-02T21:55:31Z</dcterms:modified>
</cp:coreProperties>
</file>