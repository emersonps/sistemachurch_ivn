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90" y="-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BFD29A-3C10-E987-C626-7E6321D352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58A536A-C763-8A4D-E5F3-FBFA37443C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4899AA-F2BE-A9E1-1CE9-2D8D69218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05644B5-687E-FA25-94A8-AAAB257F2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0B59EE-772B-B9C2-B86F-41E58F8B6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32D848-F621-467A-B72F-8D08ABD443F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0086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F373B7-6C0D-A9E2-9367-532A59252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9C3D55-DE94-3280-1335-0DBC43899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41BE64-BE35-C6B1-3087-3C95770ED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B194F1-DD2A-B6F9-72E4-7A96AEC50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8E2014-A744-7E36-DAD8-516E3AA74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F4C711-92FF-4928-98F5-A59BCBDF6A6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06780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A6A3AA-33A0-57DD-2A47-1D397762A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B697877-F889-20E2-DEBE-C505C51F6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64E96F4-97E4-410C-E1D1-EE2D42349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6D877F0-8C1D-7033-F0DA-B80895F96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0206480-3613-9187-E012-49486E6C8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CE04B9-1B1A-40A5-B932-FA16E153B33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03561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C65D2E-AD40-9E8F-57C1-102FB71A0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93BC91-3BFD-848E-4C47-C4BFF1611C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8FCEB20-24C6-C417-84E9-A2FAE45E06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74C9B6E-EAB7-7C3D-DDE3-B4769C521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C246C71-0643-8689-666E-D6F2AA29D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E76E6DB-9518-8A33-029A-9B64FE119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C48235-6608-4811-B4C9-A090EBEEA42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55932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62A723-3A1E-D6A0-3ECF-4AE2E2952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1118AF7-4F9C-780B-DF43-A287DC62B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EA9D217-5398-63C3-F63E-4C5CB134E7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3977D5B-D529-79D6-D2F8-5EC04F626A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5893FBD-3583-C3C0-014D-4DADD4E09A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60BFBD6-D179-FDDB-C944-3BAB7C99A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8204775-B754-5EBF-DA10-B9887635E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E87FA1C-BD27-F85B-1A4D-CFFB2067A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C52F24-B392-4D9F-B72D-2906A931446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49668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810EED-A397-8FAE-A450-71DF671E7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0563283-9184-976E-A016-575B4D3B6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58AEAD3-6269-B7BE-705A-0FAE0C805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7461C25-44BA-3EE8-C993-84746AAD8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E1C980-53E8-48EA-9242-1F4AEAED257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01423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0AB0394-7713-7E14-5A36-732F68936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F34AA16-C6E3-368D-94F6-6C9100A57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6EFFB8D-1163-B12D-EA02-BE2B7174B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196DAA-D159-4B62-9D66-85DA74895C6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25756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FBC887-4CB2-7C85-60C9-3072D8CD3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342B2D-9889-D616-A475-4B35A5F38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A563FB4-5F68-A186-3CE9-C37FDE776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69C9AB8-91DD-75B8-A9EB-CC499E37E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16AF8ED-D604-4101-0A3E-8A949D284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FF8740B-2D95-CE0C-67C4-8E45505CF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468F3D-750D-4159-BB8C-6A4FF44E7C0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68447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ED9A13-567E-A897-F5A8-E34934159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0D97804-15C6-D5BC-7D6A-51F6A441BF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B3D517D-7083-14D7-CB86-9863A2B0D6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A01003A-58F1-4586-A5C7-64E8C9B2A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1D5EAC0-79BF-DD86-807F-4ADE31D0F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B69AFC8-7FB0-5205-A6C6-FDDE457EC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252CBB-B26A-40DE-A547-6BEFBE55539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19527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704633-7295-6AD6-ED26-A3034CB26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6365E26-EC4C-8F57-6D5B-4B2231382C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4B56C27-C130-E971-EFBF-306767315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35E4A34-53E3-9E56-3A1C-0A7DF15A4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157366-80A6-3644-73F4-141E5559C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156253-F831-468D-BDFB-F0E550D94CB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90214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06A3C60-05AF-9FDD-18B0-979C29FAFD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9828396-DB53-F602-3E27-B0CF7F49F1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573C1D-910A-8CEA-1DEC-01F204CA7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A19001-1375-15DF-29AF-83F7867F0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34949E-CAA1-BA94-5BF6-3969EAAEF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5760E4-A71D-41FA-8847-540939FC64F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56129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850E554-AA38-6D30-8898-04F8957D3A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BA72581-77BE-5BA5-1A58-962451FA09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7BB060B-6C61-C90C-1B0D-B263BF488E1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6389965-5510-E284-974E-F79A5C55C18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78C5EF8-C266-5660-E134-BF0482636BC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8182E0A-9B56-447E-AC25-ED736A19C80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0AB0B2A-21ED-EC17-733B-3242CD72643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489</a:t>
            </a:r>
            <a:br>
              <a:rPr lang="pt-BR" altLang="pt-BR" sz="4400" b="1"/>
            </a:br>
            <a:r>
              <a:rPr lang="pt-BR" altLang="pt-BR" sz="4400" b="1"/>
              <a:t>CHEGAI PARA ADORAR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B861272-734F-C94E-4FCF-10A8ED0F8D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6178550"/>
          </a:xfrm>
        </p:spPr>
        <p:txBody>
          <a:bodyPr/>
          <a:lstStyle/>
          <a:p>
            <a:r>
              <a:rPr lang="pt-BR" altLang="pt-BR" sz="3600"/>
              <a:t>Chegai, pastorzinhos, chegai p'ra adorar</a:t>
            </a:r>
            <a:br>
              <a:rPr lang="pt-BR" altLang="pt-BR" sz="3600"/>
            </a:br>
            <a:r>
              <a:rPr lang="pt-BR" altLang="pt-BR" sz="3600"/>
              <a:t>O Rei do universo, que nasce em Belém, </a:t>
            </a:r>
            <a:br>
              <a:rPr lang="pt-BR" altLang="pt-BR" sz="3600"/>
            </a:br>
            <a:r>
              <a:rPr lang="pt-BR" altLang="pt-BR" sz="3600"/>
              <a:t>Sim, ricos presentes podemos Lhe dar, </a:t>
            </a:r>
            <a:br>
              <a:rPr lang="pt-BR" altLang="pt-BR" sz="3600"/>
            </a:br>
            <a:r>
              <a:rPr lang="pt-BR" altLang="pt-BR" sz="3600"/>
              <a:t>A fé o amor, nossa vida também.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E30E7C4-CEE5-D83B-5896-9DD0880A9B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324975" cy="6323012"/>
          </a:xfrm>
        </p:spPr>
        <p:txBody>
          <a:bodyPr/>
          <a:lstStyle/>
          <a:p>
            <a:r>
              <a:rPr lang="pt-BR" altLang="pt-BR" sz="3600"/>
              <a:t>Um rústico teto abrigo Lhe dá;</a:t>
            </a:r>
            <a:br>
              <a:rPr lang="pt-BR" altLang="pt-BR" sz="3600"/>
            </a:br>
            <a:r>
              <a:rPr lang="pt-BR" altLang="pt-BR" sz="3600"/>
              <a:t>Por casa um presépio, por templo um portal </a:t>
            </a:r>
            <a:br>
              <a:rPr lang="pt-BR" altLang="pt-BR" sz="3600"/>
            </a:br>
            <a:r>
              <a:rPr lang="pt-BR" altLang="pt-BR" sz="3600"/>
              <a:t>Num leito de palhas deitado está,</a:t>
            </a:r>
            <a:br>
              <a:rPr lang="pt-BR" altLang="pt-BR" sz="3600"/>
            </a:br>
            <a:r>
              <a:rPr lang="pt-BR" altLang="pt-BR" sz="3600"/>
              <a:t>Quem deu às estrelas a luz celestial.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7A24B39-FFF6-169E-2958-31B8D5693F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8964613" cy="6178550"/>
          </a:xfrm>
        </p:spPr>
        <p:txBody>
          <a:bodyPr/>
          <a:lstStyle/>
          <a:p>
            <a:r>
              <a:rPr lang="pt-BR" altLang="pt-BR" sz="3600"/>
              <a:t>Seguindo uma estrela que veio </a:t>
            </a:r>
            <a:br>
              <a:rPr lang="pt-BR" altLang="pt-BR" sz="3600"/>
            </a:br>
            <a:r>
              <a:rPr lang="pt-BR" altLang="pt-BR" sz="3600"/>
              <a:t>O anunciar, </a:t>
            </a:r>
            <a:br>
              <a:rPr lang="pt-BR" altLang="pt-BR" sz="3600"/>
            </a:br>
            <a:r>
              <a:rPr lang="pt-BR" altLang="pt-BR" sz="3600"/>
              <a:t>Os magos do Oriente atrás dEle, vão: </a:t>
            </a:r>
            <a:br>
              <a:rPr lang="pt-BR" altLang="pt-BR" sz="3600"/>
            </a:br>
            <a:r>
              <a:rPr lang="pt-BR" altLang="pt-BR" sz="3600"/>
              <a:t>E diante se prostram do Rei de Judá, </a:t>
            </a:r>
            <a:br>
              <a:rPr lang="pt-BR" altLang="pt-BR" sz="3600"/>
            </a:br>
            <a:r>
              <a:rPr lang="pt-BR" altLang="pt-BR" sz="3600"/>
              <a:t>De incenso, ouro e mirra, tributo Lhe dão.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4AC2FE5-3129-AE5B-8CB8-D5F612AE9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3600"/>
              <a:t>Oh! Glória, Aleluia, os salvos Te dão,</a:t>
            </a:r>
            <a:br>
              <a:rPr lang="pt-BR" altLang="pt-BR" sz="3600"/>
            </a:br>
            <a:r>
              <a:rPr lang="pt-BR" altLang="pt-BR" sz="3600"/>
              <a:t>Hosanas os anjos, entoam também,</a:t>
            </a:r>
            <a:br>
              <a:rPr lang="pt-BR" altLang="pt-BR" sz="3600"/>
            </a:br>
            <a:r>
              <a:rPr lang="pt-BR" altLang="pt-BR" sz="3600"/>
              <a:t>Louvai ao Messias, que trouxe perdão;</a:t>
            </a:r>
            <a:br>
              <a:rPr lang="pt-BR" altLang="pt-BR" sz="3600"/>
            </a:br>
            <a:r>
              <a:rPr lang="pt-BR" altLang="pt-BR" sz="3600"/>
              <a:t>A Cristo Jesus, que nasceu em Belém.	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157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489 CHEGAI PARA ADORAR</vt:lpstr>
      <vt:lpstr>Chegai, pastorzinhos, chegai p'ra adorar O Rei do universo, que nasce em Belém,  Sim, ricos presentes podemos Lhe dar,  A fé o amor, nossa vida também. </vt:lpstr>
      <vt:lpstr>Um rústico teto abrigo Lhe dá; Por casa um presépio, por templo um portal  Num leito de palhas deitado está, Quem deu às estrelas a luz celestial. </vt:lpstr>
      <vt:lpstr>Seguindo uma estrela que veio  O anunciar,  Os magos do Oriente atrás dEle, vão:  E diante se prostram do Rei de Judá,  De incenso, ouro e mirra, tributo Lhe dão. </vt:lpstr>
      <vt:lpstr>Oh! Glória, Aleluia, os salvos Te dão, Hosanas os anjos, entoam também, Louvai ao Messias, que trouxe perdão; A Cristo Jesus, que nasceu em Belém. 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489 - CHEGAI PARA ADORAR</dc:title>
  <dc:creator>Montagna</dc:creator>
  <cp:lastModifiedBy>Emerson Souza</cp:lastModifiedBy>
  <cp:revision>3</cp:revision>
  <dcterms:created xsi:type="dcterms:W3CDTF">2005-10-21T09:59:00Z</dcterms:created>
  <dcterms:modified xsi:type="dcterms:W3CDTF">2026-05-02T22:17:54Z</dcterms:modified>
</cp:coreProperties>
</file>