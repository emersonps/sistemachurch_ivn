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14B24C-A5BA-882E-CD32-7B6C345E9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9F9FC3-1AAE-4615-5024-0E2738957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915596-66F5-9E8B-DF95-A80BDEF4D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7126E2-56FF-5285-601E-827E4D9DB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ED014D-EFDD-78DD-05A1-6305FDFD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9185D9-D0A7-404F-8C99-6CBB8EFA41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1477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899E69-33E7-AA7D-43FC-BE9D423B4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D30689-A90D-8616-BC4D-A4FD3DA5F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82858D-4BBC-E211-9E19-8128F1527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FC3728-F0E1-F781-6B0F-7D6669D1A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1CF7E4-082A-6790-33E6-83706F696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4C7B48-DEEA-4AAF-A96E-CB13ED3F5B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96521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F7A64-5318-BF82-7822-CC311233B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2D2D84-7EA2-6550-3AC8-831D93B10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87781A-82F0-2A10-871A-1FBBA9845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77B01B-0F00-5B67-C966-5C6EFAC8E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440C81-B902-4DD1-DD00-FFDDCCE33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45FE60-C3F1-4228-A2D2-94697BEEE5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85273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EB266-F7E9-B050-A8C2-5C01CC073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33C6E4-1697-57D0-3E56-5E21AC3D47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C4ACB65-6C95-C9A1-B74D-270BD43BC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F4CCAA-CFBD-C45B-6EFB-0FA8AFABC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FDB4E1-1F5B-9A10-3D19-6FBDE1630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BB76D3-C066-83AB-DFC9-72E88AAFC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049CA1-6C38-4E3A-9602-FC16C9AE99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54715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DFE8FD-394D-448C-E17B-E624EBF4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E2D96E3-4B53-4DD5-9549-9B67547C1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7EB22A4-F6BB-33A4-D4B7-87BD4DD54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A444D76-7550-8F76-7042-6A15A458AE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3EBDE9A-28E9-9418-1FFC-C8D4DDFDAF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A60C94E-3B76-28BD-CBE4-2F5DD210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01EB51A-B447-91E2-AB82-3992973EB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FC3AD06-BEF5-3C5D-C4BA-1A38F1B30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F86C91-367D-46F4-9939-C4CF602859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49075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5D700-EA41-DA95-96CC-4C5AD3C99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F248029-A9B4-E5CE-7D15-36F5A5DD0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3F537C-E3E0-8551-81B3-22F7528B6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D62E34E-482D-D7AB-5EFF-2E48943F8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CD6CDB-37E8-4988-A1BE-F4F13A9615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25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E824185-A9D0-DD06-FE0D-252317183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1375AD4-D69E-9ADF-7780-4535F6070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B31F234-B85B-53E2-9658-651B2BA41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E2BA55-81B5-4A57-B547-3555E07E6F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903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75A359-B1A8-6B89-20A8-07039FFDD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4763D8-2089-8904-E782-B1E45FD11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E2D14B-07C4-E05F-A25E-CA42005CC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2E50AD-DD91-569E-563D-A72923E0B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C5A9A4-9073-6C05-2614-414A5034E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7A926F5-8698-F322-6646-4E999DFDF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71C6D6-DDC9-4607-97BF-B0D05D009B1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1280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5F76C-3FC1-5889-A022-E0C49380C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60B4F12-F1B6-4EE3-F5F6-7605DC00AF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EE80BB-7E6E-FE4A-C66F-141F71104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F78B9F-4354-30B3-FDF3-C18F177F4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9E2B8E-3B07-B51C-36E5-D59148E6D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E13DABC-6A57-3B97-F801-D38E0F7CE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754D5-DE71-449A-BDAD-E67012B5C4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769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981E8-831E-6E1A-4A2B-61BB48C94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DE69F34-0F93-3044-C89B-7BE7D44DA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19BD44-5D19-0E0F-D392-4B13601D0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5BF261-625F-738F-E29A-683055F6A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3FDB5E-897A-22D0-1A97-9A6A78854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CE4707-354E-46C5-BFD8-DB0D73A5741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9412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4C0B81-24A0-9294-F428-0CE324CBA6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7600A98-ADB6-3545-F5DD-9C189C149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0D61FB-5E0B-CFF8-9C8C-30390DEEB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8CA576-38A7-4028-F77A-BC011514E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426750-D0C9-EB4C-7C76-D5187BF0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85969E-C2B1-4E85-8F0F-52B413BD56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02167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E0CECCE-7F8A-7C7D-5975-B4D9523C06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45C1A39-63C2-766A-45DC-5A9F897F9E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1F57333-0B89-4550-3692-4D2A74BA193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5D000BD-2E86-CAB3-A515-39C3F0DB4BC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B1C975C-D1A6-F3AA-0D1F-5DA2DB5A576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3F32C8A-DC93-42CB-9378-A82688B4ABE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334D6B8-0753-2CCB-525A-6A6766C3AAC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3600" b="1"/>
              <a:t>625 – Glória Indizível</a:t>
            </a:r>
            <a:endParaRPr lang="en-US" altLang="pt-BR" sz="36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1CC7076-0036-89E1-CAC7-08D53C2CCF0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9C8CB6F-111C-AC90-940C-B6169D2B79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Tenho lido da bela cidade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Situada no Reino de Deus,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Amurada de jaspe luzente,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E juncada com áureos troféus.</a:t>
            </a:r>
            <a:br>
              <a:rPr lang="en-US" altLang="pt-BR" sz="3600" i="1"/>
            </a:br>
            <a:r>
              <a:rPr lang="en-US" altLang="pt-BR" sz="3600"/>
              <a:t> </a:t>
            </a:r>
            <a:r>
              <a:rPr lang="en-US" altLang="pt-BR" sz="3600" i="1"/>
              <a:t>Bem no meio da praça eis o rio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Da vida e vigor eternal;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Mas metade da glória celeste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Jamais se contou ao mortal.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  <a:endParaRPr lang="en-US" altLang="pt-BR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9F82217-DA38-FFCC-34BC-CFCE51F48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b="1" i="1"/>
              <a:t>Jamais se contou ao mortal!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Jamais se contou ao mortal!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Metade da glória celeste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Jamais se contou ao mortal!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650B513-C48F-8D2A-52B1-1C5800556B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tabLst>
                <a:tab pos="4922838" algn="l"/>
              </a:tabLst>
            </a:pPr>
            <a:r>
              <a:rPr lang="en-US" altLang="pt-BR" sz="3600" i="1"/>
              <a:t>Tenho lido dos belos palácios,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Que Jesus foi no Céu preparar,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Onde os santos fiéis, para sempre,</a:t>
            </a:r>
            <a:br>
              <a:rPr lang="en-US" altLang="pt-BR" sz="3600" i="1"/>
            </a:br>
            <a:r>
              <a:rPr lang="en-US" altLang="pt-BR" sz="3600"/>
              <a:t> </a:t>
            </a:r>
            <a:r>
              <a:rPr lang="en-US" altLang="pt-BR" sz="3600" i="1"/>
              <a:t>Mui felizes irão habitar;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Nem tristeza, nem dor, nem velhice</a:t>
            </a:r>
            <a:r>
              <a:rPr lang="en-US" altLang="pt-BR" sz="3600"/>
              <a:t> </a:t>
            </a:r>
            <a:r>
              <a:rPr lang="en-US" altLang="pt-BR" sz="3600" i="1"/>
              <a:t>Veremos no lar paternal;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Mas metade da glória celeste</a:t>
            </a:r>
            <a:br>
              <a:rPr lang="en-US" altLang="pt-BR" sz="3600" i="1"/>
            </a:br>
            <a:r>
              <a:rPr lang="en-US" altLang="pt-BR" sz="3600"/>
              <a:t> </a:t>
            </a:r>
            <a:r>
              <a:rPr lang="en-US" altLang="pt-BR" sz="3600" i="1"/>
              <a:t>Jamais se contou ao mortal.</a:t>
            </a:r>
            <a:r>
              <a:rPr lang="en-US" altLang="pt-BR" sz="3600"/>
              <a:t> </a:t>
            </a:r>
            <a:endParaRPr lang="en-US" altLang="pt-BR" sz="3600"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5018097-43F9-AB0C-27C3-14348AD767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b="1" i="1"/>
              <a:t>Jamais se contou ao mortal!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Jamais se contou ao mortal!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Metade da glória celeste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Jamais se contou ao mortal!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FC8B969-EC36-FD9A-0A7C-082527410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 </a:t>
            </a:r>
            <a:r>
              <a:rPr lang="en-US" altLang="pt-BR" sz="3600"/>
              <a:t> </a:t>
            </a:r>
            <a:r>
              <a:rPr lang="en-US" altLang="pt-BR" sz="3600" i="1"/>
              <a:t>Tenho lido das vestes brilhantes,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Das coroas que os crentes terão,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Quando o Pai os chamar proclamando:</a:t>
            </a:r>
            <a:r>
              <a:rPr lang="en-US" altLang="pt-BR" sz="3600"/>
              <a:t> </a:t>
            </a:r>
            <a:r>
              <a:rPr lang="en-US" altLang="pt-BR" sz="3600" i="1"/>
              <a:t> “Recebei eternal galardão!”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Tenho lido que os santos na glória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Tem gozo e prazer perenal.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Mas metade da glória celeste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Jamais se contou ao mortal.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D03DF3C-43D6-AD00-AC3E-9917BDB2D5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b="1" i="1"/>
              <a:t>Jamais se contou ao mortal!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Jamais se contou ao mortal!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Metade da glória celeste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Jamais se contou ao mortal!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FF37989-77E2-B43F-477B-7A6DE998B4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Tenho lido da história bendita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De Jesus, o fiel Redentor,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Que por nós padeceu no Calvário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E recebe ao mais vil pecador.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Tenho lido do sangue vertido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Que a todos redime do mal;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Mas metade da glória celeste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Jamais se contou ao mortal.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9900882-8279-4983-38AE-FB3E6FE237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b="1" i="1"/>
              <a:t>Jamais se contou ao mortal!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Jamais se contou ao mortal!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Metade da glória celeste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Jamais se contou ao mortal!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625 – Glória Indizível</vt:lpstr>
      <vt:lpstr>Tenho lido da bela cidade  Situada no Reino de Deus,  Amurada de jaspe luzente,  E juncada com áureos troféus.  Bem no meio da praça eis o rio  Da vida e vigor eternal;  Mas metade da glória celeste  Jamais se contou ao mortal.    </vt:lpstr>
      <vt:lpstr>Jamais se contou ao mortal!  Jamais se contou ao mortal!  Metade da glória celeste  Jamais se contou ao mortal!    </vt:lpstr>
      <vt:lpstr>Tenho lido dos belos palácios,  Que Jesus foi no Céu preparar,  Onde os santos fiéis, para sempre,  Mui felizes irão habitar;  Nem tristeza, nem dor, nem velhice Veremos no lar paternal;  Mas metade da glória celeste  Jamais se contou ao mortal. </vt:lpstr>
      <vt:lpstr>Jamais se contou ao mortal!  Jamais se contou ao mortal!  Metade da glória celeste  Jamais se contou ao mortal!    </vt:lpstr>
      <vt:lpstr>  Tenho lido das vestes brilhantes,  Das coroas que os crentes terão,  Quando o Pai os chamar proclamando:  “Recebei eternal galardão!”  Tenho lido que os santos na glória  Tem gozo e prazer perenal.  Mas metade da glória celeste  Jamais se contou ao mortal.    </vt:lpstr>
      <vt:lpstr>Jamais se contou ao mortal!  Jamais se contou ao mortal!  Metade da glória celeste  Jamais se contou ao mortal!    </vt:lpstr>
      <vt:lpstr>Tenho lido da história bendita  De Jesus, o fiel Redentor,  Que por nós padeceu no Calvário  E recebe ao mais vil pecador.  Tenho lido do sangue vertido  Que a todos redime do mal;  Mas metade da glória celeste  Jamais se contou ao mortal.</vt:lpstr>
      <vt:lpstr>Jamais se contou ao mortal!  Jamais se contou ao mortal!  Metade da glória celeste  Jamais se contou ao mortal!  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625 – Glória Indizível</dc:title>
  <dc:creator>Junior</dc:creator>
  <cp:lastModifiedBy>Emerson Souza</cp:lastModifiedBy>
  <cp:revision>1</cp:revision>
  <dcterms:created xsi:type="dcterms:W3CDTF">2005-12-27T18:40:56Z</dcterms:created>
  <dcterms:modified xsi:type="dcterms:W3CDTF">2026-05-02T22:29:44Z</dcterms:modified>
</cp:coreProperties>
</file>