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0C68A-19E5-486D-22A6-E040E1113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B5D1D6-9691-EA5C-0E89-3AF2272CF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181B01-0BDA-606D-36C6-B019BFD5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DAD68C-287B-E53B-D70B-A49D8ECAD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235128-7985-AF11-8068-42784E1F8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BC4CD0-A348-422C-9081-9F1E00430D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60753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68112E-F831-89CE-AF51-1EBA108B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759EF3-118C-7EF1-EA15-7E4256592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4741E6-225A-1E36-0EDA-98A3EC32C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31F3D7-4AF7-BA92-691F-7C079BA7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BF8FE7-52AE-9E18-E2CB-7028B2CC2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1F83EF-0318-480A-848F-F3CF7E7A4B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83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6E95A-6DA9-EE37-0E27-289F8F9FD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5E0628-7334-B747-C76E-1EFD660FD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B22060-5E40-3752-EECF-DB4B7787F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4CAC68-FABD-819D-63CF-A0F8323F5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6F995D-9D2F-E476-70E8-F35F1EEDE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3B3786-D03D-4EE3-911F-82A13D255A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9285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0E388C-61F9-3765-FAC8-F18893DD0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3D3759-507F-C671-4F7E-6BC60B9621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41CDCD-4238-AD83-B2DD-9C6E36166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CB4BC5-ABCB-7573-A4E4-0FB04ADB8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640FD5-62EC-D7D5-7060-46D13B4CC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CEAEBA-6872-FB7C-9B75-D64772A91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78E698-68EB-4D65-AE31-6B8CBF24C4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5152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A64D1-0EB7-466A-0775-80F18DF7F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4812EC-584E-2F5F-E499-D6ABB1AC1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FEA8827-F626-D4CE-9320-BC7D0A56C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D9B3E5D-BCE3-276E-72B2-EDBDAD2DA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EB9AAFF-4F8C-E153-1899-5DED5370D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D15C35F-186C-DF38-6D33-A528E4A8F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6C1927-F4E4-5325-999C-B023249A5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58F7C92-A1CC-09CC-739C-AA79AEBB9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98B468-F60C-4FF9-A0DE-F57711DB27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9688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CA2D84-3900-07D5-C941-6B5C0713E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50CE266-C826-B545-43AA-032D340D2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2B19C2-6B41-4F4A-FE19-64618A97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4ABBC26-C5A9-05EB-0D0B-958E23BD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C969-F2B3-425D-A280-ABCDAA85DD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1583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CAFA76-8150-BD41-FB73-471E9DFEB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622A7CD-8A66-42AF-CF4B-76F482BB3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9C1E9C-02C0-51B1-8255-D6347696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9AFECD-FBB4-4E92-BD04-5D6E2ABCD8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12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465602-AC73-5BC7-DCA7-C13667ADA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5540D3-A5FD-5400-99F8-1FF2D42EA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8E347C-BAE8-B026-009F-26704C858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60987FF-4DEC-9B3B-B98D-BC5F4A344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259F8B-C5C3-0FAA-4567-DC7B3B782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C4CA76-8E74-B343-CB0A-D04CDF78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6B8B7B-7E80-4B80-86D9-434272512B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6820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153D9-7234-0E68-199A-7A3490012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CB68484-CB96-5DC9-5B7E-6BD7CACB27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00034C-D328-67D2-4FD8-99ED90BCF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808900-C2A5-01CF-CFBE-ABF3BE362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4F7A95-EB03-615B-621D-DFFA8C219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C16B83-0939-5D88-E5A2-A21B6C7B2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ED5F88-8A44-4DC1-8BA2-2B5F8BF71F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9072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4C3D6-A3EC-E79D-D095-15B89CD39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EAE5BB5-B4D6-C424-180A-FD2C305F7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9F83C4-F19A-0B8E-89BB-C9CFCB483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16D4F9-F53C-F26A-D74E-51E139558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84CB1A-5DCD-2E5A-3E26-D249BFC81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BD815F-3BAE-468B-85AE-A1744BD168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1621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3D75D8-7D89-40B5-F692-C3C483588C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C9F02D-E26A-B94C-A793-5CF4F65A1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29E681-9590-2C44-8D99-119B0DC6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274948-C992-01AB-9C61-A8792BC58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31EFCB-9179-8305-EF03-FB1F832D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BDD23C-A5C8-4692-A57E-507F2247F4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0365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17229D8-71BA-4EEA-F481-B1B89AA03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93DB134-9443-E9B8-5CD3-E9852AE6B5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5323E6-3E36-CB81-34D0-39C9D52EEC0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63299DB-1863-6354-06C1-DD25F71E33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C86D2E5-F0CF-6FDB-4604-7F903AA11A3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A437C8D-C99F-47EF-9B3E-64519708521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1A1200E-5408-04B3-6655-43FDB066416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389</a:t>
            </a:r>
            <a:br>
              <a:rPr lang="pt-BR" altLang="pt-BR" sz="4400" b="1"/>
            </a:br>
            <a:r>
              <a:rPr lang="pt-BR" altLang="pt-BR" sz="4400" b="1"/>
              <a:t>LAVA-ME, Ó DEUS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64ECE1D-15E8-2A04-6571-F230B6CDF4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Tua justiça eu quero cumprir, </a:t>
            </a:r>
            <a:br>
              <a:rPr lang="pt-BR" altLang="pt-BR" sz="3600"/>
            </a:br>
            <a:r>
              <a:rPr lang="pt-BR" altLang="pt-BR" sz="3600"/>
              <a:t>Alegremente me vou batizar </a:t>
            </a:r>
            <a:br>
              <a:rPr lang="pt-BR" altLang="pt-BR" sz="3600"/>
            </a:br>
            <a:r>
              <a:rPr lang="pt-BR" altLang="pt-BR" sz="3600"/>
              <a:t>Por imersão, para Cristo seguir </a:t>
            </a:r>
            <a:br>
              <a:rPr lang="pt-BR" altLang="pt-BR" sz="3600"/>
            </a:br>
            <a:r>
              <a:rPr lang="pt-BR" altLang="pt-BR" sz="3600"/>
              <a:t>E meus pecados, assim sepultar.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597D616-85B0-6C4F-EC37-E1F400E604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Lava-me, lava-me, ó Deus de amor, </a:t>
            </a:r>
            <a:br>
              <a:rPr lang="pt-BR" altLang="pt-BR" sz="3600" b="1" i="1"/>
            </a:br>
            <a:r>
              <a:rPr lang="pt-BR" altLang="pt-BR" sz="3600" b="1" i="1"/>
              <a:t>No sangue puro de Cristo Jesus; </a:t>
            </a:r>
            <a:br>
              <a:rPr lang="pt-BR" altLang="pt-BR" sz="3600" b="1" i="1"/>
            </a:br>
            <a:r>
              <a:rPr lang="pt-BR" altLang="pt-BR" sz="3600" b="1" i="1"/>
              <a:t>Torna minh'alma mais alva que a luz, </a:t>
            </a:r>
            <a:br>
              <a:rPr lang="pt-BR" altLang="pt-BR" sz="3600" b="1" i="1"/>
            </a:br>
            <a:r>
              <a:rPr lang="pt-BR" altLang="pt-BR" sz="3600" b="1" i="1"/>
              <a:t>No sangue puro de Cristo Jesus.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69970AE-5CFA-A9B2-8A71-4DE8C3B286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Quando das águas eu ressuscitar, </a:t>
            </a:r>
            <a:br>
              <a:rPr lang="pt-BR" altLang="pt-BR" sz="3600"/>
            </a:br>
            <a:r>
              <a:rPr lang="pt-BR" altLang="pt-BR" sz="3600"/>
              <a:t>Já criação nova sou em Jesus; </a:t>
            </a:r>
            <a:br>
              <a:rPr lang="pt-BR" altLang="pt-BR" sz="3600"/>
            </a:br>
            <a:r>
              <a:rPr lang="pt-BR" altLang="pt-BR" sz="3600"/>
              <a:t>Posso e Ele servir e honrar,</a:t>
            </a:r>
            <a:br>
              <a:rPr lang="pt-BR" altLang="pt-BR" sz="3600"/>
            </a:br>
            <a:r>
              <a:rPr lang="pt-BR" altLang="pt-BR" sz="3600"/>
              <a:t>Por crer na obra sublime da cruz.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27208FD-323F-13EB-3910-498DF330D8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Lava-me, lava-me, ó Deus de amor, </a:t>
            </a:r>
            <a:br>
              <a:rPr lang="pt-BR" altLang="pt-BR" sz="3600" b="1" i="1"/>
            </a:br>
            <a:r>
              <a:rPr lang="pt-BR" altLang="pt-BR" sz="3600" b="1" i="1"/>
              <a:t>No sangue puro de Cristo Jesus; </a:t>
            </a:r>
            <a:br>
              <a:rPr lang="pt-BR" altLang="pt-BR" sz="3600" b="1" i="1"/>
            </a:br>
            <a:r>
              <a:rPr lang="pt-BR" altLang="pt-BR" sz="3600" b="1" i="1"/>
              <a:t>Torna minh'alma mais alva que a luz, </a:t>
            </a:r>
            <a:br>
              <a:rPr lang="pt-BR" altLang="pt-BR" sz="3600" b="1" i="1"/>
            </a:br>
            <a:r>
              <a:rPr lang="pt-BR" altLang="pt-BR" sz="3600" b="1" i="1"/>
              <a:t>No sangue puro de Cristo Jesus.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AEA4E99-6748-505A-5F69-2CE817F0AE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Com toda força, meu bom Salvador,</a:t>
            </a:r>
            <a:br>
              <a:rPr lang="pt-BR" altLang="pt-BR" sz="3600"/>
            </a:br>
            <a:r>
              <a:rPr lang="pt-BR" altLang="pt-BR" sz="3600"/>
              <a:t>Teu santo nome eu invocarei,</a:t>
            </a:r>
            <a:br>
              <a:rPr lang="pt-BR" altLang="pt-BR" sz="3600"/>
            </a:br>
            <a:r>
              <a:rPr lang="pt-BR" altLang="pt-BR" sz="3600"/>
              <a:t>Para que eu vá de valor em valor,</a:t>
            </a:r>
            <a:br>
              <a:rPr lang="pt-BR" altLang="pt-BR" sz="3600"/>
            </a:br>
            <a:r>
              <a:rPr lang="pt-BR" altLang="pt-BR" sz="3600"/>
              <a:t>Ao céu de luz, onde descansarei.</a:t>
            </a:r>
            <a:r>
              <a:rPr lang="pt-BR" altLang="pt-BR" sz="1400"/>
              <a:t>	</a:t>
            </a:r>
            <a:br>
              <a:rPr lang="pt-BR" altLang="pt-BR" sz="1400"/>
            </a:br>
            <a:r>
              <a:rPr lang="pt-BR" altLang="pt-BR" sz="1400"/>
              <a:t>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9226AE7-2C40-219F-AE33-226FB81B90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Lava-me, lava-me, ó Deus de amor, </a:t>
            </a:r>
            <a:br>
              <a:rPr lang="pt-BR" altLang="pt-BR" sz="3600" b="1" i="1"/>
            </a:br>
            <a:r>
              <a:rPr lang="pt-BR" altLang="pt-BR" sz="3600" b="1" i="1"/>
              <a:t>No sangue puro de Cristo Jesus; </a:t>
            </a:r>
            <a:br>
              <a:rPr lang="pt-BR" altLang="pt-BR" sz="3600" b="1" i="1"/>
            </a:br>
            <a:r>
              <a:rPr lang="pt-BR" altLang="pt-BR" sz="3600" b="1" i="1"/>
              <a:t>Torna minh'alma mais alva que a luz, </a:t>
            </a:r>
            <a:br>
              <a:rPr lang="pt-BR" altLang="pt-BR" sz="3600" b="1" i="1"/>
            </a:br>
            <a:r>
              <a:rPr lang="pt-BR" altLang="pt-BR" sz="3600" b="1" i="1"/>
              <a:t>No sangue puro de Cristo Jesus.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207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389 LAVA-ME, Ó DEUS</vt:lpstr>
      <vt:lpstr>Tua justiça eu quero cumprir,  Alegremente me vou batizar  Por imersão, para Cristo seguir  E meus pecados, assim sepultar. </vt:lpstr>
      <vt:lpstr>Lava-me, lava-me, ó Deus de amor,  No sangue puro de Cristo Jesus;  Torna minh'alma mais alva que a luz,  No sangue puro de Cristo Jesus.</vt:lpstr>
      <vt:lpstr>Quando das águas eu ressuscitar,  Já criação nova sou em Jesus;  Posso e Ele servir e honrar, Por crer na obra sublime da cruz. </vt:lpstr>
      <vt:lpstr>Lava-me, lava-me, ó Deus de amor,  No sangue puro de Cristo Jesus;  Torna minh'alma mais alva que a luz,  No sangue puro de Cristo Jesus.</vt:lpstr>
      <vt:lpstr>Com toda força, meu bom Salvador, Teu santo nome eu invocarei, Para que eu vá de valor em valor, Ao céu de luz, onde descansarei.  P.L.M. </vt:lpstr>
      <vt:lpstr>Lava-me, lava-me, ó Deus de amor,  No sangue puro de Cristo Jesus;  Torna minh'alma mais alva que a luz,  No sangue puro de Cristo Jesus.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389 - LAVA-ME, Ó DEUS</dc:title>
  <dc:creator>Montagna</dc:creator>
  <cp:lastModifiedBy>Emerson Souza</cp:lastModifiedBy>
  <cp:revision>2</cp:revision>
  <dcterms:created xsi:type="dcterms:W3CDTF">2005-10-21T05:49:55Z</dcterms:created>
  <dcterms:modified xsi:type="dcterms:W3CDTF">2026-05-02T22:09:24Z</dcterms:modified>
</cp:coreProperties>
</file>