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ABEF96-4B39-6503-4C0F-22DE4B29D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3B865E-C042-34DD-C7DF-86A4C1022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A32B2C-F97D-5791-C6FF-442B1C49E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2C29B2-E8D5-7DD7-90F1-8A366E5F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3F06BF-E24C-4AA8-4364-8202033F9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06911-18BF-4347-85F2-1E29FD0F49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6301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BAFF1A-0CDE-646A-1A77-A11608E58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4BED2D-B4DD-7ABB-565B-92564866C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340A69-1AC7-01C6-7286-8C90D062E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650AFD-A229-8380-252C-A9B67688A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7F02A-E401-19A7-8AD6-2191135E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EEE8C4-F648-4C08-B2AF-4920029646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94262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0AD7E2-0CCD-CFE6-03F1-64A1ED75F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D7071A-D32C-DD33-40E9-48AE33061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4FC9A8-93C3-F403-7215-32D38888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DBE336-3C6D-AAC6-AFF9-E5B71EA31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24D35F-1124-1C82-1F51-7CC4BDD08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3FF45A-2400-4BA7-A0C7-60C918E94D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91774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A0722-5CCC-3C67-D17A-A15427B69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D0C13F-BABA-A7FB-2D69-3C0DAB03F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077F9E-D8B4-72C9-E487-278321BD9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AF8CD3-2DDB-31B1-D7CD-7C93642C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993888-33D8-0245-B6FA-419C9FFB3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78A3CE-52D1-54E2-C6A7-C95523BC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2057B2-8564-4A43-9737-15592E6AB3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3307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BA338-CF9E-A77B-B344-7BBC51F65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19099A-6D45-A698-8756-2C7111B5F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21799A-3EDB-E067-4226-92FC74D20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F08C55E-6F58-51A6-1445-3B61B1C556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6691499-DD28-B21B-46C7-E74E779091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64B73D7-10C5-A1DA-25D8-8E973924B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83C511E-9D6D-A3EA-01B3-500676559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5145841-EBB3-DBDF-96A0-2BA06499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218B10-4C1D-4C45-ACB7-752E92839B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3711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AB554-51A2-972D-31E0-037F3FBED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539D383-E115-6AC8-EA62-8C6BB8F03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265EBC-F060-DCC4-966E-1668EE767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0444A62-FFEC-9D0C-2629-DC530DB33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B9E30-A169-4E32-970C-D30564B174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101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FF251A-CFFD-136D-3B11-9D6E339FA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03294B3-16EE-E276-5B4C-E698D0952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906F0D-39D9-A190-4D25-200F01C7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BAFD0E-426C-4183-A139-2E3B01EC34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57871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4F346-8F79-BEEB-594A-5BAA81DD4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980ABB-EB66-7EFF-32D8-7A7E7B04F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2C69F8-3993-CC45-EF93-DF2778254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218E3CA-5955-BBC3-9A82-1494CFB23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AC4789-CFDC-39A6-F663-B3799EAE5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C0E0D5-A956-B6E4-186B-A43DB91FB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08328F-D0EA-49E2-98BA-8DFBB5613E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23707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80F8B-497F-13DD-A248-8927FCC0E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AF5CE24-1D2A-3F32-E2B9-C9A6175D6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E5DEE5A-605B-E982-DAC2-D40758F89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4FE8EC-A5B6-8F30-BA87-9A6A97915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317C13-ED2C-9CD1-638F-6E6AEFD23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0105B9-1530-2D0C-F2FC-D45977E36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BAFC20-1B9B-475C-A100-CBD4E212AE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714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4AC8B-D84F-85B4-0590-D6DDB663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0C4DD0-9528-D74D-65F1-E263529BE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DB0BE5-32CB-96E8-A61E-2A0599348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DC672F-9D25-E3FF-B1A5-8B081BDB6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8267A-89D7-07B0-AD26-BBF0BC25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636FE1-5C04-47ED-BACC-0FE26AFBCE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2280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C7393C8-FA23-1A6C-9B85-126E49973F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50BCEED-1BF9-9F47-AC32-CC2CCF53A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BD9959-FDD1-2E2C-9128-141115E22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B14B15-E0C0-0B03-089C-771DE2B1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17F06D-3588-F7D5-F1BB-819C497C6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F0A9AB-34E4-4C10-B2E3-879E8F82EC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1985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5377F20-3308-529D-801F-5D1822EBCD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25A07BB-9D81-448C-C54C-ED71F8E274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FF5A3B0-FDC5-81EF-3A6C-F146ACD6F4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AB5FA2B-68E2-1D46-8124-1CD7C8503B2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6F1FDEC-CFF0-E8B3-1081-B9C9AC60EAB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B1AF6AD-F3E7-4F06-864E-C10F99D3568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4680B03-A484-D305-5687-A6EA83863A3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532 - O Santo Nome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B9D677C-1D91-A906-75D6-AE4C5925BA9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71932C6-25D7-7FCF-4DF5-25F10B151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i="1"/>
              <a:t>Este nome santo,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Nome de Jesus,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Doce melodia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Em meu coração produz.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532 - O Santo Nome </vt:lpstr>
      <vt:lpstr>Este nome santo,  Nome de Jesus,  Doce melodia  Em meu coração produz.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532 - O Santo Nome </dc:title>
  <dc:creator>Junior</dc:creator>
  <cp:lastModifiedBy>Emerson Souza</cp:lastModifiedBy>
  <cp:revision>1</cp:revision>
  <dcterms:created xsi:type="dcterms:W3CDTF">2005-12-26T23:10:37Z</dcterms:created>
  <dcterms:modified xsi:type="dcterms:W3CDTF">2026-05-02T22:21:39Z</dcterms:modified>
</cp:coreProperties>
</file>