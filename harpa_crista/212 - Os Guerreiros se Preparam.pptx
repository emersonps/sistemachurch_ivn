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DDC18E6-4D3A-6320-7B0B-FA8BA6D6B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90600"/>
            <a:ext cx="76200" cy="5105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 altLang="pt-BR" sz="240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2AFF37D-9182-182A-364F-37E46E8BD1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1371600"/>
            <a:ext cx="7696200" cy="205740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F990FB2-888E-9622-ACA2-B5C8CA6231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3765550"/>
            <a:ext cx="7696200" cy="2057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A12821DC-C13C-E6EF-1204-D1F6C85D56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406CE7C-D318-83A0-EC12-A1E58135D13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1FA1E602-F87F-B461-6580-0E14E4D98B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b="1"/>
            </a:lvl1pPr>
          </a:lstStyle>
          <a:p>
            <a:fld id="{0DE057D5-D55F-4C70-B14E-0259172CBCE0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E34C5BD0-50D7-DBC6-CCDE-88E605E4967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4800"/>
            <a:ext cx="8391525" cy="5791200"/>
            <a:chOff x="240" y="192"/>
            <a:chExt cx="5286" cy="3648"/>
          </a:xfrm>
        </p:grpSpPr>
        <p:sp>
          <p:nvSpPr>
            <p:cNvPr id="5129" name="Rectangle 9">
              <a:extLst>
                <a:ext uri="{FF2B5EF4-FFF2-40B4-BE49-F238E27FC236}">
                  <a16:creationId xmlns:a16="http://schemas.microsoft.com/office/drawing/2014/main" id="{FFA516EB-D444-81BD-E065-014564300D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236" y="192"/>
              <a:ext cx="288" cy="288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pt-BR" altLang="pt-BR" sz="2400"/>
            </a:p>
          </p:txBody>
        </p:sp>
        <p:sp>
          <p:nvSpPr>
            <p:cNvPr id="5130" name="Rectangle 10">
              <a:extLst>
                <a:ext uri="{FF2B5EF4-FFF2-40B4-BE49-F238E27FC236}">
                  <a16:creationId xmlns:a16="http://schemas.microsoft.com/office/drawing/2014/main" id="{A1EF7600-FEDF-8154-68A5-73D2B722FF6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40" y="192"/>
              <a:ext cx="5004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/>
            </a:p>
          </p:txBody>
        </p:sp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BC65F707-218C-81E5-4BA1-E97D2DF405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40" y="480"/>
              <a:ext cx="5004" cy="14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pt-BR" altLang="pt-BR" sz="2400"/>
            </a:p>
          </p:txBody>
        </p:sp>
        <p:sp>
          <p:nvSpPr>
            <p:cNvPr id="5132" name="Rectangle 12">
              <a:extLst>
                <a:ext uri="{FF2B5EF4-FFF2-40B4-BE49-F238E27FC236}">
                  <a16:creationId xmlns:a16="http://schemas.microsoft.com/office/drawing/2014/main" id="{39706C28-27FD-8342-7B70-E77335DAC5B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242" y="480"/>
              <a:ext cx="282" cy="14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/>
            </a:p>
          </p:txBody>
        </p:sp>
        <p:sp>
          <p:nvSpPr>
            <p:cNvPr id="5133" name="Line 13">
              <a:extLst>
                <a:ext uri="{FF2B5EF4-FFF2-40B4-BE49-F238E27FC236}">
                  <a16:creationId xmlns:a16="http://schemas.microsoft.com/office/drawing/2014/main" id="{25A28840-3D95-14BC-D4B7-25DBBE4F0B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256"/>
              <a:ext cx="48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4" name="Rectangle 14">
              <a:extLst>
                <a:ext uri="{FF2B5EF4-FFF2-40B4-BE49-F238E27FC236}">
                  <a16:creationId xmlns:a16="http://schemas.microsoft.com/office/drawing/2014/main" id="{9C973B07-B769-4A3A-7A92-F022ADB35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92"/>
              <a:ext cx="5286" cy="36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C89BD-5FF4-97F6-D758-2021E22C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AFFFC-BD4A-B69C-35B8-0B3E3E2D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916006-830C-6209-0CB6-71B8B658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B12D55-25AB-8E5B-9507-889A50AC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24E904-BDDD-6939-61E3-B12ACC88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921476-DFBB-48A6-9759-D27F847F5A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049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A6D3E-5FAF-EFAB-AEA7-8BB48E847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D159AE-919F-0392-D10B-428ED29B0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E7182-3383-E1C8-C623-40B8DE73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E9F79E-D705-1D03-5DCE-E481492F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DB114C-A1F7-D0C9-A503-694BA321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F1933-B96D-43AA-890A-9C15B8F15B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514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B6425-6E27-7F84-2813-DF0FAB3A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9422C5-EEA1-D1F5-AE3F-7724D6A3D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302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AAF320-DB96-4C7F-7F0B-80618B526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3021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A5DACF-BA3F-ECF8-4C1D-166C816CD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B589FF-27D7-66B4-039A-5C0E6725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27C1FF-587F-AA43-C615-26F76B65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F2076-9A67-4644-8CF1-CEAE44A2FE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045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F8F4C-E3A7-7946-5003-CD02F760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AD23EE-62F1-BF5F-4022-080410090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0E71F9-9581-1B2F-D2F5-333533B8A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4D96A76-B876-9C7E-882C-6FF725257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4C20C9-7D2D-6788-96D1-0D17F599D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6F22106-9175-A172-CEE6-0C39E162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5A8FF75-0663-C075-AC05-FE5915815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796386B-76AA-3706-AAE4-BF00CE78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42017-B20A-4DF6-BE2A-A290ADE963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3697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36D8E-A926-8921-039B-1A7A14D5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60CF91-F09F-7D69-C394-B5B4013A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B4F7DC1-345E-7C8A-478C-553031DA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CC036E-BAD0-3803-6DE5-F1B939B2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2D8468-1F33-4F3B-894A-EFE120F0DB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488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EF5E86-5C5D-4B78-C2AF-76425B72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8221AD8-18EC-D7B1-4034-8C99025E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8DF0EB-B985-1A4B-FA28-8824E906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461625-9A0B-4703-83DA-DA3240AB48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433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7B1AC-D0B5-565A-C883-02855E7D0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FD9EC-835C-81B0-9CA8-05598F21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2948C6-AE02-269E-3B48-D75A97E92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9E7779-FD75-B64E-0125-B19D0605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0AD489-1057-AC35-1D62-147BAB58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302809-4A5B-DE9B-9ABA-AAD4AC89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F83F9-46A1-4371-BDD0-EC8A6B47D6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3885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83375-3B7B-C078-79B1-DC90613C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5060C0-BEE6-D4E1-2BC5-B5D1843D5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291E7B-6CD9-804A-3C34-5A461BBD7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2CB334-7E15-6998-D2D9-44B7541D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391873-771F-9D57-9E4A-7C5B9369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94040B-0AAE-C380-9C4A-9E5344DD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99838B-1266-4502-A923-FB42937DCD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659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0AB43-E7D5-9001-5FA3-62BFBFFF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A8DC08-5659-C6EA-1298-4B71E4C7D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2EF41D-755B-C42C-C9DB-B513526B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19F1F-6505-5179-E98B-346D728A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C89D46-C67C-DE3F-2B1E-21661E85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2E6FD0-0CCE-4BC1-9CB1-9BF4796073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167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7C46DA-913F-0013-FDE2-44AAEA0FC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597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9323C2-009F-051B-8B7B-7625E3FEC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597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176625-EF76-C129-79FC-58CC946B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CA090E-474F-8447-9812-6FDD0749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D37340-1355-2CAC-DDD1-176E8C8F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EA02F-D841-4BFB-BBB3-8081B709E2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522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5998B0E-2B7C-95FF-2ED0-213C465E9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23DF287-BF0D-8293-613C-5B7DADC77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E287134-360E-B6D0-4554-BDA6AA6E34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9E13806-C3B1-8309-C460-C86422E1A2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7C2DDAC-993D-399E-FE77-F40064824D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fld id="{43452A24-507A-436B-8C22-D5017C28280F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4103" name="Group 7">
            <a:extLst>
              <a:ext uri="{FF2B5EF4-FFF2-40B4-BE49-F238E27FC236}">
                <a16:creationId xmlns:a16="http://schemas.microsoft.com/office/drawing/2014/main" id="{38797CBA-B671-4D6A-400B-50D3BB8A6E9D}"/>
              </a:ext>
            </a:extLst>
          </p:cNvPr>
          <p:cNvGrpSpPr>
            <a:grpSpLocks/>
          </p:cNvGrpSpPr>
          <p:nvPr/>
        </p:nvGrpSpPr>
        <p:grpSpPr bwMode="auto">
          <a:xfrm>
            <a:off x="279400" y="152400"/>
            <a:ext cx="8686800" cy="1600200"/>
            <a:chOff x="176" y="96"/>
            <a:chExt cx="5472" cy="1008"/>
          </a:xfrm>
        </p:grpSpPr>
        <p:sp>
          <p:nvSpPr>
            <p:cNvPr id="4104" name="Line 8">
              <a:extLst>
                <a:ext uri="{FF2B5EF4-FFF2-40B4-BE49-F238E27FC236}">
                  <a16:creationId xmlns:a16="http://schemas.microsoft.com/office/drawing/2014/main" id="{E1172E4F-27D2-7048-9914-4E6AC65A3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" y="1104"/>
              <a:ext cx="52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5" name="Rectangle 9">
              <a:extLst>
                <a:ext uri="{FF2B5EF4-FFF2-40B4-BE49-F238E27FC236}">
                  <a16:creationId xmlns:a16="http://schemas.microsoft.com/office/drawing/2014/main" id="{8B97E88B-19FC-F6BB-E16D-970C9C2A2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4" y="96"/>
              <a:ext cx="144" cy="14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/>
            </a:p>
          </p:txBody>
        </p:sp>
        <p:sp>
          <p:nvSpPr>
            <p:cNvPr id="4106" name="Rectangle 10">
              <a:extLst>
                <a:ext uri="{FF2B5EF4-FFF2-40B4-BE49-F238E27FC236}">
                  <a16:creationId xmlns:a16="http://schemas.microsoft.com/office/drawing/2014/main" id="{96D98521-99BF-6591-3EDD-BB5ED831D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/>
            </a:p>
          </p:txBody>
        </p:sp>
        <p:sp>
          <p:nvSpPr>
            <p:cNvPr id="4107" name="Rectangle 11">
              <a:extLst>
                <a:ext uri="{FF2B5EF4-FFF2-40B4-BE49-F238E27FC236}">
                  <a16:creationId xmlns:a16="http://schemas.microsoft.com/office/drawing/2014/main" id="{223C6827-5EED-66A0-A44F-0BB23DF4E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" y="240"/>
              <a:ext cx="5326" cy="88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/>
            </a:p>
          </p:txBody>
        </p:sp>
        <p:sp>
          <p:nvSpPr>
            <p:cNvPr id="4108" name="Rectangle 12">
              <a:extLst>
                <a:ext uri="{FF2B5EF4-FFF2-40B4-BE49-F238E27FC236}">
                  <a16:creationId xmlns:a16="http://schemas.microsoft.com/office/drawing/2014/main" id="{C3C1A0F2-6DD4-F688-6920-D3A9E9445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o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7950" indent="-468313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213" indent="-4381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971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69149B5-F675-E11B-3EF7-A6D2B175A2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371600"/>
            <a:ext cx="8077200" cy="2057400"/>
          </a:xfrm>
        </p:spPr>
        <p:txBody>
          <a:bodyPr/>
          <a:lstStyle/>
          <a:p>
            <a:pPr algn="ctr"/>
            <a:r>
              <a:rPr lang="pt-BR" altLang="pt-BR" sz="4000"/>
              <a:t>212</a:t>
            </a:r>
            <a:br>
              <a:rPr lang="pt-BR" altLang="pt-BR" sz="4000"/>
            </a:br>
            <a:r>
              <a:rPr lang="pt-BR" altLang="pt-BR" sz="4000"/>
              <a:t>OS GUERREIROS SE PREPARAM</a:t>
            </a:r>
            <a:endParaRPr lang="en-US" altLang="pt-BR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69159CF1-8215-40F5-80D3-52743ED68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76400"/>
            <a:ext cx="9144000" cy="3581400"/>
          </a:xfrm>
        </p:spPr>
        <p:txBody>
          <a:bodyPr/>
          <a:lstStyle/>
          <a:p>
            <a:pPr algn="ctr"/>
            <a:r>
              <a:rPr lang="pt-BR" altLang="pt-BR"/>
              <a:t>Os Guerreiros se preparam</a:t>
            </a:r>
            <a:br>
              <a:rPr lang="pt-BR" altLang="pt-BR"/>
            </a:br>
            <a:r>
              <a:rPr lang="pt-BR" altLang="pt-BR"/>
              <a:t>Para a grande luta</a:t>
            </a:r>
            <a:br>
              <a:rPr lang="pt-BR" altLang="pt-BR"/>
            </a:br>
            <a:r>
              <a:rPr lang="pt-BR" altLang="pt-BR"/>
              <a:t>É Jesus o capitão, que avante os levará</a:t>
            </a:r>
            <a:br>
              <a:rPr lang="pt-BR" altLang="pt-BR"/>
            </a:br>
            <a:r>
              <a:rPr lang="pt-BR" altLang="pt-BR"/>
              <a:t>A milícia dos remidos marcha impoluta</a:t>
            </a:r>
            <a:br>
              <a:rPr lang="pt-BR" altLang="pt-BR"/>
            </a:br>
            <a:r>
              <a:rPr lang="pt-BR" altLang="pt-BR"/>
              <a:t>Certa que a vitória alcançará!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D565E102-231E-16C9-0193-0A5DAE235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905000"/>
            <a:ext cx="9144000" cy="4267200"/>
          </a:xfrm>
        </p:spPr>
        <p:txBody>
          <a:bodyPr/>
          <a:lstStyle/>
          <a:p>
            <a:pPr algn="ctr"/>
            <a:r>
              <a:rPr lang="pt-BR" altLang="pt-BR" sz="4000"/>
              <a:t>Eu quero estar com Cristo</a:t>
            </a:r>
            <a:br>
              <a:rPr lang="pt-BR" altLang="pt-BR" sz="4000"/>
            </a:br>
            <a:r>
              <a:rPr lang="pt-BR" altLang="pt-BR" sz="4000"/>
              <a:t>Onde a luta se travar</a:t>
            </a:r>
            <a:br>
              <a:rPr lang="pt-BR" altLang="pt-BR" sz="4000"/>
            </a:br>
            <a:r>
              <a:rPr lang="pt-BR" altLang="pt-BR" sz="4000"/>
              <a:t>No lance imprevisto</a:t>
            </a:r>
            <a:br>
              <a:rPr lang="pt-BR" altLang="pt-BR" sz="4000"/>
            </a:br>
            <a:r>
              <a:rPr lang="pt-BR" altLang="pt-BR" sz="4000"/>
              <a:t>Na frente me encontrar </a:t>
            </a:r>
            <a:br>
              <a:rPr lang="pt-BR" altLang="pt-BR" sz="4000"/>
            </a:br>
            <a:r>
              <a:rPr lang="pt-BR" altLang="pt-BR" sz="4000"/>
              <a:t>Até que eu possa, ver na glória</a:t>
            </a:r>
            <a:br>
              <a:rPr lang="pt-BR" altLang="pt-BR" sz="4000"/>
            </a:br>
            <a:r>
              <a:rPr lang="pt-BR" altLang="pt-BR" sz="4000"/>
              <a:t>Se alegrando da vitória</a:t>
            </a:r>
            <a:br>
              <a:rPr lang="pt-BR" altLang="pt-BR" sz="4000"/>
            </a:br>
            <a:r>
              <a:rPr lang="pt-BR" altLang="pt-BR" sz="4000"/>
              <a:t>Onde Deus vai me coroar!</a:t>
            </a:r>
            <a:endParaRPr lang="en-US" altLang="pt-BR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EEE745A9-57F2-2EF9-65B8-ACB4E6C0C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00200"/>
            <a:ext cx="9144000" cy="4800600"/>
          </a:xfrm>
          <a:noFill/>
          <a:ln/>
        </p:spPr>
        <p:txBody>
          <a:bodyPr/>
          <a:lstStyle/>
          <a:p>
            <a:pPr algn="ctr"/>
            <a:r>
              <a:rPr lang="pt-BR" altLang="pt-BR"/>
              <a:t>Eis os batalhões de Cristo</a:t>
            </a:r>
            <a:br>
              <a:rPr lang="pt-BR" altLang="pt-BR"/>
            </a:br>
            <a:r>
              <a:rPr lang="pt-BR" altLang="pt-BR"/>
              <a:t>Prosseguindo avante</a:t>
            </a:r>
            <a:br>
              <a:rPr lang="pt-BR" altLang="pt-BR"/>
            </a:br>
            <a:r>
              <a:rPr lang="pt-BR" altLang="pt-BR"/>
              <a:t>Não os vês com que valor</a:t>
            </a:r>
            <a:br>
              <a:rPr lang="pt-BR" altLang="pt-BR"/>
            </a:br>
            <a:r>
              <a:rPr lang="pt-BR" altLang="pt-BR"/>
              <a:t>Combatem contra o mal?</a:t>
            </a:r>
            <a:br>
              <a:rPr lang="pt-BR" altLang="pt-BR"/>
            </a:br>
            <a:r>
              <a:rPr lang="pt-BR" altLang="pt-BR"/>
              <a:t>Podes tu ficar dormindo </a:t>
            </a:r>
            <a:br>
              <a:rPr lang="pt-BR" altLang="pt-BR"/>
            </a:br>
            <a:r>
              <a:rPr lang="pt-BR" altLang="pt-BR"/>
              <a:t>Mesmo vacilante</a:t>
            </a:r>
            <a:br>
              <a:rPr lang="pt-BR" altLang="pt-BR"/>
            </a:br>
            <a:r>
              <a:rPr lang="pt-BR" altLang="pt-BR"/>
              <a:t>Quando atacam todos a Belial?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7EAD135C-7FD7-19A1-021C-3926FF2A0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28800"/>
            <a:ext cx="9144000" cy="4343400"/>
          </a:xfrm>
          <a:noFill/>
          <a:ln/>
        </p:spPr>
        <p:txBody>
          <a:bodyPr/>
          <a:lstStyle/>
          <a:p>
            <a:pPr algn="ctr"/>
            <a:r>
              <a:rPr lang="pt-BR" altLang="pt-BR" sz="4000"/>
              <a:t>Eu quero estar com Cristo</a:t>
            </a:r>
            <a:br>
              <a:rPr lang="pt-BR" altLang="pt-BR" sz="4000"/>
            </a:br>
            <a:r>
              <a:rPr lang="pt-BR" altLang="pt-BR" sz="4000"/>
              <a:t>Onde a luta se travar</a:t>
            </a:r>
            <a:br>
              <a:rPr lang="pt-BR" altLang="pt-BR" sz="4000"/>
            </a:br>
            <a:r>
              <a:rPr lang="pt-BR" altLang="pt-BR" sz="4000"/>
              <a:t>No lance imprevisto</a:t>
            </a:r>
            <a:br>
              <a:rPr lang="pt-BR" altLang="pt-BR" sz="4000"/>
            </a:br>
            <a:r>
              <a:rPr lang="pt-BR" altLang="pt-BR" sz="4000"/>
              <a:t>Na frente me encontrar </a:t>
            </a:r>
            <a:br>
              <a:rPr lang="pt-BR" altLang="pt-BR" sz="4000"/>
            </a:br>
            <a:r>
              <a:rPr lang="pt-BR" altLang="pt-BR" sz="4000"/>
              <a:t>Até que eu possa, ver na glória</a:t>
            </a:r>
            <a:br>
              <a:rPr lang="pt-BR" altLang="pt-BR" sz="4000"/>
            </a:br>
            <a:r>
              <a:rPr lang="pt-BR" altLang="pt-BR" sz="4000"/>
              <a:t>Se alegrando da vitória</a:t>
            </a:r>
            <a:br>
              <a:rPr lang="pt-BR" altLang="pt-BR" sz="4000"/>
            </a:br>
            <a:r>
              <a:rPr lang="pt-BR" altLang="pt-BR" sz="4000"/>
              <a:t>Onde Deus vai me coroar!</a:t>
            </a:r>
            <a:endParaRPr lang="en-US" altLang="pt-BR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99B03159-6FBC-FB3B-6ED6-EA3B95E95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752600"/>
            <a:ext cx="9144000" cy="4114800"/>
          </a:xfrm>
        </p:spPr>
        <p:txBody>
          <a:bodyPr/>
          <a:lstStyle/>
          <a:p>
            <a:pPr algn="ctr"/>
            <a:r>
              <a:rPr lang="pt-BR" altLang="pt-BR"/>
              <a:t>Dá-te pressa não vaciles, </a:t>
            </a:r>
            <a:br>
              <a:rPr lang="pt-BR" altLang="pt-BR"/>
            </a:br>
            <a:r>
              <a:rPr lang="pt-BR" altLang="pt-BR"/>
              <a:t>Hoje Deus te chama</a:t>
            </a:r>
            <a:br>
              <a:rPr lang="pt-BR" altLang="pt-BR"/>
            </a:br>
            <a:r>
              <a:rPr lang="pt-BR" altLang="pt-BR"/>
              <a:t>Para vires pelejar ao lado do Senhor;</a:t>
            </a:r>
            <a:br>
              <a:rPr lang="pt-BR" altLang="pt-BR"/>
            </a:br>
            <a:r>
              <a:rPr lang="pt-BR" altLang="pt-BR"/>
              <a:t>Entra na batalha </a:t>
            </a:r>
            <a:br>
              <a:rPr lang="pt-BR" altLang="pt-BR"/>
            </a:br>
            <a:r>
              <a:rPr lang="pt-BR" altLang="pt-BR"/>
              <a:t>Onde mais o fogo inflama,</a:t>
            </a:r>
            <a:br>
              <a:rPr lang="pt-BR" altLang="pt-BR"/>
            </a:br>
            <a:r>
              <a:rPr lang="pt-BR" altLang="pt-BR"/>
              <a:t>E peleja contra o vil tentador!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5">
            <a:extLst>
              <a:ext uri="{FF2B5EF4-FFF2-40B4-BE49-F238E27FC236}">
                <a16:creationId xmlns:a16="http://schemas.microsoft.com/office/drawing/2014/main" id="{84C258CC-24BB-814E-5BE6-04ECC535D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76400"/>
            <a:ext cx="9144000" cy="4343400"/>
          </a:xfrm>
          <a:noFill/>
          <a:ln/>
        </p:spPr>
        <p:txBody>
          <a:bodyPr/>
          <a:lstStyle/>
          <a:p>
            <a:pPr algn="ctr"/>
            <a:r>
              <a:rPr lang="pt-BR" altLang="pt-BR" sz="4000"/>
              <a:t>Eu quero estar com Cristo</a:t>
            </a:r>
            <a:br>
              <a:rPr lang="pt-BR" altLang="pt-BR" sz="4000"/>
            </a:br>
            <a:r>
              <a:rPr lang="pt-BR" altLang="pt-BR" sz="4000"/>
              <a:t>Onde a luta se travar</a:t>
            </a:r>
            <a:br>
              <a:rPr lang="pt-BR" altLang="pt-BR" sz="4000"/>
            </a:br>
            <a:r>
              <a:rPr lang="pt-BR" altLang="pt-BR" sz="4000"/>
              <a:t>No lance imprevisto</a:t>
            </a:r>
            <a:br>
              <a:rPr lang="pt-BR" altLang="pt-BR" sz="4000"/>
            </a:br>
            <a:r>
              <a:rPr lang="pt-BR" altLang="pt-BR" sz="4000"/>
              <a:t>Na frente me encontrar </a:t>
            </a:r>
            <a:br>
              <a:rPr lang="pt-BR" altLang="pt-BR" sz="4000"/>
            </a:br>
            <a:r>
              <a:rPr lang="pt-BR" altLang="pt-BR" sz="4000"/>
              <a:t>Até que eu possa, ver na glória</a:t>
            </a:r>
            <a:br>
              <a:rPr lang="pt-BR" altLang="pt-BR" sz="4000"/>
            </a:br>
            <a:r>
              <a:rPr lang="pt-BR" altLang="pt-BR" sz="4000"/>
              <a:t>Se alegrando da vitória</a:t>
            </a:r>
            <a:br>
              <a:rPr lang="pt-BR" altLang="pt-BR" sz="4000"/>
            </a:br>
            <a:r>
              <a:rPr lang="pt-BR" altLang="pt-BR" sz="4000"/>
              <a:t>Onde Deus vai me coroar!</a:t>
            </a:r>
            <a:endParaRPr lang="en-US" altLang="pt-BR"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85ED7F16-803C-CE24-A9C4-55D491C9A5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00200"/>
            <a:ext cx="9144000" cy="4267200"/>
          </a:xfrm>
        </p:spPr>
        <p:txBody>
          <a:bodyPr/>
          <a:lstStyle/>
          <a:p>
            <a:pPr algn="ctr"/>
            <a:r>
              <a:rPr lang="pt-BR" altLang="pt-BR"/>
              <a:t>A peleja é tremenda, torna-se renhida</a:t>
            </a:r>
            <a:br>
              <a:rPr lang="pt-BR" altLang="pt-BR"/>
            </a:br>
            <a:r>
              <a:rPr lang="pt-BR" altLang="pt-BR"/>
              <a:t>Mais são poucos os soldados </a:t>
            </a:r>
            <a:br>
              <a:rPr lang="pt-BR" altLang="pt-BR"/>
            </a:br>
            <a:r>
              <a:rPr lang="pt-BR" altLang="pt-BR"/>
              <a:t>Para batalhar;</a:t>
            </a:r>
            <a:br>
              <a:rPr lang="pt-BR" altLang="pt-BR"/>
            </a:br>
            <a:r>
              <a:rPr lang="pt-BR" altLang="pt-BR"/>
              <a:t>Ó vem libertar as pobres </a:t>
            </a:r>
            <a:br>
              <a:rPr lang="pt-BR" altLang="pt-BR"/>
            </a:br>
            <a:r>
              <a:rPr lang="pt-BR" altLang="pt-BR"/>
              <a:t>Almas oprimidas</a:t>
            </a:r>
            <a:br>
              <a:rPr lang="pt-BR" altLang="pt-BR"/>
            </a:br>
            <a:r>
              <a:rPr lang="pt-BR" altLang="pt-BR"/>
              <a:t>De quem furioso as quer tragar!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6">
            <a:extLst>
              <a:ext uri="{FF2B5EF4-FFF2-40B4-BE49-F238E27FC236}">
                <a16:creationId xmlns:a16="http://schemas.microsoft.com/office/drawing/2014/main" id="{AF720B92-99F9-319D-F2F0-10996AA8C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752600"/>
            <a:ext cx="9144000" cy="4267200"/>
          </a:xfrm>
          <a:noFill/>
          <a:ln/>
        </p:spPr>
        <p:txBody>
          <a:bodyPr/>
          <a:lstStyle/>
          <a:p>
            <a:pPr algn="ctr"/>
            <a:r>
              <a:rPr lang="pt-BR" altLang="pt-BR" sz="4000"/>
              <a:t>Eu quero estar com Cristo</a:t>
            </a:r>
            <a:br>
              <a:rPr lang="pt-BR" altLang="pt-BR" sz="4000"/>
            </a:br>
            <a:r>
              <a:rPr lang="pt-BR" altLang="pt-BR" sz="4000"/>
              <a:t>Onde a luta se travar</a:t>
            </a:r>
            <a:br>
              <a:rPr lang="pt-BR" altLang="pt-BR" sz="4000"/>
            </a:br>
            <a:r>
              <a:rPr lang="pt-BR" altLang="pt-BR" sz="4000"/>
              <a:t>No lance imprevisto</a:t>
            </a:r>
            <a:br>
              <a:rPr lang="pt-BR" altLang="pt-BR" sz="4000"/>
            </a:br>
            <a:r>
              <a:rPr lang="pt-BR" altLang="pt-BR" sz="4000"/>
              <a:t>Na frente me encontrar </a:t>
            </a:r>
            <a:br>
              <a:rPr lang="pt-BR" altLang="pt-BR" sz="4000"/>
            </a:br>
            <a:r>
              <a:rPr lang="pt-BR" altLang="pt-BR" sz="4000"/>
              <a:t>Até que eu possa, ver na glória</a:t>
            </a:r>
            <a:br>
              <a:rPr lang="pt-BR" altLang="pt-BR" sz="4000"/>
            </a:br>
            <a:r>
              <a:rPr lang="pt-BR" altLang="pt-BR" sz="4000"/>
              <a:t>Se alegrando da vitória</a:t>
            </a:r>
            <a:br>
              <a:rPr lang="pt-BR" altLang="pt-BR" sz="4000"/>
            </a:br>
            <a:r>
              <a:rPr lang="pt-BR" altLang="pt-BR" sz="4000"/>
              <a:t>Onde Deus vai me coroar!</a:t>
            </a: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drante">
  <a:themeElements>
    <a:clrScheme name="Quadrante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Quadran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Quadrante 1">
        <a:dk1>
          <a:srgbClr val="5C5674"/>
        </a:dk1>
        <a:lt1>
          <a:srgbClr val="FFFFFF"/>
        </a:lt1>
        <a:dk2>
          <a:srgbClr val="85986A"/>
        </a:dk2>
        <a:lt2>
          <a:srgbClr val="FFFFFF"/>
        </a:lt2>
        <a:accent1>
          <a:srgbClr val="666633"/>
        </a:accent1>
        <a:accent2>
          <a:srgbClr val="ADC5B8"/>
        </a:accent2>
        <a:accent3>
          <a:srgbClr val="C2CAB9"/>
        </a:accent3>
        <a:accent4>
          <a:srgbClr val="DADADA"/>
        </a:accent4>
        <a:accent5>
          <a:srgbClr val="B8B8AD"/>
        </a:accent5>
        <a:accent6>
          <a:srgbClr val="9CB2A6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e 2">
        <a:dk1>
          <a:srgbClr val="000000"/>
        </a:dk1>
        <a:lt1>
          <a:srgbClr val="FFFFFF"/>
        </a:lt1>
        <a:dk2>
          <a:srgbClr val="420000"/>
        </a:dk2>
        <a:lt2>
          <a:srgbClr val="660000"/>
        </a:lt2>
        <a:accent1>
          <a:srgbClr val="CCCC00"/>
        </a:accent1>
        <a:accent2>
          <a:srgbClr val="999966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5C"/>
        </a:accent6>
        <a:hlink>
          <a:srgbClr val="996633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e 3">
        <a:dk1>
          <a:srgbClr val="618052"/>
        </a:dk1>
        <a:lt1>
          <a:srgbClr val="FFFFE3"/>
        </a:lt1>
        <a:dk2>
          <a:srgbClr val="162E36"/>
        </a:dk2>
        <a:lt2>
          <a:srgbClr val="FFFFFF"/>
        </a:lt2>
        <a:accent1>
          <a:srgbClr val="336699"/>
        </a:accent1>
        <a:accent2>
          <a:srgbClr val="69888B"/>
        </a:accent2>
        <a:accent3>
          <a:srgbClr val="ABADAE"/>
        </a:accent3>
        <a:accent4>
          <a:srgbClr val="DADAC2"/>
        </a:accent4>
        <a:accent5>
          <a:srgbClr val="ADB8CA"/>
        </a:accent5>
        <a:accent6>
          <a:srgbClr val="5E7B7D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e 4">
        <a:dk1>
          <a:srgbClr val="000000"/>
        </a:dk1>
        <a:lt1>
          <a:srgbClr val="FFFFFF"/>
        </a:lt1>
        <a:dk2>
          <a:srgbClr val="000000"/>
        </a:dk2>
        <a:lt2>
          <a:srgbClr val="CC0000"/>
        </a:lt2>
        <a:accent1>
          <a:srgbClr val="FFCC00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5CB9"/>
        </a:accent6>
        <a:hlink>
          <a:srgbClr val="666699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e 5">
        <a:dk1>
          <a:srgbClr val="666699"/>
        </a:dk1>
        <a:lt1>
          <a:srgbClr val="FFFFFF"/>
        </a:lt1>
        <a:dk2>
          <a:srgbClr val="000033"/>
        </a:dk2>
        <a:lt2>
          <a:srgbClr val="FFFFFF"/>
        </a:lt2>
        <a:accent1>
          <a:srgbClr val="9966FF"/>
        </a:accent1>
        <a:accent2>
          <a:srgbClr val="CCCCFF"/>
        </a:accent2>
        <a:accent3>
          <a:srgbClr val="AAAAAD"/>
        </a:accent3>
        <a:accent4>
          <a:srgbClr val="DADADA"/>
        </a:accent4>
        <a:accent5>
          <a:srgbClr val="CAB8FF"/>
        </a:accent5>
        <a:accent6>
          <a:srgbClr val="B9B9E7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e 6">
        <a:dk1>
          <a:srgbClr val="000000"/>
        </a:dk1>
        <a:lt1>
          <a:srgbClr val="FFFFFF"/>
        </a:lt1>
        <a:dk2>
          <a:srgbClr val="000000"/>
        </a:dk2>
        <a:lt2>
          <a:srgbClr val="669966"/>
        </a:lt2>
        <a:accent1>
          <a:srgbClr val="CCCC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8AB9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e 7">
        <a:dk1>
          <a:srgbClr val="0099CC"/>
        </a:dk1>
        <a:lt1>
          <a:srgbClr val="FFFFFF"/>
        </a:lt1>
        <a:dk2>
          <a:srgbClr val="000099"/>
        </a:dk2>
        <a:lt2>
          <a:srgbClr val="FFFFFF"/>
        </a:lt2>
        <a:accent1>
          <a:srgbClr val="0099CC"/>
        </a:accent1>
        <a:accent2>
          <a:srgbClr val="6600FF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5C00E7"/>
        </a:accent6>
        <a:hlink>
          <a:srgbClr val="FFCC00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e 8">
        <a:dk1>
          <a:srgbClr val="000033"/>
        </a:dk1>
        <a:lt1>
          <a:srgbClr val="FFFFFF"/>
        </a:lt1>
        <a:dk2>
          <a:srgbClr val="003366"/>
        </a:dk2>
        <a:lt2>
          <a:srgbClr val="275C6D"/>
        </a:lt2>
        <a:accent1>
          <a:srgbClr val="A7D2DF"/>
        </a:accent1>
        <a:accent2>
          <a:srgbClr val="108DA6"/>
        </a:accent2>
        <a:accent3>
          <a:srgbClr val="FFFFFF"/>
        </a:accent3>
        <a:accent4>
          <a:srgbClr val="00002A"/>
        </a:accent4>
        <a:accent5>
          <a:srgbClr val="D0E5EC"/>
        </a:accent5>
        <a:accent6>
          <a:srgbClr val="0D7F96"/>
        </a:accent6>
        <a:hlink>
          <a:srgbClr val="6666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e 9">
        <a:dk1>
          <a:srgbClr val="CC33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9933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8A2D00"/>
        </a:accent6>
        <a:hlink>
          <a:srgbClr val="CEC5A2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Quadrant</Template>
  <TotalTime>36</TotalTime>
  <Words>311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Quadrante</vt:lpstr>
      <vt:lpstr>212 OS GUERREIROS SE PREPARAM</vt:lpstr>
      <vt:lpstr>Os Guerreiros se preparam Para a grande luta É Jesus o capitão, que avante os levará A milícia dos remidos marcha impoluta Certa que a vitória alcançará!</vt:lpstr>
      <vt:lpstr>Eu quero estar com Cristo Onde a luta se travar No lance imprevisto Na frente me encontrar  Até que eu possa, ver na glória Se alegrando da vitória Onde Deus vai me coroar!</vt:lpstr>
      <vt:lpstr>Eis os batalhões de Cristo Prosseguindo avante Não os vês com que valor Combatem contra o mal? Podes tu ficar dormindo  Mesmo vacilante Quando atacam todos a Belial?</vt:lpstr>
      <vt:lpstr>Eu quero estar com Cristo Onde a luta se travar No lance imprevisto Na frente me encontrar  Até que eu possa, ver na glória Se alegrando da vitória Onde Deus vai me coroar!</vt:lpstr>
      <vt:lpstr>Dá-te pressa não vaciles,  Hoje Deus te chama Para vires pelejar ao lado do Senhor; Entra na batalha  Onde mais o fogo inflama, E peleja contra o vil tentador!</vt:lpstr>
      <vt:lpstr>Eu quero estar com Cristo Onde a luta se travar No lance imprevisto Na frente me encontrar  Até que eu possa, ver na glória Se alegrando da vitória Onde Deus vai me coroar!</vt:lpstr>
      <vt:lpstr>A peleja é tremenda, torna-se renhida Mais são poucos os soldados  Para batalhar; Ó vem libertar as pobres  Almas oprimidas De quem furioso as quer tragar!</vt:lpstr>
      <vt:lpstr>Eu quero estar com Cristo Onde a luta se travar No lance imprevisto Na frente me encontrar  Até que eu possa, ver na glória Se alegrando da vitória Onde Deus vai me coroar!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212 OS GUERREROS SE PREPARAM</dc:title>
  <dc:creator>Junior</dc:creator>
  <cp:lastModifiedBy>Emerson Souza</cp:lastModifiedBy>
  <cp:revision>2</cp:revision>
  <dcterms:created xsi:type="dcterms:W3CDTF">2005-09-27T01:28:09Z</dcterms:created>
  <dcterms:modified xsi:type="dcterms:W3CDTF">2026-05-02T21:54:31Z</dcterms:modified>
</cp:coreProperties>
</file>