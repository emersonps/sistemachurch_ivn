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5AE57-7E80-EC29-6BA9-4EE29064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8A0D2-AE10-22B7-3295-AA3580C8D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72E950-64B3-FA2C-A6BC-FF250E15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0F645E-7D49-0587-5F80-AFDD8D9A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BE3B4-CFF0-767B-A383-AE804C5A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D0CD3-9194-4F2F-BC41-597D41A7DC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748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AD0F3-7769-CB62-0A9C-B9FA321D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5EA195-CD86-5F77-535C-E15684EC5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DD58D-382A-D6A9-3323-5653F9D9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8BC949-FD4F-AC51-6E30-243266E4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1F8A35-3986-4B7E-BDC2-2BD8A7BF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23CB5-89B3-4E84-9FB4-B3388F6188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564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774E7-DBE5-DC23-9829-7DB40C30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4F3C20-D675-9DAB-DD3F-058A5557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AA4539-390D-D64C-B5D6-8592AAFD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B754C6-7B96-1C6A-7F68-0B86BB53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45255F-0B7A-27D7-1100-2324D58A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5F034-7212-4289-8B0C-23CB165CD2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847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F9273-B0D3-B3F8-01B6-36FD7924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2093C2-C2EE-F1B0-944C-1038CD77C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FBB856-FDBF-ACBD-2FE2-7E450D313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BF6B84-B02F-CBE6-4129-FEC56C77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B33A97-2693-A1EB-3A07-92F186FF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E9B9DE-B51C-433C-25D4-B56E0C2D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F8CC02-AE84-44C9-86C7-3EEF86B072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411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F5FDB-2F9D-0781-626E-1CDC37BB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347591-01D5-6A0F-3C8E-8D92DFFFD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E746CC-59A7-D34A-51F6-2619E6207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9C27D4-1EFD-2BE7-1759-247B776CD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47A904-2708-F631-43FB-818CF9EE6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EDBF32-01AB-C7DA-530C-DB304EBE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7A1244-99F3-C1EF-96CD-9D95DAE2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D8C6F3-143A-3C41-AD7B-EA8FC477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5287C4-1770-483A-A456-A444923D4B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746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1FEB9-52D5-E714-D612-0B6850BA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0AAD4A-FBDC-7543-A497-CA7C4D7C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7316EE-89A0-95E0-5C79-65D95627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7F02BA-DB99-06E7-3D44-3C0AE4F2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B404F-5180-46C3-9643-03B8C6E639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28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3D985F-58CD-A583-D47F-8FE05F1B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65A249-439B-A5D8-6260-E267AB04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C6B192-B59C-A6D8-D6D4-8AE35BBE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61D66-ED62-439E-B87A-DD837E2D61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522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9A94A-2C65-D93D-7C37-641C578A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265BAB-1DAB-904A-1DDC-6D640AAAF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FFB3A8-9F30-DB4F-2396-24335D311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B8DAAB-9247-A722-D6DC-5194BE17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50DF4-6E4C-8E69-FE08-28E8E3DC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00ACB0-615F-12BE-31F6-8C26CF56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92B4F-7DE7-40E7-807C-64D6DFF99A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730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E3B7F-708C-38A9-C5E9-5DDF25E7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217D8C-E47F-9EE1-CD76-55647EF09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C483B8-789A-47DF-F6D9-E95FD50B9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76FAD0-4D80-D67A-08FE-73E6571B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88C891-6BFF-0A93-89B5-2B8BD4AE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FC061F-3794-9616-EB9F-55259189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E728B-9DC5-4A38-BB3C-83E42692E3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899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1A1E8-0E8F-9CED-8997-1C91954E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F79C00-531C-2CF8-243A-1E93579CD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465F1D-4035-AEFC-0D40-48B5A52E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15FD20-A727-DE13-A722-4379695C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C1F6FE-D323-F6F4-52AB-04DD9C73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CC6B5-F4B8-474C-8D0F-152A440E15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383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5ABAEF-BA0F-5F18-65C0-C36098CF9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20C114-C0EC-BD8B-F2FD-417BE23A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CE1B6A-F9BE-C149-E9FE-528823CA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2ACD0-397C-22A8-9FD5-282E99C5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4FE496-5901-0D42-A791-9834BF3E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893F9-6D02-48D3-9664-30477AEA95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973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00332A8-6DB9-2CC4-8993-2A55A9370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F0A571-3194-30C0-24E1-526D0B121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1056D8-0334-B35A-A0DA-DF536EE52F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D74662-FCC2-44C8-3E05-96A3B0F5C2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546E26-11CE-F5A2-D046-2A496A6257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8C1CD67-C06B-4E68-9D30-9639FEC4DD4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7783157-CEFF-50CE-E4C8-218E8ACBF7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323</a:t>
            </a:r>
            <a:br>
              <a:rPr lang="pt-BR" altLang="pt-BR" sz="4400" b="1"/>
            </a:br>
            <a:r>
              <a:rPr lang="pt-BR" altLang="pt-BR" sz="4400" b="1"/>
              <a:t>LEVANTAI VOSSOS OLHOS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CFBB08-AD80-A7FD-D413-02CEE0923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Levantai os vossos olhos para cima, </a:t>
            </a:r>
            <a:br>
              <a:rPr lang="pt-BR" altLang="pt-BR" sz="3600"/>
            </a:br>
            <a:r>
              <a:rPr lang="pt-BR" altLang="pt-BR" sz="3600"/>
              <a:t>O remidos do Senhor Jesus!</a:t>
            </a:r>
            <a:br>
              <a:rPr lang="pt-BR" altLang="pt-BR" sz="3600"/>
            </a:br>
            <a:r>
              <a:rPr lang="pt-BR" altLang="pt-BR" sz="3600"/>
              <a:t>A figueira mostra que se aproxima </a:t>
            </a:r>
            <a:br>
              <a:rPr lang="pt-BR" altLang="pt-BR" sz="3600"/>
            </a:br>
            <a:r>
              <a:rPr lang="pt-BR" altLang="pt-BR" sz="3600"/>
              <a:t>0 verão: Brotos já produz!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CDF97F7-D92F-0609-546E-738F5E83D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Levantai, levantai!</a:t>
            </a:r>
            <a:br>
              <a:rPr lang="pt-BR" altLang="pt-BR" sz="3600" b="1" i="1"/>
            </a:br>
            <a:r>
              <a:rPr lang="pt-BR" altLang="pt-BR" sz="3600" b="1" i="1"/>
              <a:t>Vossos olhos para o céu donde Jesus virá;</a:t>
            </a:r>
            <a:br>
              <a:rPr lang="pt-BR" altLang="pt-BR" sz="3600" b="1" i="1"/>
            </a:br>
            <a:r>
              <a:rPr lang="pt-BR" altLang="pt-BR" sz="3600" b="1" i="1"/>
              <a:t> Levantai, levantai!</a:t>
            </a:r>
            <a:br>
              <a:rPr lang="pt-BR" altLang="pt-BR" sz="3600" b="1" i="1"/>
            </a:br>
            <a:r>
              <a:rPr lang="pt-BR" altLang="pt-BR" sz="3600" b="1" i="1"/>
              <a:t>A redenção breve se fará.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228EB1-D065-4AF6-24D1-83ADD32AB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Muitos dizem que Jesus está tardando, </a:t>
            </a:r>
            <a:br>
              <a:rPr lang="pt-BR" altLang="pt-BR" sz="3600"/>
            </a:br>
            <a:r>
              <a:rPr lang="pt-BR" altLang="pt-BR" sz="3600"/>
              <a:t>Para vir buscar o povo Seu;</a:t>
            </a:r>
            <a:br>
              <a:rPr lang="pt-BR" altLang="pt-BR" sz="3600"/>
            </a:br>
            <a:r>
              <a:rPr lang="pt-BR" altLang="pt-BR" sz="3600"/>
              <a:t>Qual nos dias de Noé, estão pecando, </a:t>
            </a:r>
            <a:br>
              <a:rPr lang="pt-BR" altLang="pt-BR" sz="3600"/>
            </a:br>
            <a:r>
              <a:rPr lang="pt-BR" altLang="pt-BR" sz="3600"/>
              <a:t>Sem temer o bondoso Deus.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CD9F984-1313-7ABE-63AC-0C829A237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Levantai, levantai!</a:t>
            </a:r>
            <a:br>
              <a:rPr lang="pt-BR" altLang="pt-BR" sz="3600" b="1" i="1"/>
            </a:br>
            <a:r>
              <a:rPr lang="pt-BR" altLang="pt-BR" sz="3600" b="1" i="1"/>
              <a:t>Vossos olhos para o céu donde Jesus virá;</a:t>
            </a:r>
            <a:br>
              <a:rPr lang="pt-BR" altLang="pt-BR" sz="3600" b="1" i="1"/>
            </a:br>
            <a:r>
              <a:rPr lang="pt-BR" altLang="pt-BR" sz="3600" b="1" i="1"/>
              <a:t> Levantai, levantai!</a:t>
            </a:r>
            <a:br>
              <a:rPr lang="pt-BR" altLang="pt-BR" sz="3600" b="1" i="1"/>
            </a:br>
            <a:r>
              <a:rPr lang="pt-BR" altLang="pt-BR" sz="3600" b="1" i="1"/>
              <a:t>A redenção breve se fará.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DBBF9C0-B232-9A01-F779-AEEBE60EB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Muitos, como Faraó, estão dizendo: </a:t>
            </a:r>
            <a:br>
              <a:rPr lang="pt-BR" altLang="pt-BR" sz="3600"/>
            </a:br>
            <a:r>
              <a:rPr lang="pt-BR" altLang="pt-BR" sz="3600"/>
              <a:t>"Quem é o Senhor p'ra lhe ouvir?" </a:t>
            </a:r>
            <a:br>
              <a:rPr lang="pt-BR" altLang="pt-BR" sz="3600"/>
            </a:br>
            <a:r>
              <a:rPr lang="pt-BR" altLang="pt-BR" sz="3600"/>
              <a:t>E também o coração endurecendo: </a:t>
            </a:r>
            <a:br>
              <a:rPr lang="pt-BR" altLang="pt-BR" sz="3600"/>
            </a:br>
            <a:r>
              <a:rPr lang="pt-BR" altLang="pt-BR" sz="3600"/>
              <a:t>Mas as pragas estão p'ra vir.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BEA07D1-2DE9-A3FB-C24D-1B2E52E2A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Levantai, levantai!</a:t>
            </a:r>
            <a:br>
              <a:rPr lang="pt-BR" altLang="pt-BR" sz="3600" b="1" i="1"/>
            </a:br>
            <a:r>
              <a:rPr lang="pt-BR" altLang="pt-BR" sz="3600" b="1" i="1"/>
              <a:t>Vossos olhos para o céu donde Jesus virá;</a:t>
            </a:r>
            <a:br>
              <a:rPr lang="pt-BR" altLang="pt-BR" sz="3600" b="1" i="1"/>
            </a:br>
            <a:r>
              <a:rPr lang="pt-BR" altLang="pt-BR" sz="3600" b="1" i="1"/>
              <a:t> Levantai, levantai!</a:t>
            </a:r>
            <a:br>
              <a:rPr lang="pt-BR" altLang="pt-BR" sz="3600" b="1" i="1"/>
            </a:br>
            <a:r>
              <a:rPr lang="pt-BR" altLang="pt-BR" sz="3600" b="1" i="1"/>
              <a:t>A redenção breve se fará.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A5FE74-5557-10EC-4AD5-6BA6F8134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Ser arrebatado, eu, p'ro céu, quem dera!</a:t>
            </a:r>
            <a:br>
              <a:rPr lang="pt-BR" altLang="pt-BR" sz="3600"/>
            </a:br>
            <a:r>
              <a:rPr lang="pt-BR" altLang="pt-BR" sz="3600"/>
              <a:t>Pois a Igreja Cristo levará.</a:t>
            </a:r>
            <a:br>
              <a:rPr lang="pt-BR" altLang="pt-BR" sz="3600"/>
            </a:br>
            <a:r>
              <a:rPr lang="pt-BR" altLang="pt-BR" sz="3600"/>
              <a:t>A figueira está em flor, é primavera,</a:t>
            </a:r>
            <a:br>
              <a:rPr lang="pt-BR" altLang="pt-BR" sz="3600"/>
            </a:br>
            <a:r>
              <a:rPr lang="pt-BR" altLang="pt-BR" sz="3600"/>
              <a:t>Levantai os vossos olhos já.</a:t>
            </a:r>
            <a:r>
              <a:rPr lang="pt-BR" altLang="pt-BR" sz="1600"/>
              <a:t>	</a:t>
            </a:r>
            <a:br>
              <a:rPr lang="pt-BR" altLang="pt-BR" sz="1600"/>
            </a:br>
            <a:r>
              <a:rPr lang="pt-BR" altLang="pt-BR" sz="16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D295666-B4F8-5B7A-C7FE-672C4729D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Levantai, levantai!</a:t>
            </a:r>
            <a:br>
              <a:rPr lang="pt-BR" altLang="pt-BR" sz="3600" b="1" i="1"/>
            </a:br>
            <a:r>
              <a:rPr lang="pt-BR" altLang="pt-BR" sz="3600" b="1" i="1"/>
              <a:t>Vossos olhos para o céu donde Jesus virá;</a:t>
            </a:r>
            <a:br>
              <a:rPr lang="pt-BR" altLang="pt-BR" sz="3600" b="1" i="1"/>
            </a:br>
            <a:r>
              <a:rPr lang="pt-BR" altLang="pt-BR" sz="3600" b="1" i="1"/>
              <a:t> Levantai, levantai!</a:t>
            </a:r>
            <a:br>
              <a:rPr lang="pt-BR" altLang="pt-BR" sz="3600" b="1" i="1"/>
            </a:br>
            <a:r>
              <a:rPr lang="pt-BR" altLang="pt-BR" sz="3600" b="1" i="1"/>
              <a:t>A redenção breve se fará.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323 LEVANTAI VOSSOS OLHOS</vt:lpstr>
      <vt:lpstr>Levantai os vossos olhos para cima,  O remidos do Senhor Jesus! A figueira mostra que se aproxima  0 verão: Brotos já produz! </vt:lpstr>
      <vt:lpstr>Levantai, levantai! Vossos olhos para o céu donde Jesus virá;  Levantai, levantai! A redenção breve se fará.</vt:lpstr>
      <vt:lpstr>Muitos dizem que Jesus está tardando,  Para vir buscar o povo Seu; Qual nos dias de Noé, estão pecando,  Sem temer o bondoso Deus. </vt:lpstr>
      <vt:lpstr>Levantai, levantai! Vossos olhos para o céu donde Jesus virá;  Levantai, levantai! A redenção breve se fará.</vt:lpstr>
      <vt:lpstr>Muitos, como Faraó, estão dizendo:  "Quem é o Senhor p'ra lhe ouvir?"  E também o coração endurecendo:  Mas as pragas estão p'ra vir. </vt:lpstr>
      <vt:lpstr>Levantai, levantai! Vossos olhos para o céu donde Jesus virá;  Levantai, levantai! A redenção breve se fará.</vt:lpstr>
      <vt:lpstr>Ser arrebatado, eu, p'ro céu, quem dera! Pois a Igreja Cristo levará. A figueira está em flor, é primavera, Levantai os vossos olhos já.  P.L.M. </vt:lpstr>
      <vt:lpstr>Levantai, levantai! Vossos olhos para o céu donde Jesus virá;  Levantai, levantai! A redenção breve se fará.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323 - LEVANTAI VOSSOS OLHOS</dc:title>
  <dc:creator>Montagna</dc:creator>
  <cp:lastModifiedBy>Emerson Souza</cp:lastModifiedBy>
  <cp:revision>2</cp:revision>
  <dcterms:created xsi:type="dcterms:W3CDTF">2005-10-19T10:25:25Z</dcterms:created>
  <dcterms:modified xsi:type="dcterms:W3CDTF">2026-05-02T22:03:48Z</dcterms:modified>
</cp:coreProperties>
</file>