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E7AA8F-1E5A-26D0-F590-D2D9DB6FE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9F12CBF-FF24-6154-A0DF-216B333AD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1125E7-8132-179E-D288-E53CA5698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648EAF-6FB7-2510-6026-76D48D8B6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172922-C753-9DE1-2592-BFE2485C1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EAF4E4-E36D-47C2-92D2-1DA757CAFF2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92232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5933DB-B0D9-467A-5A48-7A3AE4CD6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E30D39-70BD-9315-9E06-7AD47D348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74A775-0D3A-E3C8-998A-350D13C03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341F16-5FD0-4537-932D-B579B3C8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0E5A7F-70F1-8421-9C88-515729F6D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3DDC8F-912F-4C65-B319-8A546B8E05F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61554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5D4A40-DCDB-D24A-D99F-935683963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F4D8D2A-ABF0-16DA-2A15-F8D8B145B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B1C887-89FE-6281-144E-2118E019B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64C8BC-D42E-D7AE-C676-069CED9F7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2A649E-FF6D-1232-0260-094E3714B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C56123-B586-4028-819D-444B1CA3A31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9457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A1F036-E068-4014-4115-49AAB1EF1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3C0606-788B-3103-7457-F48734A7B0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B669073-2089-FFF3-0ADF-51A2725F2B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9BC5F65-E79F-D7C6-029D-496EF31D1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FE7D3D-591C-DD3F-42D9-992A127B5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A2FE95-A1A4-50AB-090D-C402B3C98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B6C0FD-2298-4FA4-B1E6-D561574BB91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91706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B23903-806D-F6F5-D779-0A74BED7D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8A39DF-9A90-09C5-9F37-6F3770904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89DB10F-9D87-3528-C95E-8F7A82DE6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90E6760-5724-2DE7-F7DA-9388B3EAFC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E720349-3B18-D01B-81C3-3CC3DCC183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8D3C51B-B539-E406-480C-E7330A60A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AA767BB-8A94-971E-BC1A-F20B08605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1D5B5BC-A924-6154-2815-75BEE72B7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FD2817-08D5-4223-8A38-A1F42774D66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61762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4473E3-6B01-7B70-26FD-D21A62876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8C8C680-2C99-7A37-AEA0-6565B187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9BC7005-06C5-B1FD-CDD4-45BE578B3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C1AD46-80EB-E9FF-752E-91E419530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F70143-91DD-487E-94A9-20E1D30CB70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34365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D9F5D12-485A-DBE6-DF4A-FC1173671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EDDD6F7-E88F-C76E-299E-B44719D93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06214A5-FAA7-274D-06F2-15CEB1844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B3772F-F1D7-43C7-817F-9DEA287F980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19561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038C5-B378-5D3A-9641-7D9A85091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CE7996-459C-5BDC-2579-3F0CDCE31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4E5E13A-3FEC-3773-CB7B-D3C2AD068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9297C1D-56A5-4EC3-998A-EDD213F61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68AA12D-2806-8FBA-1322-2879863F4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A6C0DA-BFD6-38A4-D343-A781C651A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AB8D96-2132-473C-9D68-C6989145EB7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81169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DB653-8B9B-FA81-3CD2-FC76776A0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17E29D9-872C-3214-AB6B-C16996BF98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8AAAC24-EDC7-F7C9-512A-65E563F2C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6293DA-625D-DE63-F70A-335BD1D6C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DCF87EF-3459-B018-C982-1D1C1E618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920EE65-6473-8F3C-FD26-770F0C425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C737CE-D95A-4909-9AC7-9AC802505D5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77257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9DB5CE-CEA6-D8AC-DA92-C3724BD8A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A9B0511-8902-BFBF-86AF-99D46133B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424E89-5142-1B6D-95CD-DDF71345B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87DCBD-4C11-A620-0713-8BDA7BC5B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C20288-2BB9-2A40-975B-4C1A12700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DC636-C3E3-42D2-8512-62F999F880A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21091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0311D6C-7E16-F049-7A4C-F443D54735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D8FE5F1-2B88-C4D2-37FF-4D3F84852E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C07765-2BCE-3A89-8FFD-80E8B9210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782CFE-C39C-397E-DACD-441BB9EBA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3DC16D-BDD8-591C-7BB4-4B924F3C0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59FBFB-3212-40A2-BBBB-00977FB0833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63491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F9679CF-B4A9-3DDB-8037-AED4B5FBE6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C2F485B-5E14-8431-F535-9436A945C7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D75F483-E192-D8D7-DC6F-A2EDAE98CFA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D450B12-A33B-7B1E-BF11-A9BB15C76F0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9397C37-A418-F21B-5602-82980481799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56EDC39-7BAB-4C8A-95B0-1B1E40DBA8A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29DC8AC-F864-4919-0B22-FA3FFD58CC3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0425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391 – Jesus no monte da ascensão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9857206-29E1-93A4-90DC-ECDB1875800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E9868675-C10C-C42E-E355-4E0A32D9B3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Jesus disse aos discípulos, </a:t>
            </a:r>
            <a:br>
              <a:rPr lang="en-US" altLang="pt-BR" sz="4000" i="1"/>
            </a:br>
            <a:r>
              <a:rPr lang="en-US" altLang="pt-BR" sz="4000" i="1"/>
              <a:t>No monte, ao subir:</a:t>
            </a:r>
            <a:br>
              <a:rPr lang="en-US" altLang="pt-BR" sz="4000" i="1"/>
            </a:br>
            <a:r>
              <a:rPr lang="en-US" altLang="pt-BR" sz="4000" i="1"/>
              <a:t>"Detei-vos em Jerusalém, </a:t>
            </a:r>
            <a:br>
              <a:rPr lang="en-US" altLang="pt-BR" sz="4000" i="1"/>
            </a:br>
            <a:r>
              <a:rPr lang="en-US" altLang="pt-BR" sz="4000" i="1"/>
              <a:t>Pois há de se cumprir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vinda gloriosa do Consolador, </a:t>
            </a:r>
            <a:br>
              <a:rPr lang="en-US" altLang="pt-BR" sz="4000" i="1"/>
            </a:br>
            <a:r>
              <a:rPr lang="en-US" altLang="pt-BR" sz="4000" i="1"/>
              <a:t>Pra revestir as testemunhas do Senhor".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63D2D53-82C3-94DD-C954-B39E31DB10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3800" b="1" i="1"/>
              <a:t>Descendo o fogo do altar, </a:t>
            </a:r>
            <a:br>
              <a:rPr lang="en-US" altLang="pt-BR" sz="3800" b="1" i="1"/>
            </a:br>
            <a:r>
              <a:rPr lang="en-US" altLang="pt-BR" sz="3800" b="1" i="1"/>
              <a:t>O vento de amor,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b="1" i="1"/>
              <a:t>Depressa foram proclamar o Salvador.</a:t>
            </a:r>
            <a:r>
              <a:rPr lang="en-US" altLang="pt-BR" sz="3800"/>
              <a:t> </a:t>
            </a:r>
            <a:r>
              <a:rPr lang="en-US" altLang="pt-BR" sz="38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1C62250-1A75-28E3-8658-DD0860CAF4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Encheu-se o cenác'lo de gloriosa luz;</a:t>
            </a:r>
            <a:r>
              <a:rPr lang="en-US" altLang="pt-BR" sz="4000"/>
              <a:t> </a:t>
            </a:r>
            <a:r>
              <a:rPr lang="en-US" altLang="pt-BR" sz="4000" i="1"/>
              <a:t>Descendo o fogo divina!, </a:t>
            </a:r>
            <a:br>
              <a:rPr lang="en-US" altLang="pt-BR" sz="4000" i="1"/>
            </a:br>
            <a:r>
              <a:rPr lang="en-US" altLang="pt-BR" sz="4000" i="1"/>
              <a:t>A nós voltou Jesus.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todos, revestidos </a:t>
            </a:r>
            <a:br>
              <a:rPr lang="en-US" altLang="pt-BR" sz="4000" i="1"/>
            </a:br>
            <a:r>
              <a:rPr lang="en-US" altLang="pt-BR" sz="4000" i="1"/>
              <a:t>Com o poder do céu,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Falaram noutras línguas </a:t>
            </a:r>
            <a:br>
              <a:rPr lang="en-US" altLang="pt-BR" sz="4000" i="1"/>
            </a:br>
            <a:r>
              <a:rPr lang="en-US" altLang="pt-BR" sz="4000" i="1"/>
              <a:t>Em louvor a Deus.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3094B29-7186-483F-06BB-41453BACD7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3800" b="1" i="1"/>
              <a:t>Descendo o fogo do altar, </a:t>
            </a:r>
            <a:br>
              <a:rPr lang="en-US" altLang="pt-BR" sz="3800" b="1" i="1"/>
            </a:br>
            <a:r>
              <a:rPr lang="en-US" altLang="pt-BR" sz="3800" b="1" i="1"/>
              <a:t>O vento de amor,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b="1" i="1"/>
              <a:t>Depressa foram proclamar o Salvador.</a:t>
            </a:r>
            <a:r>
              <a:rPr lang="en-US" altLang="pt-BR" sz="3800"/>
              <a:t> </a:t>
            </a:r>
            <a:r>
              <a:rPr lang="en-US" altLang="pt-BR" sz="38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5BC1E38-04D1-EBE5-D126-F0031A2F7B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O povo, assustado </a:t>
            </a:r>
            <a:br>
              <a:rPr lang="en-US" altLang="pt-BR" sz="4000" i="1"/>
            </a:br>
            <a:r>
              <a:rPr lang="en-US" altLang="pt-BR" sz="4000" i="1"/>
              <a:t>Com o poder do céu,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Não compreendeu que isto foi o que Deus prometeu. </a:t>
            </a:r>
            <a:br>
              <a:rPr lang="en-US" altLang="pt-BR" sz="4000" i="1"/>
            </a:br>
            <a:r>
              <a:rPr lang="en-US" altLang="pt-BR" sz="4000" i="1"/>
              <a:t>Mas Pedro lhes proclama: </a:t>
            </a:r>
            <a:br>
              <a:rPr lang="en-US" altLang="pt-BR" sz="4000" i="1"/>
            </a:br>
            <a:r>
              <a:rPr lang="en-US" altLang="pt-BR" sz="4000" i="1"/>
              <a:t>"Assim diz o Senhor: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No fim dos dias, </a:t>
            </a:r>
            <a:br>
              <a:rPr lang="en-US" altLang="pt-BR" sz="4000" i="1"/>
            </a:br>
            <a:r>
              <a:rPr lang="en-US" altLang="pt-BR" sz="4000" i="1"/>
              <a:t>Vos darei Consolador". 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57AE7F2-00D9-F383-B1A9-1DB2B25E43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3800" b="1" i="1"/>
              <a:t>Descendo o fogo do altar, </a:t>
            </a:r>
            <a:br>
              <a:rPr lang="en-US" altLang="pt-BR" sz="3800" b="1" i="1"/>
            </a:br>
            <a:r>
              <a:rPr lang="en-US" altLang="pt-BR" sz="3800" b="1" i="1"/>
              <a:t>O vento de amor,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b="1" i="1"/>
              <a:t>Depressa foram proclamar o Salvador.</a:t>
            </a:r>
            <a:r>
              <a:rPr lang="en-US" altLang="pt-BR" sz="3800"/>
              <a:t> </a:t>
            </a:r>
            <a:r>
              <a:rPr lang="en-US" altLang="pt-BR" sz="3800" i="1"/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DEF5504-0C0F-30CE-B301-699F79AAF9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Assim Jesus te manda orar e esperar O Santo Espírito de Deus, </a:t>
            </a:r>
            <a:br>
              <a:rPr lang="en-US" altLang="pt-BR" sz="4000" i="1"/>
            </a:br>
            <a:r>
              <a:rPr lang="en-US" altLang="pt-BR" sz="4000" i="1"/>
              <a:t>Que vem pra t’ensinar;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Jesus, a gloriosa unção, te mandará, </a:t>
            </a:r>
            <a:br>
              <a:rPr lang="en-US" altLang="pt-BR" sz="4000" i="1"/>
            </a:br>
            <a:r>
              <a:rPr lang="en-US" altLang="pt-BR" sz="4000" i="1"/>
              <a:t>E Seu amor sublime, proclamar irás.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D3BFF5C-C92A-CF78-7649-0FA6C9B735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3800" b="1" i="1"/>
              <a:t>Descendo o fogo do altar, </a:t>
            </a:r>
            <a:br>
              <a:rPr lang="en-US" altLang="pt-BR" sz="3800" b="1" i="1"/>
            </a:br>
            <a:r>
              <a:rPr lang="en-US" altLang="pt-BR" sz="3800" b="1" i="1"/>
              <a:t>O vento de amor,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b="1" i="1"/>
              <a:t>Depressa foram proclamar o Salvador.</a:t>
            </a:r>
            <a:r>
              <a:rPr lang="en-US" altLang="pt-BR" sz="3800"/>
              <a:t> </a:t>
            </a:r>
            <a:r>
              <a:rPr lang="en-US" altLang="pt-BR" sz="38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391 – Jesus no monte da ascensão</vt:lpstr>
      <vt:lpstr>Jesus disse aos discípulos,  No monte, ao subir: "Detei-vos em Jerusalém,  Pois há de se cumprir  A vinda gloriosa do Consolador,  Pra revestir as testemunhas do Senhor".  </vt:lpstr>
      <vt:lpstr>Descendo o fogo do altar,  O vento de amor,  Depressa foram proclamar o Salvador.  </vt:lpstr>
      <vt:lpstr>Encheu-se o cenác'lo de gloriosa luz; Descendo o fogo divina!,  A nós voltou Jesus.  E todos, revestidos  Com o poder do céu,  Falaram noutras línguas  Em louvor a Deus.  </vt:lpstr>
      <vt:lpstr>Descendo o fogo do altar,  O vento de amor,  Depressa foram proclamar o Salvador.  </vt:lpstr>
      <vt:lpstr>O povo, assustado  Com o poder do céu,  Não compreendeu que isto foi o que Deus prometeu.  Mas Pedro lhes proclama:  "Assim diz o Senhor:  No fim dos dias,  Vos darei Consolador".  </vt:lpstr>
      <vt:lpstr>Descendo o fogo do altar,  O vento de amor,  Depressa foram proclamar o Salvador.  </vt:lpstr>
      <vt:lpstr>Assim Jesus te manda orar e esperar O Santo Espírito de Deus,  Que vem pra t’ensinar;  Jesus, a gloriosa unção, te mandará,  E Seu amor sublime, proclamar irás.</vt:lpstr>
      <vt:lpstr>Descendo o fogo do altar,  O vento de amor,  Depressa foram proclamar o Salvador.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391 – Jesus no monte da ascensão</dc:title>
  <dc:creator>Junior</dc:creator>
  <cp:lastModifiedBy>Emerson Souza</cp:lastModifiedBy>
  <cp:revision>1</cp:revision>
  <dcterms:created xsi:type="dcterms:W3CDTF">2005-12-26T20:46:58Z</dcterms:created>
  <dcterms:modified xsi:type="dcterms:W3CDTF">2026-05-02T22:09:29Z</dcterms:modified>
</cp:coreProperties>
</file>