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04959-56FC-61B1-3DF7-E0C974D5F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F71E8-CE82-D389-214C-DFB341CB14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DE76A5-3B9D-0998-4B75-678C985F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911976-EF5A-A52B-1293-F55DFF5FD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E438BA-216B-50B0-C797-F73B2F34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977C9E-2736-4479-A391-D3A0E23EA1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8917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C0A73-2EE8-780B-4E50-C984E3C89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D45E62-707C-ECEA-A28A-95B85D538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006508-4F49-6893-42BB-5BB2EFD8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BFA82-DE9C-96A1-9330-E4B84189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4D4A9C-E6F7-317E-0580-5BB1DAA0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D8F409-22BF-46B4-A4EF-2CB2816D46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425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B1044-7782-4B2A-4185-73EE0C2F4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9845EE-5BCE-C8BB-4F8B-15AB6AE73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4495AD-2178-9322-00E4-404E1E4C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853E70-B2E1-8A9B-BFC3-6BCEA447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50F80C-913C-3F8C-F5C4-FEBCEBA48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9C228-6CC0-4EBE-ABFB-99C810CA38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60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50785F-B9FA-2358-DE6E-25C909F9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4B7CFF-64A6-37F6-C75F-B11BE150D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6D619A-3781-A553-F1BB-F8368F3B0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5819EB-3DE7-846A-5A08-CAEA4B2E1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63FEF11-5F4B-7A2C-EED6-6B8F9848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F09ED9-53D6-D5AA-D1B5-DD31D10E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AFE2C-C35F-41AF-B71C-A140C433FE5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008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37F84-D94C-03E5-A0EB-71A5A133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16DCF5-F43C-ACFE-0704-CC6C5E152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91F602-F956-30C0-7DF8-4AF0A9779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B9D12D-9A8D-2C9C-9A41-9A621850F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0C75364-451F-0F6F-7B68-AC902F85D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B33FA97-E88C-4969-1D2C-B65EB885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961125F-C478-8279-EA8E-A142C6D60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CB79B8F-26CB-C22F-BD22-2EDAC0A1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387618-51AE-46BA-BD42-C10C575669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2501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3F824-D798-3582-B3D6-4F961A39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BD5981D-1954-BDBC-6D2E-947EF89E9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35A8327-CC8C-7520-8426-8BB649319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4D6962-C76B-DB70-1E26-D541F888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ACB094-1E27-4C0E-9AD9-8FE89103C9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32416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AB0252-2B55-0081-A7F0-2199E0A68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04C8D2-45D2-F6AC-FF11-D6336890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D2A8E9-E48C-257E-D790-29F8C3BE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DE26B-FCA4-4C03-8661-DCE6FCB702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4144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F1E36-E789-B214-39C6-E987416CC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650CFE-2B7C-6633-4E61-E5E13AF67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1132C6-C1EA-B816-C111-D58F863F6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B92834-54EC-58DF-246D-2A3A44E54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32254C-EA95-F11A-5A54-DA3763D1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35321B-1269-D065-7F4C-BC09017D7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C47CA-8B4A-4895-92D5-37E7DC86B0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952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2E6CA-0013-48A5-C43C-10EA001C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F9FF074-675C-1F10-2B08-DC60AECD8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09642B-51F1-4A27-AB6F-819870017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840C88-0243-625A-5150-7A924A669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7E426F-B330-68B0-EF69-1EF309B2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6CD5EC-48AA-CC47-DEED-7565D0A7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5004B3-E64F-4982-933C-49E451D67B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033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741DD-64CD-75FB-BCDD-32BF9BD8E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F4952A-8691-F867-19FF-C1920BA38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D59D6E-3A5B-F244-CAA0-C602CEC8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ECF4CE-F77C-5E70-6DBF-BADC67BD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145552-2E69-D0AA-D678-FD6E4003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A71156-D4DE-47A9-AE41-7573845E4F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556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7D691E-3058-1CD7-2CB5-7E54F08F8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9B123D-756C-4772-6AFC-35AD87F3C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0147F7-29C3-D793-148B-738CA27D7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C5E3AAD-B9D7-AEB1-9253-542770F3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3AF6EE-0A79-2403-AD76-1028C1D1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7FF25-152F-48D9-9619-9DCEC7914B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505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69EB566-4487-E970-1B81-050389BEC5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66070F1-5145-A157-A37C-AA210B7C7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D6585F1-1B82-03DB-BB28-392AC74C59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2658BBF-C581-7A6E-635B-B2A391BCE90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81700D1-6CAE-3698-1E44-39799D6992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13A8FE7-C3B1-4EBA-8990-8B39E8009C7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5BCE1FC-B76B-DCF7-B7A3-DF0C8C49CB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446</a:t>
            </a:r>
            <a:br>
              <a:rPr lang="pt-BR" altLang="pt-BR" sz="4400" b="1"/>
            </a:br>
            <a:r>
              <a:rPr lang="pt-BR" altLang="pt-BR" sz="4400" b="1" i="1"/>
              <a:t>Ó </a:t>
            </a:r>
            <a:r>
              <a:rPr lang="pt-BR" altLang="pt-BR" sz="4400" b="1"/>
              <a:t>VEM JÁ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0E5A58B-3D18-41FD-2CF5-D5F47F775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Vem, ó alma cansada, que sentes dor, </a:t>
            </a:r>
            <a:br>
              <a:rPr lang="pt-BR" altLang="pt-BR"/>
            </a:br>
            <a:r>
              <a:rPr lang="pt-BR" altLang="pt-BR"/>
              <a:t>A teu bom Salvador, a Jesus,</a:t>
            </a:r>
            <a:br>
              <a:rPr lang="pt-BR" altLang="pt-BR"/>
            </a:br>
            <a:r>
              <a:rPr lang="pt-BR" altLang="pt-BR"/>
              <a:t>E confia no sangue do Redentor, </a:t>
            </a:r>
            <a:br>
              <a:rPr lang="pt-BR" altLang="pt-BR"/>
            </a:br>
            <a:r>
              <a:rPr lang="pt-BR" altLang="pt-BR"/>
              <a:t>Derramado, que foi lá na cruz.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A83B60B-7CEA-C8EE-E77F-2A60F803D6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b="1" i="1"/>
              <a:t>Ó vem já! O vem já! </a:t>
            </a:r>
            <a:br>
              <a:rPr lang="pt-BR" altLang="pt-BR" b="1" i="1"/>
            </a:br>
            <a:r>
              <a:rPr lang="pt-BR" altLang="pt-BR" b="1" i="1"/>
              <a:t>A Jesus vem como estás; </a:t>
            </a:r>
            <a:br>
              <a:rPr lang="pt-BR" altLang="pt-BR" b="1" i="1"/>
            </a:br>
            <a:r>
              <a:rPr lang="pt-BR" altLang="pt-BR" b="1" i="1"/>
              <a:t>Não demores pecador </a:t>
            </a:r>
            <a:br>
              <a:rPr lang="pt-BR" altLang="pt-BR" b="1" i="1"/>
            </a:br>
            <a:r>
              <a:rPr lang="pt-BR" altLang="pt-BR" b="1" i="1"/>
              <a:t>aceitar o teu Salvador. </a:t>
            </a:r>
            <a:br>
              <a:rPr lang="pt-BR" altLang="pt-BR" b="1" i="1"/>
            </a:br>
            <a:r>
              <a:rPr lang="pt-BR" altLang="pt-BR" b="1" i="1"/>
              <a:t>Ó vem já! O vem já! </a:t>
            </a:r>
            <a:br>
              <a:rPr lang="pt-BR" altLang="pt-BR" b="1" i="1"/>
            </a:br>
            <a:r>
              <a:rPr lang="pt-BR" altLang="pt-BR" b="1" i="1"/>
              <a:t>A Jesus vem como estás, </a:t>
            </a:r>
            <a:br>
              <a:rPr lang="pt-BR" altLang="pt-BR" b="1" i="1"/>
            </a:br>
            <a:r>
              <a:rPr lang="pt-BR" altLang="pt-BR" b="1" i="1"/>
              <a:t>Não demores pecador </a:t>
            </a:r>
            <a:br>
              <a:rPr lang="pt-BR" altLang="pt-BR" b="1" i="1"/>
            </a:br>
            <a:r>
              <a:rPr lang="pt-BR" altLang="pt-BR" b="1" i="1"/>
              <a:t>aceitar o teu Salvador.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6ACC8B8-0304-F1C1-7407-DA332952E0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Tu que vagas mui longe do Salvador, </a:t>
            </a:r>
            <a:br>
              <a:rPr lang="pt-BR" altLang="pt-BR"/>
            </a:br>
            <a:r>
              <a:rPr lang="pt-BR" altLang="pt-BR"/>
              <a:t>No pecado, no mal preso estás; </a:t>
            </a:r>
            <a:br>
              <a:rPr lang="pt-BR" altLang="pt-BR"/>
            </a:br>
            <a:r>
              <a:rPr lang="pt-BR" altLang="pt-BR"/>
              <a:t>Só Jesus é que vai te livrar da dor, </a:t>
            </a:r>
            <a:br>
              <a:rPr lang="pt-BR" altLang="pt-BR"/>
            </a:br>
            <a:r>
              <a:rPr lang="pt-BR" altLang="pt-BR"/>
              <a:t>Salvação hoje mesmo te dar.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6CDB50-D8D3-5BCB-0A4F-8A15E7F04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Cristo chama ainda: "Ó vinde a Mim,</a:t>
            </a:r>
            <a:br>
              <a:rPr lang="pt-BR" altLang="pt-BR"/>
            </a:br>
            <a:r>
              <a:rPr lang="pt-BR" altLang="pt-BR"/>
              <a:t>Oprimidos, cansados, sem paz;</a:t>
            </a:r>
            <a:br>
              <a:rPr lang="pt-BR" altLang="pt-BR"/>
            </a:br>
            <a:r>
              <a:rPr lang="pt-BR" altLang="pt-BR"/>
              <a:t>Vida eterna darei para vós, enfim,</a:t>
            </a:r>
            <a:br>
              <a:rPr lang="pt-BR" altLang="pt-BR"/>
            </a:br>
            <a:r>
              <a:rPr lang="pt-BR" altLang="pt-BR"/>
              <a:t>	No meu reino de gozo veraz".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446 Ó VEM JÁ</vt:lpstr>
      <vt:lpstr>Vem, ó alma cansada, que sentes dor,  A teu bom Salvador, a Jesus, E confia no sangue do Redentor,  Derramado, que foi lá na cruz. </vt:lpstr>
      <vt:lpstr>Ó vem já! O vem já!  A Jesus vem como estás;  Não demores pecador  aceitar o teu Salvador.  Ó vem já! O vem já!  A Jesus vem como estás,  Não demores pecador  aceitar o teu Salvador.</vt:lpstr>
      <vt:lpstr>Tu que vagas mui longe do Salvador,  No pecado, no mal preso estás;  Só Jesus é que vai te livrar da dor,  Salvação hoje mesmo te dar. </vt:lpstr>
      <vt:lpstr>Cristo chama ainda: "Ó vinde a Mim, Oprimidos, cansados, sem paz; Vida eterna darei para vós, enfim,  No meu reino de gozo veraz".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446 - Ó VEM JÁ</dc:title>
  <dc:creator>Montagna</dc:creator>
  <cp:lastModifiedBy>Emerson Souza</cp:lastModifiedBy>
  <cp:revision>2</cp:revision>
  <dcterms:created xsi:type="dcterms:W3CDTF">2005-10-21T13:29:56Z</dcterms:created>
  <dcterms:modified xsi:type="dcterms:W3CDTF">2026-05-02T22:14:24Z</dcterms:modified>
</cp:coreProperties>
</file>