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FF"/>
    <a:srgbClr val="FF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BF472-C2FA-4902-A576-8C0349463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37E39-D4E5-A1DB-A717-7C6D8D2DA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899FF9-86C6-5B8A-1DF3-F5139D74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DC165D-9043-3DA6-A6E0-E652A4631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8DE632-2819-A7C8-C811-8967887E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A15ED-7D1D-4E6D-B14B-88B53E89B7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75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EA2E9-A682-1950-E935-73B0C940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04B655-6DD9-3AB6-1564-88C90F27C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E27159-2349-1517-FDD2-DDBF1F98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F424C3-BC26-860E-B646-8E7E3653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4CA29A-4488-000E-E859-56CEA33F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A5377-FE6C-4EF2-A046-6E211463F9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447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83E5B-4385-F5CB-048F-2F1C620D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F4E864-15C3-C0F5-3ECB-96283CCC1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B311A-38DD-D2D9-4067-13D57239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0A9D2B-CA25-8643-B8A9-F4D1D1C8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A4D0CE-6F7C-3B6F-9F1D-0E6E04CE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80994-3515-4330-A09B-DCF0EB4DBF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989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8C248-C3BA-4EF6-AB68-DBA51593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C37D8B-4B06-B036-7A40-741A39B6B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99AC9A-92D1-1F7C-CE1B-C122C10A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0D124F-30BB-D3FC-41A8-7227E197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9889C1-9B53-3D7C-FE71-768680F4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8C8267-44FA-2AC9-D63A-E4275475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3C218-A33E-4068-A4FF-490BAEA953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2404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3B2BD-63C9-3824-ABA1-6E1D0D6F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96FF30-0AB2-314F-4BEA-EA16D2207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DA404B-2906-7EE9-CF3C-37A5AB0D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287667F-1581-2C3F-5739-3A9A8CE92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DE84634-4755-F404-A1E2-455497D64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A871E8-349A-0E86-50DB-39A5030E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E25C14-FA37-CD52-FAB6-0264094F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80DA14-7F84-0862-6AA6-067CE317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522CF-147D-4873-A1FD-71A7D13BC6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933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F9831-2843-0E81-07B3-CD9AEEA1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1CB3B1-13A0-677C-D38F-D037FF920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94B47C4-1D87-AB78-039A-10F2C1A9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16558C-D792-E4E8-4C96-4C06BEEF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2C956-924D-42BA-9468-7B88D68063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889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F4545D-61E7-B52B-29BE-142C73C7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3EF137-0099-6EDD-8079-8D8979AC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78AF8B-5A68-6E69-B42E-E8EE0FD8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97BE53-0DB0-43D2-9988-FA04D62EB3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133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A330C-5533-E885-C9D1-039A097FD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71DB23-2B71-A42D-A119-FE7995355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2138CD-238C-6F75-0061-8CCFBC266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F0FB9B-D914-01BF-63BD-20AF8E8BA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BF1BD-BE18-E8BE-20DF-87E8D6A5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B4C4D5-8D6B-2974-D311-3560F94D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04D7C-7C71-4C2E-9C1E-6415FA07B2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757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2E1C0-F759-8A23-6A59-0AEA9D9A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C37086E-EC5D-E865-9F61-47649A4FA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7EA996-8DEF-E1BA-041A-03A695C20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01C927-61A0-668F-2FDD-30E28805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1A7D3C-229E-D9D4-98DD-A51BD0A7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1899C0-A79C-74DC-9CCF-8EE43941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B0DCC-9D8A-4FAC-A06B-A5A244DCCD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632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F3778-0C1A-1461-AFAD-0F46E2A0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4F25C2-F279-3E8D-02AB-6EE163C5D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1C0572-17F0-320E-269F-F250D70E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06F56A-4B7F-A25C-8893-F37F3318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37A048-127D-8402-FC9F-178A0E5C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33936D-0CC8-41A7-B8DC-71F3512464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546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5D895D-CEEB-9A04-899C-7A15BED17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C226CE-D55B-0297-15AA-A9BE8409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B8B57-E5AE-1957-FDC3-9E4FBF47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734C3E-E2BD-3A17-5AEF-01CB57F5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99E0E6-ECAA-73A6-623E-922DC953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11F07-A7E3-4A15-BE22-E7D3646010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955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B5B0ADA-CD4E-7301-9F17-CFA36BCC6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1C7A00-FF2C-ABFC-38EE-C336DE13E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7CF90B6-6378-8DB7-8DEE-F9AF687F6D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90EA5E-3CBE-E6C4-F121-934FA20414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A4347F3-4FFD-EFBB-0F5A-140ACD8291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408AF4-E031-4863-BE0C-148B1A0B534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6F323C-BDDF-006C-1DE1-48098D68F0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3988" cy="1946275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FFFBFF"/>
                </a:solidFill>
              </a:rPr>
              <a:t>61</a:t>
            </a:r>
            <a:br>
              <a:rPr lang="en-US" altLang="pt-BR" sz="4000" b="1">
                <a:solidFill>
                  <a:srgbClr val="FFFBFF"/>
                </a:solidFill>
              </a:rPr>
            </a:br>
            <a:r>
              <a:rPr lang="en-US" altLang="pt-BR" sz="4000" b="1">
                <a:solidFill>
                  <a:srgbClr val="FFFBFF"/>
                </a:solidFill>
              </a:rPr>
              <a:t>DEUS TOMARÁ CONTA DE TI</a:t>
            </a:r>
            <a:br>
              <a:rPr lang="en-US" altLang="pt-BR" sz="4000" b="1">
                <a:solidFill>
                  <a:srgbClr val="FFFBFF"/>
                </a:solidFill>
              </a:rPr>
            </a:br>
            <a:endParaRPr lang="en-US" altLang="pt-BR" sz="4000" b="1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C2FC405-DBF8-E9DA-75FB-865730201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08050"/>
            <a:ext cx="9144000" cy="3960813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FFFBFF"/>
                </a:solidFill>
              </a:rPr>
              <a:t>Em todo o tempo, irmão, o Senhor Tomará conta de ti. </a:t>
            </a:r>
            <a:br>
              <a:rPr lang="en-US" altLang="pt-BR">
                <a:solidFill>
                  <a:srgbClr val="FFFBFF"/>
                </a:solidFill>
              </a:rPr>
            </a:br>
            <a:r>
              <a:rPr lang="en-US" altLang="pt-BR">
                <a:solidFill>
                  <a:srgbClr val="FFFBFF"/>
                </a:solidFill>
              </a:rPr>
              <a:t>Cristo, que fala de vida e amor, Tomará conta de ti.</a:t>
            </a:r>
            <a:br>
              <a:rPr lang="en-US" altLang="pt-BR">
                <a:solidFill>
                  <a:srgbClr val="FFFBFF"/>
                </a:solidFill>
              </a:rPr>
            </a:br>
            <a:endParaRPr lang="en-US" altLang="pt-BR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36E23DC-5F9D-DA99-CDAA-C8181E07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3889375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FFFBFF"/>
                </a:solidFill>
              </a:rPr>
              <a:t>Deus tomará conta de ti,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Deus tomará conta de ti, 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NEle descansa, sempre aqui, Pois tem cuidado Deus, de ti.</a:t>
            </a:r>
            <a:br>
              <a:rPr lang="en-US" altLang="pt-BR" b="1" i="1">
                <a:solidFill>
                  <a:srgbClr val="FFFBFF"/>
                </a:solidFill>
              </a:rPr>
            </a:br>
            <a:endParaRPr lang="en-US" altLang="pt-BR" b="1" i="1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59459B2A-413D-3E4E-6245-C7E3D4610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6975"/>
            <a:ext cx="9144000" cy="3816350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FFFBFF"/>
                </a:solidFill>
              </a:rPr>
              <a:t>Em toda prova, irmão, o Senhor Tomará conta de ti.</a:t>
            </a:r>
            <a:br>
              <a:rPr lang="en-US" altLang="pt-BR">
                <a:solidFill>
                  <a:srgbClr val="FFFBFF"/>
                </a:solidFill>
              </a:rPr>
            </a:br>
            <a:r>
              <a:rPr lang="en-US" altLang="pt-BR">
                <a:solidFill>
                  <a:srgbClr val="FFFBFF"/>
                </a:solidFill>
              </a:rPr>
              <a:t>Cristo, que é teu amado Pastor, Tomará conta de ti.</a:t>
            </a:r>
            <a:br>
              <a:rPr lang="en-US" altLang="pt-BR">
                <a:solidFill>
                  <a:srgbClr val="FFFBFF"/>
                </a:solidFill>
              </a:rPr>
            </a:br>
            <a:br>
              <a:rPr lang="pt-BR" altLang="pt-BR">
                <a:solidFill>
                  <a:srgbClr val="FFFBFF"/>
                </a:solidFill>
              </a:rPr>
            </a:br>
            <a:endParaRPr lang="en-US" altLang="pt-BR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F6F87B62-31A3-A8D3-3F42-6674F27F7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751388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FFFBFF"/>
                </a:solidFill>
              </a:rPr>
              <a:t>Deus tomará conta de ti,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Deus tomará conta de ti, 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NEle descansa, sempre aqui, Pois tem cuidado Deus, de ti.</a:t>
            </a:r>
            <a:br>
              <a:rPr lang="en-US" altLang="pt-BR" b="1" i="1">
                <a:solidFill>
                  <a:srgbClr val="FFFBFF"/>
                </a:solidFill>
              </a:rPr>
            </a:br>
            <a:endParaRPr lang="en-US" altLang="pt-BR" b="1" i="1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25CF05D6-6153-0992-08F3-1589F10FF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537075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FFFBFF"/>
                </a:solidFill>
              </a:rPr>
              <a:t>Em toda parte, irmão, o Senhor Tomará conta de,ti.</a:t>
            </a:r>
            <a:br>
              <a:rPr lang="en-US" altLang="pt-BR">
                <a:solidFill>
                  <a:srgbClr val="FFFBFF"/>
                </a:solidFill>
              </a:rPr>
            </a:br>
            <a:r>
              <a:rPr lang="en-US" altLang="pt-BR">
                <a:solidFill>
                  <a:srgbClr val="FFFBFF"/>
                </a:solidFill>
              </a:rPr>
              <a:t>Cristo, que nos dá poder e valor, Tomará conta de ti.</a:t>
            </a:r>
            <a:br>
              <a:rPr lang="en-US" altLang="pt-BR">
                <a:solidFill>
                  <a:srgbClr val="FFFBFF"/>
                </a:solidFill>
              </a:rPr>
            </a:br>
            <a:endParaRPr lang="en-US" altLang="pt-BR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FE5B327-5E88-492F-0ACF-395CE4ABB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5184775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FFFBFF"/>
                </a:solidFill>
              </a:rPr>
              <a:t>Deus tomará conta de ti,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Deus tomará conta de ti, 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NEle descansa, sempre aqui, Pois tem cuidado Deus, de ti.</a:t>
            </a:r>
            <a:br>
              <a:rPr lang="en-US" altLang="pt-BR" b="1" i="1">
                <a:solidFill>
                  <a:srgbClr val="FFFBFF"/>
                </a:solidFill>
              </a:rPr>
            </a:br>
            <a:endParaRPr lang="en-US" altLang="pt-BR" b="1" i="1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3B805FF2-3E42-5D7F-1839-ED6299D71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032250"/>
          </a:xfrm>
          <a:noFill/>
          <a:ln/>
        </p:spPr>
        <p:txBody>
          <a:bodyPr/>
          <a:lstStyle/>
          <a:p>
            <a:r>
              <a:rPr lang="en-US" altLang="pt-BR">
                <a:solidFill>
                  <a:srgbClr val="FFFBFF"/>
                </a:solidFill>
              </a:rPr>
              <a:t>Chegando a morte, irmão, o Senhor Tomará conta de ti. </a:t>
            </a:r>
            <a:br>
              <a:rPr lang="en-US" altLang="pt-BR">
                <a:solidFill>
                  <a:srgbClr val="FFFBFF"/>
                </a:solidFill>
              </a:rPr>
            </a:br>
            <a:r>
              <a:rPr lang="en-US" altLang="pt-BR">
                <a:solidFill>
                  <a:srgbClr val="FFFBFF"/>
                </a:solidFill>
              </a:rPr>
              <a:t>Cristo será teu fiel condutor:</a:t>
            </a:r>
            <a:br>
              <a:rPr lang="en-US" altLang="pt-BR">
                <a:solidFill>
                  <a:srgbClr val="FFFBFF"/>
                </a:solidFill>
              </a:rPr>
            </a:br>
            <a:r>
              <a:rPr lang="en-US" altLang="pt-BR">
                <a:solidFill>
                  <a:srgbClr val="FFFBFF"/>
                </a:solidFill>
              </a:rPr>
              <a:t>Tomará conta de 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EC6F5B9A-E4BD-78DF-D8DA-720C1E982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4897437"/>
          </a:xfrm>
          <a:noFill/>
          <a:ln/>
        </p:spPr>
        <p:txBody>
          <a:bodyPr/>
          <a:lstStyle/>
          <a:p>
            <a:r>
              <a:rPr lang="en-US" altLang="pt-BR" b="1" i="1">
                <a:solidFill>
                  <a:srgbClr val="FFFBFF"/>
                </a:solidFill>
              </a:rPr>
              <a:t>Deus tomará conta de ti,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Deus tomará conta de ti,</a:t>
            </a:r>
            <a:br>
              <a:rPr lang="en-US" altLang="pt-BR" b="1" i="1">
                <a:solidFill>
                  <a:srgbClr val="FFFBFF"/>
                </a:solidFill>
              </a:rPr>
            </a:br>
            <a:r>
              <a:rPr lang="en-US" altLang="pt-BR" b="1" i="1">
                <a:solidFill>
                  <a:srgbClr val="FFFBFF"/>
                </a:solidFill>
              </a:rPr>
              <a:t>NEle descansa, sempre aqui, Pois tem cuidado Deus, de ti.</a:t>
            </a:r>
            <a:br>
              <a:rPr lang="en-US" altLang="pt-BR" b="1" i="1">
                <a:solidFill>
                  <a:srgbClr val="FFFBFF"/>
                </a:solidFill>
              </a:rPr>
            </a:br>
            <a:endParaRPr lang="en-US" altLang="pt-BR" b="1" i="1">
              <a:solidFill>
                <a:srgbClr val="FFFB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61 DEUS TOMARÁ CONTA DE TI </vt:lpstr>
      <vt:lpstr>Em todo o tempo, irmão, o Senhor Tomará conta de ti.  Cristo, que fala de vida e amor, Tomará conta de ti. </vt:lpstr>
      <vt:lpstr>Deus tomará conta de ti, Deus tomará conta de ti,  NEle descansa, sempre aqui, Pois tem cuidado Deus, de ti. </vt:lpstr>
      <vt:lpstr>Em toda prova, irmão, o Senhor Tomará conta de ti. Cristo, que é teu amado Pastor, Tomará conta de ti.  </vt:lpstr>
      <vt:lpstr>Deus tomará conta de ti, Deus tomará conta de ti,  NEle descansa, sempre aqui, Pois tem cuidado Deus, de ti. </vt:lpstr>
      <vt:lpstr>Em toda parte, irmão, o Senhor Tomará conta de,ti. Cristo, que nos dá poder e valor, Tomará conta de ti. </vt:lpstr>
      <vt:lpstr>Deus tomará conta de ti, Deus tomará conta de ti,  NEle descansa, sempre aqui, Pois tem cuidado Deus, de ti. </vt:lpstr>
      <vt:lpstr>Chegando a morte, irmão, o Senhor Tomará conta de ti.  Cristo será teu fiel condutor: Tomará conta de ti</vt:lpstr>
      <vt:lpstr>Deus tomará conta de ti, Deus tomará conta de ti, NEle descansa, sempre aqui, Pois tem cuidado Deus, de ti.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</dc:title>
  <dc:creator>Montagna</dc:creator>
  <cp:lastModifiedBy>Emerson Souza</cp:lastModifiedBy>
  <cp:revision>2</cp:revision>
  <dcterms:created xsi:type="dcterms:W3CDTF">2005-10-16T00:09:02Z</dcterms:created>
  <dcterms:modified xsi:type="dcterms:W3CDTF">2026-05-02T21:41:54Z</dcterms:modified>
</cp:coreProperties>
</file>