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B94D3-D624-46BF-9A21-BA8491BDA4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19B7A1-5BBD-FA0D-61DE-AEA089808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17E886-8371-D0DA-6446-90E0AF5E6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16834F-F8A5-B869-E8F8-ADD7E330B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08CF06-B40F-0F67-CED4-8006BD462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678CCE-E373-469E-B536-C4EF41E0662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39607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46E5B-DD9C-E678-3D68-1F2C5C067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18F062-1EAC-3462-17AE-2BD30A318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4D4BEE-1E27-013A-ACCE-B17B4A82E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A2174B-7D3D-3ACF-57CC-34040F86A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DC6244-4F9F-4472-1B58-E898CD264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178410-F3BC-4A26-87B7-5D4254E4EE9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81205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59E90D-05FB-AEEC-308E-7F13E2426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2519C0-999E-D7EE-996F-AD26CFB42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5E0B39-B2C1-B013-A9DF-F1CDA8304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2E8881-3C7A-35D5-BEF1-A15DF5AA6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7E9020-6844-1F53-B0B0-D04C96BBD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26DDC5-84D8-4721-9827-202A1D3A91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0768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546E37-0258-3CC7-C6B4-8175F5BD7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6D9F0B-948D-7E44-1C22-253190464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DECF78B-637E-D2D2-57D9-A524BAD851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EB01C90-04D7-F0AC-24C8-6316AECE7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8DFA02-4573-B9CE-7E5A-E1D5187C3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4F15C9-0B4C-0D19-31A8-17DACA4A8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4D9F06-AB11-49D4-B868-9A0EDD37950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2889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610C49-2CFD-8F2A-7674-8E6431F59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27A2B24-FFFE-C272-922B-DEE23A844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72AFC2F-7F74-E2BB-E70B-A1A6D08F2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1E46BED-4AE8-C918-E450-C87E1B3A62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0B101F6-B90E-89C3-DDB4-8421A20E7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27A74DD-7DCE-B6DF-C53B-D9C0C7FCF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A0460D6-E312-2018-6D92-CF739C7AA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381236F-13A6-D769-B73C-41CDC23C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1EB52D-2305-4B96-9321-D8376891A16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25745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6D3761-DAD9-B12B-5C29-7759CEF83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4491F9E-E5DB-9FFA-CEF0-868416E7F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F623295-4748-3E73-0E9A-3E634443B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D27E172-4D11-2017-1CB0-FB8A34B45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4B6EC3-6739-449E-9B94-F0F952784F0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47906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4258645-1600-C99E-2A7E-77195BC95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87E6288-D22F-0DBA-B22C-E0E8BFA12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198F5A2-9644-CEDE-A515-13A58C34C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3171D0-863B-4EED-8B38-003CD3928A4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19535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E2F045-68D5-D346-B2C6-7EF0F360B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7B96E8-D4EE-7C87-57F7-928A78ADF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0CA8CA1-B453-AB25-038F-10B55CFB2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BAD7210-6A78-4976-CC5C-A5770B786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852060-5BF2-74B5-D60D-633219F5A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CB48EB2-7D87-62B8-0BC1-FA4BDC8CD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4C8B75-B80B-4D3D-965C-DA21057DB08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28164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BB61A8-5AA4-9B53-0F8C-497E03B0C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E553F7A-B221-6366-4E94-69C1DC9CEF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0ED5377-5951-0C69-13EB-DF368004E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B3DF848-6491-C6A4-1DD1-5943EA59A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B12B02-2924-79C9-F3FE-85BF582CA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236DBD3-6680-DD9C-E4FC-F20814219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EB1224-01B1-4979-835C-4F4A60B4B54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75511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2896FD-9C5F-E31A-612C-1D2210747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BA00A24-FC9E-729F-5EDD-6519721CB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E0F749-CA34-07E0-1ADE-2C1B38A46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360D2D-7616-AB31-2D34-E4ADDEAC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5876AD-67FD-7C39-3464-1F42028F3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9FC198-3CD5-4362-A658-079424283E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67505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81D8CEE-1AC0-2428-E752-68AD1F5CA0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337D5D7-FC29-172E-C848-AD8EAFD394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D29ADF-E6DD-E7F0-E311-BFF2783C8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C993AD-89CF-257D-34CF-DF15903F5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699F80-3044-F10D-C13B-C1FE2EB3F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92E463-3B3A-4891-9746-E97218783A1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63982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5099C30-7DFC-D90C-944B-AE4E8EAA47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FDD2004-58D0-8EEB-E180-2062F56340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9A301C3-1F29-8EB8-3A32-BA84FEDFF8A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9424F08-8A25-9DCD-7B15-1BA1F1A586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022FC08-9030-3CFE-65E6-A88A44F0C03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1EF0EBB-534B-4341-8597-177BEF43004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558BC63-9F7B-B21C-684A-6A55B2D4D36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/>
              <a:t>224</a:t>
            </a:r>
            <a:br>
              <a:rPr lang="en-US" altLang="pt-BR" sz="4400" b="1"/>
            </a:br>
            <a:r>
              <a:rPr lang="en-US" altLang="pt-BR" sz="4400" b="1"/>
              <a:t>É O TEMPO DE SEGAR</a:t>
            </a:r>
            <a:r>
              <a:rPr lang="en-US" altLang="pt-BR" sz="44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4868A50-B715-A058-65B4-EE6DF236AD8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0A92F3E6-167A-3314-9A31-906952A58B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É o tempo de segar </a:t>
            </a:r>
            <a:br>
              <a:rPr lang="en-US" altLang="pt-BR" sz="4000" i="1"/>
            </a:br>
            <a:r>
              <a:rPr lang="en-US" altLang="pt-BR" sz="4000" i="1"/>
              <a:t>E tu sem vacilar, </a:t>
            </a:r>
            <a:br>
              <a:rPr lang="en-US" altLang="pt-BR" sz="4000" i="1"/>
            </a:br>
            <a:r>
              <a:rPr lang="en-US" altLang="pt-BR" sz="4000" i="1"/>
              <a:t>Declaraste sem temor: </a:t>
            </a:r>
            <a:br>
              <a:rPr lang="en-US" altLang="pt-BR" sz="4000" i="1"/>
            </a:br>
            <a:r>
              <a:rPr lang="en-US" altLang="pt-BR" sz="4000" i="1"/>
              <a:t>“Não posso trabalhar?”  </a:t>
            </a:r>
            <a:br>
              <a:rPr lang="en-US" altLang="pt-BR" sz="4000" i="1"/>
            </a:br>
            <a:r>
              <a:rPr lang="en-US" altLang="pt-BR" sz="4000" i="1"/>
              <a:t>Vem, enquanto Cristo, </a:t>
            </a:r>
            <a:br>
              <a:rPr lang="en-US" altLang="pt-BR" sz="4000" i="1"/>
            </a:br>
            <a:r>
              <a:rPr lang="en-US" altLang="pt-BR" sz="4000" i="1"/>
              <a:t>O Mestre, está a te chamar: </a:t>
            </a:r>
            <a:br>
              <a:rPr lang="en-US" altLang="pt-BR" sz="4000" i="1"/>
            </a:br>
            <a:r>
              <a:rPr lang="en-US" altLang="pt-BR" sz="4000" i="1"/>
              <a:t>"Jovem, jovem, ó vem trabalhar!"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8BBA29A3-8B5F-A663-C211-D295B03E37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b="1" i="1"/>
              <a:t>Vem e vê os campos brancos já estão</a:t>
            </a:r>
            <a:r>
              <a:rPr lang="en-US" altLang="pt-BR" sz="3600" i="1"/>
              <a:t> </a:t>
            </a:r>
            <a:r>
              <a:rPr lang="en-US" altLang="pt-BR" sz="3600" b="1" i="1"/>
              <a:t>Aguardando bravos que os segarão;</a:t>
            </a:r>
            <a:r>
              <a:rPr lang="en-US" altLang="pt-BR" sz="3600" i="1"/>
              <a:t> </a:t>
            </a:r>
            <a:r>
              <a:rPr lang="en-US" altLang="pt-BR" sz="3600" b="1" i="1"/>
              <a:t>Jovem, desperta, faz-te pronto e alerta!</a:t>
            </a:r>
            <a:r>
              <a:rPr lang="en-US" altLang="pt-BR" sz="3600" i="1"/>
              <a:t> </a:t>
            </a:r>
            <a:r>
              <a:rPr lang="en-US" altLang="pt-BR" sz="3600" b="1" i="1"/>
              <a:t>Queiras logo responder: </a:t>
            </a:r>
            <a:br>
              <a:rPr lang="en-US" altLang="pt-BR" sz="3600" b="1" i="1"/>
            </a:br>
            <a:r>
              <a:rPr lang="en-US" altLang="pt-BR" sz="3600" b="1" i="1"/>
              <a:t>“Eis-me aqui, Senhor”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Olha que a seara bem madura está;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Que colheita gloriosa não será!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Jovem, desperta. Faz-te pronto e alerta!</a:t>
            </a:r>
            <a:r>
              <a:rPr lang="en-US" altLang="pt-BR" sz="3600" i="1"/>
              <a:t> </a:t>
            </a:r>
            <a:r>
              <a:rPr lang="en-US" altLang="pt-BR" sz="3600" b="1" i="1"/>
              <a:t>Poucos dias são que restam </a:t>
            </a:r>
            <a:br>
              <a:rPr lang="en-US" altLang="pt-BR" sz="3600" b="1" i="1"/>
            </a:br>
            <a:r>
              <a:rPr lang="en-US" altLang="pt-BR" sz="3600" b="1" i="1"/>
              <a:t>Para o segador!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80E03FD-659C-5FF4-F200-EEA0282245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As gavelas que recolhes: </a:t>
            </a:r>
            <a:br>
              <a:rPr lang="en-US" altLang="pt-BR" sz="4000" i="1"/>
            </a:br>
            <a:r>
              <a:rPr lang="en-US" altLang="pt-BR" sz="4000" i="1"/>
              <a:t>Jóias de esplendor </a:t>
            </a:r>
            <a:br>
              <a:rPr lang="en-US" altLang="pt-BR" sz="4000" i="1"/>
            </a:br>
            <a:r>
              <a:rPr lang="en-US" altLang="pt-BR" sz="4000" i="1"/>
              <a:t>Brilharão na tua coroa, e darão fulgor; </a:t>
            </a:r>
            <a:br>
              <a:rPr lang="en-US" altLang="pt-BR" sz="4000" i="1"/>
            </a:br>
            <a:r>
              <a:rPr lang="en-US" altLang="pt-BR" sz="4000" i="1"/>
              <a:t>Busca logo essas jóias; </a:t>
            </a:r>
            <a:br>
              <a:rPr lang="en-US" altLang="pt-BR" sz="4000" i="1"/>
            </a:br>
            <a:r>
              <a:rPr lang="en-US" altLang="pt-BR" sz="4000" i="1"/>
              <a:t>Deus é premiador; </a:t>
            </a:r>
            <a:br>
              <a:rPr lang="en-US" altLang="pt-BR" sz="4000" i="1"/>
            </a:br>
            <a:r>
              <a:rPr lang="en-US" altLang="pt-BR" sz="4000" i="1"/>
              <a:t>Jovem. jovem, entra no labor!  </a:t>
            </a:r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DBB61BE-43C1-37A0-400B-52D1128CF6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b="1" i="1"/>
              <a:t>Vem e vê os campos brancos já estão</a:t>
            </a:r>
            <a:r>
              <a:rPr lang="en-US" altLang="pt-BR" sz="3600" i="1"/>
              <a:t> </a:t>
            </a:r>
            <a:r>
              <a:rPr lang="en-US" altLang="pt-BR" sz="3600" b="1" i="1"/>
              <a:t>Aguardando bravos que os segarão;</a:t>
            </a:r>
            <a:r>
              <a:rPr lang="en-US" altLang="pt-BR" sz="3600" i="1"/>
              <a:t> </a:t>
            </a:r>
            <a:r>
              <a:rPr lang="en-US" altLang="pt-BR" sz="3600" b="1" i="1"/>
              <a:t>Jovem, desperta, faz-te pronto e alerta!</a:t>
            </a:r>
            <a:r>
              <a:rPr lang="en-US" altLang="pt-BR" sz="3600" i="1"/>
              <a:t> </a:t>
            </a:r>
            <a:r>
              <a:rPr lang="en-US" altLang="pt-BR" sz="3600" b="1" i="1"/>
              <a:t>Queiras logo responder: </a:t>
            </a:r>
            <a:br>
              <a:rPr lang="en-US" altLang="pt-BR" sz="3600" b="1" i="1"/>
            </a:br>
            <a:r>
              <a:rPr lang="en-US" altLang="pt-BR" sz="3600" b="1" i="1"/>
              <a:t>“Eis-me aqui, Senhor”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Olha que a seara bem madura está;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Que colheita gloriosa não será!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Jovem, desperta. Faz-te pronto e alerta!</a:t>
            </a:r>
            <a:r>
              <a:rPr lang="en-US" altLang="pt-BR" sz="3600" i="1"/>
              <a:t> </a:t>
            </a:r>
            <a:r>
              <a:rPr lang="en-US" altLang="pt-BR" sz="3600" b="1" i="1"/>
              <a:t>Poucos dias são que restam </a:t>
            </a:r>
            <a:br>
              <a:rPr lang="en-US" altLang="pt-BR" sz="3600" b="1" i="1"/>
            </a:br>
            <a:r>
              <a:rPr lang="en-US" altLang="pt-BR" sz="3600" b="1" i="1"/>
              <a:t>Para o segador!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06E2EC3-29DD-01CC-6BA4-5017F29206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A manhã já vai passando, </a:t>
            </a:r>
            <a:br>
              <a:rPr lang="en-US" altLang="pt-BR" sz="4000" i="1"/>
            </a:br>
            <a:r>
              <a:rPr lang="en-US" altLang="pt-BR" sz="4000" i="1"/>
              <a:t>Não maia voltará; </a:t>
            </a:r>
            <a:br>
              <a:rPr lang="en-US" altLang="pt-BR" sz="4000" i="1"/>
            </a:br>
            <a:r>
              <a:rPr lang="en-US" altLang="pt-BR" sz="4000" i="1"/>
              <a:t>Da colheita o tempo </a:t>
            </a:r>
            <a:br>
              <a:rPr lang="en-US" altLang="pt-BR" sz="4000" i="1"/>
            </a:br>
            <a:r>
              <a:rPr lang="en-US" altLang="pt-BR" sz="4000" i="1"/>
              <a:t>Brevemente findará; </a:t>
            </a:r>
            <a:br>
              <a:rPr lang="en-US" altLang="pt-BR" sz="4000" i="1"/>
            </a:br>
            <a:r>
              <a:rPr lang="en-US" altLang="pt-BR" sz="4000" i="1"/>
              <a:t>E perante o teu Senhor vazio t’acharás; Jovem, jovem, obedece já!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11C2679E-99C2-03AD-EA29-BC8614A53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b="1" i="1"/>
              <a:t>Vem e vê os campos brancos já estão</a:t>
            </a:r>
            <a:r>
              <a:rPr lang="en-US" altLang="pt-BR" sz="3600" i="1"/>
              <a:t> </a:t>
            </a:r>
            <a:r>
              <a:rPr lang="en-US" altLang="pt-BR" sz="3600" b="1" i="1"/>
              <a:t>Aguardando bravos que os segarão;</a:t>
            </a:r>
            <a:r>
              <a:rPr lang="en-US" altLang="pt-BR" sz="3600" i="1"/>
              <a:t> </a:t>
            </a:r>
            <a:r>
              <a:rPr lang="en-US" altLang="pt-BR" sz="3600" b="1" i="1"/>
              <a:t>Jovem, desperta, faz-te pronto e alerta!</a:t>
            </a:r>
            <a:r>
              <a:rPr lang="en-US" altLang="pt-BR" sz="3600" i="1"/>
              <a:t> </a:t>
            </a:r>
            <a:r>
              <a:rPr lang="en-US" altLang="pt-BR" sz="3600" b="1" i="1"/>
              <a:t>Queiras logo responder: </a:t>
            </a:r>
            <a:br>
              <a:rPr lang="en-US" altLang="pt-BR" sz="3600" b="1" i="1"/>
            </a:br>
            <a:r>
              <a:rPr lang="en-US" altLang="pt-BR" sz="3600" b="1" i="1"/>
              <a:t>“Eis-me aqui, Senhor”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Olha que a seara bem madura está;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Que colheita gloriosa não será!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Jovem, desperta. Faz-te pronto e alerta!</a:t>
            </a:r>
            <a:r>
              <a:rPr lang="en-US" altLang="pt-BR" sz="3600" i="1"/>
              <a:t> </a:t>
            </a:r>
            <a:r>
              <a:rPr lang="en-US" altLang="pt-BR" sz="3600" b="1" i="1"/>
              <a:t>Poucos dias são que restam </a:t>
            </a:r>
            <a:br>
              <a:rPr lang="en-US" altLang="pt-BR" sz="3600" b="1" i="1"/>
            </a:br>
            <a:r>
              <a:rPr lang="en-US" altLang="pt-BR" sz="3600" b="1" i="1"/>
              <a:t>Para o segador!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224 É O TEMPO DE SEGAR </vt:lpstr>
      <vt:lpstr>É o tempo de segar  E tu sem vacilar,  Declaraste sem temor:  “Não posso trabalhar?”   Vem, enquanto Cristo,  O Mestre, está a te chamar:  "Jovem, jovem, ó vem trabalhar!"  </vt:lpstr>
      <vt:lpstr>Vem e vê os campos brancos já estão Aguardando bravos que os segarão; Jovem, desperta, faz-te pronto e alerta! Queiras logo responder:  “Eis-me aqui, Senhor”  Olha que a seara bem madura está;  Que colheita gloriosa não será!  Jovem, desperta. Faz-te pronto e alerta! Poucos dias são que restam  Para o segador! </vt:lpstr>
      <vt:lpstr>As gavelas que recolhes:  Jóias de esplendor  Brilharão na tua coroa, e darão fulgor;  Busca logo essas jóias;  Deus é premiador;  Jovem. jovem, entra no labor!  </vt:lpstr>
      <vt:lpstr>Vem e vê os campos brancos já estão Aguardando bravos que os segarão; Jovem, desperta, faz-te pronto e alerta! Queiras logo responder:  “Eis-me aqui, Senhor”  Olha que a seara bem madura está;  Que colheita gloriosa não será!  Jovem, desperta. Faz-te pronto e alerta! Poucos dias são que restam  Para o segador! </vt:lpstr>
      <vt:lpstr>A manhã já vai passando,  Não maia voltará;  Da colheita o tempo  Brevemente findará;  E perante o teu Senhor vazio t’acharás; Jovem, jovem, obedece já!</vt:lpstr>
      <vt:lpstr>Vem e vê os campos brancos já estão Aguardando bravos que os segarão; Jovem, desperta, faz-te pronto e alerta! Queiras logo responder:  “Eis-me aqui, Senhor”  Olha que a seara bem madura está;  Que colheita gloriosa não será!  Jovem, desperta. Faz-te pronto e alerta! Poucos dias são que restam  Para o segador!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224 É O TEMPO DE SEGAR </dc:title>
  <dc:creator>Junior</dc:creator>
  <cp:lastModifiedBy>Emerson Souza</cp:lastModifiedBy>
  <cp:revision>1</cp:revision>
  <dcterms:created xsi:type="dcterms:W3CDTF">2005-12-23T22:39:34Z</dcterms:created>
  <dcterms:modified xsi:type="dcterms:W3CDTF">2026-05-02T21:55:34Z</dcterms:modified>
</cp:coreProperties>
</file>