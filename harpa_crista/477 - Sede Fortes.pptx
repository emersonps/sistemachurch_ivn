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CB7A8-DF74-E714-0265-F0B6DA7B3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13689-1312-B25E-20E1-36D78967B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033ADB-2E96-34F6-6F44-DAAC9F4E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96EA86-4DDB-932C-0DAF-EF07D934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E6F14D-C571-2FFE-8C88-A4EEE1D4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3BBB1-D965-4AFB-A015-C14A182750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909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84D5B-442E-E147-FB23-8A591BC8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2143C4-9272-DC63-1AF9-44AD9E4D7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5D25D-B59E-962F-EF82-DDEB72210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987AC-C8C1-D98C-77D5-A6BB5CC9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3982B3-D086-7701-1E11-B34F4384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36B05-58B8-4534-9530-D4C3DF776D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676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5363E-A17C-BCB8-FE16-88BC0DD43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49CB99-3A73-7F65-66E2-9E75759D3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49328A-D078-0083-BCB1-4BBECE71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75D9DD-A042-9B12-8E19-9423BE9B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181E41-04D8-DA4C-D1B8-74C0B862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2EA43-12D6-494B-B841-B6F2FFD7FF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337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E7420-8602-CC1A-1CF1-A37BE6B3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DEA5D3-235B-8440-4724-E04C6ABA4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8A0EEF-1288-DC44-434C-7F69EA089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06C97-F586-6D4E-061A-A560239A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E9ECA1-9489-B008-8FCF-136E41B34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7ECB50-1548-8810-1132-3302C692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722AA-A127-4969-91FB-B452D7996D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259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A9F0E-F08C-7EB9-453E-E9C10C97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3C1B5D-52C5-B2CC-A81D-1D34B03A9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D90AAE-6C87-162B-2E80-7649BE785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35E39E-5008-B755-02F0-F8C247699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20B888-EAD1-564F-5F25-FCB17F297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36F00E-D371-4279-D8FA-6B5F57F6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875413-804B-D1F1-3116-2D80AB04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670966-AD46-D213-0444-973BDA7E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D712E0-8BB0-4C08-BF84-E9DA2681AE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86C5D-F6E2-6FB5-14E1-29499C65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62A1BEF-785E-AC5A-66EC-2D2123F6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D2B9DA-1788-1CEB-CDC5-5C183881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7FCFE3-99EB-6056-1023-A0BC53EE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E2214-5A8A-49FD-AF6F-3DA5AE9F67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292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B0980B-BE5C-F77C-ABB1-89C0AE51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D05ED8-018C-7840-EFA6-741EE781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094714-8FF6-DD70-4EB4-9EA4EA11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14E3-47DB-49A5-8EBD-843683A11C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568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BA948-BA1F-6F6F-FEE8-3CB981C3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F54B4E-1ECA-C7CD-798B-8A655EC14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10F1E1-F6F8-6E65-F313-7CD6A54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6ACBFD-A388-B8E5-4EFA-059D5295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80BB1B-4093-3707-CB5E-A2F0858C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FD0897-E0F7-178E-246D-A073F370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494AA-A3FD-4FB8-A907-718F9659E8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3842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E062C-C16C-ABE9-45AA-26C67607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B1D30EF-6B36-A791-0917-7BE681DE8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34C79A-FBF5-D800-CEB9-48C3F846C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9DCE50-0B92-F2B3-777D-D7086E83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E77D69-F1A9-980A-8D62-E20F6D12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7F36D6-4BC9-C0AC-CCA6-182B1ED4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C6F3E-0E6D-4732-B7E8-29BAF8283F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424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93170-9E63-47A4-BD24-49A52537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07E230-F557-4DEB-75BC-F344C3DC1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F427F6-9AFE-20C1-4C38-F726EA37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D1E28C-806B-0419-E0D1-8B93F086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79406A-1CA5-2C2E-F10B-12647C38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49700-CA93-44D2-B9ED-F9D9C23B87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572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A8C5FE-C589-9698-839C-BC147C4AA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AC9742-70E6-F6EE-EBA3-FBBDD4009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C6CC1-B33E-7EE8-6DDA-0EAB7BBE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58F907-0507-A517-BDCF-BA038B7D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F00FA5-67BC-2BE6-C5E9-D3E9E4BE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3D523D-5F3F-43E8-869D-B2B8E3F00E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8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99B07C-ACAC-906B-6644-D66404BE1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5E457AD-9643-4EEE-6F3E-DA0EDC493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6E66AF-5099-6DCC-EE1F-7C75EA2FFD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6026A2B-B899-4F1C-CDE2-526A402861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563844F-7B4C-3E6B-8BB6-905D69E621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B1275EC-91AD-44B3-9C68-A2A6092E82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3A5E31-37C3-DDAA-9798-64F00722B9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477 – Sede Fortes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8890121-52AB-5A76-BEE4-6EAF05F52D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D9C6DB7-F4A0-D9E7-EB73-DD7C0FF49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Sede fortes, irmãos na lida,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Cristo quem vos conduz;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Garantindo eterna vida,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que trilharem na luz.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E84C43-6B1A-C683-183F-175FE868B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andai na luz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Libertos da eterna 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Buscai, vós que a tendes visto,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glória do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C601D50-BA8B-FFD4-6BED-F13F580AE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Sede santos, velai 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Amai com santo fervor;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Muitos ficarão chorando,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vinda do Salvador.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AE975DD-4935-89C8-815E-EC3B13023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andai na luz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Libertos da eterna 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Buscai, vós que a tendes visto,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glória do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7F2F723-B3C5-5655-EECE-32DCE8B5D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Os fiéis adormecidos,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voz do anjo ouvirão;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Transformados os remidos,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Cristo encontrarão.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2C30141-2EC8-EC92-79E3-8C214F1A7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andai na luz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Libertos da eterna 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Buscai, vós que a tendes visto,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glória do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D4F73FB-6B20-1643-C65E-F27DB5454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E vereis naquele dia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Sua glória em esplendor,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Fruireis paz e alegria,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 braços do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B3A45A7-BE44-826A-CEC6-D98B4509C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Sim, andai na luz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Libertos da eterna 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Buscai, vós que a tendes visto,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 glória do Redentor!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477 – Sede Fortes </vt:lpstr>
      <vt:lpstr>Sede fortes, irmãos na lida,  E Cristo quem vos conduz;  Garantindo eterna vida,  Aos que trilharem na luz.  </vt:lpstr>
      <vt:lpstr>Sim, andai na luz de Cristo,  Libertos da eterna dor;  Buscai, vós que a tendes visto,  A glória do Redentor!  </vt:lpstr>
      <vt:lpstr>Sede santos, velai orando,  Amai com santo fervor;  Muitos ficarão chorando,  Na vinda do Salvador.  </vt:lpstr>
      <vt:lpstr>Sim, andai na luz de Cristo,  Libertos da eterna dor;  Buscai, vós que a tendes visto,  A glória do Redentor!  </vt:lpstr>
      <vt:lpstr>Os fiéis adormecidos,  A voz do anjo ouvirão;  Transformados os remidos,  A Cristo encontrarão.  </vt:lpstr>
      <vt:lpstr>Sim, andai na luz de Cristo,  Libertos da eterna dor;  Buscai, vós que a tendes visto,  A glória do Redentor!  </vt:lpstr>
      <vt:lpstr>E vereis naquele dia  Sua glória em esplendor,  Fruireis paz e alegria,  Nos braços do Salvador.</vt:lpstr>
      <vt:lpstr>Sim, andai na luz de Cristo,  Libertos da eterna dor;  Buscai, vós que a tendes visto,  A glória do Redentor!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477 – Sede Fortes </dc:title>
  <dc:creator>Junior</dc:creator>
  <cp:lastModifiedBy>Emerson Souza</cp:lastModifiedBy>
  <cp:revision>1</cp:revision>
  <dcterms:created xsi:type="dcterms:W3CDTF">2005-12-25T22:04:28Z</dcterms:created>
  <dcterms:modified xsi:type="dcterms:W3CDTF">2026-05-02T22:16:57Z</dcterms:modified>
</cp:coreProperties>
</file>