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/>
  </p:normalViewPr>
  <p:slideViewPr>
    <p:cSldViewPr>
      <p:cViewPr varScale="1">
        <p:scale>
          <a:sx n="70" d="100"/>
          <a:sy n="70" d="100"/>
        </p:scale>
        <p:origin x="-510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BDC3D-CE13-045D-60CB-347C61918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A05528-9315-23C8-EAA3-49369C009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674B0E-AD27-2476-6936-41A643797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FC9589-5B3F-0DC5-C669-BD58EF66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37DCA0-7CC7-AE4D-4E66-D26A6F1F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4C0E7-CB33-4538-9472-EF2CD4ACC7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7858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21A61-4FDB-3C0C-C813-91A4B501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184742-8D17-C954-26CD-5B6763DFB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0BDC40-3484-F48F-3CBA-11FF7515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6D77C-D74A-BF06-7FE4-09FDC4CD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0E0846-ADD1-2C84-78ED-4EAE2988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6195A-36B8-4845-AB6D-58F3FED67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461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64A22-6195-96CA-0957-11E794D9D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15BE56-CB2B-0946-1E5C-93269EDE8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B868BE-8352-35CC-2BEF-CA3CF860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66A83A-C011-AE46-8494-E32AF2D1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B3E628-E58F-9D71-A8A0-A325FD25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E9AD3-9DB9-438B-8F21-3A2F44BA25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095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ACEF1-7ABF-0717-805A-F043E011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863495-6E3D-DC98-56A7-A1383BE2C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FC21EF-6609-320D-89D6-9EF6CCF48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D3430D-AEFE-4C2E-8966-970F3058D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51EBBA-F068-B547-4BB0-B5EEA6E2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46AEF4-279D-6A1A-168F-6E357497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461B3-14DC-4A2E-A719-B178579FC8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467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DABCB-A2A9-4F20-AF21-6099BEFD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C9C9F3-9709-2587-C3C8-27AA8EF6B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338515-0982-96D5-B6C4-96EEF6B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AEF3AA4-4857-FA7C-0761-510AA9171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D031A8-0996-D66F-301C-01696E377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02F14A-4DFB-6BC0-97E9-3E4AFD81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11BECE-7A3D-1D09-932E-15D1BF12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217DAE7-5334-1AB5-D4DD-0D73E705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AFB58F-944A-4364-80B0-28237D7E5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0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0A737-0FD6-768F-93E0-76C0CBD2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26F492-852D-4B9C-9514-957C7B0D4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7D43D5E-D622-E084-1289-4479341B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88316C-75CF-ACAC-9159-6FDAAFE58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CC046A-4539-4E8F-8181-E04F53AE04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373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84C968-69C7-5B9F-2230-A74E5BCE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038D8E-CA93-BB78-B66D-43954052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23AAE2-20C0-0DC4-00EE-AEAC6E5F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2A49A4-0353-450D-B216-0D67F0B574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765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4DE2B-75D1-D95A-9278-5BE6D5EC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1D0B1-BEE2-1543-E4FB-FEACE831D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C8E978-20C7-BF13-BD79-D06602ACB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E995F1-B2DB-C79F-5AB3-5B58014B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0B509B-582D-9871-1411-D401295F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5C9CE0-FD80-4278-0291-FA3D2805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AFBC43-AD14-4352-B88C-825F54F9D0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677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73CDA-5A39-40F9-4632-CDB827BB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54840B-F98A-6C06-9EE1-4F17EDF06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0799E7-B546-874F-5B0F-E59BC3D4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ED98CC-083F-FF76-69CC-6346519E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5AA787-CBAD-CE47-FD00-2CC7AFA5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2E00BB-FC00-EE3B-33AF-871597DD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19996-18EA-4BB5-9BA2-B2131A7896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123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45F50-0BAE-05D5-6C47-D2D1ACA00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2F1728-32D1-2AAF-A5B2-6A5890ED5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6761DF-D667-08D9-37D9-2A7E4CBA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47C7DA-6DB7-A3CF-DEE5-DA4CB77C8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F3964-5E5D-0B91-F133-3CFE2265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839B33-684D-4E3E-9584-4C9EFBDBF6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535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BF29DB-B519-9A80-EC0B-4AABE7505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23300F-8B67-62B2-FA75-C6240C27E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2EFB69-ADF3-ADF5-5957-F00B91AD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7049A5-B177-0033-1309-3C58D512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AFA97F-D86C-6C00-F240-93844B80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8E75F-72B2-428A-B5A2-5DD405E3F6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594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2260D4C-5E0D-7060-1790-2AEF9023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582F45B-F2AB-16C8-A59B-98973518F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9C38757-D880-47DD-6C0F-356FEC8D39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5CA6EE-4FBD-CB77-9EC5-B1B1333159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2A469D5-AB23-CC24-D76D-E89C5DAAF9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5D0021F-236E-47A8-BB33-5772A4E6C4B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D8976BA0-5D40-2DC5-0999-53B67227B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3776BBE3-AA45-9E70-930A-232B4C0D49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>
                <a:solidFill>
                  <a:schemeClr val="bg1"/>
                </a:solidFill>
              </a:rPr>
              <a:t>8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Cristo, O Fiel Amigo.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>
            <a:extLst>
              <a:ext uri="{FF2B5EF4-FFF2-40B4-BE49-F238E27FC236}">
                <a16:creationId xmlns:a16="http://schemas.microsoft.com/office/drawing/2014/main" id="{9EFA6FEF-20BC-AA5B-EE28-857C36B20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3" name="Rectangle 5">
            <a:extLst>
              <a:ext uri="{FF2B5EF4-FFF2-40B4-BE49-F238E27FC236}">
                <a16:creationId xmlns:a16="http://schemas.microsoft.com/office/drawing/2014/main" id="{5E207462-F605-3642-976D-EBAADB70D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99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Cristo, Jesus é fiel amigo,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nas fraquezas está comigo,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>
                <a:solidFill>
                  <a:schemeClr val="bg1"/>
                </a:solidFill>
              </a:rPr>
            </a:b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>
            <a:extLst>
              <a:ext uri="{FF2B5EF4-FFF2-40B4-BE49-F238E27FC236}">
                <a16:creationId xmlns:a16="http://schemas.microsoft.com/office/drawing/2014/main" id="{06B9CF2F-73B9-6933-519D-B4CCAAC3A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Rectangle 5">
            <a:extLst>
              <a:ext uri="{FF2B5EF4-FFF2-40B4-BE49-F238E27FC236}">
                <a16:creationId xmlns:a16="http://schemas.microsoft.com/office/drawing/2014/main" id="{469CA6DB-4DAC-4CDF-EFF0-221883885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202363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 nas lutas de cada dia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Cristo nunca me deixa só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Ele é meu seguro guia,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>
                <a:solidFill>
                  <a:schemeClr val="bg1"/>
                </a:solidFill>
              </a:rPr>
            </a:b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>
            <a:extLst>
              <a:ext uri="{FF2B5EF4-FFF2-40B4-BE49-F238E27FC236}">
                <a16:creationId xmlns:a16="http://schemas.microsoft.com/office/drawing/2014/main" id="{C6E436F1-EB2C-A576-43B4-8E559E0A6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1" name="Rectangle 5">
            <a:extLst>
              <a:ext uri="{FF2B5EF4-FFF2-40B4-BE49-F238E27FC236}">
                <a16:creationId xmlns:a16="http://schemas.microsoft.com/office/drawing/2014/main" id="{2C4C9C7A-1213-9A08-C824-D900CB394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261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Não há amigo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Mais nobre e digno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Não, não há. Não, não há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Nem mais humilde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mais benigno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Não, não há. Não, não há.</a:t>
            </a: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7" name="Picture 7">
            <a:extLst>
              <a:ext uri="{FF2B5EF4-FFF2-40B4-BE49-F238E27FC236}">
                <a16:creationId xmlns:a16="http://schemas.microsoft.com/office/drawing/2014/main" id="{600F8DF8-EA0D-5C9D-D035-117091DD2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6" name="Rectangle 6">
            <a:extLst>
              <a:ext uri="{FF2B5EF4-FFF2-40B4-BE49-F238E27FC236}">
                <a16:creationId xmlns:a16="http://schemas.microsoft.com/office/drawing/2014/main" id="{E584CD3D-4185-8AB4-7EF2-F785EAE1C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261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 nas lutas de cada dia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Cristo nunca me deixa só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Ele é meu seguro guia,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>
                <a:solidFill>
                  <a:schemeClr val="bg1"/>
                </a:solidFill>
              </a:rPr>
            </a:b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1" name="Picture 7">
            <a:extLst>
              <a:ext uri="{FF2B5EF4-FFF2-40B4-BE49-F238E27FC236}">
                <a16:creationId xmlns:a16="http://schemas.microsoft.com/office/drawing/2014/main" id="{6805885B-1A5F-6C52-859F-63A79A3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9" name="Rectangle 5">
            <a:extLst>
              <a:ext uri="{FF2B5EF4-FFF2-40B4-BE49-F238E27FC236}">
                <a16:creationId xmlns:a16="http://schemas.microsoft.com/office/drawing/2014/main" id="{2248932E-3DBF-D378-0B22-6FAEE6A9DD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785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Ao pecador, perdoar anela,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pelos Seus santos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Sempre vela,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 Ele só, Ele só.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5" name="Picture 7">
            <a:extLst>
              <a:ext uri="{FF2B5EF4-FFF2-40B4-BE49-F238E27FC236}">
                <a16:creationId xmlns:a16="http://schemas.microsoft.com/office/drawing/2014/main" id="{9B5767AB-32AD-F845-E32A-F10E3F140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4" name="Rectangle 6">
            <a:extLst>
              <a:ext uri="{FF2B5EF4-FFF2-40B4-BE49-F238E27FC236}">
                <a16:creationId xmlns:a16="http://schemas.microsoft.com/office/drawing/2014/main" id="{3AFE26DC-EC39-4A79-9EFB-AD3B5FD3B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023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 nas lutas de cada dia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Cristo nunca me deixa só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Ele é meu seguro guia,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Picture 6">
            <a:extLst>
              <a:ext uri="{FF2B5EF4-FFF2-40B4-BE49-F238E27FC236}">
                <a16:creationId xmlns:a16="http://schemas.microsoft.com/office/drawing/2014/main" id="{A1DF649E-CFDF-82B3-83FA-B9D26EEA7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7" name="Rectangle 5">
            <a:extLst>
              <a:ext uri="{FF2B5EF4-FFF2-40B4-BE49-F238E27FC236}">
                <a16:creationId xmlns:a16="http://schemas.microsoft.com/office/drawing/2014/main" id="{284225A6-56CD-BDC4-075E-E45AC357C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99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Deus, em Seu filho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Se há comprazido,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Nele só, Nele só.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Mas sua glória me há repartido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Dele só, Dele só.</a:t>
            </a:r>
            <a:br>
              <a:rPr lang="pt-BR" altLang="pt-BR">
                <a:solidFill>
                  <a:schemeClr val="bg1"/>
                </a:solidFill>
              </a:rPr>
            </a:b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1" name="Picture 7">
            <a:extLst>
              <a:ext uri="{FF2B5EF4-FFF2-40B4-BE49-F238E27FC236}">
                <a16:creationId xmlns:a16="http://schemas.microsoft.com/office/drawing/2014/main" id="{AA14EB95-B69E-15CD-E3AF-5FE79E240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0" name="Rectangle 6">
            <a:extLst>
              <a:ext uri="{FF2B5EF4-FFF2-40B4-BE49-F238E27FC236}">
                <a16:creationId xmlns:a16="http://schemas.microsoft.com/office/drawing/2014/main" id="{9CF2D67E-8778-869D-16F8-528E0F7B9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99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 nas lutas de cada dia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Cristo nunca me deixa só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Ele é meu seguro guia,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3" name="Picture 5">
            <a:extLst>
              <a:ext uri="{FF2B5EF4-FFF2-40B4-BE49-F238E27FC236}">
                <a16:creationId xmlns:a16="http://schemas.microsoft.com/office/drawing/2014/main" id="{34199EEF-E300-3A4A-ADC3-CC870DB09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2" name="Rectangle 4">
            <a:extLst>
              <a:ext uri="{FF2B5EF4-FFF2-40B4-BE49-F238E27FC236}">
                <a16:creationId xmlns:a16="http://schemas.microsoft.com/office/drawing/2014/main" id="{5DD77566-2601-674C-A127-0440EF010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261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Nele nós temos um firme guia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Nele só, Nele só.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 noite enche de alegria.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0" name="Picture 6">
            <a:extLst>
              <a:ext uri="{FF2B5EF4-FFF2-40B4-BE49-F238E27FC236}">
                <a16:creationId xmlns:a16="http://schemas.microsoft.com/office/drawing/2014/main" id="{867AC748-4B55-B0A5-8925-64DC8D9A6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9" name="Rectangle 5">
            <a:extLst>
              <a:ext uri="{FF2B5EF4-FFF2-40B4-BE49-F238E27FC236}">
                <a16:creationId xmlns:a16="http://schemas.microsoft.com/office/drawing/2014/main" id="{4A3AA6D8-15CA-DAA9-7F72-69A479D62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927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 nas lutas de cada dia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Cristo nunca me deixa só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Ele é meu seguro guia,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>
                <a:solidFill>
                  <a:schemeClr val="bg1"/>
                </a:solidFill>
              </a:rPr>
            </a:b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3">
            <a:extLst>
              <a:ext uri="{FF2B5EF4-FFF2-40B4-BE49-F238E27FC236}">
                <a16:creationId xmlns:a16="http://schemas.microsoft.com/office/drawing/2014/main" id="{34E2A8DC-988C-92A7-D9BB-F08B7E644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4" name="Rectangle 2">
            <a:extLst>
              <a:ext uri="{FF2B5EF4-FFF2-40B4-BE49-F238E27FC236}">
                <a16:creationId xmlns:a16="http://schemas.microsoft.com/office/drawing/2014/main" id="{A4E31A27-C53A-0ADD-D678-63A417696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927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 nas lutas de cada dia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Cristo nunca me deixa só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Ele é meu seguro guia,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só, Ele só.</a:t>
            </a:r>
            <a:br>
              <a:rPr lang="pt-BR" altLang="pt-BR">
                <a:solidFill>
                  <a:schemeClr val="bg1"/>
                </a:solidFill>
              </a:rPr>
            </a:b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331</Words>
  <Application>Microsoft Office PowerPoint</Application>
  <PresentationFormat>Apresentação na tela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Design padrão</vt:lpstr>
      <vt:lpstr>8 Cristo, O Fiel Amigo.</vt:lpstr>
      <vt:lpstr>Cristo, Jesus é fiel amigo, Ele só, Ele só E nas fraquezas está comigo, Ele só, Ele só. </vt:lpstr>
      <vt:lpstr>E nas lutas de cada dia Cristo nunca me deixa só Pois Ele é meu seguro guia, Ele só, Ele só. </vt:lpstr>
      <vt:lpstr>Não há amigo  Mais nobre e digno Não, não há. Não, não há Nem mais humilde E mais benigno Não, não há. Não, não há. </vt:lpstr>
      <vt:lpstr>E nas lutas de cada dia Cristo nunca me deixa só Pois Ele é meu seguro guia, Ele só, Ele só. </vt:lpstr>
      <vt:lpstr>Ao pecador, perdoar anela, Ele só, Ele só. E pelos Seus santos Sempre vela,  Ele só, Ele só.</vt:lpstr>
      <vt:lpstr>E nas lutas de cada dia Cristo nunca me deixa só Pois Ele é meu seguro guia, Ele só, Ele só. </vt:lpstr>
      <vt:lpstr>Deus, em Seu filho  Se há comprazido, Nele só, Nele só. Mas sua glória me há repartido Dele só, Dele só. </vt:lpstr>
      <vt:lpstr>E nas lutas de cada dia Cristo nunca me deixa só Pois Ele é meu seguro guia, Ele só, Ele só. </vt:lpstr>
      <vt:lpstr>Nele nós temos um firme guia Nele só, Nele só. A noite enche de alegria. Ele só, Ele só.</vt:lpstr>
      <vt:lpstr>E nas lutas de cada dia Cristo nunca me deixa só Pois Ele é meu seguro guia, Ele só, Ele só. </vt:lpstr>
      <vt:lpstr>E nas lutas de cada dia Cristo nunca me deixa só Pois Ele é meu seguro guia, Ele só, Ele só.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Cristo, O Fiel Amigo.</dc:title>
  <dc:creator>Junior</dc:creator>
  <cp:lastModifiedBy>Emerson Souza</cp:lastModifiedBy>
  <cp:revision>2</cp:revision>
  <dcterms:created xsi:type="dcterms:W3CDTF">2005-08-21T18:19:27Z</dcterms:created>
  <dcterms:modified xsi:type="dcterms:W3CDTF">2026-05-02T21:37:42Z</dcterms:modified>
</cp:coreProperties>
</file>