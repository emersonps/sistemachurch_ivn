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F74D45-60CB-8F0A-AE9C-08AB9A88A0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0C8CA3-C43D-0394-DA67-A3242D9D72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E87645-56D7-026C-EB83-FC19D3C17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9CF7C2-742C-7E61-812E-7F3EE472F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7AAA7A-3E9B-03B1-0672-7581FD9B8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42ECD1-D719-4B32-916E-A8968C06F14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46030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457DCD-5579-1A29-4D51-BB78DEE53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428E08-929E-7863-FFED-9BE92AAFF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9D4B42-A198-DCA3-1B2C-A98B322BD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B6B03C-CA68-3162-3C69-3ED06121F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52DCD26-222D-FCFD-ED1C-F9A86BED3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170F4B-90C5-4F9F-9CBC-D134D810FF8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18167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404E6F-C7DC-0809-6875-FDA46D851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95F6D2-C45C-1312-907F-2C661C8AE1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20AC0E-AE6F-0BB1-9015-661FE3455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115A25-DBB0-E260-B263-8B5BFD48E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40E1C6-F45D-2F4A-EC88-EEE2A5B77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3D54FE-5131-49CB-B9DD-00A7D2DAAC8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87551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6E461-53DB-0FA5-B212-10B406EE7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991F9F-C438-EA82-E36F-8CDE1D05EE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5DCA561-979B-6C51-91A7-10D70620C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0CB67D0-5726-3B18-66AC-CBD8EA678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F8FFDA7-1A9E-2E41-61A8-903FE1F19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FD0F38-C8E7-FB83-210F-A705304D2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17D992-50C4-4910-8665-A418C1E91C4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67194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A2271A-88BD-B4CC-059D-63773060F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7C4BF9E-5041-184F-5FF0-6D7E9B407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18A01C6-8EE5-BFF9-6562-26F0AEECD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7A54B74-DD45-E428-D8EA-ECE57F9C62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CDE78D-A1EE-35EF-04E9-9C8E3B9DBA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9621A7B-F448-C07D-B338-8F5207314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DCCF862-7BCB-FDE5-AADB-4DC0E64CC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158A225-89E8-A9E8-B792-81C81F57A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D18909-3D72-4CC6-B826-0FF9913A084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06117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ECBFF8-E260-917C-C637-4E3BEE7E2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9CA9B5C-AA5D-E12B-96C9-504FCFD9F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D3EA3C7-7E16-9654-1332-22B2D5D2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A0064AC-3278-FAFD-8518-EF9391094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AAE49F-612A-4C44-B57D-8A7B2007787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41251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769D82F-E802-1A90-AFA0-0758782D7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80D5BE6-4F49-A92A-C0CC-0920EEA17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0D900F9-8866-62AA-BC29-0D6B3BBFF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DBD533-576B-4C54-A78A-22C286F9D08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30476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293770-172E-B3B6-26EC-BD4467FBA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93F325-7C03-58FB-C40D-2715C6E27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A22C96A-594B-BBE9-12E3-C2E034371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2787BA-7BB4-B190-3C1B-AAB9B35D7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4A579BE-169A-0FD4-58A0-B55220393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7866F9B-AA76-1BB1-93CE-2C68D0206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E12F22-41F2-4B52-9F1B-A8D4F76869D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74880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C7DBD7-16BB-D0BF-07E6-D7C1B4AC4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255DCF0-B3CF-6F48-693F-5A173B68A8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410C714-D716-25D9-D032-93B2D8B51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1C67EB6-E01C-40AA-4678-CF89B3F1D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F09769A-7AF3-3B40-CDE9-6B083C499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47747AF-C3D9-D308-3573-F15967160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5621EF-A699-4025-958C-20F157910B5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2888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90D0A-2306-AE22-B6B4-536523EDA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A3921FC-AD41-C60F-4734-F753A6C45D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116001-44B0-71CA-BA3B-86A180CCF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877202-6F74-E760-9775-D7EFF667A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1C4D74-5B7E-53C6-33EE-E177CEAED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399BC4-356B-436F-892E-35D53442AD4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81762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E7F67D7-BF53-3D0A-5093-A85A74A6B6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E54FCC0-6679-91CE-2B3E-E3717677C6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E3B48C-F3E3-F187-E8FF-0B2A55EDB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8447AA-3C07-885D-C212-AAD2CBD73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0BF6C9-99DD-FFE2-EFA3-B94BC87BC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6C302B-1A40-425D-B238-2C6D7B016EE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06808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04D6917-3B28-38AD-C0D8-CF07B466B4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EF18706-6208-83DB-2BA4-E1295113DF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5EBE401-8DB0-500E-D20B-396F54ECAE5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9F73070-A765-A293-6B72-D66D6DF7E35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FF404B7-69E3-B705-8185-3EED5E83703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EA3B235-D7E5-446C-B8AC-8C8B66E6A36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B26853F-0C2C-6906-3A2D-DBA367A9577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 i="1"/>
              <a:t>52</a:t>
            </a:r>
            <a:br>
              <a:rPr lang="en-US" altLang="pt-BR" sz="4000" b="1" i="1"/>
            </a:br>
            <a:r>
              <a:rPr lang="en-US" altLang="pt-BR" sz="4000" b="1" i="1"/>
              <a:t>TUDO ESTÁ BEM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69A14CB-EE19-813A-F725-0C631388916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5C60FA26-0F87-EF05-39D1-69E16B812B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sz="4000" i="1"/>
              <a:t>Pelo amor de Deus bendito,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Vai tudo bem!</a:t>
            </a:r>
            <a:r>
              <a:rPr lang="en-US" altLang="pt-BR" sz="4000"/>
              <a:t> </a:t>
            </a:r>
            <a:r>
              <a:rPr lang="en-US" altLang="pt-BR" sz="4000" i="1"/>
              <a:t>Seu amor é infinito: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Tudo está bem!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Esse amor nos tem provado.</a:t>
            </a:r>
            <a:br>
              <a:rPr lang="en-US" altLang="pt-BR" sz="4000" i="1"/>
            </a:br>
            <a:r>
              <a:rPr lang="en-US" altLang="pt-BR" sz="4000" i="1"/>
              <a:t>Em Seu Filho muito amado,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Que, por nós, foi imolado.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Sim, sim, ‘stá bem!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DBE8CE6-58EC-4917-B2E9-85D436E44C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sz="4000" i="1"/>
              <a:t>Cristo, agora, o cetro empunha: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Vai tudo bem!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Quem morreu é quem governa: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Tudo está bem!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Seu amor é imutável,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Seu poder inabalável,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Seu cuidado é incansável,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Sim, sim, ‘stá bem!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906E45F-6FD9-1E64-52C6-8CCB34657D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sz="4000" i="1"/>
              <a:t>A fé canta na tristeza: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Vai tudo bem!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Canta, sim, e com firmeza: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Tudo está bem!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Pois se Deus é quem nos guia,</a:t>
            </a:r>
            <a:r>
              <a:rPr lang="en-US" altLang="pt-BR" sz="4000"/>
              <a:t> </a:t>
            </a:r>
            <a:r>
              <a:rPr lang="en-US" altLang="pt-BR" sz="4000" i="1"/>
              <a:t>Ternamente nos vigia,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 bondade, noite e dia.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Sim, sim, até bem!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5DF61E8-0B63-05C4-75A0-02B56F8508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sz="4000" i="1"/>
              <a:t>Por caminhos escabrosos,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Vai tudo bem!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Ou por mares tormentosos,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Tudo está bem!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Jesus tudo obedece;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Sempre o mesmo permanece!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Nem um só dos Seus esquece!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Sim, sim, afã bem!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89D3BA9-17E7-ADB5-5E9F-188B06CD24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sz="4000" i="1"/>
              <a:t>Quer na vida, quer na morte,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Vai tudo bem!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Quão feliz é nossa sorte!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Tudo está bem!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Pelo sangue resgatados,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do mundo separados.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Sempre por Jesus guardados.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Sim, sim, ‘stá bem!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262</Words>
  <Application>Microsoft Office PowerPoint</Application>
  <PresentationFormat>Apresentação na tela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Design padrão</vt:lpstr>
      <vt:lpstr>52 TUDO ESTÁ BEM </vt:lpstr>
      <vt:lpstr>Pelo amor de Deus bendito,  Vai tudo bem! Seu amor é infinito:  Tudo está bem!  Esse amor nos tem provado. Em Seu Filho muito amado,  Que, por nós, foi imolado.  Sim, sim, ‘stá bem! </vt:lpstr>
      <vt:lpstr>Cristo, agora, o cetro empunha:  Vai tudo bem!  Quem morreu é quem governa:  Tudo está bem!  Seu amor é imutável,  Seu poder inabalável,  Seu cuidado é incansável,  Sim, sim, ‘stá bem! </vt:lpstr>
      <vt:lpstr>A fé canta na tristeza:  Vai tudo bem!  Canta, sim, e com firmeza:  Tudo está bem!  Pois se Deus é quem nos guia, Ternamente nos vigia,  Com bondade, noite e dia.  Sim, sim, até bem! </vt:lpstr>
      <vt:lpstr>Por caminhos escabrosos,  Vai tudo bem!  Ou por mares tormentosos,  Tudo está bem!  A Jesus tudo obedece;  Sempre o mesmo permanece!  Nem um só dos Seus esquece!  Sim, sim, afã bem! </vt:lpstr>
      <vt:lpstr>Quer na vida, quer na morte,  Vai tudo bem!  Quão feliz é nossa sorte!  Tudo está bem!  Pelo sangue resgatados,  E do mundo separados.  Sempre por Jesus guardados.  Sim, sim, ‘stá bem! 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52 TUDO ESTÁ BEM </dc:title>
  <dc:creator>Junior</dc:creator>
  <cp:lastModifiedBy>Emerson Souza</cp:lastModifiedBy>
  <cp:revision>1</cp:revision>
  <dcterms:created xsi:type="dcterms:W3CDTF">2005-12-23T02:10:11Z</dcterms:created>
  <dcterms:modified xsi:type="dcterms:W3CDTF">2026-05-02T21:41:15Z</dcterms:modified>
</cp:coreProperties>
</file>