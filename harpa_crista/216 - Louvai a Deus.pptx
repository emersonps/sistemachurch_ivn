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0B6AE-C552-6E73-9C47-064E45446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0B05EA-A612-D669-2F9E-AC7BCDA55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E7EF64-D9A1-942A-D618-F423CA0B8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DE57DF-7D70-C0E0-3693-D30754847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439585-8EB7-FE82-6082-0F9E6F36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220DF8-B30C-4592-B9D0-705C57840C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0233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BD8BA-2182-1133-B4CF-30ED47D5C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DEEA0-01AF-0097-DE60-56C0CCAA6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EAA14E-8B04-88DB-1277-F441AD93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B4732D-3C47-627D-6C65-6917302D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129D71-9F88-FAC0-7F11-4F6D71878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027F80-9A03-4BF5-9F1F-229BBF31E3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92997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92366-2F66-EB92-7657-C4AEADAC9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666302-4E30-C6DA-F068-4D2F27B97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33AB0-FF0B-A43C-43FE-122F501CF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B4A4E6-480C-3974-9538-836F5A11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8FC3B7-4965-10D4-86FC-65E1DA2C6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35DB23-8C12-4F56-A3AD-222F4A0706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31505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AD63F-8C22-E660-4AFE-52ECF106A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5928DA-6AAF-9DCA-5A2F-0AD66DB34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95C012-3F14-5B94-D332-61583BDB5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EB9F60-1D53-F290-5943-E1CF61B9A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F59760-1ACB-F470-6213-EA59B7D86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A50793-318F-BBA4-5369-85503B50A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4C3054-262E-4BDF-A5FC-2108934977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870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38100-61C4-9625-7AA0-99F7E2FC5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5AA3F0-CDC8-8920-9261-6083F4B83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7199E3-DE02-EDC6-50DF-775370924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4E991B-D3B4-9A2D-922E-D54A31A43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43BCED4-15A4-5479-4B2A-A2E935B892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33FAA20-1BAA-BF13-F707-2B3C2EE91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BA09B62-F2D8-CC4A-E380-F14F4EE38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AEF1F8E-E651-A382-24D7-38422C13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0A7CDE-6F1F-43DE-9EC0-32FFEB207B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750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E64CA-A90B-36AC-A4F3-76DC7F13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08FF7A4-6D30-3950-4087-DD2972100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C8C337C-F30E-0786-8053-183BBD280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84D56F8-34FF-7BE1-8A71-763EDCCAE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074B8F-2F11-4ECB-B63A-23489C8375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2703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50882DD-A373-EB48-ACFC-BAA572620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C2D2188-EBF6-0000-2FDF-282BE3BA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9FB447-7E91-9CE6-FBBE-85B38437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408339-F204-4DC3-B1E6-D5B0A3458E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6035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BC975-01BE-52A5-1293-9061E59FD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7A81C8-57E0-78DD-3939-54A05044F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42A36A-7ABC-4769-6C47-333250C86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C0D7B4-8B47-F196-706A-45528BE6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E92D68-582B-114C-D847-DB201D1B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AB2C05-4250-AE10-F36D-E7DBE84D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897A19-C0E0-416C-8A13-676C98BE42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7102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B33CF-C827-B5EC-A381-13DC07BB1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84F64B2-AB1A-16B1-10C2-88B8DC664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ECFBF11-4B6C-EC63-60AF-9823FF4E4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FC1580-FE94-5CA4-4759-BF0A8C12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793274-4839-280F-4505-88C6720BE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95A9B7-9687-8A7F-379C-E778E7E6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F616E2-DB64-4723-BF0E-6AC907A5ED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141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5CCD72-2EB3-E81E-92B2-596C7A40E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DD5FF8-2B87-E34B-BEDE-7A3081430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2D937A-0564-6AD1-C072-B89D9D0D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7A6611-E4F6-8AEB-C034-7ADEC9F61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D13F7C-0F96-0955-D592-065219DAF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D6723F-6BC2-4C8C-BBC2-CA19AD573B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1153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B43E75A-12EB-1EBB-8958-928DA350E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82FB107-69FE-DF0C-EF0F-4FDA09820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8DC616-DDC9-F806-9175-2CAFE2422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362B8A-76FF-4E68-E23C-507C5C6DB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5EB2A3-C345-8227-7B9E-E5DD6958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6B2A6-6C07-4E61-B32E-A26D4E4160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2483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604CF21-AF28-7B6E-CEFD-764419C0D6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2BF0BC8-123D-129B-4DA2-3112FA92EF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EDA635B-335B-2C55-C6A7-9AACC48910F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FB988F-310F-C1E9-21D7-FB4C3B61D00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41A7CDB-4F52-B5A7-3C42-DD10D6E392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6949313-3482-455E-91FB-D283C29797F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F27329B-FBA5-2E68-3AF0-71F9A21A8E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216</a:t>
            </a:r>
            <a:br>
              <a:rPr lang="en-US" altLang="pt-BR" sz="4000" b="1"/>
            </a:br>
            <a:r>
              <a:rPr lang="en-US" altLang="pt-BR" sz="4000" b="1"/>
              <a:t>LOUVAI A DEUS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C473DCE-AA9D-CBD6-FBA8-0BC22CA0FA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27358BA-5615-79B6-7389-C50CF386D6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Louvai a Deus, com júbilo, cantando, </a:t>
            </a:r>
            <a:br>
              <a:rPr lang="en-US" altLang="pt-BR" sz="4000" i="1"/>
            </a:br>
            <a:r>
              <a:rPr lang="en-US" altLang="pt-BR" sz="4000" i="1"/>
              <a:t>E Seu amor ao mundo anunciai! </a:t>
            </a:r>
            <a:br>
              <a:rPr lang="en-US" altLang="pt-BR" sz="4000" i="1"/>
            </a:br>
            <a:r>
              <a:rPr lang="en-US" altLang="pt-BR" sz="4000" i="1"/>
              <a:t>De Cristo, as glórias, </a:t>
            </a:r>
            <a:br>
              <a:rPr lang="en-US" altLang="pt-BR" sz="4000" i="1"/>
            </a:br>
            <a:r>
              <a:rPr lang="en-US" altLang="pt-BR" sz="4000" i="1"/>
              <a:t>Juntos celebrando; </a:t>
            </a:r>
            <a:br>
              <a:rPr lang="en-US" altLang="pt-BR" sz="4000" i="1"/>
            </a:br>
            <a:r>
              <a:rPr lang="en-US" altLang="pt-BR" sz="4000" i="1"/>
              <a:t>Do Salvador, a fama publicai.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0E62863-E5AE-AB72-3AAB-1F8E7CEB17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Os prodígios cantaremos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 Jesus, o Redentor;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Força, vida, bens daremos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P’ra falar do Seu amor!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C09451A-64F9-BAFA-9D86-73A988450E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Louvei a Deus, Senhor onipotente, </a:t>
            </a:r>
            <a:br>
              <a:rPr lang="en-US" altLang="pt-BR" sz="4000" i="1"/>
            </a:br>
            <a:r>
              <a:rPr lang="en-US" altLang="pt-BR" sz="4000" i="1"/>
              <a:t>A quem devemos nossa salvação, </a:t>
            </a:r>
            <a:br>
              <a:rPr lang="en-US" altLang="pt-BR" sz="4000" i="1"/>
            </a:br>
            <a:r>
              <a:rPr lang="en-US" altLang="pt-BR" sz="4000" i="1"/>
              <a:t>Que habita os céus, </a:t>
            </a:r>
            <a:br>
              <a:rPr lang="en-US" altLang="pt-BR" sz="4000" i="1"/>
            </a:br>
            <a:r>
              <a:rPr lang="en-US" altLang="pt-BR" sz="4000" i="1"/>
              <a:t>Porém, aqui presente. </a:t>
            </a:r>
            <a:br>
              <a:rPr lang="en-US" altLang="pt-BR" sz="4000" i="1"/>
            </a:br>
            <a:r>
              <a:rPr lang="en-US" altLang="pt-BR" sz="4000" i="1"/>
              <a:t>Seguros, guia os Seus por Sua mão!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F5280D9-6492-FB99-C652-EA1D8919D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Os prodígios cantaremos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 Jesus, o Redentor;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Força, vida, bens daremos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P’ra falar do Seu amor!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53394D8-C1DD-C4DB-89FE-DA250E1FA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Louvai a Deus e alegres, adorai-O; </a:t>
            </a:r>
            <a:br>
              <a:rPr lang="en-US" altLang="pt-BR" sz="4000" i="1"/>
            </a:br>
            <a:r>
              <a:rPr lang="en-US" altLang="pt-BR" sz="4000" i="1"/>
              <a:t>Mil graças demos por </a:t>
            </a:r>
            <a:br>
              <a:rPr lang="en-US" altLang="pt-BR" sz="4000" i="1"/>
            </a:br>
            <a:r>
              <a:rPr lang="en-US" altLang="pt-BR" sz="4000" i="1"/>
              <a:t>Seu grande amor; </a:t>
            </a:r>
            <a:br>
              <a:rPr lang="en-US" altLang="pt-BR" sz="4000" i="1"/>
            </a:br>
            <a:r>
              <a:rPr lang="en-US" altLang="pt-BR" sz="4000" i="1"/>
              <a:t>Com a celeste multidão louvei-O, </a:t>
            </a:r>
            <a:br>
              <a:rPr lang="en-US" altLang="pt-BR" sz="4000" i="1"/>
            </a:br>
            <a:r>
              <a:rPr lang="en-US" altLang="pt-BR" sz="4000" i="1"/>
              <a:t>Deus, sempiterno e nosso Redentor.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B558BDC-E333-6797-1688-C7C35A4221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Os prodígios cantaremos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 Jesus, o Redentor;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Força, vida, bens daremos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P’ra falar do Seu amor!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216 LOUVAI A DEUS </vt:lpstr>
      <vt:lpstr>Louvai a Deus, com júbilo, cantando,  E Seu amor ao mundo anunciai!  De Cristo, as glórias,  Juntos celebrando;  Do Salvador, a fama publicai. </vt:lpstr>
      <vt:lpstr>Os prodígios cantaremos  De Jesus, o Redentor;  Força, vida, bens daremos  P’ra falar do Seu amor! </vt:lpstr>
      <vt:lpstr>Louvei a Deus, Senhor onipotente,  A quem devemos nossa salvação,  Que habita os céus,  Porém, aqui presente.  Seguros, guia os Seus por Sua mão! </vt:lpstr>
      <vt:lpstr>Os prodígios cantaremos  De Jesus, o Redentor;  Força, vida, bens daremos  P’ra falar do Seu amor! </vt:lpstr>
      <vt:lpstr>Louvai a Deus e alegres, adorai-O;  Mil graças demos por  Seu grande amor;  Com a celeste multidão louvei-O,  Deus, sempiterno e nosso Redentor. </vt:lpstr>
      <vt:lpstr>Os prodígios cantaremos  De Jesus, o Redentor;  Força, vida, bens daremos  P’ra falar do Seu amor!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216 LOUVAI A DEUS </dc:title>
  <dc:creator>Junior</dc:creator>
  <cp:lastModifiedBy>Emerson Souza</cp:lastModifiedBy>
  <cp:revision>1</cp:revision>
  <dcterms:created xsi:type="dcterms:W3CDTF">2005-12-23T21:48:08Z</dcterms:created>
  <dcterms:modified xsi:type="dcterms:W3CDTF">2026-05-02T21:54:54Z</dcterms:modified>
</cp:coreProperties>
</file>