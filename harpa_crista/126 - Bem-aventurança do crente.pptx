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D2C197-EE6B-A05F-D360-6406846855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5AD14A-5F34-39D8-C953-EF6D03853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67894E-1AE8-FA7A-52C3-93C7C7F45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A13E48-9AFA-EC48-DCCF-F5C2DB897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A7F6C8-1C00-1649-E705-79B12837A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92BF02-6539-46B5-A33D-673AF566B29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19791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317F52-82F4-6D07-E690-968AAFE33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58FB38-C80B-B7DF-79E9-C016D7484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9E4040-9B15-2E88-9EC1-AB0F7E1F1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03EDC2-E639-4D31-03A3-28938B3B3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A1CFA6-6D1F-9E0F-6252-D9D4908BD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6A83D3-B442-4BF3-988F-F5D38AA3A3D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12300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949088-8333-B615-61D5-6F828ECE9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53EC2FA-9E29-FE6A-92DA-2BA00FECB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145BBC-6DC3-CA6B-E947-3D4A6F269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8AE381-2F16-92A5-B3DC-1504841D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465391-BF41-77D8-967A-37BB49AA5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2430D-28D6-403E-BAAB-C4EB802AC5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65318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AC9BCD-9BB1-3899-6EEC-86B7161DD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61451F-8375-FB59-95EE-82D786E015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9293300-1947-9CAD-858B-3B15B41A1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E0E3EB-9D81-5FFD-6B30-95C9F6B8C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0C4041-FA5F-282B-E2EC-8857F6812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1EED1A-00A9-F27D-6D8E-75DFDE399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1DF5B3-646C-409D-9769-8B8C4B3EEE8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28456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F95618-4040-999B-F4FC-3C3908D52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040319C-0D2B-E4A8-1724-A2D46674C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5135F0A-F957-F8D5-6442-24ACC12E64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3DE45F-DF2D-34B2-5CB9-7DC5E9D397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D316673-5DE1-DF50-BAF0-666F00B5D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ADF0629-2195-04C4-1588-3B89213D5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72823AC-7269-CF93-4B46-39EDB04B9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5A40BEE-E97D-E57E-0F19-A62CFCB5A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66696C-CAF7-4C68-9D29-B6F89482770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02339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F66DF4-0803-CEF4-660A-FBC50E78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E30B70C-1A61-E7B0-B02F-FAF80C064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AEBBA74-8F55-7EE2-6B15-46D55CB1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A0BC9E2-9CCA-39B1-651A-0D458FFEC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8B8106-DCDE-43F5-83CE-3CE9CC2B663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87099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1122FFA-A8AB-1BAA-0955-632371C79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24E5F22-D8A9-B197-81CD-F122CF105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FABD65-4FD2-E538-0FE0-CD8F5F06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925557-AA3E-42BE-88E1-54203AC3734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833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04F151-93C8-E7D5-DAA9-6DB3917CB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9C9723-4B11-4594-A646-6917FF80B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CF46D3B-3F7E-82A7-4C2B-4BF0C41B2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CEF5A7-E6F9-AFA9-3E63-2475E0FB0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AE0B56-4036-02DE-8480-F931041C3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64B54C-931A-7293-7645-7D9A64BBE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9B7CEF-8C63-4102-B348-7251BB67BBA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53275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A4DAE8-E113-6F8B-D76C-CABD7CCE4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8D6164D-B41C-9BD4-4067-042C4F925C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813580-32D9-62AA-9B61-1B40BDF8D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1199BB5-56CC-D5DA-3133-6105CB352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77A08AA-FD62-E8E9-4F6F-A2E0DDF43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1D61D45-57E1-CF0B-3CA0-20779BD2C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75D538-D39A-435A-B9FC-9416F0622D8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96273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01689-92F7-BD38-29F4-503ECDA07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3C7BC67-AD35-4383-018E-1671AF3573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965405-B1E5-08DA-1F62-25DE4EED2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82F387-1407-B87E-86B0-22A12313A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80057E-A7F1-DDB3-107F-299184FDB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6A97D5-AC83-4DD4-98C2-5EC9062C3A8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48794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78E35B9-9C19-7971-E925-930FB72C45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14382F-97FC-2204-DFC7-3A83D9FB54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140BA3-824B-7940-0D5A-B6E957DE4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432105-9849-428B-8B6F-ADF5E984F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4B1F54-B7E4-1754-0572-6641EAD84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771A87-BAE5-429E-9F73-6412E539DA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34491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D37A428-2342-C779-A2C2-05C3AF28F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33A270F-820F-298E-2B71-14C7F4829F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B819667-17D2-65E1-58A0-C77C1367117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6ADCD77-E533-9D0D-B520-EA7C814A4AD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4C94602-7435-B260-C7F1-C557D118515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6103653-2652-4F31-9B56-F70545CC4D3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C79EABC-4644-6B9E-F2FE-A766EF939D7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3600" b="1"/>
              <a:t>126</a:t>
            </a:r>
            <a:br>
              <a:rPr lang="en-US" altLang="pt-BR" sz="3600" b="1"/>
            </a:br>
            <a:r>
              <a:rPr lang="en-US" altLang="pt-BR" sz="3600" b="1"/>
              <a:t>BEM-AVENTURANÇA DO CRENTE</a:t>
            </a:r>
            <a:br>
              <a:rPr lang="en-US" altLang="pt-BR" sz="3600" b="1"/>
            </a:br>
            <a:endParaRPr lang="en-US" altLang="pt-BR" sz="3600" b="1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EC10BB2-8667-BEF1-0BAF-19B4DADCF3E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24B4A5D1-4BCA-A3B0-D7A1-80ACF1F45A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sz="3800" i="1"/>
              <a:t>Bem-aventurado o que confia</a:t>
            </a:r>
            <a:br>
              <a:rPr lang="en-US" altLang="pt-BR" sz="3800" i="1"/>
            </a:br>
            <a:r>
              <a:rPr lang="en-US" altLang="pt-BR" sz="3800" i="1"/>
              <a:t>No Senhor, como fez Abraão;</a:t>
            </a:r>
            <a:br>
              <a:rPr lang="en-US" altLang="pt-BR" sz="3800" i="1"/>
            </a:br>
            <a:r>
              <a:rPr lang="en-US" altLang="pt-BR" sz="3800" i="1"/>
              <a:t>Ele creu, ainda que não via,</a:t>
            </a:r>
            <a:br>
              <a:rPr lang="en-US" altLang="pt-BR" sz="3800" i="1"/>
            </a:br>
            <a:r>
              <a:rPr lang="en-US" altLang="pt-BR" sz="3800" i="1"/>
              <a:t>E, assim, a fé não foi em vão.</a:t>
            </a:r>
            <a:br>
              <a:rPr lang="en-US" altLang="pt-BR" sz="3800" i="1"/>
            </a:br>
            <a:r>
              <a:rPr lang="en-US" altLang="pt-BR" sz="3800" i="1"/>
              <a:t>E feliz quem segue, fielmente,</a:t>
            </a:r>
            <a:br>
              <a:rPr lang="en-US" altLang="pt-BR" sz="3800" i="1"/>
            </a:br>
            <a:r>
              <a:rPr lang="en-US" altLang="pt-BR" sz="3800" i="1"/>
              <a:t>Nos caminhos santos do Senhor,</a:t>
            </a:r>
            <a:br>
              <a:rPr lang="en-US" altLang="pt-BR" sz="3800" i="1"/>
            </a:br>
            <a:r>
              <a:rPr lang="en-US" altLang="pt-BR" sz="3800" i="1"/>
              <a:t>Na tribulação é paciente,</a:t>
            </a:r>
            <a:br>
              <a:rPr lang="en-US" altLang="pt-BR" sz="3800" i="1"/>
            </a:br>
            <a:r>
              <a:rPr lang="en-US" altLang="pt-BR" sz="3800" i="1"/>
              <a:t>Esperando no seu Salvador.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269D55E-72C6-9479-729D-C5A22C1027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sz="3800" i="1"/>
              <a:t>Os heróis da Bíblia Sagrada,</a:t>
            </a:r>
            <a:br>
              <a:rPr lang="en-US" altLang="pt-BR" sz="3800" i="1"/>
            </a:br>
            <a:r>
              <a:rPr lang="en-US" altLang="pt-BR" sz="3800" i="1"/>
              <a:t>Não fruíram logo seus troféus;</a:t>
            </a:r>
            <a:br>
              <a:rPr lang="en-US" altLang="pt-BR" sz="3800" i="1"/>
            </a:br>
            <a:r>
              <a:rPr lang="en-US" altLang="pt-BR" sz="3800" i="1"/>
              <a:t>Mas levaram sempre a cruz pesada,</a:t>
            </a:r>
            <a:br>
              <a:rPr lang="en-US" altLang="pt-BR" sz="3800" i="1"/>
            </a:br>
            <a:r>
              <a:rPr lang="en-US" altLang="pt-BR" sz="3800" i="1"/>
              <a:t>Para obter poder dos céus, </a:t>
            </a:r>
            <a:br>
              <a:rPr lang="en-US" altLang="pt-BR" sz="3800" i="1"/>
            </a:br>
            <a:r>
              <a:rPr lang="en-US" altLang="pt-BR" sz="3800" i="1"/>
              <a:t>E depois, saíram pelo mundo, </a:t>
            </a:r>
            <a:br>
              <a:rPr lang="en-US" altLang="pt-BR" sz="3800" i="1"/>
            </a:br>
            <a:r>
              <a:rPr lang="en-US" altLang="pt-BR" sz="3800" i="1"/>
              <a:t>Como mensageiros do Senhor, </a:t>
            </a:r>
            <a:br>
              <a:rPr lang="en-US" altLang="pt-BR" sz="3800" i="1"/>
            </a:br>
            <a:r>
              <a:rPr lang="en-US" altLang="pt-BR" sz="3800" i="1"/>
              <a:t>Com coragem e amor profundo, Proclamando Cristo, o Salvador.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4FB989E-79C3-101C-73D5-376097F556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sz="3800" i="1"/>
              <a:t>Quem quiser de Deus ter a coroa, Passará por mais tribulação; </a:t>
            </a:r>
            <a:br>
              <a:rPr lang="en-US" altLang="pt-BR" sz="3800" i="1"/>
            </a:br>
            <a:r>
              <a:rPr lang="en-US" altLang="pt-BR" sz="3800" i="1"/>
              <a:t>Às alturas santas ninguém voa, </a:t>
            </a:r>
            <a:br>
              <a:rPr lang="en-US" altLang="pt-BR" sz="3800" i="1"/>
            </a:br>
            <a:r>
              <a:rPr lang="en-US" altLang="pt-BR" sz="3800" i="1"/>
              <a:t>Sem as asas da humilhação; </a:t>
            </a:r>
            <a:br>
              <a:rPr lang="en-US" altLang="pt-BR" sz="3800" i="1"/>
            </a:br>
            <a:r>
              <a:rPr lang="en-US" altLang="pt-BR" sz="3800" i="1"/>
              <a:t>O Senhor tem dado aos Seus queridos, Parte do Seu glorioso ser; </a:t>
            </a:r>
            <a:br>
              <a:rPr lang="en-US" altLang="pt-BR" sz="3800" i="1"/>
            </a:br>
            <a:r>
              <a:rPr lang="en-US" altLang="pt-BR" sz="3800" i="1"/>
              <a:t>Quem no coração for mais ferido, </a:t>
            </a:r>
            <a:br>
              <a:rPr lang="en-US" altLang="pt-BR" sz="3800" i="1"/>
            </a:br>
            <a:r>
              <a:rPr lang="en-US" altLang="pt-BR" sz="3800" i="1"/>
              <a:t>Mais daquela glória há de ter.  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87D0051-458C-396E-66E3-59B7382449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sz="3800" i="1"/>
              <a:t>Quando aqui as flores já fenecem, </a:t>
            </a:r>
            <a:br>
              <a:rPr lang="en-US" altLang="pt-BR" sz="3800" i="1"/>
            </a:br>
            <a:r>
              <a:rPr lang="en-US" altLang="pt-BR" sz="3800" i="1"/>
              <a:t>As do céu começam a brilhar; </a:t>
            </a:r>
            <a:br>
              <a:rPr lang="en-US" altLang="pt-BR" sz="3800" i="1"/>
            </a:br>
            <a:r>
              <a:rPr lang="en-US" altLang="pt-BR" sz="3800" i="1"/>
              <a:t>Quando as esperanças desvanecem, </a:t>
            </a:r>
            <a:br>
              <a:rPr lang="en-US" altLang="pt-BR" sz="3800" i="1"/>
            </a:br>
            <a:r>
              <a:rPr lang="en-US" altLang="pt-BR" sz="3800" i="1"/>
              <a:t>O aflito crente vai orar; </a:t>
            </a:r>
            <a:br>
              <a:rPr lang="en-US" altLang="pt-BR" sz="3800" i="1"/>
            </a:br>
            <a:r>
              <a:rPr lang="en-US" altLang="pt-BR" sz="3800" i="1"/>
              <a:t>Os mais belos hinos e poesias, </a:t>
            </a:r>
            <a:br>
              <a:rPr lang="en-US" altLang="pt-BR" sz="3800" i="1"/>
            </a:br>
            <a:r>
              <a:rPr lang="en-US" altLang="pt-BR" sz="3800" i="1"/>
              <a:t>Foram escritos em tribulação, </a:t>
            </a:r>
            <a:br>
              <a:rPr lang="en-US" altLang="pt-BR" sz="3800" i="1"/>
            </a:br>
            <a:r>
              <a:rPr lang="en-US" altLang="pt-BR" sz="3800" i="1"/>
              <a:t>E do céu, as lindas melodias, </a:t>
            </a:r>
            <a:br>
              <a:rPr lang="en-US" altLang="pt-BR" sz="3800" i="1"/>
            </a:br>
            <a:r>
              <a:rPr lang="en-US" altLang="pt-BR" sz="3800" i="1"/>
              <a:t>Se ouviram, na escuridão.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28934EC-CD03-6D31-EB1C-27EFF5A589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sz="3800" i="1"/>
              <a:t>Sim, confia tu, inteiramente; </a:t>
            </a:r>
            <a:br>
              <a:rPr lang="en-US" altLang="pt-BR" sz="3800" i="1"/>
            </a:br>
            <a:r>
              <a:rPr lang="en-US" altLang="pt-BR" sz="3800" i="1"/>
              <a:t>Na imensa graça do Senhor; </a:t>
            </a:r>
            <a:br>
              <a:rPr lang="en-US" altLang="pt-BR" sz="3800" i="1"/>
            </a:br>
            <a:r>
              <a:rPr lang="en-US" altLang="pt-BR" sz="3800" i="1"/>
              <a:t>Seja de ti longe o desalento </a:t>
            </a:r>
            <a:br>
              <a:rPr lang="en-US" altLang="pt-BR" sz="3800" i="1"/>
            </a:br>
            <a:r>
              <a:rPr lang="en-US" altLang="pt-BR" sz="3800" i="1"/>
              <a:t>E confia no Seu santo amor. </a:t>
            </a:r>
            <a:br>
              <a:rPr lang="en-US" altLang="pt-BR" sz="3800" i="1"/>
            </a:br>
            <a:r>
              <a:rPr lang="en-US" altLang="pt-BR" sz="3800" i="1"/>
              <a:t>Aleluia seja a divisa, </a:t>
            </a:r>
            <a:br>
              <a:rPr lang="en-US" altLang="pt-BR" sz="3800" i="1"/>
            </a:br>
            <a:r>
              <a:rPr lang="en-US" altLang="pt-BR" sz="3800" i="1"/>
              <a:t>Do herói e todo o vencedor; </a:t>
            </a:r>
            <a:br>
              <a:rPr lang="en-US" altLang="pt-BR" sz="3800" i="1"/>
            </a:br>
            <a:r>
              <a:rPr lang="en-US" altLang="pt-BR" sz="3800" i="1"/>
              <a:t>E do céu mais forte vem a brisa, </a:t>
            </a:r>
            <a:br>
              <a:rPr lang="en-US" altLang="pt-BR" sz="3800" i="1"/>
            </a:br>
            <a:r>
              <a:rPr lang="en-US" altLang="pt-BR" sz="3800" i="1"/>
              <a:t>Que te leva ao seio do Senhor.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Design padrão</vt:lpstr>
      <vt:lpstr>126 BEM-AVENTURANÇA DO CRENTE </vt:lpstr>
      <vt:lpstr>Bem-aventurado o que confia No Senhor, como fez Abraão; Ele creu, ainda que não via, E, assim, a fé não foi em vão. E feliz quem segue, fielmente, Nos caminhos santos do Senhor, Na tribulação é paciente, Esperando no seu Salvador. </vt:lpstr>
      <vt:lpstr>Os heróis da Bíblia Sagrada, Não fruíram logo seus troféus; Mas levaram sempre a cruz pesada, Para obter poder dos céus,  E depois, saíram pelo mundo,  Como mensageiros do Senhor,  Com coragem e amor profundo, Proclamando Cristo, o Salvador. </vt:lpstr>
      <vt:lpstr>Quem quiser de Deus ter a coroa, Passará por mais tribulação;  Às alturas santas ninguém voa,  Sem as asas da humilhação;  O Senhor tem dado aos Seus queridos, Parte do Seu glorioso ser;  Quem no coração for mais ferido,  Mais daquela glória há de ter.   </vt:lpstr>
      <vt:lpstr>Quando aqui as flores já fenecem,  As do céu começam a brilhar;  Quando as esperanças desvanecem,  O aflito crente vai orar;  Os mais belos hinos e poesias,  Foram escritos em tribulação,  E do céu, as lindas melodias,  Se ouviram, na escuridão. </vt:lpstr>
      <vt:lpstr>Sim, confia tu, inteiramente;  Na imensa graça do Senhor;  Seja de ti longe o desalento  E confia no Seu santo amor.  Aleluia seja a divisa,  Do herói e todo o vencedor;  E do céu mais forte vem a brisa,  Que te leva ao seio do Senhor.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126 BEM-AVENTURANÇA DO CRENTE </dc:title>
  <dc:creator>Junior</dc:creator>
  <cp:lastModifiedBy>Emerson Souza</cp:lastModifiedBy>
  <cp:revision>1</cp:revision>
  <dcterms:created xsi:type="dcterms:W3CDTF">2005-12-23T14:42:11Z</dcterms:created>
  <dcterms:modified xsi:type="dcterms:W3CDTF">2026-05-02T21:47:13Z</dcterms:modified>
</cp:coreProperties>
</file>