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9B00C-FF47-53BC-662E-58A379714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965F26-C1BC-B222-6CC5-F007902B0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3DD5FC-42B9-6C6D-8D3B-B35FD87B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FE8F90-4957-1D01-B483-E6426891C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FC7B9B-76DF-7D5A-3886-4B891448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0A5710-D2C9-40FB-842F-0658A0982B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154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E632E-FD19-8E62-CA5E-F218C53B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EB192E-59DB-E1B5-72B4-43B45DA2B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3E4BB0-A27C-2764-4093-A9AAD240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44939B-3120-1BBA-4BE7-0F859B0F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FFAA8F-8DA0-3D02-1C17-A88B7D89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42302C-64FD-4DA4-9BDD-0547326989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673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5C408-1EE4-8E32-0C19-C100958C1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1F6C28-468B-7A49-8CE0-F059EB11B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B88E79-4410-9E8E-A53F-27096B451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9EAF2C-DCFA-0D1F-80FF-F131D7602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343089-26E4-3B3C-D146-45F57B97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F96554-2CEA-48C8-B196-3009D1E4E5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892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23318-5A7B-C9DE-8F76-C9C1FBDA1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3E075E-13A0-872F-3E47-F549A777B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8DFE8A-0543-C483-204B-CF926BCCA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C91FA9-66AE-408F-72A4-97D25D03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85A3C3-6A8F-4B5D-1708-1A8D2761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0CCD9B-7AB3-6D24-0E03-1DCEA240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76CE6C-B83F-498A-87D9-BADD94DD6C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5712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05566-6105-DEB6-50A1-DA76A67D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5FE70A-0EF7-F9DD-2A71-23CAE83AB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AE9B12-3A30-FA3B-40E5-22E078370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6287753-4B63-AF9C-B70C-A5A31A6DA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204A908-2067-2F9E-7451-BDAB4E4FB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079A9C8-366D-809D-FAEC-83A6CA00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68D856-0942-CA4B-6BCF-A1EA8D16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FCAF9FF-9375-2DE7-E26F-3B0D0655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92C5C7-6D2F-4613-B11E-9808B2013C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5056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56CFB-3DBA-0759-ED4E-B6DBC711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A881CE5-E683-10F7-2F11-9A201337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F3D3530-6F1E-9682-1F20-5CDE73787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F3ADDF-C241-0AA3-AC64-BEF35E07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2D723D-91AE-405D-A84E-9A42BB5009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6032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9CCC3A3-4B15-BA1A-32BF-FC019466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27DCCB6-4B29-F990-EDAA-B431C164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EC7DB4-A9C6-D00E-1692-733E8D54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266B54-CCF7-4FF6-9F8C-29A4FF023D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7770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D72A1-423F-B986-C250-B8F967393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6B84F8-2F78-6227-CA6E-63F8CEFF2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F40AF4-C580-DADB-D1C6-9B7B94219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2EC4DE-25B0-4C9A-1FD5-942F4B51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ECA30E-72E8-B565-9439-76C9255E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357DD7-7EC7-19F1-1792-8E26032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CC7BCD-7CD6-4CB3-AEE4-4CA2FFD52D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5108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10A5C-CC18-57E9-F23E-6BCB8EEBE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71335F-4DE3-549A-FA6B-256F2A8E21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8DC165-D6AA-DDB1-189A-B17FD5D92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D0AA7-7EF0-8AAA-1061-1D7FF056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A3DA6E-1698-656B-0C4E-07D48E82C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D02520-A713-CC54-2DD3-10CAEA13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81794D-F547-43D5-BD3D-EB0B1BD1BD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1819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09BB2-EF5B-CA1E-F25A-DEB27DF29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0ABE2E-D35F-7B4F-75B2-E77F2CEED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CE08F9-1EEC-4CA1-B7B4-460527C6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91D169-A00A-202D-9D47-98C7892D6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7A5365-59A8-CD4E-771F-AD37934A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616A8C-290F-4756-A35B-222CA25E76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4118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EA015F-1ADD-5BD0-ECBC-B60125FA1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3FD9A0-6E1F-A656-06E1-320FD9A5A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D3FFBB-0A74-ADA3-3E95-00222D613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55888B-7815-6AEF-BD74-B5F7ACDE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A08082-5A7F-436B-0F00-76683712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92C2B0-5DEE-437F-9281-7A15317930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134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4F1A9FB-B15B-3C25-A180-31C52FF09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6B1D9CE-FD39-E7D7-203D-6B851CAF9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003ADE-3929-094E-5F77-51B32023C21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110997E-3595-42C0-F7FA-AC23A0DC5B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8FE1B10-0D34-B1E4-E032-DF498B75B0D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4910E2B-D02C-40A0-A1C8-7FDD4D228EA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E9829B9-C67F-5DD7-85AD-3647908992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439 – Aos pés de Cristo prostrados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30AA866-4914-E7E3-C71C-E8DBCB5CBC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11D1AEE-4158-53A9-60B8-E3F86B494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De Cristo ressurgido, </a:t>
            </a:r>
            <a:br>
              <a:rPr lang="en-US" altLang="pt-BR" sz="4000" i="1"/>
            </a:br>
            <a:r>
              <a:rPr lang="en-US" altLang="pt-BR" sz="4000" i="1"/>
              <a:t>Aos seus pés nos prostramos;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fé O adoramos,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mundo é o Salvador;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Nós, crentes redimidos,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Por sangue já lavados,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 graça bem guardados,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Temos de Deus favor!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948B730-BAC1-44F7-31C6-8CD531795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Tudo que nós sofremos,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 já tem provado,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pecador cansado, </a:t>
            </a:r>
            <a:br>
              <a:rPr lang="en-US" altLang="pt-BR" sz="4000" i="1"/>
            </a:br>
            <a:r>
              <a:rPr lang="en-US" altLang="pt-BR" sz="4000" i="1"/>
              <a:t>Pode, quer ajudar; </a:t>
            </a:r>
            <a:br>
              <a:rPr lang="en-US" altLang="pt-BR" sz="4000" i="1"/>
            </a:br>
            <a:r>
              <a:rPr lang="en-US" altLang="pt-BR" sz="4000" i="1"/>
              <a:t>Oh! Quanta dor nós vemos,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 na cruz sofrendo, </a:t>
            </a:r>
            <a:br>
              <a:rPr lang="en-US" altLang="pt-BR" sz="4000" i="1"/>
            </a:br>
            <a:r>
              <a:rPr lang="en-US" altLang="pt-BR" sz="4000" i="1"/>
              <a:t>Com sede ali morrendo, </a:t>
            </a:r>
            <a:br>
              <a:rPr lang="en-US" altLang="pt-BR" sz="4000" i="1"/>
            </a:br>
            <a:r>
              <a:rPr lang="en-US" altLang="pt-BR" sz="4000" i="1"/>
              <a:t>Para o mortal salvar!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A9E8624-1F56-0862-3025-B1C8234BF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"Eu tenho sede", exclama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divina! Cordeiro, </a:t>
            </a:r>
            <a:br>
              <a:rPr lang="en-US" altLang="pt-BR" sz="4000" i="1"/>
            </a:br>
            <a:r>
              <a:rPr lang="en-US" altLang="pt-BR" sz="4000" i="1"/>
              <a:t>Pregado no madeiro, </a:t>
            </a:r>
            <a:br>
              <a:rPr lang="en-US" altLang="pt-BR" sz="4000" i="1"/>
            </a:br>
            <a:r>
              <a:rPr lang="en-US" altLang="pt-BR" sz="4000" i="1"/>
              <a:t>Na cruz da maldição;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Quanto Cristo ama </a:t>
            </a:r>
            <a:br>
              <a:rPr lang="en-US" altLang="pt-BR" sz="4000" i="1"/>
            </a:br>
            <a:r>
              <a:rPr lang="en-US" altLang="pt-BR" sz="4000" i="1"/>
              <a:t>O pecador perdido, </a:t>
            </a:r>
            <a:br>
              <a:rPr lang="en-US" altLang="pt-BR" sz="4000" i="1"/>
            </a:br>
            <a:r>
              <a:rPr lang="en-US" altLang="pt-BR" sz="4000" i="1"/>
              <a:t>Pois sangue tem vertido, </a:t>
            </a:r>
            <a:br>
              <a:rPr lang="en-US" altLang="pt-BR" sz="4000" i="1"/>
            </a:br>
            <a:r>
              <a:rPr lang="en-US" altLang="pt-BR" sz="4000" i="1"/>
              <a:t>Para lhe dar perdão!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2B9B4D0-060F-9D4E-7718-3AE60F677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A nós, que santos somos,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Dá-nos e vera graça,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que assim se faça,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nós o Teu querer,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 cruz achar nós fomos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Consolo abundante, </a:t>
            </a:r>
            <a:br>
              <a:rPr lang="en-US" altLang="pt-BR" sz="4000" i="1"/>
            </a:br>
            <a:r>
              <a:rPr lang="en-US" altLang="pt-BR" sz="4000" i="1"/>
              <a:t>Graça de Deus bastante,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divina! poder!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439 – Aos pés de Cristo prostrados</vt:lpstr>
      <vt:lpstr>De Cristo ressurgido,  Aos seus pés nos prostramos;  Com fé O adoramos,  Do mundo é o Salvador;  Nós, crentes redimidos,  Por sangue já lavados,  Na graça bem guardados,  Temos de Deus favor!  </vt:lpstr>
      <vt:lpstr>Tudo que nós sofremos,  Cristo já tem provado,  Ao pecador cansado,  Pode, quer ajudar;  Oh! Quanta dor nós vemos,  Cristo na cruz sofrendo,  Com sede ali morrendo,  Para o mortal salvar! </vt:lpstr>
      <vt:lpstr>"Eu tenho sede", exclama  O divina! Cordeiro,  Pregado no madeiro,  Na cruz da maldição;  Oh! Quanto Cristo ama  O pecador perdido,  Pois sangue tem vertido,  Para lhe dar perdão!  </vt:lpstr>
      <vt:lpstr>A nós, que santos somos,  Dá-nos e vera graça,  Para que assim se faça,  Em nós o Teu querer,  Na cruz achar nós fomos  Consolo abundante,  Graça de Deus bastante,  E divina! poder!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439 – Aos pés de Cristo prostrados</dc:title>
  <dc:creator>Junior</dc:creator>
  <cp:lastModifiedBy>Emerson Souza</cp:lastModifiedBy>
  <cp:revision>1</cp:revision>
  <dcterms:created xsi:type="dcterms:W3CDTF">2005-12-26T19:03:39Z</dcterms:created>
  <dcterms:modified xsi:type="dcterms:W3CDTF">2026-05-02T22:13:49Z</dcterms:modified>
</cp:coreProperties>
</file>