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8AC84-CFC0-8C51-555F-7C07972EF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534240-0972-9B3D-B063-231D3E172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783C72-89FA-C1FE-4625-A86E86FB8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3E8D11-C9F6-B7C3-9F2C-6F13D43D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8121D0-1BB5-A8B0-4A4C-5E1ED777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83997-8D14-48B4-B4D5-6258DC3BA2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6508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64061-311A-937F-75E7-7B44B97C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064513-6AD2-7CF5-5B1C-0FEDDCED1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0C75EF-1B8E-DACA-1D30-7FA182FF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CA0CB4-F39D-32AD-37DD-1EB8A3EB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18F28B-AB80-8F5F-7857-FFF930CA1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E2168-C8AD-4CE5-874D-A5951BC7AC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819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66A16-A9B7-0276-FCF4-44915AB9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19B87A-3224-58FE-275B-8DA50AA9C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C75737-1A56-1AEE-F9D7-285B8E28E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55BE9A-BEA9-9292-3DA2-2C915A3EF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E1C234-A439-6F8D-0133-5494F738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E9BE9D-1428-4C70-B9E8-28002BCB60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848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A7C63-1690-EDB6-B899-5C1BC963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28A900-F5A5-5FA6-AC16-FF982F688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DFCE66-D015-4C15-D92C-D0B1711D3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8740D8-056F-C32A-8F14-D24228006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6B9A7A-16B6-98D9-9C3B-F16459CE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20DA86-ED17-263F-C890-34977851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3E7A8E-A246-470F-AB0D-FE0DE5180E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6182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7C5FB-CCD4-CA2D-0207-A42D194A7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12B20B-E44A-AC4A-714A-96D7D583F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C60A34-4B8F-6761-61A3-C3B9BCAD7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58181B-92FF-AE1E-425B-5D1A55045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F9FC6EE-70DD-EF21-345A-C097B90893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40A7C89-E982-B33E-81C2-9A2B2431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1A5101-1576-31A4-97A4-EF87C9B0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AD85D14-7B78-42ED-6243-06D15037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1406A3-697E-4857-B74C-7A5558C49A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9533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2BF67-0B11-D67E-0BF1-09811F81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0BC2617-5A69-ED2A-7272-59316F21F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F0D3494-1220-B110-F2BF-E019D059C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126B2B4-977F-2530-0D2C-392B4B5C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8E27D6-17A7-4ECA-B0A5-15E7334794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47697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7003EE9-78C4-9698-271D-9CF14E23C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C74E4F-E98B-CD7E-A191-CF7EB682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58C701-13BF-DA94-94E6-458C7DF5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4A827C-256C-41F0-9E84-7271340CAF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448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4BB08-D62A-D326-7E80-0D1BF2A57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9D4C90-097A-DF25-3031-70DF41A10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D22F4A-9FFD-62FF-F72C-FC9913651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99398A-520E-CD18-45B8-E62EC0BD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53A4D7-BEAD-4C7E-B4A2-5F59102F2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F1FB30-AED0-6751-35E1-6798471D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18AAE2-5D47-43E4-9846-93A1B54B5A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870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19CAF-33DC-0348-85BB-B99BD04A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4BC787B-908E-F6FA-784B-660FAF3AE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9C277F-6B10-D831-2B8B-B3AB49274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187454-A7D1-6CB2-B0D0-45CC1123F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1A4212-6967-3B71-ADA7-EB5824FDD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91312B-62BE-6A09-8A92-B2CE5C200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941426-EAF5-4A7A-84D1-F65C3D2C83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3668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73E00-E2A9-F117-F94B-456F5645C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DC7D27-C957-3B70-F76F-59BDBE60D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C5D3E9-E48F-762A-2430-B3AB0E49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28B960-61BE-9C63-B9CA-19930DB9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FAF02F-0DC0-2868-E76F-72AF77BC6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CC5D-27AF-4AF0-BA4F-F2A743C588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4236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6D9408-C769-AAD6-CA8B-85321BEB2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DED810-43E6-E2F1-A3EA-95E6C2F78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5097D2-ED81-49E6-0987-D6A3ADC76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0F268A-86F8-F332-41B1-C2F9ABF1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A14CD5-0FE3-9C2A-F605-2E4FC177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0D9621-C700-4911-8FD5-7F38E348E7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791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72CAB5C-929B-1B2B-92C6-88B245E16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2FF86AA-B68B-22E5-C420-91D63B4EB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3C8BAE4-33DE-84DC-5C12-585BD2863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CCA8543-30EF-D61A-D46C-A11EE75A9A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3C40ECF-7943-F301-9E7F-A03BF26C7AB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076A39D-F60B-46AC-A6D0-9795916441C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59470B0-E995-6753-3CC1-9A2A910CCC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483 – Ora vem, Jesus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C9EFF67-5D25-B5AF-4F3C-EEDA0C5A5B5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D360970-69B3-AEAF-D08E-EC6ED27EE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i="1"/>
              <a:t>Disse Jesus, eis que presto Eu venho,</a:t>
            </a:r>
            <a:r>
              <a:rPr lang="en-US" altLang="pt-BR"/>
              <a:t> </a:t>
            </a:r>
            <a:r>
              <a:rPr lang="en-US" altLang="pt-BR" i="1"/>
              <a:t>Trago comigo, também galardão;</a:t>
            </a:r>
            <a:r>
              <a:rPr lang="en-US" altLang="pt-BR"/>
              <a:t> </a:t>
            </a:r>
            <a:r>
              <a:rPr lang="en-US" altLang="pt-BR" i="1"/>
              <a:t>Venho do céu com a glória que tenho,</a:t>
            </a:r>
            <a:r>
              <a:rPr lang="en-US" altLang="pt-BR"/>
              <a:t> </a:t>
            </a:r>
            <a:r>
              <a:rPr lang="en-US" altLang="pt-BR" i="1"/>
              <a:t>O vigiai firmes na oração!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21DF307-3B25-CF65-D477-58312E52F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b="1" i="1"/>
              <a:t>Ora vem Jesus, gloriosa luz,</a:t>
            </a:r>
            <a:r>
              <a:rPr lang="en-US" altLang="pt-BR"/>
              <a:t> </a:t>
            </a:r>
            <a:r>
              <a:rPr lang="en-US" altLang="pt-BR" b="1" i="1"/>
              <a:t>Ainda nós Te esperamos; ora vem Jesus!</a:t>
            </a:r>
            <a:r>
              <a:rPr lang="en-US" altLang="pt-BR" i="1"/>
              <a:t> </a:t>
            </a:r>
            <a:r>
              <a:rPr lang="en-US" altLang="pt-BR" b="1" i="1"/>
              <a:t>De ver-Te, sedentos bradamos: Oh! Senhor Jesus</a:t>
            </a:r>
            <a:r>
              <a:rPr lang="en-US" altLang="pt-BR"/>
              <a:t> </a:t>
            </a:r>
            <a:r>
              <a:rPr lang="en-US" altLang="pt-BR" b="1" i="1"/>
              <a:t>Por Ti velando estamos; ora vem, Jesus!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462E58-98C4-29C6-F6E1-BC5B586AE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i="1"/>
              <a:t>2 Disse Jesus, eis que presto Eu venho,</a:t>
            </a:r>
            <a:r>
              <a:rPr lang="en-US" altLang="pt-BR"/>
              <a:t> </a:t>
            </a:r>
            <a:r>
              <a:rPr lang="en-US" altLang="pt-BR" i="1"/>
              <a:t>E os remidos pro céu levarei, E em lugar do opróbrio do lenho, Uma coroa pra eles darei!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F78C858-1EFB-CEF4-3F86-70FD5B60F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i="1"/>
              <a:t>3 Disse Jesus, eis que presto Eu venho,</a:t>
            </a:r>
            <a:r>
              <a:rPr lang="en-US" altLang="pt-BR"/>
              <a:t> </a:t>
            </a:r>
            <a:r>
              <a:rPr lang="en-US" altLang="pt-BR" i="1"/>
              <a:t>A minha Igreja vou arrebatar;</a:t>
            </a:r>
            <a:r>
              <a:rPr lang="en-US" altLang="pt-BR"/>
              <a:t> </a:t>
            </a:r>
            <a:r>
              <a:rPr lang="en-US" altLang="pt-BR" i="1"/>
              <a:t>Hoje buscai-Me com todo o empenho,</a:t>
            </a:r>
            <a:r>
              <a:rPr lang="en-US" altLang="pt-BR"/>
              <a:t> </a:t>
            </a:r>
            <a:r>
              <a:rPr lang="en-US" altLang="pt-BR" i="1"/>
              <a:t>Para que Eu possa vos preparar!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483 – Ora vem, Jesus </vt:lpstr>
      <vt:lpstr>Disse Jesus, eis que presto Eu venho, Trago comigo, também galardão; Venho do céu com a glória que tenho, O vigiai firmes na oração!  </vt:lpstr>
      <vt:lpstr>Ora vem Jesus, gloriosa luz, Ainda nós Te esperamos; ora vem Jesus! De ver-Te, sedentos bradamos: Oh! Senhor Jesus Por Ti velando estamos; ora vem, Jesus!  </vt:lpstr>
      <vt:lpstr>2 Disse Jesus, eis que presto Eu venho, E os remidos pro céu levarei, E em lugar do opróbrio do lenho, Uma coroa pra eles darei!  </vt:lpstr>
      <vt:lpstr>3 Disse Jesus, eis que presto Eu venho, A minha Igreja vou arrebatar; Hoje buscai-Me com todo o empenho, Para que Eu possa vos preparar!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483 – Ora vem, Jesus </dc:title>
  <dc:creator>Junior</dc:creator>
  <cp:lastModifiedBy>Emerson Souza</cp:lastModifiedBy>
  <cp:revision>1</cp:revision>
  <dcterms:created xsi:type="dcterms:W3CDTF">2005-12-24T22:33:00Z</dcterms:created>
  <dcterms:modified xsi:type="dcterms:W3CDTF">2026-05-02T22:17:27Z</dcterms:modified>
</cp:coreProperties>
</file>