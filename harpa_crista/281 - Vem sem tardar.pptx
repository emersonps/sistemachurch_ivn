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6B3EF-77DE-5B5D-0406-AB64689F2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15E8FE-E9AE-DAC0-B439-1197738EB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8A96F7-9C25-FC3E-FAC6-41FB030AF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EDF9BF-36A0-5488-88F4-03264E864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BB19BB-A3E9-926F-972A-A6965B6F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994814-B490-4D5F-A6C5-D1DD761F9B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1793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BCF7A5-6835-E098-F2B7-1A29DDBD2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00B99-71C1-CF78-03C7-2237A898F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1970B6-1437-AAF5-C12A-9078BD53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FB65B-74EA-0BE9-98E4-54435876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487B4E-2F0F-63DA-B8EB-845A05DF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66840-865A-4634-92BD-1CF830BAF2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1471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5FA9E-D5FD-9A00-DA83-E8FD56F87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536CFC-DFE1-EA19-14BE-034592A9A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D24EB3-B5D3-18AB-152F-143B6A38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4047D6-10C7-1971-FB2A-01C9812D8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D3AFC8-6E9F-AF30-AAAA-73474F74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8C865C-7C38-4EFE-ABBC-6758DE6A4FA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5714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EF7421-0F0C-F3E6-3497-58784DFC7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0C8199-507E-BB3D-3208-CAEBD54B8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CF7AAB-E3A4-D5F5-3FEF-DDBF1D120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777774-8270-B59A-0E1A-38A92B507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64BEB5-E9A2-6217-D6CE-FA3D59558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9F8301-4A02-6CCC-7FD8-368301F3E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DDE9B3-77D5-4F23-A299-FF5A743069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7036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EF10A5-B27E-C1ED-CEA2-5205EAE54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3F90804-194C-5529-47B1-BE509E53F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12E847-3447-FBCD-A3B3-6E052D4B6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EA4EEA-4AC8-9621-C082-0947273F0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8CCAAA-5A27-8FBB-DAD7-C56243A43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B21FD22-96D3-DAE7-E702-B00A4AF79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E71F74F-7AAE-62AE-4F2F-164A517F0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453F4C-0DA5-177E-C5CF-5962968B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AA56F-2E91-4D34-B325-804390D40B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094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E8802E-D06D-78E9-7D62-02C5B0FE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5FB0023-871A-E174-CD21-4C8FB390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C86AD94-34E7-D3E1-44F5-FA8A5643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E6040F-57E1-AB57-F077-CCB60228D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CE611D-2608-47AC-A635-C20DF49951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503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9255AB-6678-3B07-637C-0549BF77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0BA0527-B83B-0E05-91AC-5448705F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E19B92-083D-9E24-C83D-79FF10FF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7E55D0-987D-4664-82E7-1C518087AF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4250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C70D5-1145-3EE0-27D7-231B1C836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17795C-BD68-C53C-2828-C47C2D5FE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634F7C-291D-480E-8529-B2CAD964F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3E3FC6-CE1D-A987-0058-58B7502FC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1B91DE-1E3E-97A2-BDF7-3E21B29B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611284-710B-34CA-6026-C91D3E5F8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581A86-A0F8-4301-B926-51ADE18EA1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302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E47FF-7226-9583-993F-19424CE92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320D94-7016-6AA0-178B-6F6186A133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9DA8BFD-B13F-7A58-47B5-30FD72085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6744A0-52CA-B1E3-59B0-C6DE0625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660E58-C0AD-3C3D-3DB0-73860105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B73482F-9E53-D896-E5B1-F82AF75EF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3E05C7-52F8-428C-B45E-4819DC8DC95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47792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75610-33D8-64B9-F026-AFC8DA5C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BC9BE2-162B-2846-53FE-3115B91E4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64122A-8EF7-8C59-E365-60F36528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DA6918-C796-50AB-8839-E2BB7AE34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F7EA97-9396-CEC0-2E6D-E94F1D55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0A9ECD-5F6E-4C42-A7A0-8861088531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447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ED3E28-DCAC-1F22-C97A-F197FB22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87FFA7-01A9-2262-31F9-AD6A23A0A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81FA38-2583-A244-6F9E-A74D535A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8F2757-D148-CC6F-5D9C-1C7F85D1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8478F4-CAE1-6880-58D6-0F9A2106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C140DB-88CC-4EE0-ACB5-4018485882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97783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D9BBC0D-A0CA-7F2B-342B-BA6B908393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12F0F0-8754-3576-4B86-9C7763A4F9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39A924-B919-2FB2-83DA-5B2BB751CAB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A87690-6F8E-0384-6EE3-2E21A61026F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47C6C7-1453-B18C-52A8-5066A09C23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A990CF-8B42-41C3-848D-40C0F08C2E7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2E0B454-BA55-C83B-F153-693BC29295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281</a:t>
            </a:r>
            <a:br>
              <a:rPr lang="en-US" altLang="pt-BR" sz="4000" b="1"/>
            </a:br>
            <a:r>
              <a:rPr lang="en-US" altLang="pt-BR" sz="4000" b="1"/>
              <a:t>VEM SEM TARDAR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0324192-643F-CF9F-889E-2E5B3C694E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77C70B2A-BA5C-E1F3-A10F-002606527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/>
              <a:t>Vem a Cristo, sem tardar,</a:t>
            </a:r>
            <a:br>
              <a:rPr lang="en-US" altLang="pt-BR" sz="4000"/>
            </a:br>
            <a:r>
              <a:rPr lang="en-US" altLang="pt-BR" sz="4000"/>
              <a:t>Não te queiras recusar,</a:t>
            </a:r>
            <a:br>
              <a:rPr lang="en-US" altLang="pt-BR" sz="4000"/>
            </a:br>
            <a:r>
              <a:rPr lang="en-US" altLang="pt-BR" sz="4000"/>
              <a:t>Ó amigo, vem depressa a Jesus!</a:t>
            </a:r>
            <a:br>
              <a:rPr lang="en-US" altLang="pt-BR" sz="4000"/>
            </a:br>
            <a:r>
              <a:rPr lang="en-US" altLang="pt-BR" sz="4000"/>
              <a:t>Vem das trevas para a luz,</a:t>
            </a:r>
            <a:br>
              <a:rPr lang="en-US" altLang="pt-BR" sz="4000"/>
            </a:br>
            <a:r>
              <a:rPr lang="en-US" altLang="pt-BR" sz="4000"/>
              <a:t>Cristo quer te consolar,</a:t>
            </a:r>
            <a:br>
              <a:rPr lang="en-US" altLang="pt-BR" sz="4000"/>
            </a:br>
            <a:r>
              <a:rPr lang="en-US" altLang="pt-BR" sz="4000"/>
              <a:t>Vem a Ele, ó perdido, sem tardar!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23D3EDB-1C8C-DBEB-D017-4D3B7ABE7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Sem tardar, vem sem tardar;</a:t>
            </a:r>
            <a:br>
              <a:rPr lang="en-US" altLang="pt-BR" sz="4000" b="1"/>
            </a:br>
            <a:r>
              <a:rPr lang="en-US" altLang="pt-BR" sz="4000" b="1"/>
              <a:t>Sem tardar, vem sem tardar.</a:t>
            </a:r>
            <a:br>
              <a:rPr lang="en-US" altLang="pt-BR" sz="4000" b="1"/>
            </a:br>
            <a:r>
              <a:rPr lang="en-US" altLang="pt-BR" sz="4000" b="1"/>
              <a:t>O aceita a salvação,</a:t>
            </a:r>
            <a:br>
              <a:rPr lang="en-US" altLang="pt-BR" sz="4000" b="1"/>
            </a:br>
            <a:r>
              <a:rPr lang="en-US" altLang="pt-BR" sz="4000" b="1"/>
              <a:t>No teu pobre coração,</a:t>
            </a:r>
            <a:br>
              <a:rPr lang="en-US" altLang="pt-BR" sz="4000" b="1"/>
            </a:br>
            <a:r>
              <a:rPr lang="en-US" altLang="pt-BR" sz="4000" b="1"/>
              <a:t>Jesus Cristo te convida:</a:t>
            </a:r>
            <a:br>
              <a:rPr lang="en-US" altLang="pt-BR" sz="4000" b="1"/>
            </a:br>
            <a:r>
              <a:rPr lang="en-US" altLang="pt-BR" sz="4000" b="1"/>
              <a:t> “Sem tardar”.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A66EDF4-5DA0-7CD3-956D-C982329EA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Vem a Cristo, sem tardar, </a:t>
            </a:r>
            <a:br>
              <a:rPr lang="en-US" altLang="pt-BR" sz="4000" i="1"/>
            </a:br>
            <a:r>
              <a:rPr lang="en-US" altLang="pt-BR" sz="4000" i="1"/>
              <a:t>Um tesouro te quer dar; </a:t>
            </a:r>
            <a:br>
              <a:rPr lang="en-US" altLang="pt-BR" sz="4000" i="1"/>
            </a:br>
            <a:r>
              <a:rPr lang="en-US" altLang="pt-BR" sz="4000" i="1"/>
              <a:t>Ele quer te conceder real perdão; Cristo vê teu coração, </a:t>
            </a:r>
            <a:br>
              <a:rPr lang="en-US" altLang="pt-BR" sz="4000" i="1"/>
            </a:br>
            <a:r>
              <a:rPr lang="en-US" altLang="pt-BR" sz="4000" i="1"/>
              <a:t>Tua alma a soluçar; </a:t>
            </a:r>
            <a:br>
              <a:rPr lang="en-US" altLang="pt-BR" sz="4000" i="1"/>
            </a:br>
            <a:r>
              <a:rPr lang="en-US" altLang="pt-BR" sz="4000" i="1"/>
              <a:t>Vem a Ele, á perdido, sem tardar!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56D3961-1ED5-450A-E552-B08C04436F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Sem tardar, vem sem tardar;</a:t>
            </a:r>
            <a:br>
              <a:rPr lang="en-US" altLang="pt-BR" sz="4000" b="1"/>
            </a:br>
            <a:r>
              <a:rPr lang="en-US" altLang="pt-BR" sz="4000" b="1"/>
              <a:t>Sem tardar, vem sem tardar.</a:t>
            </a:r>
            <a:br>
              <a:rPr lang="en-US" altLang="pt-BR" sz="4000" b="1"/>
            </a:br>
            <a:r>
              <a:rPr lang="en-US" altLang="pt-BR" sz="4000" b="1"/>
              <a:t>O aceita a salvação,</a:t>
            </a:r>
            <a:br>
              <a:rPr lang="en-US" altLang="pt-BR" sz="4000" b="1"/>
            </a:br>
            <a:r>
              <a:rPr lang="en-US" altLang="pt-BR" sz="4000" b="1"/>
              <a:t>No teu pobre coração,</a:t>
            </a:r>
            <a:br>
              <a:rPr lang="en-US" altLang="pt-BR" sz="4000" b="1"/>
            </a:br>
            <a:r>
              <a:rPr lang="en-US" altLang="pt-BR" sz="4000" b="1"/>
              <a:t>Jesus Cristo te convida:</a:t>
            </a:r>
            <a:br>
              <a:rPr lang="en-US" altLang="pt-BR" sz="4000" b="1"/>
            </a:br>
            <a:r>
              <a:rPr lang="en-US" altLang="pt-BR" sz="4000" b="1"/>
              <a:t> “Sem tardar”.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0768F72-C9B3-8ECD-AFD3-209B64472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Vem a Cristo, sem tardar, </a:t>
            </a:r>
            <a:br>
              <a:rPr lang="en-US" altLang="pt-BR" sz="4000" i="1"/>
            </a:br>
            <a:r>
              <a:rPr lang="en-US" altLang="pt-BR" sz="4000" i="1"/>
              <a:t>Com Seus dons te quer fartar, </a:t>
            </a:r>
            <a:br>
              <a:rPr lang="en-US" altLang="pt-BR" sz="4000" i="1"/>
            </a:br>
            <a:r>
              <a:rPr lang="en-US" altLang="pt-BR" sz="4000" i="1"/>
              <a:t>Com riquezas que jamais se perderão. Vem, estende a tua mão, </a:t>
            </a:r>
            <a:br>
              <a:rPr lang="en-US" altLang="pt-BR" sz="4000" i="1"/>
            </a:br>
            <a:r>
              <a:rPr lang="en-US" altLang="pt-BR" sz="4000" i="1"/>
              <a:t>Cristo quer te perdoar! </a:t>
            </a:r>
            <a:br>
              <a:rPr lang="en-US" altLang="pt-BR" sz="4000" i="1"/>
            </a:br>
            <a:r>
              <a:rPr lang="en-US" altLang="pt-BR" sz="4000" i="1"/>
              <a:t>Vem a Ele, ó perdido, sem tardar!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B79A110-9FA8-9AA8-0D4D-5750974510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Sem tardar, vem sem tardar;</a:t>
            </a:r>
            <a:br>
              <a:rPr lang="en-US" altLang="pt-BR" sz="4000" b="1"/>
            </a:br>
            <a:r>
              <a:rPr lang="en-US" altLang="pt-BR" sz="4000" b="1"/>
              <a:t>Sem tardar, vem sem tardar.</a:t>
            </a:r>
            <a:br>
              <a:rPr lang="en-US" altLang="pt-BR" sz="4000" b="1"/>
            </a:br>
            <a:r>
              <a:rPr lang="en-US" altLang="pt-BR" sz="4000" b="1"/>
              <a:t>O aceita a salvação,</a:t>
            </a:r>
            <a:br>
              <a:rPr lang="en-US" altLang="pt-BR" sz="4000" b="1"/>
            </a:br>
            <a:r>
              <a:rPr lang="en-US" altLang="pt-BR" sz="4000" b="1"/>
              <a:t>No teu pobre coração,</a:t>
            </a:r>
            <a:br>
              <a:rPr lang="en-US" altLang="pt-BR" sz="4000" b="1"/>
            </a:br>
            <a:r>
              <a:rPr lang="en-US" altLang="pt-BR" sz="4000" b="1"/>
              <a:t>Jesus Cristo te convida:</a:t>
            </a:r>
            <a:br>
              <a:rPr lang="en-US" altLang="pt-BR" sz="4000" b="1"/>
            </a:br>
            <a:r>
              <a:rPr lang="en-US" altLang="pt-BR" sz="4000" b="1"/>
              <a:t> “Sem tardar”.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B2906A3-79CF-A38B-D1EA-C9BEC01C3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Vem a Cristo sem tardar, </a:t>
            </a:r>
            <a:br>
              <a:rPr lang="en-US" altLang="pt-BR" sz="4000" i="1"/>
            </a:br>
            <a:r>
              <a:rPr lang="en-US" altLang="pt-BR" sz="4000" i="1"/>
              <a:t>Tua tenda vem firmar </a:t>
            </a:r>
            <a:br>
              <a:rPr lang="en-US" altLang="pt-BR" sz="4000" i="1"/>
            </a:br>
            <a:r>
              <a:rPr lang="en-US" altLang="pt-BR" sz="4000" i="1"/>
              <a:t>Sobre a rocha que do mal te guardará; O receio larga já, </a:t>
            </a:r>
            <a:br>
              <a:rPr lang="en-US" altLang="pt-BR" sz="4000" i="1"/>
            </a:br>
            <a:r>
              <a:rPr lang="en-US" altLang="pt-BR" sz="4000" i="1"/>
              <a:t>Vem pra Cristo te salvar; </a:t>
            </a:r>
            <a:br>
              <a:rPr lang="en-US" altLang="pt-BR" sz="4000" i="1"/>
            </a:br>
            <a:r>
              <a:rPr lang="en-US" altLang="pt-BR" sz="4000" i="1"/>
              <a:t>Ele mesmo te avisa: “Sem tardar”!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650001A-50C5-F64D-0946-460978D83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Sem tardar, vem sem tardar;</a:t>
            </a:r>
            <a:br>
              <a:rPr lang="en-US" altLang="pt-BR" sz="4000" b="1"/>
            </a:br>
            <a:r>
              <a:rPr lang="en-US" altLang="pt-BR" sz="4000" b="1"/>
              <a:t>Sem tardar, vem sem tardar.</a:t>
            </a:r>
            <a:br>
              <a:rPr lang="en-US" altLang="pt-BR" sz="4000" b="1"/>
            </a:br>
            <a:r>
              <a:rPr lang="en-US" altLang="pt-BR" sz="4000" b="1"/>
              <a:t>O aceita a salvação,</a:t>
            </a:r>
            <a:br>
              <a:rPr lang="en-US" altLang="pt-BR" sz="4000" b="1"/>
            </a:br>
            <a:r>
              <a:rPr lang="en-US" altLang="pt-BR" sz="4000" b="1"/>
              <a:t>No teu pobre coração,</a:t>
            </a:r>
            <a:br>
              <a:rPr lang="en-US" altLang="pt-BR" sz="4000" b="1"/>
            </a:br>
            <a:r>
              <a:rPr lang="en-US" altLang="pt-BR" sz="4000" b="1"/>
              <a:t>Jesus Cristo te convida:</a:t>
            </a:r>
            <a:br>
              <a:rPr lang="en-US" altLang="pt-BR" sz="4000" b="1"/>
            </a:br>
            <a:r>
              <a:rPr lang="en-US" altLang="pt-BR" sz="4000" b="1"/>
              <a:t> “Sem tardar”.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281 VEM SEM TARDAR </vt:lpstr>
      <vt:lpstr>Vem a Cristo, sem tardar, Não te queiras recusar, Ó amigo, vem depressa a Jesus! Vem das trevas para a luz, Cristo quer te consolar, Vem a Ele, ó perdido, sem tardar! </vt:lpstr>
      <vt:lpstr>Sem tardar, vem sem tardar; Sem tardar, vem sem tardar. O aceita a salvação, No teu pobre coração, Jesus Cristo te convida:  “Sem tardar”. </vt:lpstr>
      <vt:lpstr>Vem a Cristo, sem tardar,  Um tesouro te quer dar;  Ele quer te conceder real perdão; Cristo vê teu coração,  Tua alma a soluçar;  Vem a Ele, á perdido, sem tardar! </vt:lpstr>
      <vt:lpstr>Sem tardar, vem sem tardar; Sem tardar, vem sem tardar. O aceita a salvação, No teu pobre coração, Jesus Cristo te convida:  “Sem tardar”. </vt:lpstr>
      <vt:lpstr>Vem a Cristo, sem tardar,  Com Seus dons te quer fartar,  Com riquezas que jamais se perderão. Vem, estende a tua mão,  Cristo quer te perdoar!  Vem a Ele, ó perdido, sem tardar! </vt:lpstr>
      <vt:lpstr>Sem tardar, vem sem tardar; Sem tardar, vem sem tardar. O aceita a salvação, No teu pobre coração, Jesus Cristo te convida:  “Sem tardar”. </vt:lpstr>
      <vt:lpstr>Vem a Cristo sem tardar,  Tua tenda vem firmar  Sobre a rocha que do mal te guardará; O receio larga já,  Vem pra Cristo te salvar;  Ele mesmo te avisa: “Sem tardar”! </vt:lpstr>
      <vt:lpstr>Sem tardar, vem sem tardar; Sem tardar, vem sem tardar. O aceita a salvação, No teu pobre coração, Jesus Cristo te convida:  “Sem tardar”.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281 VEM SEM TARDAR </dc:title>
  <dc:creator>Junior</dc:creator>
  <cp:lastModifiedBy>Emerson Souza</cp:lastModifiedBy>
  <cp:revision>1</cp:revision>
  <dcterms:created xsi:type="dcterms:W3CDTF">2005-12-24T11:36:01Z</dcterms:created>
  <dcterms:modified xsi:type="dcterms:W3CDTF">2026-05-02T22:00:22Z</dcterms:modified>
</cp:coreProperties>
</file>