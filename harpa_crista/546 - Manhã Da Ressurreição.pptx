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13AD7-026B-A9FE-C425-390B9D997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102E0C-0FBD-FD26-1810-5DFCFDF19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913D83-9EFF-7184-7DD6-3FD2E363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DBD8B2-E059-2796-80B2-9E5B58274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C82271-5F49-C1D7-14BE-D15423909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BD894A-6D81-4B5D-AD3A-7D69B92B2D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4776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93B0F-EE1C-C2AB-6350-8E26A9CC8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28B88E-3711-1FCC-46D4-CB43CAF7B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BCE799-ACB2-7134-FEDF-B03CC0B9F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DF300C-EB45-B576-9850-F4533FF8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E2BBA1-6C04-3711-F09B-1912972C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7B0F73-E3DD-46C2-975F-86F98C7FC6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6131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828E6-87A4-A77B-1198-1271A832C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B4EB43-1609-9913-4AFA-EBE7EC82F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EFA93D-4D89-2322-783D-00E5CBBDD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DA6232-1F82-440E-2BB5-9424AD77E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66C096-B02E-F288-4664-EED802C9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337ADB-01A5-4C3B-AE4E-E4689CDABF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41021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94A88-775B-10B8-E4C6-81BFA520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CD9658-3AA4-C5E0-4587-D23EF407B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93DA71-6261-345D-5217-BBC0C683B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2A68D2-6F94-4A47-00F9-15ED9154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7656F5-3143-84A7-92B5-061764B1C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9F91BD-AEA1-F650-2F95-EF88CE53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26F4C2-7A29-4423-98CF-C3D260C8C0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2941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AD2A6-36AC-1B9F-A6C1-7A136EB92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5D0056-BF1E-1563-1718-C36B632AA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C84269-E75A-1040-5F38-01D1BF7D4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5230CC6-4FEC-CCB5-64FA-6566D6F6D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0EFAC73-D3D6-6039-9A93-4CAFAA254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C5DAF00-D302-19B5-C180-DF2B369CD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C86B6E4-435C-3135-C99C-958B9650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9D1645D-C740-E1BA-6F06-59FC770E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5E2E49-D6AF-45D5-8708-88D7215B1F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4697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056915-ACFD-992B-6CDA-EB0A42FBB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CE57D1-6E4A-BE1E-1403-CECAAD5F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788BFA-5FCE-D998-493D-3BA5D57F0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E54AD06-087A-7882-B31D-140ECEBC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03C9C1-3F69-4026-BF69-BB6A9B51B2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83976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767C296-CA0B-DC50-E529-EB842354B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C32CEA-DB4D-92B6-0F10-11359D28B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F6CE0E-2313-BE96-98E7-2D9C6994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32F4E1-B292-4A71-AEB7-E73D03373C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1381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BD1B00-E881-19B3-3E8A-1DE7634AA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C50186-55A3-A4D4-F030-84B0CBD77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EB1764-D86E-85C9-8240-2E516A032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199675-004A-15F9-6B9D-EF903D9A1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199EDE-362E-3C30-0592-865627F8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6F4303-964A-D6BA-D123-81938865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EFF978-3491-4906-BB34-03A3670F66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32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1B275-F894-5789-C08D-C6DD369F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93C6924-E590-594F-0B9F-63521FC1B0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59D5497-D435-9B15-2368-0110945FE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76D4E2-E841-CE5E-2FC3-89137435A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919026-3E8D-259A-7717-9E9B2FB87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0EBDE8-AB9B-4C97-0FA9-483AA056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01C184-EEBC-45F3-8599-FD925D1C8F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00094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FE4FEC-2875-A7AB-52F6-CC046F8E1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B2EC941-6E7B-CBC6-3918-F4074B8C3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FE20EF-E18E-E514-340E-5BB68627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695936-B8B5-EFF2-62E8-66877C5E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A14873-B322-A628-9529-C131647C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27DEB0-6D40-4EE8-8A31-9ABDCCE25E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588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F3A77BA-46A9-2ED7-BF52-A215B085BA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E981CD-C123-3556-B4F5-C59AD7A78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D2BB6E-765C-7DE4-A578-385634A47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516117-B69B-5E15-FD69-D72686217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CBB86D-82A5-A768-067F-1B62143F5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00D789-9C44-4B74-BEF1-5C78A87F56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2093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BED8567-5DEF-14E6-C64A-4E1FA0627B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17AFC3E-8AA4-9DE8-3279-75C51D1008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D298294-3C57-00C9-64E7-866DA65E498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0CB8649-B591-D465-DC20-DB166A5A169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45AE13B-CC50-B033-D3C8-94AE2D1C44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C9552B6-DAA5-4BCE-B24E-7E193AED22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D98802B-482B-055A-983A-50E41250382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546 - Manhã Da Ressurreição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0840DDD-8D78-A429-DF22-4B6841D845D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B7C67B4-0246-F2DA-D157-1DAAD4B52A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Quando, enfim, voltar o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 venturoso alvor,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Nunca mais serão a morte atroz e a dor.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F31A948-91BB-496F-A8E5-CA03830DE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Que manhã! feliz ressurreição!</a:t>
            </a:r>
            <a:r>
              <a:rPr lang="en-US" altLang="pt-BR" sz="4000"/>
              <a:t> </a:t>
            </a:r>
            <a:r>
              <a:rPr lang="en-US" altLang="pt-BR" sz="4000" i="1"/>
              <a:t>Queridos lá estão!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Todos os remidos vida em Deus terão.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EDD8EBE-A738-DB50-A2A2-4DBB1E5D0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Oh! prazer supremo que seduz!</a:t>
            </a:r>
            <a:r>
              <a:rPr lang="en-US" altLang="pt-BR" sz="4000"/>
              <a:t> </a:t>
            </a:r>
            <a:r>
              <a:rPr lang="en-US" altLang="pt-BR" sz="4000" i="1"/>
              <a:t>Ressuscitar em luz!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Ver a paz do Céu a contemplar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546 - Manhã Da Ressurreição</vt:lpstr>
      <vt:lpstr>Quando, enfim, voltar o Salvador,  No venturoso alvor,  Nunca mais serão a morte atroz e a dor.  </vt:lpstr>
      <vt:lpstr>Que manhã! feliz ressurreição! Queridos lá estão!  Todos os remidos vida em Deus terão.  </vt:lpstr>
      <vt:lpstr>Oh! prazer supremo que seduz! Ressuscitar em luz!  Ver a paz do Céu a contemplar Jesus!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546 - Manhã Da Ressurreição</dc:title>
  <dc:creator>Junior</dc:creator>
  <cp:lastModifiedBy>Emerson Souza</cp:lastModifiedBy>
  <cp:revision>1</cp:revision>
  <dcterms:created xsi:type="dcterms:W3CDTF">2005-12-27T00:02:20Z</dcterms:created>
  <dcterms:modified xsi:type="dcterms:W3CDTF">2026-05-02T22:22:53Z</dcterms:modified>
</cp:coreProperties>
</file>