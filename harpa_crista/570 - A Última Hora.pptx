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46" d="100"/>
          <a:sy n="46" d="100"/>
        </p:scale>
        <p:origin x="-108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892CE-EBE6-0747-F7D2-0A4AAE1C9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851E6B-B499-2201-6190-E4F45170F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F71F51-2F53-5C21-2926-F397B3AFB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B340F8-7081-9325-03C5-7B3C525A8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E287C4-2F34-C5BB-AE74-B1768ADE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E0ACDD-1819-45F1-A662-4985D60B09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62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372F5-8340-A52D-D9A8-47BFC996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5636B5-0B19-2019-60C6-39194002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6EEA42-40B0-EFBC-DA05-26A281FF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8AD836-6494-E6D6-E749-1B35E7B8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C97809-BDE1-87C0-0C8B-1519DFFB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88F6EB-6767-4766-AB1D-EAC6680785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0081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2D831-D791-79AB-11F8-7C234DD8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ADD9D7-8E4F-48CA-6B56-30BCA8453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BC0AA6-662B-25B2-B774-52BFF1E1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B2286B-55E4-67D5-1F29-49036F53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753199-BC2A-A3B6-F370-D8932CE5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17192-22E0-4DA6-9E42-7AC8B0AA37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718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35A2E-C4F5-9B97-B339-437F2C6C7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5D7B89-3547-47F8-0E24-AC66E8310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B6158D-0078-E466-F89E-E705E27AE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AA910A-BC42-45CA-24A5-E80C5AA4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2528ED-C17C-BF54-5D0C-7E160825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C7095C-981D-A5B8-E164-400EA367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6B4DDF-A459-4FBC-8DA2-AB400DAAC5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5635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0B403-EFD6-50EA-360B-DC58A2508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EE9303-E3A5-3FAB-9B26-DDA1B39B8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8905A7-F1A8-BF78-7456-F25EAD9F2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6EC213-EF03-8E81-69DF-FDDD8E0C0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92A5DD3-4055-0590-1EDE-650943DB0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6E2FBF-8C81-63D0-7E5C-C880595AB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E03A22-8D6D-FE50-1381-405A3627D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FCE6490-5F4D-DB9C-36BB-76C79AE3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0FB098-2E11-4846-B395-1C2147199F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9086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A058E-447F-6F8C-F5AB-7CAA8861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FA1EEB-A895-61F9-02A3-392BD833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F590B7-605A-9C2E-9522-9BEF675C1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F11613-394C-D4CB-ADE0-B418B0CC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391524-E984-4903-B75C-80BE24D038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660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7C83B4E-BA24-93A9-5F64-5AA97394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55FDBE-3EF3-F656-2D15-D7F179A1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E1705C-B008-14F6-3037-3D35982C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139CFA-6F81-461A-972E-846DB64925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976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CF5D1-45D8-0955-6217-8ADF4998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94ABCF-44CD-41B3-9CFD-6FBF8BEDD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81D4C1-CB42-54D2-038D-4D962483F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9E6741-0122-0522-63DA-6AC5BDB2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A8763E-0BEA-E347-79DE-B183DD7F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C67B36-AC31-3261-9FE6-E2BA8C78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BF955-FEE1-4D3D-82FF-F250620A3E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564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C1527-DD46-C063-B52C-B1D929B8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9A336CD-43FB-48ED-590D-B42E2D818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D7D449-B9F1-AA18-52A4-30ECFB198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4111EF-B4BE-0F81-2197-634B6A1E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84595F-07F1-BEA4-E72D-26E45A35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17FEA0-9726-DCA7-F48C-F62591DE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60723-2C88-457C-AA82-4DB5687993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423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3E2DB-11D5-5BEF-D304-468C580C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345862-CAE6-C39C-D9E9-525FC21F6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34FACF-DEC4-0DEF-88D1-8EF3DDD1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1833B0-1EE1-AF6B-5BBA-EF190459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6C76EF-C625-EA12-2E7C-C80952DC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142F49-1A12-48C1-8239-1FA1D0A8A4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705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D19D28-6D2A-0E79-F438-964049C63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90E0D1-E2AA-6BF6-16EE-64C42C6EE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5095C4-5CA1-E7B3-00DA-F1621D21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1B6BE0-6972-9378-7DB9-3172C1E8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E79B7E-79E2-3D4A-6537-CA98B532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843A62-16B3-49CC-A7E3-2B8B1E4D9F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4151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17284FD-BCF5-DE3F-4515-A9736E67D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81B0D78-2ABC-F65C-5357-1A9B94083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F736C7-D27C-56AD-4F78-5E33251BA3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5041920-A653-026A-A601-E321CA2974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63326D-B6E1-0656-013B-020428A8BE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C8A3884-084C-49F8-8655-8AEC17D86B3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6C29E61-4904-5F96-F5CD-42976FED78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570 - A Última Hora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77AA6C1-EF0C-E624-3666-AA6332DDD5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DB19F26-F15C-C459-F4AD-6A4F8B1D40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Ao findar o labor desta vida</a:t>
            </a:r>
            <a:br>
              <a:rPr lang="en-US" altLang="pt-BR" sz="4000" i="1"/>
            </a:br>
            <a:r>
              <a:rPr lang="en-US" altLang="pt-BR" sz="4000" i="1"/>
              <a:t>Quando a morte a teu lado chegar,</a:t>
            </a:r>
            <a:br>
              <a:rPr lang="en-US" altLang="pt-BR" sz="4000" i="1"/>
            </a:br>
            <a:r>
              <a:rPr lang="en-US" altLang="pt-BR" sz="4000" i="1"/>
              <a:t>Que destino há de ter a tua alma?</a:t>
            </a:r>
            <a:br>
              <a:rPr lang="en-US" altLang="pt-BR" sz="4000" i="1"/>
            </a:br>
            <a:r>
              <a:rPr lang="en-US" altLang="pt-BR" sz="4000" i="1"/>
              <a:t>Qual será no futuro teu lar?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0D2EF22-4721-A843-938E-BA8CD6A737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Meu amigo, hoje tu tens a escolha: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- Vida ou morte - qual vais aceitar?</a:t>
            </a:r>
            <a:r>
              <a:rPr lang="en-US" altLang="pt-BR" sz="4000"/>
              <a:t> </a:t>
            </a:r>
            <a:r>
              <a:rPr lang="en-US" altLang="pt-BR" sz="4000" b="1" i="1"/>
              <a:t>Amanhã pode ser muito tarde: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Hoje Cristo te quer libertar.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9DC9E71-33F0-EF70-0AAA-49E5A702E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Tu procuras a paz neste mundo,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prazeres que passam em vão.</a:t>
            </a:r>
            <a:r>
              <a:rPr lang="en-US" altLang="pt-BR" sz="4000"/>
              <a:t> </a:t>
            </a:r>
            <a:r>
              <a:rPr lang="en-US" altLang="pt-BR" sz="4000" i="1"/>
              <a:t>Mas, na última hora da vida,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Eles não mais te satisfarão.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981A56E-18DA-D0DD-703F-C76B2958A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Meu amigo, hoje tu tens a escolha:</a:t>
            </a:r>
            <a:r>
              <a:rPr lang="en-US" altLang="pt-BR" sz="4000"/>
              <a:t> </a:t>
            </a:r>
            <a:r>
              <a:rPr lang="en-US" altLang="pt-BR" sz="4000" b="1" i="1"/>
              <a:t>- Vida ou morte - qual vais aceitar?</a:t>
            </a:r>
            <a:r>
              <a:rPr lang="en-US" altLang="pt-BR" sz="4000"/>
              <a:t> </a:t>
            </a:r>
            <a:r>
              <a:rPr lang="en-US" altLang="pt-BR" sz="4000" b="1" i="1"/>
              <a:t>Amanhã pode ser muito tarde: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Hoje Cristo te quer libertar.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812E618-5995-66D9-F1BA-88D807DD33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Por acaso tu riste, ó amigo,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Quando ouviste falar de Jesus?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somente Jesus pode dar-te</a:t>
            </a:r>
            <a:r>
              <a:rPr lang="en-US" altLang="pt-BR" sz="4000"/>
              <a:t> </a:t>
            </a:r>
            <a:r>
              <a:rPr lang="en-US" altLang="pt-BR" sz="4000" i="1"/>
              <a:t>Salvação pela morte na cruz.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3B8314A-332A-46D7-810D-CB998827F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Meu amigo, hoje tu tens a escolha:</a:t>
            </a:r>
            <a:r>
              <a:rPr lang="en-US" altLang="pt-BR" sz="4000"/>
              <a:t> </a:t>
            </a:r>
            <a:r>
              <a:rPr lang="en-US" altLang="pt-BR" sz="4000" b="1" i="1"/>
              <a:t>- Vida ou morte - qual vais aceitar?</a:t>
            </a:r>
            <a:r>
              <a:rPr lang="en-US" altLang="pt-BR" sz="4000"/>
              <a:t> </a:t>
            </a:r>
            <a:r>
              <a:rPr lang="en-US" altLang="pt-BR" sz="4000" b="1" i="1"/>
              <a:t>Amanhã pode ser muito tarde: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Hoje Cristo te quer libertar.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E26F19A-9A52-894B-43AF-2EBE134EA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Tens manchada tua alma e não podes</a:t>
            </a:r>
            <a:r>
              <a:rPr lang="en-US" altLang="pt-BR" sz="4000"/>
              <a:t> </a:t>
            </a:r>
            <a:r>
              <a:rPr lang="en-US" altLang="pt-BR" sz="4000" i="1"/>
              <a:t>Contemplar o semblante de Deus: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Só os crentes de corações limpos Poderão ter o gozo nos céus. 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7322BC5-FE44-7017-FFBC-954B280FC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Meu amigo, hoje tu tens a escolha:</a:t>
            </a:r>
            <a:r>
              <a:rPr lang="en-US" altLang="pt-BR" sz="4000"/>
              <a:t> </a:t>
            </a:r>
            <a:r>
              <a:rPr lang="en-US" altLang="pt-BR" sz="4000" b="1" i="1"/>
              <a:t>- Vida ou morte - qual vais aceitar?</a:t>
            </a:r>
            <a:r>
              <a:rPr lang="en-US" altLang="pt-BR" sz="4000"/>
              <a:t> </a:t>
            </a:r>
            <a:r>
              <a:rPr lang="en-US" altLang="pt-BR" sz="4000" b="1" i="1"/>
              <a:t>Amanhã pode ser muito tarde: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Hoje Cristo te quer libertar.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7A8CB8A-16D5-6122-3589-B04468933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 decides deixar teus pecados,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entregar tua vida a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Trilharás, sim, na última hora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Um caminho brilhante de luz.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4CD42CB-0451-727D-5A80-99D593983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Meu amigo, hoje tu tens a escolha:</a:t>
            </a:r>
            <a:r>
              <a:rPr lang="en-US" altLang="pt-BR" sz="4000"/>
              <a:t> </a:t>
            </a:r>
            <a:r>
              <a:rPr lang="en-US" altLang="pt-BR" sz="4000" b="1" i="1"/>
              <a:t>- Vida ou morte - qual vais aceitar?</a:t>
            </a:r>
            <a:r>
              <a:rPr lang="en-US" altLang="pt-BR" sz="4000"/>
              <a:t> </a:t>
            </a:r>
            <a:r>
              <a:rPr lang="en-US" altLang="pt-BR" sz="4000" b="1" i="1"/>
              <a:t>Amanhã pode ser muito tarde: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Hoje Cristo te quer libertar.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307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570 - A Última Hora </vt:lpstr>
      <vt:lpstr>Ao findar o labor desta vida Quando a morte a teu lado chegar, Que destino há de ter a tua alma? Qual será no futuro teu lar?    </vt:lpstr>
      <vt:lpstr>Meu amigo, hoje tu tens a escolha:  - Vida ou morte - qual vais aceitar? Amanhã pode ser muito tarde:  Hoje Cristo te quer libertar.  </vt:lpstr>
      <vt:lpstr>Tu procuras a paz neste mundo,  Em prazeres que passam em vão. Mas, na última hora da vida,  Eles não mais te satisfarão.  </vt:lpstr>
      <vt:lpstr>Meu amigo, hoje tu tens a escolha: - Vida ou morte - qual vais aceitar? Amanhã pode ser muito tarde:  Hoje Cristo te quer libertar.  </vt:lpstr>
      <vt:lpstr>Por acaso tu riste, ó amigo,  Quando ouviste falar de Jesus?  Mas somente Jesus pode dar-te Salvação pela morte na cruz.  </vt:lpstr>
      <vt:lpstr>Meu amigo, hoje tu tens a escolha: - Vida ou morte - qual vais aceitar? Amanhã pode ser muito tarde:  Hoje Cristo te quer libertar.  </vt:lpstr>
      <vt:lpstr>Tens manchada tua alma e não podes Contemplar o semblante de Deus:  Só os crentes de corações limpos Poderão ter o gozo nos céus.  </vt:lpstr>
      <vt:lpstr>Meu amigo, hoje tu tens a escolha: - Vida ou morte - qual vais aceitar? Amanhã pode ser muito tarde:  Hoje Cristo te quer libertar.  </vt:lpstr>
      <vt:lpstr>Se decides deixar teus pecados,  E entregar tua vida a Jesus,  Trilharás, sim, na última hora  Um caminho brilhante de luz.</vt:lpstr>
      <vt:lpstr>Meu amigo, hoje tu tens a escolha: - Vida ou morte - qual vais aceitar? Amanhã pode ser muito tarde:  Hoje Cristo te quer libertar.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570 - A Última Hora </dc:title>
  <dc:creator>Junior</dc:creator>
  <cp:lastModifiedBy>Emerson Souza</cp:lastModifiedBy>
  <cp:revision>2</cp:revision>
  <dcterms:created xsi:type="dcterms:W3CDTF">2005-12-27T01:33:34Z</dcterms:created>
  <dcterms:modified xsi:type="dcterms:W3CDTF">2026-05-02T22:24:55Z</dcterms:modified>
</cp:coreProperties>
</file>