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525DE4F2-0720-B1B1-B434-24F1E94C0D4E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752600"/>
            <a:ext cx="8824912" cy="5129213"/>
            <a:chOff x="201" y="1104"/>
            <a:chExt cx="5559" cy="3231"/>
          </a:xfrm>
        </p:grpSpPr>
        <p:sp>
          <p:nvSpPr>
            <p:cNvPr id="11267" name="Freeform 3">
              <a:extLst>
                <a:ext uri="{FF2B5EF4-FFF2-40B4-BE49-F238E27FC236}">
                  <a16:creationId xmlns:a16="http://schemas.microsoft.com/office/drawing/2014/main" id="{E4119C51-3890-4316-1697-297C9C60A60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04"/>
              <a:ext cx="5550" cy="3216"/>
            </a:xfrm>
            <a:custGeom>
              <a:avLst/>
              <a:gdLst>
                <a:gd name="T0" fmla="*/ 335 w 5550"/>
                <a:gd name="T1" fmla="*/ 0 h 3216"/>
                <a:gd name="T2" fmla="*/ 333 w 5550"/>
                <a:gd name="T3" fmla="*/ 1290 h 3216"/>
                <a:gd name="T4" fmla="*/ 0 w 5550"/>
                <a:gd name="T5" fmla="*/ 1290 h 3216"/>
                <a:gd name="T6" fmla="*/ 6 w 5550"/>
                <a:gd name="T7" fmla="*/ 3210 h 3216"/>
                <a:gd name="T8" fmla="*/ 5550 w 5550"/>
                <a:gd name="T9" fmla="*/ 3216 h 3216"/>
                <a:gd name="T10" fmla="*/ 5550 w 5550"/>
                <a:gd name="T11" fmla="*/ 0 h 3216"/>
                <a:gd name="T12" fmla="*/ 335 w 5550"/>
                <a:gd name="T13" fmla="*/ 0 h 3216"/>
                <a:gd name="T14" fmla="*/ 335 w 5550"/>
                <a:gd name="T15" fmla="*/ 0 h 3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8" name="Freeform 4">
              <a:extLst>
                <a:ext uri="{FF2B5EF4-FFF2-40B4-BE49-F238E27FC236}">
                  <a16:creationId xmlns:a16="http://schemas.microsoft.com/office/drawing/2014/main" id="{99FDB5CD-544D-C6A2-DE51-6AB8BD99633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400"/>
              <a:ext cx="5232" cy="1920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9" name="Freeform 5">
              <a:extLst>
                <a:ext uri="{FF2B5EF4-FFF2-40B4-BE49-F238E27FC236}">
                  <a16:creationId xmlns:a16="http://schemas.microsoft.com/office/drawing/2014/main" id="{7706CDF5-0142-31E5-5327-E636826F781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455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0" name="Freeform 6">
              <a:extLst>
                <a:ext uri="{FF2B5EF4-FFF2-40B4-BE49-F238E27FC236}">
                  <a16:creationId xmlns:a16="http://schemas.microsoft.com/office/drawing/2014/main" id="{9E7C142E-9DD1-767B-F5C7-934CFF6D367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4894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1" name="Freeform 7">
              <a:extLst>
                <a:ext uri="{FF2B5EF4-FFF2-40B4-BE49-F238E27FC236}">
                  <a16:creationId xmlns:a16="http://schemas.microsoft.com/office/drawing/2014/main" id="{9678C85D-4CCB-A3EC-D418-F001BE210FB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0" cy="1958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2" name="Freeform 8">
              <a:extLst>
                <a:ext uri="{FF2B5EF4-FFF2-40B4-BE49-F238E27FC236}">
                  <a16:creationId xmlns:a16="http://schemas.microsoft.com/office/drawing/2014/main" id="{7C890A33-6BE4-9078-FA73-1661E22EBBE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29" cy="322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273" name="Rectangle 9">
            <a:extLst>
              <a:ext uri="{FF2B5EF4-FFF2-40B4-BE49-F238E27FC236}">
                <a16:creationId xmlns:a16="http://schemas.microsoft.com/office/drawing/2014/main" id="{C71C7B1A-9495-A193-DA69-C8BF505F3C5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1905000"/>
            <a:ext cx="7772400" cy="1736725"/>
          </a:xfrm>
        </p:spPr>
        <p:txBody>
          <a:bodyPr anchor="t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960AE9C1-2B82-91A1-5C2B-6F08F182588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962400"/>
            <a:ext cx="6781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EDC478DD-5562-EF3C-A406-2E0B11C4901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990600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5518C8DB-39F0-CAF2-E4BD-CE3BBB57B6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68688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F416844E-B5AC-9A12-EF20-B05C6ABFC7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8333D02-D890-42CF-BECF-8B0361BE1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14052-DE83-2714-4F8F-A9D72B94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199582-2216-DE6A-2D0E-B8B976450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1E18CE-676A-5ACF-BC49-9924A706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FA3559-64E1-815F-FCF0-701B1D32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2B82B-26CC-38D0-FF0A-21E8512E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353EA-2BAF-4EB3-899E-A421FD4D3A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439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8ED7D-5C07-4041-5540-B80E3543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7880F1-06FA-D85D-6A6D-094E485CD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91FE0D-D6DF-79F6-9E61-640239E2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BF78C7-0C42-2ADB-980F-976259C4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9FBE7-2142-5CE5-DAAF-99C816CC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DB03F-1045-4D2D-81B6-0FDE0CE4F4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17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6D661-30DE-B0DB-59E0-9ACD06D7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8FD5A5-35B0-7F39-D6C2-FDF8FD012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5BDD13-5307-9A03-7D29-6ABDBA542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075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3C4243-1E70-9199-B502-72A8C60E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08F66C-C8A1-FF2C-C9B3-88784955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B3BA-EEA8-8144-2381-FB127D9C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2A7BF0-26C0-48F7-9351-16A4A4DE65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432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C2AAD-C43C-79E8-1C11-970317F5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CB4984-247D-1772-1280-B4B12A097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6AEF9-1327-CC8B-58F4-E3A668A24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2AB1-7F50-7AEB-549C-C2411CF33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28BF08-7218-F8D7-A49C-9B698C0DD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232512-0C72-9C25-CBC0-B0AB1942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2F588C3-3CDF-83C2-6DD3-9FE4FE15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0470F4-3598-0825-00B9-D0EDD9EC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D313B-2C04-46D3-B77B-11DFC6AE85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991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B7A22-B856-C61F-FF0E-88DA05D2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ADFE4B-4AFC-64F6-9A5A-D09BD2FA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5B2A30-E51B-16C8-3825-CF1BE5F6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63B5EE-91AE-FEAF-CB08-E050E12A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32F33-3061-4BF1-905C-F8FFF20394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475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022CB2-9585-6B9C-0470-04577E5D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781734-F619-A097-5E90-08999487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6D479A-D8C5-5CFB-A55C-14318BD4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F80AE-67CD-4A94-BC33-93C7427356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73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E19EB-C098-9553-DD23-CD62B841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E71FA7-D281-5E0E-CD94-2209A5D0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214BCF-C376-ADCA-64E0-218DD321B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C76596-398F-2C82-D115-18468334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48F500-8864-7A71-D395-2D5191BD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6EDF39-2C14-8FED-33FD-C9ED9FB1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E77D7-9020-44BE-BA4F-8585C10707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448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AC95C-C63F-CBE0-5BBC-815ECACA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6F883AF-D68A-60C8-3CE4-3193D64E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037274-FBC5-D51E-934B-6929DFF5E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6EA850-151B-1618-A7B8-0A59D262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80750C-4F33-DF04-CF79-8278BC91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1A0CBC-3ACE-2E21-9CBF-2DC4B703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9C6A13-356A-4F8B-A336-8A381B38E2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481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265CE-0C14-B108-F058-91E39025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7C01E9-B57E-49B5-93BE-F8208DB7C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515D21-E6B3-833E-D5E7-4083D14E8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BC0E0-2B7D-CB47-02C1-6B2FFBF3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148981-4AC4-3DA5-6931-D4708EC6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461EBF-636D-4B38-A216-0AFAAD8469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34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4C22B7-152F-DAF6-410D-13875616E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8463" y="244475"/>
            <a:ext cx="2097087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899A2-6B02-D084-51EB-FF3156EC8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138863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6686A1-A91C-CC74-89FD-0019E93C1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AB5E7E-4F41-4604-E479-E04108F6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C2509-DFE1-5A8A-9104-C04364FB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8E921-90DD-4F62-8306-A534E2C172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196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70FB1B58-2159-26F6-3648-3937A3C739E5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828800"/>
            <a:ext cx="8824912" cy="5029200"/>
            <a:chOff x="201" y="1152"/>
            <a:chExt cx="5559" cy="3168"/>
          </a:xfrm>
        </p:grpSpPr>
        <p:sp>
          <p:nvSpPr>
            <p:cNvPr id="10243" name="Freeform 3">
              <a:extLst>
                <a:ext uri="{FF2B5EF4-FFF2-40B4-BE49-F238E27FC236}">
                  <a16:creationId xmlns:a16="http://schemas.microsoft.com/office/drawing/2014/main" id="{A69D1822-5D03-2E69-3352-175CBBE24F1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09"/>
              <a:ext cx="5232" cy="1411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4" name="Freeform 4">
              <a:extLst>
                <a:ext uri="{FF2B5EF4-FFF2-40B4-BE49-F238E27FC236}">
                  <a16:creationId xmlns:a16="http://schemas.microsoft.com/office/drawing/2014/main" id="{C9B80665-297F-A210-3A3B-FB29969E900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52"/>
              <a:ext cx="5550" cy="3168"/>
            </a:xfrm>
            <a:custGeom>
              <a:avLst/>
              <a:gdLst>
                <a:gd name="T0" fmla="*/ 330 w 5550"/>
                <a:gd name="T1" fmla="*/ 1764 h 3168"/>
                <a:gd name="T2" fmla="*/ 0 w 5550"/>
                <a:gd name="T3" fmla="*/ 1764 h 3168"/>
                <a:gd name="T4" fmla="*/ 0 w 5550"/>
                <a:gd name="T5" fmla="*/ 3168 h 3168"/>
                <a:gd name="T6" fmla="*/ 5550 w 5550"/>
                <a:gd name="T7" fmla="*/ 3168 h 3168"/>
                <a:gd name="T8" fmla="*/ 5550 w 5550"/>
                <a:gd name="T9" fmla="*/ 0 h 3168"/>
                <a:gd name="T10" fmla="*/ 330 w 5550"/>
                <a:gd name="T11" fmla="*/ 0 h 3168"/>
                <a:gd name="T12" fmla="*/ 330 w 5550"/>
                <a:gd name="T13" fmla="*/ 1764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5" name="Freeform 5">
              <a:extLst>
                <a:ext uri="{FF2B5EF4-FFF2-40B4-BE49-F238E27FC236}">
                  <a16:creationId xmlns:a16="http://schemas.microsoft.com/office/drawing/2014/main" id="{ED9A68AA-D0DE-691A-2059-11453FD663E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32"/>
              <a:ext cx="5232" cy="1388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6" name="Freeform 6">
              <a:extLst>
                <a:ext uri="{FF2B5EF4-FFF2-40B4-BE49-F238E27FC236}">
                  <a16:creationId xmlns:a16="http://schemas.microsoft.com/office/drawing/2014/main" id="{95D33EE9-1647-701C-6964-7BFFD6D43CB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4607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7" name="Freeform 7">
              <a:extLst>
                <a:ext uri="{FF2B5EF4-FFF2-40B4-BE49-F238E27FC236}">
                  <a16:creationId xmlns:a16="http://schemas.microsoft.com/office/drawing/2014/main" id="{CE1B2FC3-DE99-A926-0DBA-34010DE9DAB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29" cy="178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8" name="Freeform 8">
              <a:extLst>
                <a:ext uri="{FF2B5EF4-FFF2-40B4-BE49-F238E27FC236}">
                  <a16:creationId xmlns:a16="http://schemas.microsoft.com/office/drawing/2014/main" id="{15554809-FB79-4B7C-6AE1-6868DD562B4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7" y="2904"/>
              <a:ext cx="29" cy="1416"/>
            </a:xfrm>
            <a:custGeom>
              <a:avLst/>
              <a:gdLst>
                <a:gd name="T0" fmla="*/ 0 w 29"/>
                <a:gd name="T1" fmla="*/ 1416 h 1416"/>
                <a:gd name="T2" fmla="*/ 29 w 29"/>
                <a:gd name="T3" fmla="*/ 1416 h 1416"/>
                <a:gd name="T4" fmla="*/ 28 w 29"/>
                <a:gd name="T5" fmla="*/ 24 h 1416"/>
                <a:gd name="T6" fmla="*/ 0 w 29"/>
                <a:gd name="T7" fmla="*/ 0 h 1416"/>
                <a:gd name="T8" fmla="*/ 0 w 29"/>
                <a:gd name="T9" fmla="*/ 1416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9" name="Freeform 9">
              <a:extLst>
                <a:ext uri="{FF2B5EF4-FFF2-40B4-BE49-F238E27FC236}">
                  <a16:creationId xmlns:a16="http://schemas.microsoft.com/office/drawing/2014/main" id="{4DCE065C-FB05-440F-657F-3F3C630BD0E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2879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0" name="Freeform 10">
              <a:extLst>
                <a:ext uri="{FF2B5EF4-FFF2-40B4-BE49-F238E27FC236}">
                  <a16:creationId xmlns:a16="http://schemas.microsoft.com/office/drawing/2014/main" id="{788713A8-131E-FDE9-E180-3DAE53FD973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30" cy="1416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10001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6178C5A2-F088-2FE6-BD67-C1E0E01EC8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F32C342F-C2A0-0AC4-7E6B-278CE5A04F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F2EC810E-8687-AA49-042C-ED91FBF76D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7375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B8F7885F-74D8-4365-867D-8CB5C2E375A5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9D8BA47C-25A2-8707-DB17-426FB03F0B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38517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44DA5DF4-D52D-2D75-0B85-85F849E9C7B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38200" y="1905000"/>
            <a:ext cx="80073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3A9392-8589-82FA-4332-1516B0918B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916113"/>
            <a:ext cx="7773987" cy="2403475"/>
          </a:xfrm>
        </p:spPr>
        <p:txBody>
          <a:bodyPr/>
          <a:lstStyle/>
          <a:p>
            <a:pPr algn="ctr"/>
            <a:r>
              <a:rPr lang="en-US" altLang="pt-BR" sz="4400" b="0">
                <a:latin typeface="Arial" panose="020B0604020202020204" pitchFamily="34" charset="0"/>
              </a:rPr>
              <a:t>79</a:t>
            </a:r>
            <a:br>
              <a:rPr lang="en-US" altLang="pt-BR" sz="4400" b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4400" b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pt-BR" sz="4400" b="0">
                <a:latin typeface="Arial" panose="020B0604020202020204" pitchFamily="34" charset="0"/>
              </a:rPr>
              <a:t>SUA GRAÇA ME BASTA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9BEB537-7534-BEC7-4450-6B57E7FC9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895850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altLang="pt-BR" sz="4000" b="0">
                <a:latin typeface="Arial" panose="020B0604020202020204" pitchFamily="34" charset="0"/>
              </a:rPr>
              <a:t>Quando me sinto fraco,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Não tenho mais vigor,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Não vendo mais o brilho do sol,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Da clara luz;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Jesus está comigo, é meu Consolador;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Ele jamais me deixa,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Pois sempre me conduz.</a:t>
            </a:r>
            <a:br>
              <a:rPr lang="en-US" altLang="pt-BR" sz="4000" b="0">
                <a:latin typeface="Arial" panose="020B0604020202020204" pitchFamily="34" charset="0"/>
              </a:rPr>
            </a:br>
            <a:endParaRPr lang="en-US" altLang="pt-BR" sz="40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4C481839-5BDB-C69E-17D4-6235B65D6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752975"/>
          </a:xfrm>
          <a:noFill/>
          <a:ln/>
        </p:spPr>
        <p:txBody>
          <a:bodyPr/>
          <a:lstStyle/>
          <a:p>
            <a:pPr algn="ctr"/>
            <a:r>
              <a:rPr lang="en-US" altLang="pt-BR" b="0" i="1">
                <a:latin typeface="Arial" panose="020B0604020202020204" pitchFamily="34" charset="0"/>
              </a:rPr>
              <a:t>Sua graça me basta a mim, a mim, </a:t>
            </a:r>
            <a:br>
              <a:rPr lang="en-US" altLang="pt-BR" b="0" i="1">
                <a:latin typeface="Arial" panose="020B0604020202020204" pitchFamily="34" charset="0"/>
              </a:rPr>
            </a:br>
            <a:r>
              <a:rPr lang="en-US" altLang="pt-BR" b="0" i="1">
                <a:latin typeface="Arial" panose="020B0604020202020204" pitchFamily="34" charset="0"/>
              </a:rPr>
              <a:t>Sua graça me basta a mim;</a:t>
            </a:r>
            <a:br>
              <a:rPr lang="en-US" altLang="pt-BR" b="0" i="1">
                <a:latin typeface="Arial" panose="020B0604020202020204" pitchFamily="34" charset="0"/>
              </a:rPr>
            </a:br>
            <a:r>
              <a:rPr lang="en-US" altLang="pt-BR" b="0" i="1">
                <a:latin typeface="Arial" panose="020B0604020202020204" pitchFamily="34" charset="0"/>
              </a:rPr>
              <a:t>Na vida d'aquém, no céu também, Sua graça me basta a mim.</a:t>
            </a:r>
            <a:br>
              <a:rPr lang="en-US" altLang="pt-BR" b="0" i="1">
                <a:latin typeface="Arial" panose="020B0604020202020204" pitchFamily="34" charset="0"/>
              </a:rPr>
            </a:br>
            <a:endParaRPr lang="en-US" altLang="pt-BR" b="0" i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13BD376-D7ED-301A-6793-4884B9698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5905500"/>
          </a:xfrm>
          <a:noFill/>
          <a:ln/>
        </p:spPr>
        <p:txBody>
          <a:bodyPr/>
          <a:lstStyle/>
          <a:p>
            <a:pPr algn="ctr"/>
            <a:r>
              <a:rPr lang="en-US" altLang="pt-BR" sz="4000" b="0">
                <a:latin typeface="Arial" panose="020B0604020202020204" pitchFamily="34" charset="0"/>
              </a:rPr>
              <a:t>Quando a tempestade vem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Contra mim feroz,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Nas trevas navegando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Com minha embarcação,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Cristo Jesus me anima,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Ouço a Sua voz;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"Eis que estou contigo,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Por que temer, então?"</a:t>
            </a:r>
            <a:br>
              <a:rPr lang="en-US" altLang="pt-BR" sz="4000" b="0">
                <a:latin typeface="Arial" panose="020B0604020202020204" pitchFamily="34" charset="0"/>
              </a:rPr>
            </a:br>
            <a:endParaRPr lang="en-US" altLang="pt-BR" sz="40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C9F7063F-833C-532E-2C0E-0D10AB5CF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5400675"/>
          </a:xfrm>
          <a:noFill/>
          <a:ln/>
        </p:spPr>
        <p:txBody>
          <a:bodyPr/>
          <a:lstStyle/>
          <a:p>
            <a:pPr algn="ctr"/>
            <a:r>
              <a:rPr lang="en-US" altLang="pt-BR" sz="4000" b="0" i="1">
                <a:latin typeface="Arial" panose="020B0604020202020204" pitchFamily="34" charset="0"/>
              </a:rPr>
              <a:t>Sua graça me basta a mim, a mim, </a:t>
            </a:r>
            <a:br>
              <a:rPr lang="en-US" altLang="pt-BR" sz="4000" b="0" i="1">
                <a:latin typeface="Arial" panose="020B0604020202020204" pitchFamily="34" charset="0"/>
              </a:rPr>
            </a:br>
            <a:r>
              <a:rPr lang="en-US" altLang="pt-BR" sz="4000" b="0" i="1">
                <a:latin typeface="Arial" panose="020B0604020202020204" pitchFamily="34" charset="0"/>
              </a:rPr>
              <a:t>Sua graça me basta a mim;</a:t>
            </a:r>
            <a:br>
              <a:rPr lang="en-US" altLang="pt-BR" sz="4000" b="0" i="1">
                <a:latin typeface="Arial" panose="020B0604020202020204" pitchFamily="34" charset="0"/>
              </a:rPr>
            </a:br>
            <a:r>
              <a:rPr lang="en-US" altLang="pt-BR" sz="4000" b="0" i="1">
                <a:latin typeface="Arial" panose="020B0604020202020204" pitchFamily="34" charset="0"/>
              </a:rPr>
              <a:t>Na vida d'aquém, no céu também, Sua graça me basta a mim.</a:t>
            </a:r>
            <a:br>
              <a:rPr lang="en-US" altLang="pt-BR" sz="4000" b="0" i="1">
                <a:latin typeface="Arial" panose="020B0604020202020204" pitchFamily="34" charset="0"/>
              </a:rPr>
            </a:br>
            <a:endParaRPr lang="en-US" altLang="pt-BR" sz="4000" b="0" i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5C618E54-4222-B8B2-3ACC-1943688CC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5545137"/>
          </a:xfrm>
          <a:noFill/>
          <a:ln/>
        </p:spPr>
        <p:txBody>
          <a:bodyPr/>
          <a:lstStyle/>
          <a:p>
            <a:pPr algn="ctr"/>
            <a:r>
              <a:rPr lang="en-US" altLang="pt-BR" sz="4000" b="0">
                <a:latin typeface="Arial" panose="020B0604020202020204" pitchFamily="34" charset="0"/>
              </a:rPr>
              <a:t>Quando m'atingem os dardos do inimigo audaz,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Que busca com astúcia a vida me tirar,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Eu clamo, então, a Cristo,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Meu Salvador veraz,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O qual me dá vitória, 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Se nEle eu confiar.	</a:t>
            </a:r>
            <a:br>
              <a:rPr lang="en-US" altLang="pt-BR" sz="4000" b="0">
                <a:latin typeface="Arial" panose="020B0604020202020204" pitchFamily="34" charset="0"/>
              </a:rPr>
            </a:br>
            <a:r>
              <a:rPr lang="en-US" altLang="pt-BR" sz="4000" b="0">
                <a:latin typeface="Arial" panose="020B0604020202020204" pitchFamily="34" charset="0"/>
              </a:rPr>
              <a:t>								</a:t>
            </a:r>
            <a:r>
              <a:rPr lang="en-US" altLang="pt-BR" sz="1400" b="0">
                <a:latin typeface="Arial" panose="020B0604020202020204" pitchFamily="34" charset="0"/>
              </a:rPr>
              <a:t>G.V.</a:t>
            </a:r>
            <a:br>
              <a:rPr lang="en-US" altLang="pt-BR" sz="4000" b="0">
                <a:latin typeface="Arial" panose="020B0604020202020204" pitchFamily="34" charset="0"/>
              </a:rPr>
            </a:br>
            <a:endParaRPr lang="en-US" altLang="pt-BR" sz="40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4BC2AEB9-574B-BA58-E3C9-814D03C0F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5543550"/>
          </a:xfrm>
          <a:noFill/>
          <a:ln/>
        </p:spPr>
        <p:txBody>
          <a:bodyPr/>
          <a:lstStyle/>
          <a:p>
            <a:pPr algn="ctr"/>
            <a:r>
              <a:rPr lang="en-US" altLang="pt-BR" sz="4000" b="0" i="1">
                <a:latin typeface="Arial" panose="020B0604020202020204" pitchFamily="34" charset="0"/>
              </a:rPr>
              <a:t>Sua graça me basta a mim, a mim, </a:t>
            </a:r>
            <a:br>
              <a:rPr lang="en-US" altLang="pt-BR" sz="4000" b="0" i="1">
                <a:latin typeface="Arial" panose="020B0604020202020204" pitchFamily="34" charset="0"/>
              </a:rPr>
            </a:br>
            <a:r>
              <a:rPr lang="en-US" altLang="pt-BR" sz="4000" b="0" i="1">
                <a:latin typeface="Arial" panose="020B0604020202020204" pitchFamily="34" charset="0"/>
              </a:rPr>
              <a:t>Sua graça me basta a mim;</a:t>
            </a:r>
            <a:br>
              <a:rPr lang="en-US" altLang="pt-BR" sz="4000" b="0" i="1">
                <a:latin typeface="Arial" panose="020B0604020202020204" pitchFamily="34" charset="0"/>
              </a:rPr>
            </a:br>
            <a:r>
              <a:rPr lang="en-US" altLang="pt-BR" sz="4000" b="0" i="1">
                <a:latin typeface="Arial" panose="020B0604020202020204" pitchFamily="34" charset="0"/>
              </a:rPr>
              <a:t>Na vida d'aquém, no céu também, Sua graça me basta a mim.</a:t>
            </a:r>
            <a:br>
              <a:rPr lang="en-US" altLang="pt-BR" sz="4000" b="0" i="1">
                <a:latin typeface="Arial" panose="020B0604020202020204" pitchFamily="34" charset="0"/>
              </a:rPr>
            </a:br>
            <a:endParaRPr lang="en-US" altLang="pt-BR" sz="4000" b="0" i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 sobrepostas">
  <a:themeElements>
    <a:clrScheme name="Camadas sobrepostas 4">
      <a:dk1>
        <a:srgbClr val="006600"/>
      </a:dk1>
      <a:lt1>
        <a:srgbClr val="FFFFFF"/>
      </a:lt1>
      <a:dk2>
        <a:srgbClr val="008000"/>
      </a:dk2>
      <a:lt2>
        <a:srgbClr val="FFFFB7"/>
      </a:lt2>
      <a:accent1>
        <a:srgbClr val="99CC00"/>
      </a:accent1>
      <a:accent2>
        <a:srgbClr val="00CC00"/>
      </a:accent2>
      <a:accent3>
        <a:srgbClr val="AAC0AA"/>
      </a:accent3>
      <a:accent4>
        <a:srgbClr val="DADADA"/>
      </a:accent4>
      <a:accent5>
        <a:srgbClr val="CAE2AA"/>
      </a:accent5>
      <a:accent6>
        <a:srgbClr val="00B900"/>
      </a:accent6>
      <a:hlink>
        <a:srgbClr val="99FF66"/>
      </a:hlink>
      <a:folHlink>
        <a:srgbClr val="FFFF66"/>
      </a:folHlink>
    </a:clrScheme>
    <a:fontScheme name="Camadas sobreposta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sobrepostas 1">
        <a:dk1>
          <a:srgbClr val="FF9900"/>
        </a:dk1>
        <a:lt1>
          <a:srgbClr val="FFFFFF"/>
        </a:lt1>
        <a:dk2>
          <a:srgbClr val="FFCC66"/>
        </a:dk2>
        <a:lt2>
          <a:srgbClr val="CC6600"/>
        </a:lt2>
        <a:accent1>
          <a:srgbClr val="F05000"/>
        </a:accent1>
        <a:accent2>
          <a:srgbClr val="B28300"/>
        </a:accent2>
        <a:accent3>
          <a:srgbClr val="FFE2B8"/>
        </a:accent3>
        <a:accent4>
          <a:srgbClr val="DADADA"/>
        </a:accent4>
        <a:accent5>
          <a:srgbClr val="F6B3AA"/>
        </a:accent5>
        <a:accent6>
          <a:srgbClr val="A17600"/>
        </a:accent6>
        <a:hlink>
          <a:srgbClr val="99CC00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2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3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DDFFB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4">
        <a:dk1>
          <a:srgbClr val="006600"/>
        </a:dk1>
        <a:lt1>
          <a:srgbClr val="FFFFFF"/>
        </a:lt1>
        <a:dk2>
          <a:srgbClr val="008000"/>
        </a:dk2>
        <a:lt2>
          <a:srgbClr val="FFFFB7"/>
        </a:lt2>
        <a:accent1>
          <a:srgbClr val="99CC00"/>
        </a:accent1>
        <a:accent2>
          <a:srgbClr val="00CC00"/>
        </a:accent2>
        <a:accent3>
          <a:srgbClr val="AAC0AA"/>
        </a:accent3>
        <a:accent4>
          <a:srgbClr val="DADADA"/>
        </a:accent4>
        <a:accent5>
          <a:srgbClr val="CAE2AA"/>
        </a:accent5>
        <a:accent6>
          <a:srgbClr val="00B900"/>
        </a:accent6>
        <a:hlink>
          <a:srgbClr val="99FF66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5">
        <a:dk1>
          <a:srgbClr val="000000"/>
        </a:dk1>
        <a:lt1>
          <a:srgbClr val="CCECFF"/>
        </a:lt1>
        <a:dk2>
          <a:srgbClr val="000000"/>
        </a:dk2>
        <a:lt2>
          <a:srgbClr val="D6EDEE"/>
        </a:lt2>
        <a:accent1>
          <a:srgbClr val="E8F0F4"/>
        </a:accent1>
        <a:accent2>
          <a:srgbClr val="8EAAFA"/>
        </a:accent2>
        <a:accent3>
          <a:srgbClr val="E2F4FF"/>
        </a:accent3>
        <a:accent4>
          <a:srgbClr val="000000"/>
        </a:accent4>
        <a:accent5>
          <a:srgbClr val="F2F6F8"/>
        </a:accent5>
        <a:accent6>
          <a:srgbClr val="809AE3"/>
        </a:accent6>
        <a:hlink>
          <a:srgbClr val="0066FF"/>
        </a:hlink>
        <a:folHlink>
          <a:srgbClr val="9947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sobrepostas 6">
        <a:dk1>
          <a:srgbClr val="48486A"/>
        </a:dk1>
        <a:lt1>
          <a:srgbClr val="FFFFFF"/>
        </a:lt1>
        <a:dk2>
          <a:srgbClr val="000099"/>
        </a:dk2>
        <a:lt2>
          <a:srgbClr val="F8F8F8"/>
        </a:lt2>
        <a:accent1>
          <a:srgbClr val="6699FF"/>
        </a:accent1>
        <a:accent2>
          <a:srgbClr val="0000FF"/>
        </a:accent2>
        <a:accent3>
          <a:srgbClr val="AAAACA"/>
        </a:accent3>
        <a:accent4>
          <a:srgbClr val="DADADA"/>
        </a:accent4>
        <a:accent5>
          <a:srgbClr val="B8CAFF"/>
        </a:accent5>
        <a:accent6>
          <a:srgbClr val="0000E7"/>
        </a:accent6>
        <a:hlink>
          <a:srgbClr val="3DCC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7">
        <a:dk1>
          <a:srgbClr val="573F8B"/>
        </a:dk1>
        <a:lt1>
          <a:srgbClr val="FFFFFF"/>
        </a:lt1>
        <a:dk2>
          <a:srgbClr val="666699"/>
        </a:dk2>
        <a:lt2>
          <a:srgbClr val="D9D9FF"/>
        </a:lt2>
        <a:accent1>
          <a:srgbClr val="CC99FF"/>
        </a:accent1>
        <a:accent2>
          <a:srgbClr val="9933FF"/>
        </a:accent2>
        <a:accent3>
          <a:srgbClr val="B8B8CA"/>
        </a:accent3>
        <a:accent4>
          <a:srgbClr val="DADADA"/>
        </a:accent4>
        <a:accent5>
          <a:srgbClr val="E2CAFF"/>
        </a:accent5>
        <a:accent6>
          <a:srgbClr val="8A2DE7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8">
        <a:dk1>
          <a:srgbClr val="000000"/>
        </a:dk1>
        <a:lt1>
          <a:srgbClr val="EAEAEA"/>
        </a:lt1>
        <a:dk2>
          <a:srgbClr val="000000"/>
        </a:dk2>
        <a:lt2>
          <a:srgbClr val="C1C2CB"/>
        </a:lt2>
        <a:accent1>
          <a:srgbClr val="F1F1F7"/>
        </a:accent1>
        <a:accent2>
          <a:srgbClr val="8C8CB4"/>
        </a:accent2>
        <a:accent3>
          <a:srgbClr val="F3F3F3"/>
        </a:accent3>
        <a:accent4>
          <a:srgbClr val="000000"/>
        </a:accent4>
        <a:accent5>
          <a:srgbClr val="F7F7FA"/>
        </a:accent5>
        <a:accent6>
          <a:srgbClr val="7E7EA3"/>
        </a:accent6>
        <a:hlink>
          <a:srgbClr val="A3FFFF"/>
        </a:hlink>
        <a:folHlink>
          <a:srgbClr val="9E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 sobrepostas</Template>
  <TotalTime>17</TotalTime>
  <Words>264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Times New Roman</vt:lpstr>
      <vt:lpstr>Wingdings</vt:lpstr>
      <vt:lpstr>Camadas sobrepostas</vt:lpstr>
      <vt:lpstr>79  SUA GRAÇA ME BASTA</vt:lpstr>
      <vt:lpstr>Quando me sinto fraco,  Não tenho mais vigor,  Não vendo mais o brilho do sol,  Da clara luz;  Jesus está comigo, é meu Consolador; Ele jamais me deixa,  Pois sempre me conduz. </vt:lpstr>
      <vt:lpstr>Sua graça me basta a mim, a mim,  Sua graça me basta a mim; Na vida d'aquém, no céu também, Sua graça me basta a mim. </vt:lpstr>
      <vt:lpstr>Quando a tempestade vem  Contra mim feroz,  Nas trevas navegando  Com minha embarcação,  Cristo Jesus me anima,  Ouço a Sua voz;  "Eis que estou contigo,  Por que temer, então?" </vt:lpstr>
      <vt:lpstr>Sua graça me basta a mim, a mim,  Sua graça me basta a mim; Na vida d'aquém, no céu também, Sua graça me basta a mim. </vt:lpstr>
      <vt:lpstr>Quando m'atingem os dardos do inimigo audaz,  Que busca com astúcia a vida me tirar, Eu clamo, então, a Cristo,  Meu Salvador veraz, O qual me dá vitória,  Se nEle eu confiar.          G.V. </vt:lpstr>
      <vt:lpstr>Sua graça me basta a mim, a mim,  Sua graça me basta a mim; Na vida d'aquém, no céu também, Sua graça me basta a mim.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79 </dc:title>
  <dc:creator>Montagna</dc:creator>
  <cp:lastModifiedBy>Emerson Souza</cp:lastModifiedBy>
  <cp:revision>3</cp:revision>
  <dcterms:created xsi:type="dcterms:W3CDTF">2005-10-16T00:43:08Z</dcterms:created>
  <dcterms:modified xsi:type="dcterms:W3CDTF">2026-05-02T21:43:23Z</dcterms:modified>
</cp:coreProperties>
</file>