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E3649-A8A3-CD08-C3AF-8B37DE4DC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EC5149-B51C-9703-6B59-5E5DD9E71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7E45F9-3AF2-22F1-1FC7-73798AF1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5F95C-8E0A-0493-9FC6-19132976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A9AF49-E9EA-EB82-3B1E-1C09AC1B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CEB15-1063-45CB-9775-A5016BDDB2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375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8DF06-6A00-C001-566F-AC3490C1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0E8C78-FCDB-44EA-02CB-1C9F62C9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98327-1409-0E1B-42A3-02AA98CB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65A9DC-BCDB-35DF-A08D-B1B4F627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738664-495D-F166-9CC4-EE0532A9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A95B4-B551-4B58-8A77-CF73AACB65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535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CD5BA-06BE-3903-6090-FDB73CCF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49EB49-0F93-6DC2-0D3E-8E57CA2E6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9D995B-1A3C-3F93-9F9C-3540CD01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1505D6-EE3F-144F-535C-6CD62577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5D4207-A160-C390-7252-ABEED108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6A7D0-8393-48DF-81EE-6B3E738375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424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555DF-4CC9-43B0-DAA9-4E25633A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48C4F-E055-F082-BD44-840582BF3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358DCB-1906-A8AC-EC0E-E2EC50538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D30FAC-71DF-084F-8762-D6BF4461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63B22-EAC7-DAF3-40C6-4B064A3A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647DC1-1A51-D464-C18E-EE0546D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7952F-D133-4A29-8A4D-263A2CEEC8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492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BE9D4-EB03-63BF-EA54-589B7C40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2360AF-7BB6-841F-6067-B6EBE298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EBF611-9936-6521-19C5-1CB7BAE3F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6ABAB2-FF09-1DDA-AE02-2CD693E35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316BB4-49E9-201B-6D79-E0F693F2F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450A7B-0101-4A62-0F7B-2F740F2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F94C466-4495-9F20-F87D-F662B1AA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E728E9-D79C-FE97-87E6-99FACE21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0BA342-DA87-45AC-A193-4530E3FB32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357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8D206-AA6C-1369-98BB-CBDC14A5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9CFD40-3C21-2EF0-091E-88384768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C96F74-D399-F566-84BC-3AB1F1EE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3F171F-00FA-9277-8970-B30A93F0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EAE1D-8B70-4E7F-B01B-B14501FBD6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483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A0F037-77BA-B3C9-9B8A-A88A2951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72F407-1FA7-BD70-11C3-B49FB625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84BEB0-EE81-7577-E397-D9B9D86C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61474-C12B-4E15-9706-5CD2154D4C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374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D6EC5-CEC0-A1BA-DC85-52D29CA7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64FEC5-07A8-184E-6AD5-B23776B3C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F02E65-F51F-46DE-3B5B-02E014F0D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FAFC66-A195-2ABF-2D81-2CB56D1A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CAF22F-86EC-71A8-522B-A7D7D5C2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0B3D3-333D-AC6F-65DA-2BC87E61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E58D8-2BA1-428E-B8B5-DFB0377FA3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23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ACB93-E280-08F7-B3AE-43F29648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44428D-DE5C-41CC-124B-6546D86D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102F7F-1371-E589-F889-30B982424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2F1761-4E32-FE4A-852C-3E852CEA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29B1E6-EF7F-9D2E-80C8-BE945A45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B7538E-E9CB-4859-F1B5-2A2A8083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65A81A-B94B-42E4-9CDA-33C0DB734D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019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69949-76E4-5ECB-716D-4D26FD4B2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AF276B-6D85-0A86-16CE-51C74F0AB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55917-A9CE-DB95-2C8B-2E335E77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C604BD-7271-198B-E628-31A9E9C5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14C02-21AD-4778-8031-DB03D941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8CC9B9-9D22-4806-81CF-DCFD49EC30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052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B02404-0231-4DE9-2760-949515D35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8136DD-C6C7-0D74-F419-AF5C4C797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E1460C-A2A9-2581-30CF-042D2A07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BAF750-B290-9B76-74BF-D9E1368A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29927A-ADB9-CBCB-D86F-5CE66A52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7B1E8-CD1A-4920-95EB-07A6FA2F1D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605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C3A09A-B2F5-07EE-7366-A358F4AC9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0CEA00-E559-947F-36F7-FC4E00588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C13631-BADF-1F65-218A-03ED56B20B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9AEB780-27B5-31CF-5257-8135311127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944175-546A-1864-C2CF-09683599CC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EE02B9-31F2-4837-8019-4C45421028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7CDB4C99-7B6A-86F4-8429-3A5D27B35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617 - Quanto Anelo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br>
              <a:rPr lang="en-US" altLang="pt-BR" sz="4000" i="1"/>
            </a:br>
            <a:br>
              <a:rPr lang="en-US" altLang="pt-BR" sz="4000" b="1" i="1"/>
            </a:br>
            <a:r>
              <a:rPr lang="en-US" altLang="pt-BR" sz="4000" i="1"/>
              <a:t>Quanto anelo contemplar a Cristo;</a:t>
            </a:r>
            <a:br>
              <a:rPr lang="en-US" altLang="pt-BR" sz="4000" i="1"/>
            </a:br>
            <a:r>
              <a:rPr lang="en-US" altLang="pt-BR" sz="4000" i="1"/>
              <a:t>Quanto anelo seu divino rosto ver!</a:t>
            </a:r>
            <a:br>
              <a:rPr lang="en-US" altLang="pt-BR" sz="4000" i="1"/>
            </a:br>
            <a:r>
              <a:rPr lang="en-US" altLang="pt-BR" sz="4000" i="1"/>
              <a:t>'Stou cansado de andar qual peregrino triste aqui;</a:t>
            </a:r>
            <a:br>
              <a:rPr lang="en-US" altLang="pt-BR" sz="4000" i="1"/>
            </a:br>
            <a:r>
              <a:rPr lang="en-US" altLang="pt-BR" sz="4000" i="1"/>
              <a:t>Quanto anelo eu a Cristo ter.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617 - Quanto Anelo    Quanto anelo contemplar a Cristo; Quanto anelo seu divino rosto ver! 'Stou cansado de andar qual peregrino triste aqui; Quanto anelo eu a Cristo ter.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617 - Quanto Anelo    Quanto anelo contemplar a Cristo; Quanto anelo seu divino rosto ver! 'Stou cansado de andar qual peregrino triste aqui; Quanto anelo eu a Cristo ter. </dc:title>
  <dc:creator>Junior</dc:creator>
  <cp:lastModifiedBy>Emerson Souza</cp:lastModifiedBy>
  <cp:revision>1</cp:revision>
  <dcterms:created xsi:type="dcterms:W3CDTF">2005-12-27T17:51:13Z</dcterms:created>
  <dcterms:modified xsi:type="dcterms:W3CDTF">2026-05-02T22:28:59Z</dcterms:modified>
</cp:coreProperties>
</file>