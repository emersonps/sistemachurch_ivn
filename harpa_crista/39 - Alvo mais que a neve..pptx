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66" d="100"/>
          <a:sy n="66" d="100"/>
        </p:scale>
        <p:origin x="-11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0FF632-04A4-2144-6317-E7FC7010A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D561F7-4785-70D6-D3BC-A1FDA75BC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D6B05F-D0E6-83BE-3D19-74450C044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204EAE-3496-C41D-537B-CD61AB489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A40CC9-1F45-E322-AE0D-31DE548A5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FB2BF9-DFDA-4A4A-9184-257BA67A30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00954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89D9E-D60A-93B1-FE92-52033EF4F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7AABDD-80A8-FF0F-5C55-A2AE406B3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22A85B-223B-908E-1A90-F988A54B0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8AFC71-4D6C-9D5C-AF3C-9E9948EEB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69C24A-587B-42A6-9488-FC7A22416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61B7D4-DF97-44DC-B45C-C2FBEBBE65C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13466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747C90-3543-A609-6BF0-AA34675D9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4988E9-D64A-151F-354D-52A4D40F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8B6717-739E-D1DD-0ACC-33F0B3D40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3CEF3E-467B-1E6D-EA4C-6F3827B78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3D7BD9-1F88-A9E2-063B-2FE828F47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B26AAE-40DB-4710-885C-DF005F2E50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4797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450365-ED9F-ACF8-FED3-D42A7A0BE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C6556D-AAA4-A5C5-1769-126D44CE4B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34DBE7-D62F-11B3-7F94-C8BCE2CA2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8A839F-1FAF-1E84-4499-15CF1478D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F6D9A0-EC64-8589-90C3-B6E3FA90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696C89-8FC4-084A-9956-BF6CE9636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641396-3472-4D18-8D4E-A71EDE179CE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5911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359D50-114A-87BB-1DEC-50298FC98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6637B0-4A00-5A02-816B-4863DACF8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D76472-6106-035A-2E9F-0C24129C3D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D2F8CC7-00E7-8EB9-5549-C4F3822F6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9263661-E37A-0E56-619A-A944165D09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99BA1E1-15BD-2C17-AEB0-D061D181B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D473EC-E75C-2519-749D-C3F0B7DD7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1CAA378-3031-0619-1CE2-CEB6488AE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7AB31A-7707-4755-99CF-F015D2C811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67478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585F5-3761-AFEC-0795-698F47476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1B7CDE1-9B7E-D26F-0702-FE5E7065C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B7448BA-9470-C5D2-FEB4-A9DDC1FC8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B24164-72CE-05A8-3962-6496C9D63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DFFF21-7297-4137-BB2D-14F5E97476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3511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01E6D75-943C-6689-5F00-43637530D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07843AB-6906-7538-66AE-40CE1DE50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C49DECA-1FEA-27E8-4774-4DDE168B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C2762A-3E46-4820-AC69-A9B89B3D490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91913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59E300-A737-480D-5196-88416D734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8BDB78-A542-8970-33D1-1BC3F5398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7724E18-6CF5-9974-31CF-C85B07034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BFDB0C-416D-5D51-5150-27C1E00F1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BE1ED7-AFF2-AD06-D5D4-023D9CAF7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DBAFA7-8BF1-FBD0-9960-88B2EE939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7CBD9C-7E41-47AC-A049-14C63A60447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48057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23904-7C4A-4837-CB0F-D89D6C057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5EEFA16-CF67-3914-8E0E-3C497E82AD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62326E7-DBBB-26C4-1CF9-10D39E554E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13DE9D-202D-348B-1BCE-D391D0DD9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7093E0-487F-AD56-2581-E608B888F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0AA8EF-B70A-FABC-AB9A-98CF55F93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422118-B248-4225-AC1D-F4C935EF61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00771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4DA8B0-FFF9-CD41-095C-C494A1AA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9EAB0D8-DE40-7BDA-9EDE-7ECB6B2DE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DA849B-7B94-C279-6BF3-23607D41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823DEA-55D3-9715-0B70-F1DE51FF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7171B6-901A-6C48-8303-1849ED8D9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CF558-D92D-4F1E-84BE-38C9E444A0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53862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4D1FAC0-3AD6-531C-8324-92A2CA7F6C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47D04CF-A46F-2D15-4294-81B10E8C0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AD69C6-26CF-1E85-8B91-132B49125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A48BF1-D1EB-C75B-B84D-8A2F04105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62E027-7177-F4FF-000A-3688628ED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62C6EB-4EEB-49EC-B0F9-559F64F00E4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97349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B8C4CE5-6FF9-1C8A-FD5B-71E8EA0F37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E0B9AAC-8AE8-2EF7-BCBC-2DFDB4A40E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4C8E77D-2293-64E2-57C4-99F6E1EA295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ABD7B0B-5176-385B-BDE4-1688BA6D207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0E1A960-B68D-94C8-6D3F-2D825FA9279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954A508-DF9A-4B11-9CBD-AFD460F30AC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4DDB97D-A03A-44F3-EEAC-CCEEDBED4F7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>
                <a:solidFill>
                  <a:schemeClr val="bg1"/>
                </a:solidFill>
                <a:latin typeface="Garamond" panose="02020404030301010803" pitchFamily="18" charset="0"/>
              </a:rPr>
              <a:t>39</a:t>
            </a:r>
            <a:br>
              <a:rPr lang="pt-BR" altLang="pt-BR" sz="4000">
                <a:solidFill>
                  <a:schemeClr val="bg1"/>
                </a:solidFill>
                <a:latin typeface="Garamond" panose="02020404030301010803" pitchFamily="18" charset="0"/>
              </a:rPr>
            </a:br>
            <a:r>
              <a:rPr lang="pt-BR" altLang="pt-BR" sz="4000">
                <a:solidFill>
                  <a:schemeClr val="bg1"/>
                </a:solidFill>
                <a:latin typeface="Garamond" panose="02020404030301010803" pitchFamily="18" charset="0"/>
              </a:rPr>
              <a:t>ALVO MAIS QUE A NEVE</a:t>
            </a:r>
            <a:endParaRPr lang="en-US" altLang="pt-BR" sz="400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10F147A3-87C8-15BD-29C7-FB33EE8FF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Bendito seja o Cordeiro,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Que na cruz por nós padeceu!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Bendito seja o Seu sangue,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Que por nós, ali Ele verteu!</a:t>
            </a: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4139A755-D23A-8BE2-B62D-D4FD8DA0D8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Eis nesse sangue lavados,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Com roupas que tão alvas são,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Os pecadores remidos,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Que perante Seu Deus já estão!</a:t>
            </a:r>
          </a:p>
          <a:p>
            <a:pPr>
              <a:buFontTx/>
              <a:buNone/>
            </a:pP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17AF719E-7185-6C39-2540-DDE53E94B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Alvo mais que a neve!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Alvo mais que a neve!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Sim nesse sangue lavado,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Mais alvo que a neve serei.</a:t>
            </a: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7B12B349-46A7-D68E-1913-FF8928544B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Quão espinhosa coroa,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Que Jesus por nós suportou!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Oh! Quão profunda as chagas,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Que nos provam quanto Ele amou!</a:t>
            </a: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D126A59D-5937-5554-8A28-04F226A56B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Eis nessas chagas pureza,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Para o maior pecador!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Pois que mais alvo que a neve,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O Teu sangue nos torna Senhor.</a:t>
            </a: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id="{08401F35-3B76-89B3-31F4-78E8FAC874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Alvo mais que a neve!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Alvo mais que a neve!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Sim nesse sangue lavado,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Mais alvo que a neve serei.</a:t>
            </a:r>
            <a:endParaRPr lang="en-US" altLang="pt-BR" sz="4000">
              <a:solidFill>
                <a:schemeClr val="bg1"/>
              </a:solidFill>
            </a:endParaRPr>
          </a:p>
          <a:p>
            <a:pPr>
              <a:buFontTx/>
              <a:buNone/>
            </a:pP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941D1B1D-85C6-B97F-5D85-1E90AF736C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Se nós a Ti confessarmos,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E seguirmos na Tua luz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Tu não somente perdoas,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Purificas também, oh Jesus;</a:t>
            </a: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>
            <a:extLst>
              <a:ext uri="{FF2B5EF4-FFF2-40B4-BE49-F238E27FC236}">
                <a16:creationId xmlns:a16="http://schemas.microsoft.com/office/drawing/2014/main" id="{3624E9F5-B9F1-0A25-E3A4-F232AA182D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Sim, e de todo o pecado!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Que maravilha de amor!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Pois que mais alvo que a neve,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O Teu sangue nos torna Senhor.</a:t>
            </a: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63FB597E-A670-4A3B-4790-83F7CB9C4B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Alvo mais que a neve!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Alvo mais que a neve!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Sim nesse sangue lavado,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</a:rPr>
              <a:t>Mais alvo que a neve serei.</a:t>
            </a:r>
            <a:endParaRPr lang="en-US" altLang="pt-BR" sz="4000">
              <a:solidFill>
                <a:schemeClr val="bg1"/>
              </a:solidFill>
            </a:endParaRPr>
          </a:p>
          <a:p>
            <a:pPr>
              <a:buFontTx/>
              <a:buNone/>
            </a:pP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227</Words>
  <Application>Microsoft Office PowerPoint</Application>
  <PresentationFormat>Apresentação na tela (4:3)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Design padrão</vt:lpstr>
      <vt:lpstr>39 ALVO MAIS QUE A NEVE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39 ALVO MAIS QUE A NEVE</dc:title>
  <dc:creator>Junior</dc:creator>
  <cp:lastModifiedBy>Emerson Souza</cp:lastModifiedBy>
  <cp:revision>2</cp:revision>
  <dcterms:created xsi:type="dcterms:W3CDTF">2005-06-28T02:31:03Z</dcterms:created>
  <dcterms:modified xsi:type="dcterms:W3CDTF">2026-05-02T21:40:12Z</dcterms:modified>
</cp:coreProperties>
</file>