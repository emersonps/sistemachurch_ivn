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FE66AD-F42B-34BC-5D8D-81FF027B1C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D9D7F2-82DB-FE32-2C9E-40DAECFE83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127178-26B9-52FC-24FB-9D4ACE171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C09FA1-F75A-C9E1-85E6-0EBFE9BD2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F3FD85-8412-9E7A-0DE7-78065F179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8D86E8-7501-4A9B-9E9C-E1E93EAEC34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32863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783C3A-D84B-450F-E198-0DF84E20D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8CB03C-40E1-EB41-6CC2-9F09738E9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F8544E-25D9-1DFB-C16A-69419177F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70BE5C-C297-D359-6FE8-152CB8DF0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847B16-89A2-BCF0-BB6A-925A83256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F2DD81-75CF-42C7-972F-D18936004E6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611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EB797B-8EDC-C23F-ACCB-EA03AA5A8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5E528C3-A7A2-0B3D-1A5B-3BE901EB7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CB857E-532D-2D06-C322-AB20F145E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112148-3ADE-3BD3-8EF1-B6BBE668E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BC0233-82D6-C5FB-2C62-14623AE95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56914E-BEBD-4AEA-A563-64FA8030A38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00404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76D2A7-A9AE-20AA-4453-27EF3363C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AFE51E-E1F7-1E62-0E0A-E7FF1BA090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571763C-7D45-EF5B-8732-11EDD797E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12994E-E198-3E88-A8B3-EE18B7ED0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8303955-6124-D4E8-C06E-D883FB7E5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D87845F-E7E6-7C63-2B2F-0E19111B9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834066-8977-408A-A66B-E9993E7F371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61751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61A470-08E7-AA4B-E15D-F4039E2B3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2B39B3A-3234-F55E-7A6D-0C2F9E86E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84579C8-E828-65E2-EE95-2DF2483C3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5AC6DB2-ED4B-FEDD-E286-0A6EB28DFF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DF12D0A-25FC-71D4-4A0D-B7DE51D919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D317DC4-61F3-A476-23DD-F965293D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3D6D19D-8955-67B7-2BAE-64CD2786F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B884F86-5F76-D200-AA6D-69C108A83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06AFED-8493-4A3F-9CFC-A08DEF2DBFB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6491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DE9372-0E55-381D-0B8D-266D4A2C5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3491197-05D8-6219-6402-C516DA32D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85B006F-747F-E522-F3B9-8E5CA03F0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11F8255-78C5-FD37-B405-D1013B6A0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B7C4BD-C7A1-4867-ACEC-B64A26D6608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39631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DE2B177-B533-0985-DA70-162DDD588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BDF2512-5278-67F3-CD10-F62A73853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277182E-79B1-2D47-CC5B-FAB69CA5F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D35273-D90D-4A94-A2B9-065AE5694CF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39631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5498C6-1A8D-0C72-8650-B1BD34A39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B3C2F1-AE41-C391-1D60-188DF3011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22893A-0E2F-D9E3-4B3C-7CAD28E443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6501606-8F1B-8782-6568-E58A86C2C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F920CC7-1B8D-2FDF-56D5-654294EC5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9C01AF-CFFE-7961-8118-244881920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891C8B-16B1-49BF-BF03-36D36C8F09B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41661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05227E-9C5D-6C81-F4D1-F3B429E39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D270F62-379D-09EF-51FC-30ECABC893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09D9A18-6682-1507-1A19-2BE9D273E9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CC21522-813A-8652-B00B-D157FCF49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4D5AAA5-9FF5-299E-BAF6-16A257FB0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25EDBC3-84E6-68B7-A89E-A293E3DDF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54CCA9-CF9F-4858-AE46-1E4A8446B18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0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109168-D790-4500-39D1-56448E283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DC6D151-5D12-A88F-125D-6C9F2A8FB6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589A1D-5ECD-4EE2-9C21-6FB00BE17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F9664A-BA3E-1F05-BE25-7D563F6C8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BF02FD-5519-80FD-20AC-28EDDA51D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DD146C-DF0C-4EA8-A100-B31D1D61F5D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21963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73192B9-FA5C-F789-F3FA-FEFB8D2584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FB8EEB2-4ED7-F841-6364-3B725C9806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065D1A-2112-D4DB-7F39-D5C10E2C0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E716CC-212A-2F82-4D4C-A4EF192A8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669D9C-F93E-2A61-76A2-6903013DB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D52FF1-E84F-434D-AF79-8C0C1FCDA91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95514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01D2E07-19EB-A89E-359F-1978369CD5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8EE8D4A-E40E-E7A2-9FD3-7F55820C7F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C3B94B3-CB47-9705-AB77-8719AD01AC2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0727C7A-30C3-7DC3-7D80-6FA2296A055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C7EDAFF-09F6-B52F-F07F-BA9AC281022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8B7E6BE-F044-47C3-9B08-EF7075046C6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61AEA16-225C-71F7-0793-9B1E829364D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0425"/>
            <a:ext cx="9144000" cy="1470025"/>
          </a:xfrm>
        </p:spPr>
        <p:txBody>
          <a:bodyPr anchor="ctr"/>
          <a:lstStyle/>
          <a:p>
            <a:r>
              <a:rPr lang="en-US" altLang="pt-BR" sz="4000" b="1" i="1"/>
              <a:t>338 – Quero Jesus, Tua Luz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BF1B9D9-9D96-694D-0910-6BA9A9B5A85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8FF53F02-AC9C-E0CA-FF02-AFB3A60559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i="1"/>
              <a:t>Quero sempre, Jesus, receber </a:t>
            </a:r>
            <a:br>
              <a:rPr lang="en-US" altLang="pt-BR" sz="4000" i="1"/>
            </a:br>
            <a:r>
              <a:rPr lang="en-US" altLang="pt-BR" sz="4000" i="1"/>
              <a:t>Tua luz, Revestir-me do Consolador; </a:t>
            </a:r>
            <a:br>
              <a:rPr lang="en-US" altLang="pt-BR" sz="4000" i="1"/>
            </a:br>
            <a:r>
              <a:rPr lang="en-US" altLang="pt-BR" sz="4000" i="1"/>
              <a:t>E um dia nos céus, </a:t>
            </a:r>
            <a:br>
              <a:rPr lang="en-US" altLang="pt-BR" sz="4000" i="1"/>
            </a:br>
            <a:r>
              <a:rPr lang="en-US" altLang="pt-BR" sz="4000" i="1"/>
              <a:t>Junto ao trono de Deus, </a:t>
            </a:r>
            <a:br>
              <a:rPr lang="en-US" altLang="pt-BR" sz="4000" i="1"/>
            </a:br>
            <a:r>
              <a:rPr lang="en-US" altLang="pt-BR" sz="4000" i="1"/>
              <a:t>Fruirei abundante amor!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155F209-6C7A-B6DB-BA41-32B7F078A9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b="1" i="1"/>
              <a:t>Ó Jesus, guarda o meu coração,</a:t>
            </a:r>
            <a:r>
              <a:rPr lang="en-US" altLang="pt-BR" sz="4000" i="1"/>
              <a:t> </a:t>
            </a:r>
            <a:r>
              <a:rPr lang="en-US" altLang="pt-BR" sz="4000" b="1" i="1"/>
              <a:t>Nele faz Tua eterna habItação,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Quero sempre Teu nome louvar!</a:t>
            </a:r>
            <a:r>
              <a:rPr lang="en-US" altLang="pt-BR" sz="4000" i="1"/>
              <a:t> </a:t>
            </a:r>
            <a:r>
              <a:rPr lang="en-US" altLang="pt-BR" sz="4000" b="1" i="1"/>
              <a:t>Pois quiseste minh’aima resgatar!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6CD012A-4AB7-7EC1-C72D-1BC0036982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i="1"/>
              <a:t>Sob o sangue estarei abrigado da lei, Do pecado e da vil tentação; </a:t>
            </a:r>
            <a:br>
              <a:rPr lang="en-US" altLang="pt-BR" sz="4000" i="1"/>
            </a:br>
            <a:r>
              <a:rPr lang="en-US" altLang="pt-BR" sz="4000" i="1"/>
              <a:t>Neste sangue há paz, </a:t>
            </a:r>
            <a:br>
              <a:rPr lang="en-US" altLang="pt-BR" sz="4000" i="1"/>
            </a:br>
            <a:r>
              <a:rPr lang="en-US" altLang="pt-BR" sz="4000" i="1"/>
              <a:t>Gozo que satisfaz </a:t>
            </a:r>
            <a:br>
              <a:rPr lang="en-US" altLang="pt-BR" sz="4000" i="1"/>
            </a:br>
            <a:r>
              <a:rPr lang="en-US" altLang="pt-BR" sz="4000" i="1"/>
              <a:t>E certeza de vem perdão!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EA70E33-3399-2836-8470-B8858C71EF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b="1" i="1"/>
              <a:t>Ó Jesus, guarda o meu coração,</a:t>
            </a:r>
            <a:r>
              <a:rPr lang="en-US" altLang="pt-BR" sz="4000" i="1"/>
              <a:t> </a:t>
            </a:r>
            <a:r>
              <a:rPr lang="en-US" altLang="pt-BR" sz="4000" b="1" i="1"/>
              <a:t>Nele faz Tua eterna habItação,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Quero sempre Teu nome louvar!</a:t>
            </a:r>
            <a:r>
              <a:rPr lang="en-US" altLang="pt-BR" sz="4000" i="1"/>
              <a:t> </a:t>
            </a:r>
            <a:r>
              <a:rPr lang="en-US" altLang="pt-BR" sz="4000" b="1" i="1"/>
              <a:t>Pois quiseste minh’aima resgatar!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CF18099-FDFC-595F-A496-54358F07BF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i="1"/>
              <a:t>Oh! Que consolação eu terei em Sião, Vendo a face do meigo Jesus; </a:t>
            </a:r>
            <a:br>
              <a:rPr lang="en-US" altLang="pt-BR" sz="4000" i="1"/>
            </a:br>
            <a:r>
              <a:rPr lang="en-US" altLang="pt-BR" sz="4000" i="1"/>
              <a:t>Um eterno louvor eu darei ao Senhor, Ao entrar na cidade da luz!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EE6956C-9AEA-F09F-65DB-39ECEA840D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b="1" i="1"/>
              <a:t>Ó Jesus, guarda o meu coração,</a:t>
            </a:r>
            <a:r>
              <a:rPr lang="en-US" altLang="pt-BR" sz="4000" i="1"/>
              <a:t> </a:t>
            </a:r>
            <a:r>
              <a:rPr lang="en-US" altLang="pt-BR" sz="4000" b="1" i="1"/>
              <a:t>Nele faz Tua eterna habItação,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Quero sempre Teu nome louvar!</a:t>
            </a:r>
            <a:r>
              <a:rPr lang="en-US" altLang="pt-BR" sz="4000" i="1"/>
              <a:t> </a:t>
            </a:r>
            <a:r>
              <a:rPr lang="en-US" altLang="pt-BR" sz="4000" b="1" i="1"/>
              <a:t>Pois quiseste minh’aima resgatar!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338 – Quero Jesus, Tua Luz</vt:lpstr>
      <vt:lpstr>Quero sempre, Jesus, receber  Tua luz, Revestir-me do Consolador;  E um dia nos céus,  Junto ao trono de Deus,  Fruirei abundante amor!  </vt:lpstr>
      <vt:lpstr>Ó Jesus, guarda o meu coração, Nele faz Tua eterna habItação,  Quero sempre Teu nome louvar! Pois quiseste minh’aima resgatar!  </vt:lpstr>
      <vt:lpstr>Sob o sangue estarei abrigado da lei, Do pecado e da vil tentação;  Neste sangue há paz,  Gozo que satisfaz  E certeza de vem perdão!  </vt:lpstr>
      <vt:lpstr>Ó Jesus, guarda o meu coração, Nele faz Tua eterna habItação,  Quero sempre Teu nome louvar! Pois quiseste minh’aima resgatar!  </vt:lpstr>
      <vt:lpstr>Oh! Que consolação eu terei em Sião, Vendo a face do meigo Jesus;  Um eterno louvor eu darei ao Senhor, Ao entrar na cidade da luz!</vt:lpstr>
      <vt:lpstr>Ó Jesus, guarda o meu coração, Nele faz Tua eterna habItação,  Quero sempre Teu nome louvar! Pois quiseste minh’aima resgatar!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338 – Quero Jesus, Tua Luz</dc:title>
  <dc:creator>Junior</dc:creator>
  <cp:lastModifiedBy>Emerson Souza</cp:lastModifiedBy>
  <cp:revision>1</cp:revision>
  <dcterms:created xsi:type="dcterms:W3CDTF">2005-12-26T21:45:29Z</dcterms:created>
  <dcterms:modified xsi:type="dcterms:W3CDTF">2026-05-02T22:05:07Z</dcterms:modified>
</cp:coreProperties>
</file>