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92EF0-62F4-B474-BE46-202DD5E4D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EA06C7-FD9A-93A2-259F-BAA0560F9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A33914-83B8-6BCA-EC79-DD098EA1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8D561C-EF52-0E97-151C-29C7212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9D332A-26B2-8396-973D-F162E017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51160-E19B-4B2B-93D9-1A2B0A9BBE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776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338DD-CDA4-B750-2DFC-A80DE52C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4FE5A-0A89-517C-A49D-9DE98E022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D6B9AF-AF96-F03D-152B-8486707BF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FAC4ED-4CAA-7BF4-B79F-362F0380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4251C2-347F-86D4-5141-538FD28F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AF3E5-F7EF-4F76-B485-27BD72050C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690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868AE-D013-2AFB-B952-F09CB62E3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B1BA04-60BC-03DB-7B08-8F11A42CF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99391E-38D5-7E97-9B75-6752992A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4D76B5-4BC3-EEBC-EFEB-3C6C9B14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52B30A-2E88-ECEF-F888-A8711663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8D08B-6B23-475F-BC0C-A677E9286F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214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46DA7-A3B9-8DB7-D05A-099F661C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448F5A-11EB-2C62-8C75-83D1507AE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E5E451-DDC9-BF37-91CF-699FBEB90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99DD88-CF36-1D9D-0DD6-D1119F70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C89459-3C06-AB76-F4EA-79F24C24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C9B7AE-185D-0AE1-FAB3-9EC8BFEE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1AF83D-29AF-4A3F-BF0F-DC264577E8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1874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24FF0-3A4E-50CF-6239-FFCBA74E0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5B7742-F6C2-8584-C87A-46D24112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F5849F-520A-C461-0DC5-12AB1DACC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5B66B0-8717-4F8D-766B-B58DFC89A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BD5DB23-BB02-CFC6-2283-AC055E0B3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120385-F2DF-FFB6-B2E1-8BF3C0945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6D1DC2-1420-AE64-1511-8E941E44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EA5AAF-6538-A1E8-FCDB-B7CEE1A4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44CFC-A494-4219-A41B-49CC60A67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924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A2C16-5837-4298-0C96-5D16705D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CECFFD-6FE0-9090-285A-903F57E2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EE1D64-FF0C-8999-E511-AC4BD5AF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4EA056-9937-1698-9AF3-83DB5928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EC1AB0-AE0E-430A-83D0-9F7967859E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284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D003C3-9225-7E97-0921-A44DB4DD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5A008E-FE5E-5D7A-E963-B2816F1BB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F39570-B7D5-BE0F-0D78-18061F03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18897-FB70-4E76-A7D9-4C23CEF12C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56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EDAAA-2BC6-845A-231E-C0FDA718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01B5D-7B7F-3400-BB05-01929926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3838F-F6B7-F5AF-A818-C86380D3D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0F49EC-2479-6E31-3D3C-41D91E87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24E2C9-3473-1D14-4572-B4DCB20A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2C94CF-A274-9929-795D-EE125EEE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792934-2531-4101-9D12-AADD2CCD4D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50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89E2D-8BDD-D016-C215-360CB2BF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DA8A4E-382D-0C16-6A60-9B49479E3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C15BB9-5A16-D06B-0E9F-07D18BDEA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B2BC3A-2215-8B45-ECA6-0740F213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69C21A-A5C7-3646-0114-A1E8141A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A667DE-4E31-AA44-7944-749A68BF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90654B-79AE-4354-AF83-CF437E372B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890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48391-7A51-D8B8-0B8C-F82792F5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3D277F-DDF3-230D-26B9-CE033089A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85BF57-9907-5B6F-3F7D-3C161F40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696C7F-5DD3-1EF9-A447-4C7B8E3C0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7F9871-1AA7-4499-640D-B58938B9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DFBA1-D3B4-4A32-8CB6-8B8D432125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565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E2060E-3BAC-A707-2596-40C970E9D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29A18C-13DE-FEF3-391C-643C387D6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5AE028-5BFC-7A16-A3F7-3D00260B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F38549-4D36-47C4-7247-C9B04464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3CF484-934A-BD31-0943-7290FDE3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35DB3-F27C-42D4-856F-869F454DA5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682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3690BF-E6A8-133F-80E5-FCB9FC41C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451450-581C-15C1-44EC-0808C0894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22818E-8A01-AB49-4D78-9078C99CF7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FBD811A-3D98-23FD-E84C-31A28E144F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9031E0-837C-E21D-1463-5035AF7200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B857EC7-6866-46AA-9023-0752AA68245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E01AF87-C0D3-BAF4-FB60-99BBEA4EA7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431</a:t>
            </a:r>
            <a:br>
              <a:rPr lang="pt-BR" altLang="pt-BR" sz="4000" b="1"/>
            </a:br>
            <a:r>
              <a:rPr lang="pt-BR" altLang="pt-BR" sz="4000" b="1"/>
              <a:t>CRISTO CHAMA O PECADOR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E9B44EC-6290-F9B1-866E-6B01C96E3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Cristo chama, chama, </a:t>
            </a:r>
            <a:br>
              <a:rPr lang="pt-BR" altLang="pt-BR" sz="3600"/>
            </a:br>
            <a:r>
              <a:rPr lang="pt-BR" altLang="pt-BR" sz="3600"/>
              <a:t>chama com muito amor, </a:t>
            </a:r>
            <a:br>
              <a:rPr lang="pt-BR" altLang="pt-BR" sz="3600"/>
            </a:br>
            <a:r>
              <a:rPr lang="pt-BR" altLang="pt-BR" sz="3600"/>
              <a:t>"Hoje vem a Mim, pecador!"</a:t>
            </a:r>
            <a:br>
              <a:rPr lang="pt-BR" altLang="pt-BR" sz="3600"/>
            </a:br>
            <a:r>
              <a:rPr lang="pt-BR" altLang="pt-BR" sz="3600"/>
              <a:t>A Cristo dá teu coração, </a:t>
            </a:r>
            <a:br>
              <a:rPr lang="pt-BR" altLang="pt-BR" sz="3600"/>
            </a:br>
            <a:r>
              <a:rPr lang="pt-BR" altLang="pt-BR" sz="3600"/>
              <a:t>Manchado já por mal atroz; </a:t>
            </a:r>
            <a:br>
              <a:rPr lang="pt-BR" altLang="pt-BR" sz="3600"/>
            </a:br>
            <a:r>
              <a:rPr lang="pt-BR" altLang="pt-BR" sz="3600"/>
              <a:t>Vem, hoje, vem! Bela ocasião! </a:t>
            </a:r>
            <a:br>
              <a:rPr lang="pt-BR" altLang="pt-BR" sz="3600"/>
            </a:br>
            <a:r>
              <a:rPr lang="pt-BR" altLang="pt-BR" sz="3600"/>
              <a:t>Não queres vir a esta voz?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5281543-3D1C-5F35-B9DA-70C8FF212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Aceitarás ao Salvador?</a:t>
            </a:r>
            <a:br>
              <a:rPr lang="pt-BR" altLang="pt-BR" sz="3600" b="1" i="1"/>
            </a:br>
            <a:r>
              <a:rPr lang="pt-BR" altLang="pt-BR" sz="3600" b="1" i="1"/>
              <a:t>E teu Senhor, e benfeitor;</a:t>
            </a:r>
            <a:br>
              <a:rPr lang="pt-BR" altLang="pt-BR" sz="3600" b="1" i="1"/>
            </a:br>
            <a:r>
              <a:rPr lang="pt-BR" altLang="pt-BR" sz="3600" b="1" i="1"/>
              <a:t>Te chama já, vem sem tardar,</a:t>
            </a:r>
            <a:br>
              <a:rPr lang="pt-BR" altLang="pt-BR" sz="3600" b="1" i="1"/>
            </a:br>
            <a:r>
              <a:rPr lang="pt-BR" altLang="pt-BR" sz="3600" b="1" i="1"/>
              <a:t>Aceitarás o Salvador?</a:t>
            </a:r>
            <a:br>
              <a:rPr lang="pt-BR" altLang="pt-BR" sz="3600" b="1" i="1"/>
            </a:br>
            <a:r>
              <a:rPr lang="pt-BR" altLang="pt-BR" sz="3600" b="1" i="1"/>
              <a:t> Aceitarás o Salvador?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86B5720-4154-1B6D-F9E7-130F66DAB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Cristo chama, chama, </a:t>
            </a:r>
            <a:br>
              <a:rPr lang="pt-BR" altLang="pt-BR" sz="3600"/>
            </a:br>
            <a:r>
              <a:rPr lang="pt-BR" altLang="pt-BR" sz="3600"/>
              <a:t>chama com muito amor; </a:t>
            </a:r>
            <a:br>
              <a:rPr lang="pt-BR" altLang="pt-BR" sz="3600"/>
            </a:br>
            <a:r>
              <a:rPr lang="pt-BR" altLang="pt-BR" sz="3600"/>
              <a:t>"Hoje vem a Mim, pecador!" </a:t>
            </a:r>
            <a:br>
              <a:rPr lang="pt-BR" altLang="pt-BR" sz="3600"/>
            </a:br>
            <a:r>
              <a:rPr lang="pt-BR" altLang="pt-BR" sz="3600"/>
              <a:t>A t'esperar está Jesus,</a:t>
            </a:r>
            <a:br>
              <a:rPr lang="pt-BR" altLang="pt-BR" sz="3600"/>
            </a:br>
            <a:r>
              <a:rPr lang="pt-BR" altLang="pt-BR" sz="3600"/>
              <a:t>Pois quer te dar amor sem par; </a:t>
            </a:r>
            <a:br>
              <a:rPr lang="pt-BR" altLang="pt-BR" sz="3600"/>
            </a:br>
            <a:r>
              <a:rPr lang="pt-BR" altLang="pt-BR" sz="3600"/>
              <a:t>Não tardes mais, vem para luz, </a:t>
            </a:r>
            <a:br>
              <a:rPr lang="pt-BR" altLang="pt-BR" sz="3600"/>
            </a:br>
            <a:r>
              <a:rPr lang="pt-BR" altLang="pt-BR" sz="3600"/>
              <a:t>Não ouves tu Jesus chamar?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F633783-CCD7-FC96-BAEE-E398EF58F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Aceitarás ao Salvador?</a:t>
            </a:r>
            <a:br>
              <a:rPr lang="pt-BR" altLang="pt-BR" sz="3600" b="1" i="1"/>
            </a:br>
            <a:r>
              <a:rPr lang="pt-BR" altLang="pt-BR" sz="3600" b="1" i="1"/>
              <a:t>E teu Senhor, e benfeitor;</a:t>
            </a:r>
            <a:br>
              <a:rPr lang="pt-BR" altLang="pt-BR" sz="3600" b="1" i="1"/>
            </a:br>
            <a:r>
              <a:rPr lang="pt-BR" altLang="pt-BR" sz="3600" b="1" i="1"/>
              <a:t>Te chama já, vem sem tardar,</a:t>
            </a:r>
            <a:br>
              <a:rPr lang="pt-BR" altLang="pt-BR" sz="3600" b="1" i="1"/>
            </a:br>
            <a:r>
              <a:rPr lang="pt-BR" altLang="pt-BR" sz="3600" b="1" i="1"/>
              <a:t>Aceitarás o Salvador?</a:t>
            </a:r>
            <a:br>
              <a:rPr lang="pt-BR" altLang="pt-BR" sz="3600" b="1" i="1"/>
            </a:br>
            <a:r>
              <a:rPr lang="pt-BR" altLang="pt-BR" sz="3600" b="1" i="1"/>
              <a:t> Aceitarás o Salvador?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C23D4F-7664-9AA9-6FD9-F918AA223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Cristo chama, chama, </a:t>
            </a:r>
            <a:br>
              <a:rPr lang="pt-BR" altLang="pt-BR" sz="3600"/>
            </a:br>
            <a:r>
              <a:rPr lang="pt-BR" altLang="pt-BR" sz="3600"/>
              <a:t>chama com muito amor; </a:t>
            </a:r>
            <a:br>
              <a:rPr lang="pt-BR" altLang="pt-BR" sz="3600"/>
            </a:br>
            <a:r>
              <a:rPr lang="pt-BR" altLang="pt-BR" sz="3600"/>
              <a:t>"Hoje vem a Mim, pecador!" </a:t>
            </a:r>
            <a:br>
              <a:rPr lang="pt-BR" altLang="pt-BR" sz="3600"/>
            </a:br>
            <a:r>
              <a:rPr lang="pt-BR" altLang="pt-BR" sz="3600"/>
              <a:t>Oh! Amanhã? Não viverás... </a:t>
            </a:r>
            <a:br>
              <a:rPr lang="pt-BR" altLang="pt-BR" sz="3600"/>
            </a:br>
            <a:r>
              <a:rPr lang="pt-BR" altLang="pt-BR" sz="3600"/>
              <a:t>E por lavar... teu coração? </a:t>
            </a:r>
            <a:br>
              <a:rPr lang="pt-BR" altLang="pt-BR" sz="3600"/>
            </a:br>
            <a:r>
              <a:rPr lang="pt-BR" altLang="pt-BR" sz="3600"/>
              <a:t>Tempo feliz tu perderás</a:t>
            </a:r>
            <a:br>
              <a:rPr lang="pt-BR" altLang="pt-BR" sz="3600"/>
            </a:br>
            <a:r>
              <a:rPr lang="pt-BR" altLang="pt-BR" sz="3600"/>
              <a:t>E não terás mais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D9AF6F2-D989-E337-1390-58F594D65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Aceitarás ao Salvador?</a:t>
            </a:r>
            <a:br>
              <a:rPr lang="pt-BR" altLang="pt-BR" sz="3600" b="1" i="1"/>
            </a:br>
            <a:r>
              <a:rPr lang="pt-BR" altLang="pt-BR" sz="3600" b="1" i="1"/>
              <a:t>E teu Senhor, e benfeitor;</a:t>
            </a:r>
            <a:br>
              <a:rPr lang="pt-BR" altLang="pt-BR" sz="3600" b="1" i="1"/>
            </a:br>
            <a:r>
              <a:rPr lang="pt-BR" altLang="pt-BR" sz="3600" b="1" i="1"/>
              <a:t>Te chama já, vem sem tardar,</a:t>
            </a:r>
            <a:br>
              <a:rPr lang="pt-BR" altLang="pt-BR" sz="3600" b="1" i="1"/>
            </a:br>
            <a:r>
              <a:rPr lang="pt-BR" altLang="pt-BR" sz="3600" b="1" i="1"/>
              <a:t>Aceitarás o Salvador?</a:t>
            </a:r>
            <a:br>
              <a:rPr lang="pt-BR" altLang="pt-BR" sz="3600" b="1" i="1"/>
            </a:br>
            <a:r>
              <a:rPr lang="pt-BR" altLang="pt-BR" sz="3600" b="1" i="1"/>
              <a:t> Aceitarás o Salvador?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431 CRISTO CHAMA O PECADOR</vt:lpstr>
      <vt:lpstr>Cristo chama, chama,  chama com muito amor,  "Hoje vem a Mim, pecador!" A Cristo dá teu coração,  Manchado já por mal atroz;  Vem, hoje, vem! Bela ocasião!  Não queres vir a esta voz? </vt:lpstr>
      <vt:lpstr>Aceitarás ao Salvador? E teu Senhor, e benfeitor; Te chama já, vem sem tardar, Aceitarás o Salvador?  Aceitarás o Salvador?</vt:lpstr>
      <vt:lpstr>Cristo chama, chama,  chama com muito amor;  "Hoje vem a Mim, pecador!"  A t'esperar está Jesus, Pois quer te dar amor sem par;  Não tardes mais, vem para luz,  Não ouves tu Jesus chamar? </vt:lpstr>
      <vt:lpstr>Aceitarás ao Salvador? E teu Senhor, e benfeitor; Te chama já, vem sem tardar, Aceitarás o Salvador?  Aceitarás o Salvador?</vt:lpstr>
      <vt:lpstr>Cristo chama, chama,  chama com muito amor;  "Hoje vem a Mim, pecador!"  Oh! Amanhã? Não viverás...  E por lavar... teu coração?  Tempo feliz tu perderás E não terás mais salvação. </vt:lpstr>
      <vt:lpstr>Aceitarás ao Salvador? E teu Senhor, e benfeitor; Te chama já, vem sem tardar, Aceitarás o Salvador?  Aceitarás o Salvador?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431 - CRISTO CHAMA O PECADOR</dc:title>
  <dc:creator>Montagna</dc:creator>
  <cp:lastModifiedBy>Emerson Souza</cp:lastModifiedBy>
  <cp:revision>3</cp:revision>
  <dcterms:created xsi:type="dcterms:W3CDTF">2005-10-21T07:09:07Z</dcterms:created>
  <dcterms:modified xsi:type="dcterms:W3CDTF">2026-05-02T22:13:03Z</dcterms:modified>
</cp:coreProperties>
</file>