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AB8B9-7EC3-BD86-3E12-1EC16ED5C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161307-E875-CF57-264C-678573BDD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7FE77B-425D-BD07-4855-59E625DD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980221-87F5-DCCA-6265-57AE1572D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918B08-7175-A7A4-4D13-0BA0E815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CE1B5-BD3B-4D0D-AA11-85773A7757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179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32FCB-531A-9B92-4004-D2921EAE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FFF22E-5DEC-C5EE-9108-21958E2B9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FD9905-A16B-223C-304C-A7FA397E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093894-091C-BA4B-9A64-24569A28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B955E2-FEEC-051C-E026-4158E6DE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C947AB-2B64-4D41-935A-EFFA6486E6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966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872B8-017A-A195-190C-D4AC1DED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04FCBC-F19F-F8A8-586E-8C91895ED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028E7C-AC0F-F19D-141E-DAE1513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565746-A11E-83F5-E916-99FC8D7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C01357-AF31-DB41-CC24-83266B79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7672F-E856-4FCE-9E22-A84B2E67CF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432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29B56-CBC3-0BFC-9C5B-8FFF8BFF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40E724-EE14-5529-AAF6-A3329CC86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EF8D3B-B315-2D05-4EFC-48D429468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07AED6-8472-8AAA-3CB0-4566B402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72BA60-F9A4-B32C-962D-6AE25A9B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2D29C9-DBAD-0820-AD73-CB1A8A79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7A69B3-F01D-430E-A92C-6B6B824B50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463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37F1D-B06A-097F-223B-756CECE4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E97F98-09C0-CBAD-F336-9DEA8B75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208BBD-735F-2B6F-5F8B-D5C3F6E6E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07E124-6FD1-BBDE-4EAD-AC1DEFEC5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A7F176-F4F9-5834-F19F-EA2234A88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70BD9E-94E3-2F86-2CAA-9761DF01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C640C5-EE3E-81BF-E0A1-4160E4F3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2D3519-71D5-8F6C-E58C-824876C4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EC5A9-7AE2-4522-BEC4-9C6CFA9A8D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942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A068B-3600-24E0-2C4E-F88D6981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343923-6EE6-F3FF-4D39-0C105DA6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2457D14-8F33-0B34-7C4A-F360A308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B3B14D-3F75-40B0-9A6E-5236FD42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59602-911D-4572-8163-593D5BC747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53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FA01EA-2E29-F98A-848F-350C5326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15A29A-A69C-9DBF-8554-B3139141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9A6571-2D8A-B54D-A136-5F0825C3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3F0714-911B-498A-A8BD-7A1A2284C5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450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35A31-AA91-9C97-C5EE-34040A4A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614F4D-28E2-C3D5-2BE5-498EE6BE1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96BC0A-DC27-15C8-E3DC-82175CAA3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FAE757-4936-363B-5DCC-2C642A18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50902A-E4DB-A18A-D760-13921C2D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25F7DD-AA84-1369-B45D-8C486BAE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869C2-264C-4671-BA19-D072377D03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422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6F003-C52B-B386-798E-80D6A48D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05FCBAC-8AFB-E391-186E-BDCEC0D81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B972AB-C438-3D89-9129-0C9C0DB4C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3E2965-8B73-28AD-067C-48984A20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6242F4-0B2C-37E9-5D73-CA33A84D9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51DA4E-1ED8-254D-BA6D-DE458AEA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27485D-9FC6-47F1-8958-EF83D87572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774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7A86C-0BD5-D5D3-5ECD-CA9D0B1F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629044-BE04-5E3B-0CB4-0F4167A8E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D77B37-2EDA-D62D-6AB2-4E19F66D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3B158B-95C8-7932-342F-2E46B696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AA7AD8-C81E-4C28-D40B-78931474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B8622-BD2A-48F1-9A0E-A7F9299B12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123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CC2B00-6501-BEF0-24CB-330312C5D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924D6A-0258-E6E0-FD68-B3CE912C9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D962DE-1A46-A43F-3498-BF53DA9C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7C473-0D4C-A93F-2D2D-E21194794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4F5A8D-FF52-B412-10C4-DF19399C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CC8341-2DDD-4111-83B9-FF8995A9B4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766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AD137D-5D4F-C616-C478-0DE40D23B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718F54-21CB-40FF-C9FB-2CDCD3843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53CB40-13F6-B1DD-173C-068DDCC0F3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A7E547-E9F0-2044-5FE1-A51B74DA07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83CC11-EDE8-6518-D596-447D7B7079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A85C26-91E8-4BA0-B2B6-D128952CEA3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10AC090-CC0C-3A65-1730-4D2426283D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590 - Contentamento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604D89-EE82-0A85-4FC8-C8E887711F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54010C1-0648-5D8D-0727-D0EFAC0C5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já contente estou: Tenho Jesus!</a:t>
            </a:r>
            <a:r>
              <a:rPr lang="en-US" altLang="pt-BR" sz="4000"/>
              <a:t> </a:t>
            </a:r>
            <a:r>
              <a:rPr lang="en-US" altLang="pt-BR" sz="4000" i="1"/>
              <a:t>Com alegria vou: Tenho Jesus!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Gozo que o mundo traz, </a:t>
            </a:r>
            <a:br>
              <a:rPr lang="en-US" altLang="pt-BR" sz="4000" i="1"/>
            </a:br>
            <a:r>
              <a:rPr lang="en-US" altLang="pt-BR" sz="4000" i="1"/>
              <a:t>Bem cedo se desfaz: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Tenho perfeita paz, paz em Jesus.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6457C2-8599-BE4B-25A1-B95211C0E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posso envelhecer, nunca Jesus!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Eu posso empobrecer, nunca Jesus!</a:t>
            </a:r>
            <a:r>
              <a:rPr lang="en-US" altLang="pt-BR" sz="4000"/>
              <a:t> </a:t>
            </a:r>
            <a:r>
              <a:rPr lang="en-US" altLang="pt-BR" sz="4000" i="1"/>
              <a:t>Tudo me suprirá, sempre me valerá,</a:t>
            </a:r>
            <a:r>
              <a:rPr lang="en-US" altLang="pt-BR" sz="4000"/>
              <a:t> </a:t>
            </a:r>
            <a:r>
              <a:rPr lang="en-US" altLang="pt-BR" sz="4000" i="1"/>
              <a:t>Nada me faltará, tendo Jesus.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CDF474-5BDD-42F6-FDAD-1CA0B732E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Vai tudo aqui findar, menos Jesus!</a:t>
            </a:r>
            <a:r>
              <a:rPr lang="en-US" altLang="pt-BR" sz="4000"/>
              <a:t> </a:t>
            </a:r>
            <a:r>
              <a:rPr lang="en-US" altLang="pt-BR" sz="4000" i="1"/>
              <a:t>Quando o Juiz chegar: é meu Jesus!</a:t>
            </a:r>
            <a:r>
              <a:rPr lang="en-US" altLang="pt-BR" sz="4000"/>
              <a:t> </a:t>
            </a:r>
            <a:r>
              <a:rPr lang="en-US" altLang="pt-BR" sz="4000" i="1"/>
              <a:t>Bem grato me há de ser </a:t>
            </a:r>
            <a:br>
              <a:rPr lang="en-US" altLang="pt-BR" sz="4000" i="1"/>
            </a:br>
            <a:r>
              <a:rPr lang="en-US" altLang="pt-BR" sz="4000" i="1"/>
              <a:t>Quando meu Rei descer.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Certo Ele irá dizer: “Sou teu Jesus!”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590 - Contentamento</vt:lpstr>
      <vt:lpstr>Eu já contente estou: Tenho Jesus! Com alegria vou: Tenho Jesus!  Gozo que o mundo traz,  Bem cedo se desfaz:  Tenho perfeita paz, paz em Jesus.  </vt:lpstr>
      <vt:lpstr>Eu posso envelhecer, nunca Jesus!  Eu posso empobrecer, nunca Jesus! Tudo me suprirá, sempre me valerá, Nada me faltará, tendo Jesus.  </vt:lpstr>
      <vt:lpstr>Vai tudo aqui findar, menos Jesus! Quando o Juiz chegar: é meu Jesus! Bem grato me há de ser  Quando meu Rei descer.  Certo Ele irá dizer: “Sou teu Jesus!”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590 - Contentamento</dc:title>
  <dc:creator>Junior</dc:creator>
  <cp:lastModifiedBy>Emerson Souza</cp:lastModifiedBy>
  <cp:revision>1</cp:revision>
  <dcterms:created xsi:type="dcterms:W3CDTF">2005-12-27T02:15:38Z</dcterms:created>
  <dcterms:modified xsi:type="dcterms:W3CDTF">2026-05-02T22:26:38Z</dcterms:modified>
</cp:coreProperties>
</file>