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F9394-C478-2A42-B0B9-EB8C99DC8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9DF15-B4A9-C82A-5E8E-7B0BA6ACC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C67938-E3BA-0A49-B709-17AE63B25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1C376D-8EAD-B004-020C-43F073460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DE1554-23A5-1180-1680-9E90FB38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3E3CB-17C8-4729-90E4-1CA5C6FDC8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235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2E4B2-57B7-FC87-D2D4-ED7846BA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E4CFD0-8A7E-EC32-1E64-559E0090F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32328E-A3D9-C703-D1CC-5D251463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A85576-1EEF-2CDF-BD6E-4DA3A0B7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BE4C72-F555-7E2D-FCBA-AE716D29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62C42-6433-4D16-97DF-9278D98331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072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5830A-B9DB-60B1-5B6E-2E5843CE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E637BF-0F05-EC9F-90BF-998F720DD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5E355E-A98E-BCFD-8CB1-5C70269B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3E0724-3C40-C549-2730-893E7262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3DA370-73FF-7D00-ACEC-FACEDC80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21199-0D8F-438C-90BD-2ABBAE921B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2895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867EF-F571-418A-C704-D23B043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174C66-BF2B-F593-38F5-2948B0770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35D611-230F-9565-5F6E-67E8AE6D8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ECD786-5721-F4AF-EF1E-8D76247C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61C5B9-6CFF-B2C7-B956-AF8F6909B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5DACA4-E954-3C2C-56DA-4285FC9B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37C1D9-E89F-4CF5-89AE-C2A398AC30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0834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51B0E-8900-A8BD-9B3C-A66ABEC2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C32F4D-9FE7-CD37-1143-644C98D95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01C41D-0BF0-E0F3-CD45-67715E1B9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F59E357-899B-A16C-5F8F-6A618F507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3C3AB0-6EE2-B77C-828B-CC88F8B88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D89BF9A-A7E2-B320-15E1-2CA7EEEA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C9CDB4-843D-BAC6-3DF4-97464760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8CB36C-4ED5-F115-657A-448E33135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C53E7-1DBA-47EE-BB79-87B6471CB2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058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7F438-2B73-FDFC-6B1F-D91457738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3F2F8E-2D2F-E099-A01F-4D33FE12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21B2B6F-3EE4-AFB1-5E4F-B46CCBA0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33FE42-805E-BEF3-7547-77BF68A1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36CEDC-A1BF-4DE0-B91C-FA57C5513C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779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5E95E15-6624-A608-4C36-F48D8AC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12FCD8-6352-E76A-A02D-6EEE47F54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EE3ADF-C822-FD07-AD02-060C8A46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8F73F-B79D-45D0-9E73-58503D59ED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611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025DB-85FE-0174-5815-00020B71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C5D97E-062C-067F-CC4E-E21758118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247F05-538A-2B85-99B3-CE964256D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25D438-6EFF-60D1-31E0-CB50C3F9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94D4A2-4A3C-21F4-8029-C096966D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2DAA71-5F14-29D2-D0B5-B9109807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46A63-CD02-4A18-BD28-26FAC60D28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5491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87F9F-5524-D5EA-5366-76F29143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AE7266-C1EC-2760-957D-725047118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C4BD23-118A-6126-1B56-9EEF34E70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FA43AB-0F85-2D14-94F4-1DBB29BA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B43E01-189F-DC77-6184-64F9666C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36BC2C-81EF-2646-0665-38A22130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60043-8CDE-4010-BC0A-B3C8753675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884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75AC9-607F-6FC7-79A0-6B265B93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4E6FCA-A238-E2B3-987B-177C721B5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A4A7C8-96DF-A124-454C-9A53B4BD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AA87BD-6BCD-4B0A-3852-F4BA8995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029842-15A7-4387-2CDC-F70BBD04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52CCF-A28A-49B9-B2F2-81FB2725A6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418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CD7DB6-B1D3-E336-0033-89F3A3356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BC9165-BD41-733A-8172-68D0A31A7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B256DA-835A-E461-13C2-6A52308B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F3DECC-9354-F73A-89B4-3E56255A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A45EE8-ADBE-0FD9-BC82-0006A3DC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A12FA1-B8E7-4070-B938-22560A46E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797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6B3F44D-652A-FC00-08F2-E54234CD4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59F4905-BB87-B790-1BA1-F857F6AD1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80F5468-634C-65E5-EA0B-E8F81D014D9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5E92F90-8760-FAC5-7778-36829F5207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E8CEAB-E441-3CBD-E252-169E42A694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A0DD6F3-77E6-4D43-B9A0-FCEF4102379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294A5C8-8BCD-9F14-7405-DD7F8D5045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453 – Deus é o Mesmo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3C6057A-71F7-10FA-8FD1-DD941CD08D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45EFAE7-ED36-5EEB-3105-538CBAE937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200" i="1"/>
              <a:t>Oh! Como é bom dos tempos primitivos lembrar</a:t>
            </a:r>
            <a:r>
              <a:rPr lang="en-US" altLang="pt-BR" sz="3200"/>
              <a:t> </a:t>
            </a:r>
            <a:br>
              <a:rPr lang="en-US" altLang="pt-BR" sz="3200"/>
            </a:br>
            <a:r>
              <a:rPr lang="en-US" altLang="pt-BR" sz="3200" i="1"/>
              <a:t>E dos avivamentos de que ouvimos falar;</a:t>
            </a:r>
            <a:r>
              <a:rPr lang="en-US" altLang="pt-BR" sz="3200"/>
              <a:t> </a:t>
            </a:r>
            <a:br>
              <a:rPr lang="en-US" altLang="pt-BR" sz="3200"/>
            </a:br>
            <a:r>
              <a:rPr lang="en-US" altLang="pt-BR" sz="3200" i="1"/>
              <a:t>Deus quer nos dar mais fervor espiritual,</a:t>
            </a:r>
            <a:r>
              <a:rPr lang="en-US" altLang="pt-BR" sz="3200"/>
              <a:t> </a:t>
            </a:r>
            <a:br>
              <a:rPr lang="en-US" altLang="pt-BR" sz="3200"/>
            </a:br>
            <a:r>
              <a:rPr lang="en-US" altLang="pt-BR" sz="3200" i="1"/>
              <a:t>Ao Seu povo mandar o poder pentecostal.</a:t>
            </a:r>
            <a:r>
              <a:rPr lang="en-US" altLang="pt-BR" sz="3200"/>
              <a:t> </a:t>
            </a:r>
            <a:r>
              <a:rPr lang="en-US" altLang="pt-BR" sz="32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E785E2-7E97-0034-6B53-DF322945E1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200" b="1" i="1"/>
              <a:t>Nosso Deus é o mesmo hoje como então,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Ele cura, batiza, e nos dá salvação.</a:t>
            </a:r>
            <a:r>
              <a:rPr lang="en-US" altLang="pt-BR" sz="3200" i="1"/>
              <a:t> </a:t>
            </a:r>
            <a:r>
              <a:rPr lang="en-US" altLang="pt-BR" sz="3200" b="1" i="1"/>
              <a:t>Abundante é aqui a vida espiritual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Para os que recebem poder pentecostal!</a:t>
            </a:r>
            <a:r>
              <a:rPr lang="en-US" altLang="pt-BR" sz="3200"/>
              <a:t> </a:t>
            </a:r>
            <a:r>
              <a:rPr lang="en-US" altLang="pt-BR" sz="32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19953CC-B5E8-C1CE-5173-96D1F38DA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200" i="1"/>
              <a:t>Oh! Como é bom dos crentes primitivos lembrar</a:t>
            </a:r>
            <a:r>
              <a:rPr lang="en-US" altLang="pt-BR" sz="3200"/>
              <a:t> </a:t>
            </a:r>
            <a:r>
              <a:rPr lang="en-US" altLang="pt-BR" sz="3200" i="1"/>
              <a:t>As ferventes orações, o seu alegre cantar,</a:t>
            </a:r>
            <a:r>
              <a:rPr lang="en-US" altLang="pt-BR" sz="3200"/>
              <a:t> </a:t>
            </a:r>
            <a:br>
              <a:rPr lang="en-US" altLang="pt-BR" sz="3200"/>
            </a:br>
            <a:r>
              <a:rPr lang="en-US" altLang="pt-BR" sz="3200" i="1"/>
              <a:t>Deus os ouviu e sempre os livrou do mal,</a:t>
            </a:r>
            <a:r>
              <a:rPr lang="en-US" altLang="pt-BR" sz="3200"/>
              <a:t> </a:t>
            </a:r>
            <a:br>
              <a:rPr lang="en-US" altLang="pt-BR" sz="3200"/>
            </a:br>
            <a:r>
              <a:rPr lang="en-US" altLang="pt-BR" sz="3200" i="1"/>
              <a:t>E também os encheu de poder pentecostal!</a:t>
            </a:r>
            <a:r>
              <a:rPr lang="en-US" altLang="pt-BR" sz="3200"/>
              <a:t> </a:t>
            </a:r>
            <a:r>
              <a:rPr lang="en-US" altLang="pt-BR" sz="32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D25D0FF-B379-AC26-3BC0-1C3406B59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200" b="1" i="1"/>
              <a:t>Nosso Deus é o mesmo hoje como então,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Ele cura, batiza, e nos dá salvação.</a:t>
            </a:r>
            <a:r>
              <a:rPr lang="en-US" altLang="pt-BR" sz="3200" i="1"/>
              <a:t> </a:t>
            </a:r>
            <a:r>
              <a:rPr lang="en-US" altLang="pt-BR" sz="3200" b="1" i="1"/>
              <a:t>Abundante é aqui a vida espiritual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Para os que recebem poder pentecostal!</a:t>
            </a:r>
            <a:r>
              <a:rPr lang="en-US" altLang="pt-BR" sz="3200"/>
              <a:t> </a:t>
            </a:r>
            <a:r>
              <a:rPr lang="en-US" altLang="pt-BR" sz="32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FCAFB6D-1967-4CA0-9654-9A54AC854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200" i="1"/>
              <a:t>Alguns dizem: "Mudado tudo hoje está".</a:t>
            </a:r>
            <a:r>
              <a:rPr lang="en-US" altLang="pt-BR" sz="3200"/>
              <a:t> </a:t>
            </a:r>
            <a:br>
              <a:rPr lang="en-US" altLang="pt-BR" sz="3200"/>
            </a:br>
            <a:r>
              <a:rPr lang="en-US" altLang="pt-BR" sz="3200" i="1"/>
              <a:t>Mas eu sei que meu Deus nunca jamais mudará;</a:t>
            </a:r>
            <a:r>
              <a:rPr lang="en-US" altLang="pt-BR" sz="3200"/>
              <a:t> </a:t>
            </a:r>
            <a:r>
              <a:rPr lang="en-US" altLang="pt-BR" sz="3200" i="1"/>
              <a:t>Deus permanecerá qual farol eternal,</a:t>
            </a:r>
            <a:r>
              <a:rPr lang="en-US" altLang="pt-BR" sz="3200"/>
              <a:t> </a:t>
            </a:r>
            <a:br>
              <a:rPr lang="en-US" altLang="pt-BR" sz="3200"/>
            </a:br>
            <a:r>
              <a:rPr lang="en-US" altLang="pt-BR" sz="3200" i="1"/>
              <a:t>Enviando ao Seu povo poder pentecostal!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544635-7A0C-3171-0182-A64410B53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3200" b="1" i="1"/>
              <a:t>Nosso Deus é o mesmo hoje como então,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Ele cura, batiza, e nos dá salvação.</a:t>
            </a:r>
            <a:r>
              <a:rPr lang="en-US" altLang="pt-BR" sz="3200" i="1"/>
              <a:t> </a:t>
            </a:r>
            <a:r>
              <a:rPr lang="en-US" altLang="pt-BR" sz="3200" b="1" i="1"/>
              <a:t>Abundante é aqui a vida espiritual</a:t>
            </a:r>
            <a:r>
              <a:rPr lang="en-US" altLang="pt-BR" sz="3200" i="1"/>
              <a:t> </a:t>
            </a:r>
            <a:br>
              <a:rPr lang="en-US" altLang="pt-BR" sz="3200" i="1"/>
            </a:br>
            <a:r>
              <a:rPr lang="en-US" altLang="pt-BR" sz="3200" b="1" i="1"/>
              <a:t>Para os que recebem poder pentecostal!</a:t>
            </a:r>
            <a:r>
              <a:rPr lang="en-US" altLang="pt-BR" sz="3200"/>
              <a:t> </a:t>
            </a:r>
            <a:r>
              <a:rPr lang="en-US" altLang="pt-BR" sz="32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453 – Deus é o Mesmo </vt:lpstr>
      <vt:lpstr>Oh! Como é bom dos tempos primitivos lembrar  E dos avivamentos de que ouvimos falar;  Deus quer nos dar mais fervor espiritual,  Ao Seu povo mandar o poder pentecostal.  </vt:lpstr>
      <vt:lpstr>Nosso Deus é o mesmo hoje como então,  Ele cura, batiza, e nos dá salvação. Abundante é aqui a vida espiritual  Para os que recebem poder pentecostal!  </vt:lpstr>
      <vt:lpstr>Oh! Como é bom dos crentes primitivos lembrar As ferventes orações, o seu alegre cantar,  Deus os ouviu e sempre os livrou do mal,  E também os encheu de poder pentecostal!  </vt:lpstr>
      <vt:lpstr>Nosso Deus é o mesmo hoje como então,  Ele cura, batiza, e nos dá salvação. Abundante é aqui a vida espiritual  Para os que recebem poder pentecostal!  </vt:lpstr>
      <vt:lpstr>Alguns dizem: "Mudado tudo hoje está".  Mas eu sei que meu Deus nunca jamais mudará; Deus permanecerá qual farol eternal,  Enviando ao Seu povo poder pentecostal!</vt:lpstr>
      <vt:lpstr>Nosso Deus é o mesmo hoje como então,  Ele cura, batiza, e nos dá salvação. Abundante é aqui a vida espiritual  Para os que recebem poder pentecostal!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453 – Deus é o Mesmo </dc:title>
  <dc:creator>Junior</dc:creator>
  <cp:lastModifiedBy>Emerson Souza</cp:lastModifiedBy>
  <cp:revision>1</cp:revision>
  <dcterms:created xsi:type="dcterms:W3CDTF">2005-12-26T18:23:04Z</dcterms:created>
  <dcterms:modified xsi:type="dcterms:W3CDTF">2026-05-02T22:14:58Z</dcterms:modified>
</cp:coreProperties>
</file>