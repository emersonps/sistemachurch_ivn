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1" autoAdjust="0"/>
    <p:restoredTop sz="94728" autoAdjust="0"/>
  </p:normalViewPr>
  <p:slideViewPr>
    <p:cSldViewPr>
      <p:cViewPr varScale="1">
        <p:scale>
          <a:sx n="53" d="100"/>
          <a:sy n="53" d="100"/>
        </p:scale>
        <p:origin x="-10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8944D-3194-441D-E615-E986BDEA5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901780-FC65-EA48-E558-6B9C8AC00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1E103E-1A17-34FA-A4DB-69A489A8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9E0FAB-69B4-B186-8F8E-D5A0260D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E4D9E7-2252-7B60-D6B5-20AEA478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C25F59-1EC7-408C-BDB6-A641BA6F8F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748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D00FA-0840-CDE2-02FD-1D71E5077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1CBF67-04FC-6026-9A7D-B6BAF6316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5B1083-95E9-9568-8400-C89D2BE68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28E625-3A3C-989A-9B87-ED5205D18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B407A6-29C9-0A98-8418-7F1AD3FF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23FB53-FB83-45E6-A33F-EF3DA0E470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233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9D7E3-11D7-39D9-A0FF-72D1B5AF3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CB237C-B883-F70B-76F2-1741C2760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74183A-665B-B814-9353-B63A768F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4D8AA8-7F8C-D5DD-6F85-5FC3C395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953497-A477-9B65-99A2-886ED3A7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B7AD91-2BA8-4C71-80DB-1CB5658D35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616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0256F-C531-B364-FDAC-15520816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3FE8C8-DCE2-FA45-337E-B4E87987D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72FE6D-50C6-7E8F-39D2-ABA4A0136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6F0AA6-4313-AC21-3634-539A182EF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1503F0-B42C-145B-F11F-85380453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955C6E-0BC8-7696-D843-5E7FFFFC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38D7B7-6860-4451-A2B4-A253B47A29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995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43FFA-1673-4EE3-F407-8FD01109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C1EB54-8284-51D8-5230-774D3055A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D2C7E1-6BD7-E131-21A5-15FECF79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FF631F0-771F-D495-1D72-C9B3FD739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7D289B7-72DE-60CD-8B36-118CADEE5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B56862C-2CBF-27C4-DFF9-E0C1D5095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0B84882-A0E5-960E-0F4B-0B166835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B07DB5-9657-263A-255F-7F142C14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C18721-4E5E-47AC-B74C-54A19A226C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6800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02E28-65DB-105F-71C9-ED673A700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4EC1810-3CFE-DBFB-95FD-8DC8ADD3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F961D9-2330-372A-B83C-A148401C4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18B9DC-B31A-51C4-AF61-FD8D23F5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C2A541-B637-47CC-9120-9A42BDD889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130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5A91E0C-4C66-1670-3354-17288C30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09D0973-9333-0F5F-A125-17C2981F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A90851-904F-B561-790C-0AC47E56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605A2A-EB18-41BE-B974-11963B4CC6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605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B4F68-9A1D-B76C-6D23-A44A584E8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955D63-ED99-76BD-B7FF-EACA9A8B7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2F8F2B-827A-2FAB-4CDE-D63A8F4C5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8BD949-2970-D6E3-2ACF-4CA4EB951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678028-362F-09F5-32C7-EAD25E17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275BCE-27B6-C2C8-8483-3D73629C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48428A-E32B-4D65-A2CD-8C64A2A0F8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071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CAC75-5B5F-F13B-6272-102DA3AB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ACCEAC2-8F45-8E39-083C-4EA1CBDE3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59AF56-E8CC-CB33-45A1-8EBAE18CE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AA2CB4-521F-09FD-56DD-4A37B3098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131D03-1D4C-D24B-1584-EBB16E65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5723FF-D3E7-EFA1-FBF7-219DBC9FE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AFEB28-F2B9-4AF2-A11F-1FF2F8EE94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68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C29FB8-135D-D2B6-3CDC-0F20FABE1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28532C-A88F-ED10-EF8F-AAAAA35BA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D76E82-A1AB-0C07-811F-9A4B3AFF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D5623-6B0A-4446-A2EE-6220C4E14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270480-53A9-6C92-C4DA-BABA1310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1A9A09-2418-4A3D-97CD-9D9492D4D5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2224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FBF13E-1FB0-58FF-1B81-AEE2B58B1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1DA208-1F2F-D37F-1BCB-2B38DF689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CC508B-E892-D6BE-B03A-229F2B1E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C15284-89EE-BD91-6499-74A98C051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3BD9A3-1D04-5034-7DE9-3476B1E8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4D70D-84AB-4647-8F58-4B08009218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466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1E854E5-2342-8D9B-E51D-0EB177964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0FC0E0-9873-CAD4-B33F-6BA880F522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533077D-FA0E-8AE6-4A98-1AA42642250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5C75FC8-74D4-307D-D842-BCCB0E8ED77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01EC604-1C57-7D5C-65D7-71E61A05653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FCAD8B0E-B9F3-4CF0-82D2-68A5482D81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9AC9088-C1F9-D2EE-E563-F2E15A941F1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rgbClr val="CCFFFF"/>
                </a:solidFill>
              </a:rPr>
              <a:t>84</a:t>
            </a:r>
            <a:br>
              <a:rPr lang="pt-BR" altLang="pt-BR" sz="4400">
                <a:solidFill>
                  <a:srgbClr val="CCFFFF"/>
                </a:solidFill>
              </a:rPr>
            </a:br>
            <a:r>
              <a:rPr lang="pt-BR" altLang="pt-BR" sz="4400">
                <a:solidFill>
                  <a:srgbClr val="CCFFFF"/>
                </a:solidFill>
              </a:rPr>
              <a:t>O GRANDE “EU SOU”</a:t>
            </a:r>
            <a:endParaRPr lang="en-US" altLang="pt-BR" sz="4400">
              <a:solidFill>
                <a:srgbClr val="CC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>
            <a:extLst>
              <a:ext uri="{FF2B5EF4-FFF2-40B4-BE49-F238E27FC236}">
                <a16:creationId xmlns:a16="http://schemas.microsoft.com/office/drawing/2014/main" id="{DAE029F5-4E0A-1F39-5561-87BF47270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229600" cy="32766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FFFF"/>
                </a:solidFill>
              </a:rPr>
              <a:t>Não perturbeis o coração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Porque Eu sempre sou fiel;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Eu fecho a boca do “leão”,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Não cova estou com Daniel.</a:t>
            </a:r>
            <a:endParaRPr lang="en-US" altLang="pt-BR">
              <a:solidFill>
                <a:srgbClr val="CC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1C6C269B-F957-6DFB-247B-A41E94031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458200" cy="4800600"/>
          </a:xfrm>
        </p:spPr>
        <p:txBody>
          <a:bodyPr/>
          <a:lstStyle/>
          <a:p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Sou Eu aquele,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 grande “EU SOU”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E, onde estais, também estou;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Não disse, Eu há muito já: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“Pedi, pedi... Dar-se-vos-á?”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Pedi com fé e com fervor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 vos darei o Consolador.</a:t>
            </a:r>
            <a:endParaRPr lang="en-US" altLang="pt-BR">
              <a:solidFill>
                <a:srgbClr val="CC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5D42742C-D1E0-3A06-6889-73B95C539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048000"/>
          </a:xfrm>
        </p:spPr>
        <p:txBody>
          <a:bodyPr/>
          <a:lstStyle/>
          <a:p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Quem tem a fé de Abraão.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 mundo sempre há de vencer;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Quem quer ter firme o coração,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Precisa igualmente crer</a:t>
            </a:r>
            <a:endParaRPr lang="en-US" altLang="pt-BR">
              <a:solidFill>
                <a:srgbClr val="CC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>
            <a:extLst>
              <a:ext uri="{FF2B5EF4-FFF2-40B4-BE49-F238E27FC236}">
                <a16:creationId xmlns:a16="http://schemas.microsoft.com/office/drawing/2014/main" id="{EBD5AC5A-D197-17D8-4830-B1482E507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48006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Sou Eu aquele,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 grande “EU SOU”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E, onde estais, também estou;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Não disse, Eu há muito já: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“Pedi, pedi... Dar-se-vos-á?”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Pedi com fé e com fervor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 vos darei o Consolador.</a:t>
            </a:r>
            <a:endParaRPr lang="en-US" altLang="pt-BR">
              <a:solidFill>
                <a:srgbClr val="CC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AA02A5BE-4E3C-9D99-3549-74EDC9720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543800" cy="3200400"/>
          </a:xfrm>
        </p:spPr>
        <p:txBody>
          <a:bodyPr/>
          <a:lstStyle/>
          <a:p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Um terremoto e vento, após,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Do céu, um fogo e mui furor,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Ouviu Elias a minha voz,</a:t>
            </a:r>
            <a:b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>
                <a:solidFill>
                  <a:srgbClr val="CC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Voz do Eterno, voz de amor.</a:t>
            </a:r>
            <a:endParaRPr lang="en-US" altLang="pt-BR">
              <a:solidFill>
                <a:srgbClr val="CC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DA6D89DD-E6E5-351A-C4EF-EEDB903109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4983163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FFFF"/>
                </a:solidFill>
              </a:rPr>
              <a:t>Sou Eu aquele,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O grande “EU SOU”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E, onde estais, também estou;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Não disse, Eu há muito já: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“Pedi, pedi... Dar-se-vos-á?”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Pedi com fé e com fervor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E vos darei o Consolador.</a:t>
            </a:r>
            <a:endParaRPr lang="en-US" altLang="pt-BR">
              <a:solidFill>
                <a:srgbClr val="CC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50DF4EB8-EC91-A56C-27A3-731143BA6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3429000"/>
          </a:xfrm>
        </p:spPr>
        <p:txBody>
          <a:bodyPr/>
          <a:lstStyle/>
          <a:p>
            <a:r>
              <a:rPr lang="pt-BR" altLang="pt-BR">
                <a:solidFill>
                  <a:srgbClr val="CCFFFF"/>
                </a:solidFill>
              </a:rPr>
              <a:t>Um certo dia, Estêvão viu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O céu aberto e viu-me a mim;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Apedrejado, sucumbiu,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Mais foi fiel, até o fim.</a:t>
            </a:r>
            <a:endParaRPr lang="en-US" altLang="pt-BR">
              <a:solidFill>
                <a:srgbClr val="CC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F65993EA-5812-6CD7-5179-612371064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49530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FFFF"/>
                </a:solidFill>
              </a:rPr>
              <a:t>Sou Eu aquele,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O grande “EU SOU”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E, onde estais, também estou;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Não disse, Eu há muito já: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“Pedi, pedi... Dar-se-vos-á?”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Pedi com fé e com fervor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E vos darei o Consolador.</a:t>
            </a:r>
            <a:endParaRPr lang="en-US" altLang="pt-BR">
              <a:solidFill>
                <a:srgbClr val="CC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27A4E7D3-F4CB-FD69-3BEF-B25F10239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352800"/>
          </a:xfrm>
        </p:spPr>
        <p:txBody>
          <a:bodyPr/>
          <a:lstStyle/>
          <a:p>
            <a:r>
              <a:rPr lang="pt-BR" altLang="pt-BR">
                <a:solidFill>
                  <a:srgbClr val="CCFFFF"/>
                </a:solidFill>
              </a:rPr>
              <a:t>Firmado em Mim, Rocha Eternal,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Assim jamais o crente cai;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Buscai o dom celestial,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Que vem da casa de Meu Pai.</a:t>
            </a:r>
            <a:endParaRPr lang="en-US" altLang="pt-BR">
              <a:solidFill>
                <a:srgbClr val="CC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5">
            <a:extLst>
              <a:ext uri="{FF2B5EF4-FFF2-40B4-BE49-F238E27FC236}">
                <a16:creationId xmlns:a16="http://schemas.microsoft.com/office/drawing/2014/main" id="{A038D3E4-921E-1E3A-EF5A-E1B441435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48768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CCFFFF"/>
                </a:solidFill>
              </a:rPr>
              <a:t>Sou Eu aquele,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O grande “EU SOU”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E, onde estais, também estou;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Não disse, Eu há muito já: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“Pedi, pedi... Dar-se-vos-á?”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Pedi com fé e com fervor</a:t>
            </a:r>
            <a:br>
              <a:rPr lang="pt-BR" altLang="pt-BR">
                <a:solidFill>
                  <a:srgbClr val="CCFFFF"/>
                </a:solidFill>
              </a:rPr>
            </a:br>
            <a:r>
              <a:rPr lang="pt-BR" altLang="pt-BR">
                <a:solidFill>
                  <a:srgbClr val="CCFFFF"/>
                </a:solidFill>
              </a:rPr>
              <a:t>E vos darei o Consolador.</a:t>
            </a:r>
            <a:endParaRPr lang="en-US" altLang="pt-BR">
              <a:solidFill>
                <a:srgbClr val="CC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408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Design padrão</vt:lpstr>
      <vt:lpstr>84 O GRANDE “EU SOU”</vt:lpstr>
      <vt:lpstr>Não perturbeis o coração Porque Eu sempre sou fiel; Eu fecho a boca do “leão”, Não cova estou com Daniel.</vt:lpstr>
      <vt:lpstr>Sou Eu aquele, O grande “EU SOU” E, onde estais, também estou; Não disse, Eu há muito já: “Pedi, pedi... Dar-se-vos-á?” Pedi com fé e com fervor E vos darei o Consolador.</vt:lpstr>
      <vt:lpstr>Quem tem a fé de Abraão. O mundo sempre há de vencer; Quem quer ter firme o coração, Precisa igualmente crer</vt:lpstr>
      <vt:lpstr>Sou Eu aquele, O grande “EU SOU” E, onde estais, também estou; Não disse, Eu há muito já: “Pedi, pedi... Dar-se-vos-á?” Pedi com fé e com fervor E vos darei o Consolador.</vt:lpstr>
      <vt:lpstr>Um terremoto e vento, após, Do céu, um fogo e mui furor, Ouviu Elias a minha voz, Voz do Eterno, voz de amor.</vt:lpstr>
      <vt:lpstr>Sou Eu aquele, O grande “EU SOU” E, onde estais, também estou; Não disse, Eu há muito já: “Pedi, pedi... Dar-se-vos-á?” Pedi com fé e com fervor E vos darei o Consolador.</vt:lpstr>
      <vt:lpstr>Um certo dia, Estêvão viu O céu aberto e viu-me a mim; Apedrejado, sucumbiu, Mais foi fiel, até o fim.</vt:lpstr>
      <vt:lpstr>Sou Eu aquele, O grande “EU SOU” E, onde estais, também estou; Não disse, Eu há muito já: “Pedi, pedi... Dar-se-vos-á?” Pedi com fé e com fervor E vos darei o Consolador.</vt:lpstr>
      <vt:lpstr>Firmado em Mim, Rocha Eternal, Assim jamais o crente cai; Buscai o dom celestial, Que vem da casa de Meu Pai.</vt:lpstr>
      <vt:lpstr>Sou Eu aquele, O grande “EU SOU” E, onde estais, também estou; Não disse, Eu há muito já: “Pedi, pedi... Dar-se-vos-á?” Pedi com fé e com fervor E vos darei o Consolador.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84 O GRANDE “EU SOU”</dc:title>
  <dc:creator>Junior</dc:creator>
  <cp:lastModifiedBy>Emerson Souza</cp:lastModifiedBy>
  <cp:revision>2</cp:revision>
  <dcterms:created xsi:type="dcterms:W3CDTF">2005-08-28T22:07:12Z</dcterms:created>
  <dcterms:modified xsi:type="dcterms:W3CDTF">2026-05-02T21:43:49Z</dcterms:modified>
</cp:coreProperties>
</file>