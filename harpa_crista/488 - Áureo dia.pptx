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5" r:id="rId3"/>
    <p:sldId id="258" r:id="rId4"/>
    <p:sldId id="259" r:id="rId5"/>
    <p:sldId id="264" r:id="rId6"/>
    <p:sldId id="260" r:id="rId7"/>
    <p:sldId id="263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7" autoAdjust="0"/>
    <p:restoredTop sz="94581" autoAdjust="0"/>
  </p:normalViewPr>
  <p:slideViewPr>
    <p:cSldViewPr>
      <p:cViewPr varScale="1">
        <p:scale>
          <a:sx n="75" d="100"/>
          <a:sy n="75" d="100"/>
        </p:scale>
        <p:origin x="-21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401D7552-D7DC-E345-0A04-4EB4989EFFC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10243" name="Freeform 3">
              <a:extLst>
                <a:ext uri="{FF2B5EF4-FFF2-40B4-BE49-F238E27FC236}">
                  <a16:creationId xmlns:a16="http://schemas.microsoft.com/office/drawing/2014/main" id="{9DD7B037-F55A-BD27-92D1-5D4E8E6AC42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4" name="Freeform 4">
              <a:extLst>
                <a:ext uri="{FF2B5EF4-FFF2-40B4-BE49-F238E27FC236}">
                  <a16:creationId xmlns:a16="http://schemas.microsoft.com/office/drawing/2014/main" id="{677545F0-F9AC-2E5D-1E0A-4D15AB264E2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45" name="Freeform 5">
              <a:extLst>
                <a:ext uri="{FF2B5EF4-FFF2-40B4-BE49-F238E27FC236}">
                  <a16:creationId xmlns:a16="http://schemas.microsoft.com/office/drawing/2014/main" id="{67CE8E67-FBF5-67F8-C454-6211D44436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0246" name="Group 6">
              <a:extLst>
                <a:ext uri="{FF2B5EF4-FFF2-40B4-BE49-F238E27FC236}">
                  <a16:creationId xmlns:a16="http://schemas.microsoft.com/office/drawing/2014/main" id="{E67EA400-C2DE-909C-E380-C7C47CB13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0247" name="Freeform 7">
                <a:extLst>
                  <a:ext uri="{FF2B5EF4-FFF2-40B4-BE49-F238E27FC236}">
                    <a16:creationId xmlns:a16="http://schemas.microsoft.com/office/drawing/2014/main" id="{38D40A6C-DAED-3641-DF18-2618D01661A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8" name="Freeform 8">
                <a:extLst>
                  <a:ext uri="{FF2B5EF4-FFF2-40B4-BE49-F238E27FC236}">
                    <a16:creationId xmlns:a16="http://schemas.microsoft.com/office/drawing/2014/main" id="{F5AE6393-C590-2849-B666-A26817BE875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9" name="Freeform 9">
                <a:extLst>
                  <a:ext uri="{FF2B5EF4-FFF2-40B4-BE49-F238E27FC236}">
                    <a16:creationId xmlns:a16="http://schemas.microsoft.com/office/drawing/2014/main" id="{17205C19-888C-A5EC-56AE-E46205417A0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0" name="Freeform 10">
                <a:extLst>
                  <a:ext uri="{FF2B5EF4-FFF2-40B4-BE49-F238E27FC236}">
                    <a16:creationId xmlns:a16="http://schemas.microsoft.com/office/drawing/2014/main" id="{D0F43CEC-966E-9FD2-CB9C-D3E76C0C63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1" name="Freeform 11">
                <a:extLst>
                  <a:ext uri="{FF2B5EF4-FFF2-40B4-BE49-F238E27FC236}">
                    <a16:creationId xmlns:a16="http://schemas.microsoft.com/office/drawing/2014/main" id="{F39E361B-C90C-EE11-AB45-2577E40DF1D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2" name="Freeform 12">
                <a:extLst>
                  <a:ext uri="{FF2B5EF4-FFF2-40B4-BE49-F238E27FC236}">
                    <a16:creationId xmlns:a16="http://schemas.microsoft.com/office/drawing/2014/main" id="{45631CD7-A5F6-93E8-588D-252D9787AF9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3" name="Freeform 13">
                <a:extLst>
                  <a:ext uri="{FF2B5EF4-FFF2-40B4-BE49-F238E27FC236}">
                    <a16:creationId xmlns:a16="http://schemas.microsoft.com/office/drawing/2014/main" id="{E8C93B45-339A-CC37-8C2B-E3C2FEF2114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4" name="Freeform 14">
                <a:extLst>
                  <a:ext uri="{FF2B5EF4-FFF2-40B4-BE49-F238E27FC236}">
                    <a16:creationId xmlns:a16="http://schemas.microsoft.com/office/drawing/2014/main" id="{7BB3DFC2-4CA9-BC1F-8316-EEE43F5DFB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5" name="Freeform 15">
                <a:extLst>
                  <a:ext uri="{FF2B5EF4-FFF2-40B4-BE49-F238E27FC236}">
                    <a16:creationId xmlns:a16="http://schemas.microsoft.com/office/drawing/2014/main" id="{B9922304-F87A-DA1B-0E85-B0A4B01E231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6" name="Freeform 16">
                <a:extLst>
                  <a:ext uri="{FF2B5EF4-FFF2-40B4-BE49-F238E27FC236}">
                    <a16:creationId xmlns:a16="http://schemas.microsoft.com/office/drawing/2014/main" id="{124D723C-35C5-9C4F-2EE8-3542783C076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7" name="Freeform 17">
                <a:extLst>
                  <a:ext uri="{FF2B5EF4-FFF2-40B4-BE49-F238E27FC236}">
                    <a16:creationId xmlns:a16="http://schemas.microsoft.com/office/drawing/2014/main" id="{D5CCCE20-0BE2-9F2B-5F70-BDAB811BA6A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8" name="Freeform 18">
                <a:extLst>
                  <a:ext uri="{FF2B5EF4-FFF2-40B4-BE49-F238E27FC236}">
                    <a16:creationId xmlns:a16="http://schemas.microsoft.com/office/drawing/2014/main" id="{E9D58829-C0E1-C601-FA99-CF3837ADEBF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9" name="Freeform 19">
                <a:extLst>
                  <a:ext uri="{FF2B5EF4-FFF2-40B4-BE49-F238E27FC236}">
                    <a16:creationId xmlns:a16="http://schemas.microsoft.com/office/drawing/2014/main" id="{91685B91-7F01-5375-5DD6-07C5DD8E4AC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0260" name="Freeform 20">
              <a:extLst>
                <a:ext uri="{FF2B5EF4-FFF2-40B4-BE49-F238E27FC236}">
                  <a16:creationId xmlns:a16="http://schemas.microsoft.com/office/drawing/2014/main" id="{340957AC-2725-A5D1-BE87-04E2C58F235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1" name="Freeform 21">
              <a:extLst>
                <a:ext uri="{FF2B5EF4-FFF2-40B4-BE49-F238E27FC236}">
                  <a16:creationId xmlns:a16="http://schemas.microsoft.com/office/drawing/2014/main" id="{249D0968-E157-ECA0-A796-8F825DCF161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2" name="Freeform 22">
              <a:extLst>
                <a:ext uri="{FF2B5EF4-FFF2-40B4-BE49-F238E27FC236}">
                  <a16:creationId xmlns:a16="http://schemas.microsoft.com/office/drawing/2014/main" id="{A692C56E-C17A-C802-AE53-440875D973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3" name="Freeform 23">
              <a:extLst>
                <a:ext uri="{FF2B5EF4-FFF2-40B4-BE49-F238E27FC236}">
                  <a16:creationId xmlns:a16="http://schemas.microsoft.com/office/drawing/2014/main" id="{36534871-D5BA-39D6-9C33-32F91D38B2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4" name="Freeform 24">
              <a:extLst>
                <a:ext uri="{FF2B5EF4-FFF2-40B4-BE49-F238E27FC236}">
                  <a16:creationId xmlns:a16="http://schemas.microsoft.com/office/drawing/2014/main" id="{66CC6A34-9AA4-CBCA-E01A-1ECF666290F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5" name="Freeform 25">
              <a:extLst>
                <a:ext uri="{FF2B5EF4-FFF2-40B4-BE49-F238E27FC236}">
                  <a16:creationId xmlns:a16="http://schemas.microsoft.com/office/drawing/2014/main" id="{2E5D2947-74D9-02A1-ECCA-D5CFE5A1A8C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6" name="Freeform 26">
              <a:extLst>
                <a:ext uri="{FF2B5EF4-FFF2-40B4-BE49-F238E27FC236}">
                  <a16:creationId xmlns:a16="http://schemas.microsoft.com/office/drawing/2014/main" id="{44F9141F-3EFC-DD3C-5718-8CEAB64846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7" name="Freeform 27">
              <a:extLst>
                <a:ext uri="{FF2B5EF4-FFF2-40B4-BE49-F238E27FC236}">
                  <a16:creationId xmlns:a16="http://schemas.microsoft.com/office/drawing/2014/main" id="{4C68A4B7-9350-5E42-F3A4-05C68371A74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8" name="Line 28">
              <a:extLst>
                <a:ext uri="{FF2B5EF4-FFF2-40B4-BE49-F238E27FC236}">
                  <a16:creationId xmlns:a16="http://schemas.microsoft.com/office/drawing/2014/main" id="{B53C7A3B-DF26-DEE5-187D-7E57764B74E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9" name="Line 29">
              <a:extLst>
                <a:ext uri="{FF2B5EF4-FFF2-40B4-BE49-F238E27FC236}">
                  <a16:creationId xmlns:a16="http://schemas.microsoft.com/office/drawing/2014/main" id="{F6F87731-723B-8F7D-B6F3-8140BD617CA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70" name="Line 30">
              <a:extLst>
                <a:ext uri="{FF2B5EF4-FFF2-40B4-BE49-F238E27FC236}">
                  <a16:creationId xmlns:a16="http://schemas.microsoft.com/office/drawing/2014/main" id="{D66E1B19-7402-5E6B-5475-80D44DE8A37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0271" name="Group 31">
              <a:extLst>
                <a:ext uri="{FF2B5EF4-FFF2-40B4-BE49-F238E27FC236}">
                  <a16:creationId xmlns:a16="http://schemas.microsoft.com/office/drawing/2014/main" id="{699272B4-0A9A-E7FE-E163-E9C049E3D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272" name="Line 32">
                <a:extLst>
                  <a:ext uri="{FF2B5EF4-FFF2-40B4-BE49-F238E27FC236}">
                    <a16:creationId xmlns:a16="http://schemas.microsoft.com/office/drawing/2014/main" id="{E47381F8-BF00-1E72-B39B-EE7E2D39169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3" name="Line 33">
                <a:extLst>
                  <a:ext uri="{FF2B5EF4-FFF2-40B4-BE49-F238E27FC236}">
                    <a16:creationId xmlns:a16="http://schemas.microsoft.com/office/drawing/2014/main" id="{864B85ED-A927-7FC0-E481-B0B9BEBA07B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4" name="Line 34">
                <a:extLst>
                  <a:ext uri="{FF2B5EF4-FFF2-40B4-BE49-F238E27FC236}">
                    <a16:creationId xmlns:a16="http://schemas.microsoft.com/office/drawing/2014/main" id="{A7CA986D-ECE0-EBE1-D8A8-F4CC23E4E8E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5" name="Line 35">
                <a:extLst>
                  <a:ext uri="{FF2B5EF4-FFF2-40B4-BE49-F238E27FC236}">
                    <a16:creationId xmlns:a16="http://schemas.microsoft.com/office/drawing/2014/main" id="{05D275FB-B74F-52E0-A2BD-643ECB5AC1C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76" name="Line 36">
                <a:extLst>
                  <a:ext uri="{FF2B5EF4-FFF2-40B4-BE49-F238E27FC236}">
                    <a16:creationId xmlns:a16="http://schemas.microsoft.com/office/drawing/2014/main" id="{E587B4AD-6236-C41A-D8A4-282F5E0519A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0277" name="Line 37">
              <a:extLst>
                <a:ext uri="{FF2B5EF4-FFF2-40B4-BE49-F238E27FC236}">
                  <a16:creationId xmlns:a16="http://schemas.microsoft.com/office/drawing/2014/main" id="{ECA47D3E-7787-217F-BE2A-1D22D2CFCC9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78" name="Line 38">
              <a:extLst>
                <a:ext uri="{FF2B5EF4-FFF2-40B4-BE49-F238E27FC236}">
                  <a16:creationId xmlns:a16="http://schemas.microsoft.com/office/drawing/2014/main" id="{85293490-A75B-F198-B26F-F5BB0A3B020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279" name="Rectangle 39">
            <a:extLst>
              <a:ext uri="{FF2B5EF4-FFF2-40B4-BE49-F238E27FC236}">
                <a16:creationId xmlns:a16="http://schemas.microsoft.com/office/drawing/2014/main" id="{4D31DDF1-3782-6DFB-79AF-DC936F3E4CA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0280" name="Rectangle 40">
            <a:extLst>
              <a:ext uri="{FF2B5EF4-FFF2-40B4-BE49-F238E27FC236}">
                <a16:creationId xmlns:a16="http://schemas.microsoft.com/office/drawing/2014/main" id="{A1CEC82E-DCA2-F4E5-C5E9-DC76722EB3B4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0281" name="Rectangle 41">
            <a:extLst>
              <a:ext uri="{FF2B5EF4-FFF2-40B4-BE49-F238E27FC236}">
                <a16:creationId xmlns:a16="http://schemas.microsoft.com/office/drawing/2014/main" id="{131CE418-017A-A8F2-91FE-467F7AEDAAC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0282" name="Rectangle 42">
            <a:extLst>
              <a:ext uri="{FF2B5EF4-FFF2-40B4-BE49-F238E27FC236}">
                <a16:creationId xmlns:a16="http://schemas.microsoft.com/office/drawing/2014/main" id="{75B56BC8-A173-25C8-585E-DB29D24A55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0283" name="Rectangle 43">
            <a:extLst>
              <a:ext uri="{FF2B5EF4-FFF2-40B4-BE49-F238E27FC236}">
                <a16:creationId xmlns:a16="http://schemas.microsoft.com/office/drawing/2014/main" id="{ECD179FF-E6FC-3A04-EA87-35255549E0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24F81CF-F7EF-410B-8A57-08A05E7362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17CE7-194A-9D89-D2C3-206B04974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11CF85-28C3-4AFF-F24D-88940C0C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49ACA3-2745-7399-8F0B-2BA981EF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CDB46B-A0EB-9271-8326-FF5A7B5F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A530D3-8526-49EE-E601-B781E37B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65FF9-B980-4FA6-A56B-5213320F52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56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97786-028B-32F0-39D4-3407A65B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34624C-17FB-B169-CB90-F8F141618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07412C-ED08-7DA7-7AB5-BECAAF8A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AE8D16-2F88-5F3D-6AC7-22B5B52F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4118A6-D44F-B1B7-D5D2-7626DA00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931A2-0095-415F-8223-9080ECEDCB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041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D9B8E-2F79-4032-993A-50165935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3403C-40A3-7731-1DE2-FD01C25BC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239348-17C4-9268-1150-BC905E093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09C448-9E9C-9F3E-E58C-2B2B920F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8D5F26-D28F-8875-D4E1-657B791C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55924F-A8D8-7DD9-5258-EAE0E880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5FE48-F6E1-4AD6-997C-26368D4030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425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8A068-5B4D-C4D6-83F2-D0ABE41A6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576318-C703-7AA6-3D03-21C8A1A0E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C1A96-C7E4-AEBF-6372-2AF11669F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D61391-DABA-0ADC-2FFC-CC7C45255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27D97B-705D-F8CF-982B-3BE64BD83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A129D2-14B3-26D4-1ED8-E8F715A4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C2EC7C-074F-4137-322D-A75E99E5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128AA5C-E058-3F55-B0A8-99D08E73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ABDC8-98C9-4C97-B442-FC48EB10E5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428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AE057-CDAD-9FB8-B661-3203FA62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A152DC-02C2-F3F8-F1D6-2A26BF288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ADF3D7-450A-FD74-6196-7A7A5A6B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7F351C-F99F-ACFD-7013-EDC024C3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53076-550E-4230-B420-4BA54B2F76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872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916449-B4C9-C715-5FCB-6244176C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5284E4-5D67-468A-0CA0-05C0E785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62DBA1-8F64-B180-1C21-274F04B9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AB3D5-2584-4A9E-BA75-65473BC841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847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C7B23-7149-1D65-DB7B-88F1CC05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C9D967-D9DB-AEDF-90AE-7AB81B24C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9A1A4E-1679-37C0-D78A-C80219BFA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EF2020-3A8D-5D1D-78A4-DD08DCAF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0458DB-BE5B-ADF0-4560-E3B55805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505015-6533-F302-75D5-D7CBEC16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90FC11-D9DE-4F86-B555-CF7C993C62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016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5DD6C-B6FC-840D-94E2-4C5252B3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45F79F8-77AB-52B2-B676-5F02EAC7B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94D1D8-6DCE-025C-4CDC-47739D5B9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34A7C9-76C5-EA83-56D0-625737A3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AE2134-19CE-36DC-1DE3-2F46D6C1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27D6B1-BCD5-835C-1610-59105FB8E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CEAEB1-F8A8-496B-84E2-0377E2A3E9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154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47D3D-2F22-5FDD-ECE0-6925C8C2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A72ABB-5E09-7830-4763-0B7F51C03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78C1BE-B348-196D-1B03-C6548DB2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D36013-1C5E-7BEC-CA9F-1BD2CC2C1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0F4388-CA23-026C-3CFA-06AE2864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14A36-D643-4AB6-8B59-C4D1455942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4016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175739-19BD-BFCA-198F-04A1A9269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DE39DB-83E2-4113-DF5C-07B15F467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37F551-619E-097F-73FC-D2872BE0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AB43A3-E1F5-97EB-074C-984BE298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4794DC-FB05-F64D-5243-570C0F96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64648-927A-4C33-A58B-2CE3CE2E3A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970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25546E82-E78E-1CE1-A913-98E9CD62A5FD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9219" name="Freeform 3">
              <a:extLst>
                <a:ext uri="{FF2B5EF4-FFF2-40B4-BE49-F238E27FC236}">
                  <a16:creationId xmlns:a16="http://schemas.microsoft.com/office/drawing/2014/main" id="{828BE693-52A5-6E43-6E57-5FA5B9F6E53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0" name="Freeform 4">
              <a:extLst>
                <a:ext uri="{FF2B5EF4-FFF2-40B4-BE49-F238E27FC236}">
                  <a16:creationId xmlns:a16="http://schemas.microsoft.com/office/drawing/2014/main" id="{6FEA17FB-D1FC-5CE6-28ED-E9F4DCE5E5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1" name="Freeform 5">
              <a:extLst>
                <a:ext uri="{FF2B5EF4-FFF2-40B4-BE49-F238E27FC236}">
                  <a16:creationId xmlns:a16="http://schemas.microsoft.com/office/drawing/2014/main" id="{23E9DE63-8F80-0ECA-F2C1-AF2216BF7A5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22" name="Group 6">
              <a:extLst>
                <a:ext uri="{FF2B5EF4-FFF2-40B4-BE49-F238E27FC236}">
                  <a16:creationId xmlns:a16="http://schemas.microsoft.com/office/drawing/2014/main" id="{0CEF1076-AB2E-B788-D151-9C2BD26C0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9223" name="Freeform 7">
                <a:extLst>
                  <a:ext uri="{FF2B5EF4-FFF2-40B4-BE49-F238E27FC236}">
                    <a16:creationId xmlns:a16="http://schemas.microsoft.com/office/drawing/2014/main" id="{63ADCADB-022E-DB4B-11B8-EF38720C83B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4" name="Freeform 8">
                <a:extLst>
                  <a:ext uri="{FF2B5EF4-FFF2-40B4-BE49-F238E27FC236}">
                    <a16:creationId xmlns:a16="http://schemas.microsoft.com/office/drawing/2014/main" id="{64BB4A19-2827-D01E-9901-5251C189A87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5" name="Freeform 9">
                <a:extLst>
                  <a:ext uri="{FF2B5EF4-FFF2-40B4-BE49-F238E27FC236}">
                    <a16:creationId xmlns:a16="http://schemas.microsoft.com/office/drawing/2014/main" id="{E6C68826-28F8-5D36-915C-9E5C96A253E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6" name="Freeform 10">
                <a:extLst>
                  <a:ext uri="{FF2B5EF4-FFF2-40B4-BE49-F238E27FC236}">
                    <a16:creationId xmlns:a16="http://schemas.microsoft.com/office/drawing/2014/main" id="{B93552FC-E883-37B5-6558-CBC46D0566C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7" name="Freeform 11">
                <a:extLst>
                  <a:ext uri="{FF2B5EF4-FFF2-40B4-BE49-F238E27FC236}">
                    <a16:creationId xmlns:a16="http://schemas.microsoft.com/office/drawing/2014/main" id="{538006C1-62CA-631B-C9E1-61792F0C21C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8" name="Freeform 12">
                <a:extLst>
                  <a:ext uri="{FF2B5EF4-FFF2-40B4-BE49-F238E27FC236}">
                    <a16:creationId xmlns:a16="http://schemas.microsoft.com/office/drawing/2014/main" id="{E88531DA-51B1-4DE5-95AE-626570F302B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29" name="Freeform 13">
                <a:extLst>
                  <a:ext uri="{FF2B5EF4-FFF2-40B4-BE49-F238E27FC236}">
                    <a16:creationId xmlns:a16="http://schemas.microsoft.com/office/drawing/2014/main" id="{675F3845-B661-C8C8-A74B-A2A3FB2B934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0" name="Freeform 14">
                <a:extLst>
                  <a:ext uri="{FF2B5EF4-FFF2-40B4-BE49-F238E27FC236}">
                    <a16:creationId xmlns:a16="http://schemas.microsoft.com/office/drawing/2014/main" id="{6D514C42-744F-FF0F-D7BE-CA5BB035669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1" name="Freeform 15">
                <a:extLst>
                  <a:ext uri="{FF2B5EF4-FFF2-40B4-BE49-F238E27FC236}">
                    <a16:creationId xmlns:a16="http://schemas.microsoft.com/office/drawing/2014/main" id="{3E47642F-1F56-5486-01D8-D3158B88102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2" name="Freeform 16">
                <a:extLst>
                  <a:ext uri="{FF2B5EF4-FFF2-40B4-BE49-F238E27FC236}">
                    <a16:creationId xmlns:a16="http://schemas.microsoft.com/office/drawing/2014/main" id="{63D6254D-9458-E3D1-5161-CC416D5A578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3" name="Freeform 17">
                <a:extLst>
                  <a:ext uri="{FF2B5EF4-FFF2-40B4-BE49-F238E27FC236}">
                    <a16:creationId xmlns:a16="http://schemas.microsoft.com/office/drawing/2014/main" id="{471EB8FE-ABB3-DB56-EDAC-369D86B478D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4" name="Freeform 18">
                <a:extLst>
                  <a:ext uri="{FF2B5EF4-FFF2-40B4-BE49-F238E27FC236}">
                    <a16:creationId xmlns:a16="http://schemas.microsoft.com/office/drawing/2014/main" id="{B7AE97A6-7FEE-26E8-DBB9-8714C1617B0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35" name="Freeform 19">
                <a:extLst>
                  <a:ext uri="{FF2B5EF4-FFF2-40B4-BE49-F238E27FC236}">
                    <a16:creationId xmlns:a16="http://schemas.microsoft.com/office/drawing/2014/main" id="{F54D85A5-A546-4A51-B89A-4D6691E3D3B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36" name="Freeform 20">
              <a:extLst>
                <a:ext uri="{FF2B5EF4-FFF2-40B4-BE49-F238E27FC236}">
                  <a16:creationId xmlns:a16="http://schemas.microsoft.com/office/drawing/2014/main" id="{EE603F27-2317-70CC-5F5E-35F65178396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7" name="Freeform 21">
              <a:extLst>
                <a:ext uri="{FF2B5EF4-FFF2-40B4-BE49-F238E27FC236}">
                  <a16:creationId xmlns:a16="http://schemas.microsoft.com/office/drawing/2014/main" id="{CC26417F-435C-572F-4F07-A37101B3910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8" name="Freeform 22">
              <a:extLst>
                <a:ext uri="{FF2B5EF4-FFF2-40B4-BE49-F238E27FC236}">
                  <a16:creationId xmlns:a16="http://schemas.microsoft.com/office/drawing/2014/main" id="{7BAEBBAB-99DA-7C80-85FD-B70DBF1FF8B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39" name="Freeform 23">
              <a:extLst>
                <a:ext uri="{FF2B5EF4-FFF2-40B4-BE49-F238E27FC236}">
                  <a16:creationId xmlns:a16="http://schemas.microsoft.com/office/drawing/2014/main" id="{D2F6F523-87F1-BAAF-04BC-E44741B8197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0" name="Freeform 24">
              <a:extLst>
                <a:ext uri="{FF2B5EF4-FFF2-40B4-BE49-F238E27FC236}">
                  <a16:creationId xmlns:a16="http://schemas.microsoft.com/office/drawing/2014/main" id="{D549FE56-4D3D-A176-6DE4-DD9EEA584B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1" name="Freeform 25">
              <a:extLst>
                <a:ext uri="{FF2B5EF4-FFF2-40B4-BE49-F238E27FC236}">
                  <a16:creationId xmlns:a16="http://schemas.microsoft.com/office/drawing/2014/main" id="{28C45D50-7B72-EA99-A4D5-7AF6D8EF8C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2" name="Freeform 26">
              <a:extLst>
                <a:ext uri="{FF2B5EF4-FFF2-40B4-BE49-F238E27FC236}">
                  <a16:creationId xmlns:a16="http://schemas.microsoft.com/office/drawing/2014/main" id="{17D289E2-CC9C-2B87-7511-E4535CF8A2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3" name="Freeform 27">
              <a:extLst>
                <a:ext uri="{FF2B5EF4-FFF2-40B4-BE49-F238E27FC236}">
                  <a16:creationId xmlns:a16="http://schemas.microsoft.com/office/drawing/2014/main" id="{75748782-6CFF-020B-7A2A-D13289DAA0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4" name="Line 28">
              <a:extLst>
                <a:ext uri="{FF2B5EF4-FFF2-40B4-BE49-F238E27FC236}">
                  <a16:creationId xmlns:a16="http://schemas.microsoft.com/office/drawing/2014/main" id="{FF00FDAC-9CC0-B578-8CF5-97D0F2168B2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5" name="Line 29">
              <a:extLst>
                <a:ext uri="{FF2B5EF4-FFF2-40B4-BE49-F238E27FC236}">
                  <a16:creationId xmlns:a16="http://schemas.microsoft.com/office/drawing/2014/main" id="{0BEEC5A2-BFD1-D75F-7E73-0611EC81FA7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46" name="Line 30">
              <a:extLst>
                <a:ext uri="{FF2B5EF4-FFF2-40B4-BE49-F238E27FC236}">
                  <a16:creationId xmlns:a16="http://schemas.microsoft.com/office/drawing/2014/main" id="{E28F4F67-93C8-AD78-2079-2F6629538FE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9247" name="Group 31">
              <a:extLst>
                <a:ext uri="{FF2B5EF4-FFF2-40B4-BE49-F238E27FC236}">
                  <a16:creationId xmlns:a16="http://schemas.microsoft.com/office/drawing/2014/main" id="{0523D10E-E0B5-4E76-C0AC-054E32379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9248" name="Line 32">
                <a:extLst>
                  <a:ext uri="{FF2B5EF4-FFF2-40B4-BE49-F238E27FC236}">
                    <a16:creationId xmlns:a16="http://schemas.microsoft.com/office/drawing/2014/main" id="{DDA56F9C-3E46-F26E-24BB-C2A4D10602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49" name="Line 33">
                <a:extLst>
                  <a:ext uri="{FF2B5EF4-FFF2-40B4-BE49-F238E27FC236}">
                    <a16:creationId xmlns:a16="http://schemas.microsoft.com/office/drawing/2014/main" id="{05518ED4-D81A-657E-E495-A4AB27EE908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0" name="Line 34">
                <a:extLst>
                  <a:ext uri="{FF2B5EF4-FFF2-40B4-BE49-F238E27FC236}">
                    <a16:creationId xmlns:a16="http://schemas.microsoft.com/office/drawing/2014/main" id="{807D2773-2223-2276-EA65-C7BBADB460D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1" name="Line 35">
                <a:extLst>
                  <a:ext uri="{FF2B5EF4-FFF2-40B4-BE49-F238E27FC236}">
                    <a16:creationId xmlns:a16="http://schemas.microsoft.com/office/drawing/2014/main" id="{25FC0E98-2A6D-4D7C-C54E-AD06724CA72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252" name="Line 36">
                <a:extLst>
                  <a:ext uri="{FF2B5EF4-FFF2-40B4-BE49-F238E27FC236}">
                    <a16:creationId xmlns:a16="http://schemas.microsoft.com/office/drawing/2014/main" id="{93B79701-041B-BC5C-FC55-9049CB8CC80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9253" name="Line 37">
              <a:extLst>
                <a:ext uri="{FF2B5EF4-FFF2-40B4-BE49-F238E27FC236}">
                  <a16:creationId xmlns:a16="http://schemas.microsoft.com/office/drawing/2014/main" id="{8AA64BE2-61D7-9CB0-EF0D-0B3B5C2023E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54" name="Line 38">
              <a:extLst>
                <a:ext uri="{FF2B5EF4-FFF2-40B4-BE49-F238E27FC236}">
                  <a16:creationId xmlns:a16="http://schemas.microsoft.com/office/drawing/2014/main" id="{FB0EBDEE-8EDE-191C-808E-DFF1A9E5FE3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255" name="Rectangle 39">
            <a:extLst>
              <a:ext uri="{FF2B5EF4-FFF2-40B4-BE49-F238E27FC236}">
                <a16:creationId xmlns:a16="http://schemas.microsoft.com/office/drawing/2014/main" id="{0F25E4ED-5A36-AF2E-C0B3-2AABEFDC9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9256" name="Rectangle 40">
            <a:extLst>
              <a:ext uri="{FF2B5EF4-FFF2-40B4-BE49-F238E27FC236}">
                <a16:creationId xmlns:a16="http://schemas.microsoft.com/office/drawing/2014/main" id="{94879EE4-801D-8770-4A58-514B437F29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9257" name="Rectangle 41">
            <a:extLst>
              <a:ext uri="{FF2B5EF4-FFF2-40B4-BE49-F238E27FC236}">
                <a16:creationId xmlns:a16="http://schemas.microsoft.com/office/drawing/2014/main" id="{9B67B5AC-DD6B-B6B6-3AC7-60687F51D3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9258" name="Rectangle 42">
            <a:extLst>
              <a:ext uri="{FF2B5EF4-FFF2-40B4-BE49-F238E27FC236}">
                <a16:creationId xmlns:a16="http://schemas.microsoft.com/office/drawing/2014/main" id="{C7DD9B99-A0A0-CC3C-2F0A-4393F0741B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375C7167-B366-4F34-B86F-EBAC0AF0260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259" name="Rectangle 43">
            <a:extLst>
              <a:ext uri="{FF2B5EF4-FFF2-40B4-BE49-F238E27FC236}">
                <a16:creationId xmlns:a16="http://schemas.microsoft.com/office/drawing/2014/main" id="{1E416616-4BF5-A9D7-5CE0-D459A17AE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E4E0FF-8B82-42D9-F330-7870A7E310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125538"/>
            <a:ext cx="9144000" cy="2160587"/>
          </a:xfrm>
        </p:spPr>
        <p:txBody>
          <a:bodyPr/>
          <a:lstStyle/>
          <a:p>
            <a:r>
              <a:rPr lang="pt-BR" altLang="pt-BR" sz="4000" b="1"/>
              <a:t>HARPA CRISTÃ – 488</a:t>
            </a:r>
            <a:br>
              <a:rPr lang="pt-BR" altLang="pt-BR" sz="4000" b="1"/>
            </a:br>
            <a:br>
              <a:rPr lang="pt-BR" altLang="pt-BR" sz="4000" b="1"/>
            </a:br>
            <a:r>
              <a:rPr lang="pt-BR" altLang="pt-BR" sz="4000" b="1"/>
              <a:t>O ÁUREO 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F85228B-2E92-AB28-6583-46FF277C6E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5157788"/>
          </a:xfrm>
        </p:spPr>
        <p:txBody>
          <a:bodyPr/>
          <a:lstStyle/>
          <a:p>
            <a:r>
              <a:rPr lang="pt-BR" altLang="pt-BR" sz="4000" b="1"/>
              <a:t>Ao raiar do áureo dia, </a:t>
            </a:r>
            <a:br>
              <a:rPr lang="pt-BR" altLang="pt-BR" sz="4000" b="1"/>
            </a:br>
            <a:r>
              <a:rPr lang="pt-BR" altLang="pt-BR" sz="4000" b="1"/>
              <a:t>o bom Jesus vem nos buscar</a:t>
            </a:r>
            <a:br>
              <a:rPr lang="pt-BR" altLang="pt-BR" sz="4000" b="1"/>
            </a:br>
            <a:r>
              <a:rPr lang="pt-BR" altLang="pt-BR" sz="4000" b="1"/>
              <a:t>P’ra com Ele, </a:t>
            </a:r>
            <a:br>
              <a:rPr lang="pt-BR" altLang="pt-BR" sz="4000" b="1"/>
            </a:br>
            <a:r>
              <a:rPr lang="pt-BR" altLang="pt-BR" sz="4000" b="1"/>
              <a:t>sempre estarmos lá no céu;</a:t>
            </a:r>
            <a:br>
              <a:rPr lang="pt-BR" altLang="pt-BR" sz="4000" b="1"/>
            </a:br>
            <a:r>
              <a:rPr lang="pt-BR" altLang="pt-BR" sz="4000" b="1"/>
              <a:t>Os milhões purificados </a:t>
            </a:r>
            <a:br>
              <a:rPr lang="pt-BR" altLang="pt-BR" sz="4000" b="1"/>
            </a:br>
            <a:r>
              <a:rPr lang="pt-BR" altLang="pt-BR" sz="4000" b="1"/>
              <a:t>pelo sangue de Jesus</a:t>
            </a:r>
            <a:br>
              <a:rPr lang="pt-BR" altLang="pt-BR" sz="4000" b="1"/>
            </a:br>
            <a:r>
              <a:rPr lang="pt-BR" altLang="pt-BR" sz="4000" b="1"/>
              <a:t>Subirão p’ra contemplar </a:t>
            </a:r>
            <a:br>
              <a:rPr lang="pt-BR" altLang="pt-BR" sz="4000" b="1"/>
            </a:br>
            <a:r>
              <a:rPr lang="pt-BR" altLang="pt-BR" sz="4000" b="1"/>
              <a:t>o amado Seu.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BA35587-65B1-6EF2-CA40-12425E8AC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3514725"/>
          </a:xfrm>
        </p:spPr>
        <p:txBody>
          <a:bodyPr/>
          <a:lstStyle/>
          <a:p>
            <a:r>
              <a:rPr lang="pt-BR" altLang="pt-BR" sz="4000" b="1" i="1"/>
              <a:t>Quando os salvos congregados</a:t>
            </a:r>
            <a:br>
              <a:rPr lang="pt-BR" altLang="pt-BR" sz="4000" b="1" i="1"/>
            </a:br>
            <a:r>
              <a:rPr lang="pt-BR" altLang="pt-BR" sz="4000" b="1" i="1"/>
              <a:t>Dentre os povos e nações,</a:t>
            </a:r>
            <a:br>
              <a:rPr lang="pt-BR" altLang="pt-BR" sz="4000" b="1" i="1"/>
            </a:br>
            <a:r>
              <a:rPr lang="pt-BR" altLang="pt-BR" sz="4000" b="1" i="1"/>
              <a:t>Virem Cristo mi amado,</a:t>
            </a:r>
            <a:br>
              <a:rPr lang="pt-BR" altLang="pt-BR" sz="4000" b="1" i="1"/>
            </a:br>
            <a:r>
              <a:rPr lang="pt-BR" altLang="pt-BR" sz="4000" b="1" i="1"/>
              <a:t>Oh! Que gozo encherá seus corações.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FE8AA95-329A-DBCC-568E-A453E458B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74638"/>
            <a:ext cx="8435975" cy="4306887"/>
          </a:xfrm>
        </p:spPr>
        <p:txBody>
          <a:bodyPr/>
          <a:lstStyle/>
          <a:p>
            <a:r>
              <a:rPr lang="pt-BR" altLang="pt-BR" sz="4000" b="1"/>
              <a:t>Lá da Índia vem um povo que Jesus purificou</a:t>
            </a:r>
            <a:br>
              <a:rPr lang="pt-BR" altLang="pt-BR" sz="4000" b="1"/>
            </a:br>
            <a:r>
              <a:rPr lang="pt-BR" altLang="pt-BR" sz="4000" b="1"/>
              <a:t>E da África, as tribos chegarão,</a:t>
            </a:r>
            <a:br>
              <a:rPr lang="pt-BR" altLang="pt-BR" sz="4000" b="1"/>
            </a:br>
            <a:r>
              <a:rPr lang="pt-BR" altLang="pt-BR" sz="4000" b="1"/>
              <a:t>Quem de Cristo, a mensagem lhes levou, os conquistou</a:t>
            </a:r>
            <a:br>
              <a:rPr lang="pt-BR" altLang="pt-BR" sz="4000" b="1"/>
            </a:br>
            <a:r>
              <a:rPr lang="pt-BR" altLang="pt-BR" sz="4000" b="1"/>
              <a:t>Juntos todos’, lá no céu se alegrarão.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B4A87E2-C991-9BE9-0726-55720BEDB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3514725"/>
          </a:xfrm>
        </p:spPr>
        <p:txBody>
          <a:bodyPr/>
          <a:lstStyle/>
          <a:p>
            <a:r>
              <a:rPr lang="pt-BR" altLang="pt-BR" sz="4000" b="1" i="1"/>
              <a:t>Quando os salvos congregados</a:t>
            </a:r>
            <a:br>
              <a:rPr lang="pt-BR" altLang="pt-BR" sz="4000" b="1" i="1"/>
            </a:br>
            <a:r>
              <a:rPr lang="pt-BR" altLang="pt-BR" sz="4000" b="1" i="1"/>
              <a:t>Dentre os povos e nações,</a:t>
            </a:r>
            <a:br>
              <a:rPr lang="pt-BR" altLang="pt-BR" sz="4000" b="1" i="1"/>
            </a:br>
            <a:r>
              <a:rPr lang="pt-BR" altLang="pt-BR" sz="4000" b="1" i="1"/>
              <a:t>Virem Cristo mui amado,</a:t>
            </a:r>
            <a:br>
              <a:rPr lang="pt-BR" altLang="pt-BR" sz="4000" b="1" i="1"/>
            </a:br>
            <a:r>
              <a:rPr lang="pt-BR" altLang="pt-BR" sz="4000" b="1" i="1"/>
              <a:t>Oh! Que gozo encherá seus corações.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7C0DCA1-805E-8957-736B-C1725F7C6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4233862"/>
          </a:xfrm>
        </p:spPr>
        <p:txBody>
          <a:bodyPr/>
          <a:lstStyle/>
          <a:p>
            <a:r>
              <a:rPr lang="pt-BR" altLang="pt-BR" sz="4000" b="1"/>
              <a:t>Quando os milhões da China,</a:t>
            </a:r>
            <a:br>
              <a:rPr lang="pt-BR" altLang="pt-BR" sz="4000" b="1"/>
            </a:br>
            <a:r>
              <a:rPr lang="pt-BR" altLang="pt-BR" sz="4000" b="1"/>
              <a:t>todos que Jesus ganhou</a:t>
            </a:r>
            <a:br>
              <a:rPr lang="pt-BR" altLang="pt-BR" sz="4000" b="1"/>
            </a:br>
            <a:r>
              <a:rPr lang="pt-BR" altLang="pt-BR" sz="4000" b="1"/>
              <a:t>Juntos dos que foram salvos no Brasil</a:t>
            </a:r>
            <a:br>
              <a:rPr lang="pt-BR" altLang="pt-BR" sz="4000" b="1"/>
            </a:br>
            <a:r>
              <a:rPr lang="pt-BR" altLang="pt-BR" sz="4000" b="1"/>
              <a:t>Lá no céu unidos, glória derem todos a Jesus.</a:t>
            </a:r>
            <a:br>
              <a:rPr lang="pt-BR" altLang="pt-BR" sz="4000" b="1"/>
            </a:br>
            <a:r>
              <a:rPr lang="pt-BR" altLang="pt-BR" sz="4000" b="1"/>
              <a:t>Triunfantes estarão no Seu redil.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69CB8FB-7683-6CEE-071F-77D481359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3514725"/>
          </a:xfrm>
        </p:spPr>
        <p:txBody>
          <a:bodyPr/>
          <a:lstStyle/>
          <a:p>
            <a:r>
              <a:rPr lang="pt-BR" altLang="pt-BR" sz="4000" b="1" i="1"/>
              <a:t>Quando os salvos congregados</a:t>
            </a:r>
            <a:br>
              <a:rPr lang="pt-BR" altLang="pt-BR" sz="4000" b="1" i="1"/>
            </a:br>
            <a:r>
              <a:rPr lang="pt-BR" altLang="pt-BR" sz="4000" b="1" i="1"/>
              <a:t>Dentre os povos e nações,</a:t>
            </a:r>
            <a:br>
              <a:rPr lang="pt-BR" altLang="pt-BR" sz="4000" b="1" i="1"/>
            </a:br>
            <a:r>
              <a:rPr lang="pt-BR" altLang="pt-BR" sz="4000" b="1" i="1"/>
              <a:t>Virem Cristo mui amado,</a:t>
            </a:r>
            <a:br>
              <a:rPr lang="pt-BR" altLang="pt-BR" sz="4000" b="1" i="1"/>
            </a:br>
            <a:r>
              <a:rPr lang="pt-BR" altLang="pt-BR" sz="4000" b="1" i="1"/>
              <a:t>Oh! Que gozo encherá seus corações.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37ECC64-7E81-7C05-2EFA-0DE9DB01A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4090987"/>
          </a:xfrm>
        </p:spPr>
        <p:txBody>
          <a:bodyPr/>
          <a:lstStyle/>
          <a:p>
            <a:r>
              <a:rPr lang="pt-BR" altLang="pt-BR" sz="4000" b="1"/>
              <a:t>Espalhemos a mensagem, que Jesus nos entregou</a:t>
            </a:r>
            <a:br>
              <a:rPr lang="pt-BR" altLang="pt-BR" sz="4000" b="1"/>
            </a:br>
            <a:r>
              <a:rPr lang="pt-BR" altLang="pt-BR" sz="4000" b="1"/>
              <a:t>Da gloriosa nova que vem lá da cruz;</a:t>
            </a:r>
            <a:br>
              <a:rPr lang="pt-BR" altLang="pt-BR" sz="4000" b="1"/>
            </a:br>
            <a:r>
              <a:rPr lang="pt-BR" altLang="pt-BR" sz="4000" b="1"/>
              <a:t>Que Seu sangue precioso purifica o pecador,</a:t>
            </a:r>
            <a:br>
              <a:rPr lang="pt-BR" altLang="pt-BR" sz="4000" b="1"/>
            </a:br>
            <a:r>
              <a:rPr lang="pt-BR" altLang="pt-BR" sz="4000" b="1"/>
              <a:t>Derramando nele gloriosa luz.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ADACD2B-B835-D812-E494-5982D72FE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91512" cy="3514725"/>
          </a:xfrm>
        </p:spPr>
        <p:txBody>
          <a:bodyPr/>
          <a:lstStyle/>
          <a:p>
            <a:r>
              <a:rPr lang="pt-BR" altLang="pt-BR" sz="4000" b="1" i="1"/>
              <a:t>Quando os salvos congregados</a:t>
            </a:r>
            <a:br>
              <a:rPr lang="pt-BR" altLang="pt-BR" sz="4000" b="1" i="1"/>
            </a:br>
            <a:r>
              <a:rPr lang="pt-BR" altLang="pt-BR" sz="4000" b="1" i="1"/>
              <a:t>Dentre os povos e nações,</a:t>
            </a:r>
            <a:br>
              <a:rPr lang="pt-BR" altLang="pt-BR" sz="4000" b="1" i="1"/>
            </a:br>
            <a:r>
              <a:rPr lang="pt-BR" altLang="pt-BR" sz="4000" b="1" i="1"/>
              <a:t>Virem Cristo mui amado,</a:t>
            </a:r>
            <a:br>
              <a:rPr lang="pt-BR" altLang="pt-BR" sz="4000" b="1" i="1"/>
            </a:br>
            <a:r>
              <a:rPr lang="pt-BR" altLang="pt-BR" sz="4000" b="1" i="1"/>
              <a:t>Oh! Que gozo encherá seus corações.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89</TotalTime>
  <Words>267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Verdana</vt:lpstr>
      <vt:lpstr>Wingdings</vt:lpstr>
      <vt:lpstr>Globo</vt:lpstr>
      <vt:lpstr>HARPA CRISTÃ – 488  O ÁUREO DIA</vt:lpstr>
      <vt:lpstr>Ao raiar do áureo dia,  o bom Jesus vem nos buscar P’ra com Ele,  sempre estarmos lá no céu; Os milhões purificados  pelo sangue de Jesus Subirão p’ra contemplar  o amado Seu.</vt:lpstr>
      <vt:lpstr>Quando os salvos congregados Dentre os povos e nações, Virem Cristo mi amado, Oh! Que gozo encherá seus corações.</vt:lpstr>
      <vt:lpstr>Lá da Índia vem um povo que Jesus purificou E da África, as tribos chegarão, Quem de Cristo, a mensagem lhes levou, os conquistou Juntos todos’, lá no céu se alegrarão.</vt:lpstr>
      <vt:lpstr>Quando os salvos congregados Dentre os povos e nações, Virem Cristo mui amado, Oh! Que gozo encherá seus corações.</vt:lpstr>
      <vt:lpstr>Quando os milhões da China, todos que Jesus ganhou Juntos dos que foram salvos no Brasil Lá no céu unidos, glória derem todos a Jesus. Triunfantes estarão no Seu redil.</vt:lpstr>
      <vt:lpstr>Quando os salvos congregados Dentre os povos e nações, Virem Cristo mui amado, Oh! Que gozo encherá seus corações.</vt:lpstr>
      <vt:lpstr>Espalhemos a mensagem, que Jesus nos entregou Da gloriosa nova que vem lá da cruz; Que Seu sangue precioso purifica o pecador, Derramando nele gloriosa luz.</vt:lpstr>
      <vt:lpstr>Quando os salvos congregados Dentre os povos e nações, Virem Cristo mui amado, Oh! Que gozo encherá seus corações.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 raiar do áureo dia,  o bom Jesus vem nos buscar P’ra com Ele,  sempre estarmos lá no céu; Os milhões purificados  pelo sangue de Jesus Subirão p’ra contemplar  o amado Seu.</dc:title>
  <dc:creator>Jose Antonio de Bem</dc:creator>
  <cp:lastModifiedBy>Emerson Souza</cp:lastModifiedBy>
  <cp:revision>3</cp:revision>
  <dcterms:created xsi:type="dcterms:W3CDTF">2004-07-25T17:08:58Z</dcterms:created>
  <dcterms:modified xsi:type="dcterms:W3CDTF">2026-05-02T22:17:51Z</dcterms:modified>
</cp:coreProperties>
</file>