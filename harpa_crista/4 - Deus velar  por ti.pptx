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73" d="100"/>
          <a:sy n="73" d="100"/>
        </p:scale>
        <p:origin x="-42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ECF08-C8C2-9E22-E9F7-FACD98456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79D6A5-3385-A061-B2A2-2D8E8FEA9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894077-D074-9309-4B0B-339A0CD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47135B-DA84-8295-A6BF-3BF92ACE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E35D45-B804-F000-26E8-FA7908DB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A69A17-1C70-4328-B9BC-877502104B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471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87A81-F3F5-B2FA-0725-5CB9772B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D7ADBB-6010-D534-D080-F894D2B0D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BC2D9C-ECED-6A1F-B49D-DCE5025E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18237B-345B-1954-CF3E-3DC2DA083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FD54BE-7992-15A6-2AB2-78F96EF8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AE632-4D6E-48E5-94B7-351D543847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458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57AC1-9681-79D8-2993-321D100C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31C307-F667-780A-997A-E180C48D0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B44AEE-66CD-B93D-4994-56C2CEE8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147065-258C-A354-E257-BB31D6FF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DDF333-87BC-B48B-E744-23F123A5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666DE-1E6D-4016-A423-3C883E7505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447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56118-2FD7-B1ED-C88B-80C07F253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F9B332-7DF2-E2EE-73CC-DF87B9DD97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94C822-3E47-E56F-7E49-FEEF0ADF9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B96E25-5819-F2FF-648A-230CF20B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0DF7ED-4BDC-B0B3-907D-EBE0005F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FB76DF-6526-814C-CF58-5A8C3774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1691B-AB26-4F2F-B2A0-A22EEA336F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824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D08DF-E8C7-5461-9F3C-4DB324FD0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FDB230-E50D-39B7-FE5D-6F2D9E6AB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12032C-41AD-E432-01F6-FB250DDB1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759A399-B70B-CF3C-081F-7F9D8EE6C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D9FDC3D-831B-2D77-9D1B-0D6E1D491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3611A95-DCB1-35E5-822A-48A9C374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601D6C7-001E-E4EC-072B-E9F5F484E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F1DD5D4-78AC-6372-875B-AC4814C3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9DFBC-E86C-4BC1-A270-FD1CE0E07F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1281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1919C-3BB2-6B84-55D6-6E8C3D1B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F674932-5D8F-A9CA-2F8E-044E0602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B0030A-A6D9-72A9-72E4-6AF142EA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24FD36-6ABD-A2D0-F975-79BCA8D46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1C26F7-2CB1-485D-8C2D-8F66802362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024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56678C3-7BE1-1529-8989-64BD251F7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147EFA5-A5A6-7E6F-DF6D-AEB424D3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621AED-146D-7100-70C2-AC66B5C3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9A3FBA-DE62-4070-8007-0623C792DF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573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C47C78-CE87-1278-6026-AE0DD914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FEC6A1-6FC6-D183-1659-610FAAC86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AA1679-AE73-DD72-1F29-3BFA40545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5C8E6-FFDD-3182-01E9-084BD9510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42B706-F17B-DE8F-263C-B717F31FE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412D8D-8D40-E088-C636-E04C93D0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3C8DD-32D1-4EB1-A3E5-4FCB260A7A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028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B5D53-5CE6-9779-A43F-503DDE6CC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C49818B-CADA-B12D-2C60-7E4BF9501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020C64-AF29-2429-AFE0-E805E6590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0D7F09-397E-B2B6-F02F-273A2E22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9103C0-A317-BBEF-265D-8A3F214D0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2F24B0-15DF-F788-332E-5613BA07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AD2B88-0F57-47C1-AFDB-11332A5490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497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DC2A0-15BB-5AB5-66DB-CE929AD8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FCE002-D909-DB87-9E37-23640A894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E7EE57-6C76-138B-6BBD-B677F7D25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1A2FF-9EF7-5B1D-6EE5-F20ED53B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E7A1DB-561F-DD6A-0F1D-D5BBF254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69DA8-C857-4F46-90EA-3A9E14FBE8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268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BC9F3B-310B-4641-D710-60C045BC87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878DD0-A698-F123-DDF3-FA108261E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454DE9-0A4F-5BBC-5F13-3FA936CBD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CCC0DF-4146-6BE1-F2F2-B358936F7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DBF964-954E-B503-3E21-D38A4E23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08FAAB-AEBD-44B0-87DD-B0F4D8E941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614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18074E-DE07-5671-1C9B-B155C40294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EC5098-D9BB-5107-8A2B-ED66A8DF4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804D9C2-A5EB-9950-58D9-9C686226BC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1114450-0140-A64F-E28D-B2BE04262C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EDBAEE3-A123-DCF2-EA81-92A380E185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E9A936F-C4B9-4579-A93F-56276EE6CEF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DFF3C29-E7E7-ECDB-8883-03FDC07444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4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5C06537-D88A-1D61-AC31-1FC8B8C975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Não desamines Deus proverá 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Sob suas asas te acolherá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2C69CA6-372F-C7C5-9358-865365656D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cuidará de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viver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sofrer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Seu olhar te acompanhará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C25327A-DCA5-4F6D-0354-1A55AEFAC09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Se o coração palpitar de dor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Tu já provaste Seu terno amor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8B7319B-7A76-0728-65AC-12DA087CA5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cuidará de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viver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sofrer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Seu olhar te acompanhará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6E6D2FD-7F24-5EF4-A217-DA930E1520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Nos desalentos nas provações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Lembra-te Dele nas tentações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529CCE4-587A-D998-468F-3ECA015723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cuidará de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viver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sofrer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Seu olhar te acompanhará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1D1E490-F857-E794-04EB-77AF39C22F2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Tudo o que pedes Ele fará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E o que precisas não negará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8F9EE97-DD3C-9DCB-1A1E-9FE0CA7A872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cuidará de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viver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sofrer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Seu olhar te acompanhará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4DD26B0-04A9-FC8D-23E3-EE547A2F3B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Como estiveres não temas vem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Ele te entende e te ama bem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D6C5218-F2E1-CE27-25A1-E81C56667A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cuidará de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viver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sofrer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Seu olhar te acompanhará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3594638-3717-528B-A6F5-8FE2874F1B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cuidará de ti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viver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No teu sofrer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Seu olhar te acompanhará</a:t>
            </a:r>
            <a:b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pt-BR" altLang="pt-BR" sz="4000" b="1">
                <a:solidFill>
                  <a:schemeClr val="tx1"/>
                </a:solidFill>
                <a:latin typeface="Tahoma" panose="020B0604030504040204" pitchFamily="34" charset="0"/>
              </a:rPr>
              <a:t>Deus velará por ti</a:t>
            </a:r>
            <a:endParaRPr lang="en-US" altLang="pt-BR" sz="4000" b="1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9">
      <a:dk1>
        <a:srgbClr val="336699"/>
      </a:dk1>
      <a:lt1>
        <a:srgbClr val="FFFFFF"/>
      </a:lt1>
      <a:dk2>
        <a:srgbClr val="000000"/>
      </a:dk2>
      <a:lt2>
        <a:srgbClr val="E3EBF1"/>
      </a:lt2>
      <a:accent1>
        <a:srgbClr val="003399"/>
      </a:accent1>
      <a:accent2>
        <a:srgbClr val="468A4B"/>
      </a:accent2>
      <a:accent3>
        <a:srgbClr val="AAAAAA"/>
      </a:accent3>
      <a:accent4>
        <a:srgbClr val="DADADA"/>
      </a:accent4>
      <a:accent5>
        <a:srgbClr val="AAADCA"/>
      </a:accent5>
      <a:accent6>
        <a:srgbClr val="3F7D43"/>
      </a:accent6>
      <a:hlink>
        <a:srgbClr val="66CCFF"/>
      </a:hlink>
      <a:folHlink>
        <a:srgbClr val="F0E5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3">
        <a:dk1>
          <a:srgbClr val="808080"/>
        </a:dk1>
        <a:lt1>
          <a:srgbClr val="FFFFFF"/>
        </a:lt1>
        <a:dk2>
          <a:srgbClr val="000000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AAAAAA"/>
        </a:accent3>
        <a:accent4>
          <a:srgbClr val="DADADA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246</Words>
  <Application>Microsoft Office PowerPoint</Application>
  <PresentationFormat>Apresentação na tela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Tahoma</vt:lpstr>
      <vt:lpstr>Design padrão</vt:lpstr>
      <vt:lpstr>4 Deus Velará Por Ti</vt:lpstr>
      <vt:lpstr>Não desamines Deus proverá  Deus velará por ti Sob suas asas te acolherá Deus velará por ti</vt:lpstr>
      <vt:lpstr>Deus cuidará de ti No teu viver No teu sofrer Seu olhar te acompanhará Deus velará por ti</vt:lpstr>
      <vt:lpstr>Se o coração palpitar de dor Deus velará por ti Tu já provaste Seu terno amor Deus velará por ti</vt:lpstr>
      <vt:lpstr>Deus cuidará de ti No teu viver No teu sofrer Seu olhar te acompanhará Deus velará por ti</vt:lpstr>
      <vt:lpstr>Nos desalentos nas provações Deus velará por ti Lembra-te Dele nas tentações Deus velará por ti</vt:lpstr>
      <vt:lpstr>Deus cuidará de ti No teu viver No teu sofrer Seu olhar te acompanhará Deus velará por ti</vt:lpstr>
      <vt:lpstr>Tudo o que pedes Ele fará Deus velará por ti E o que precisas não negará Deus velará por ti</vt:lpstr>
      <vt:lpstr>Deus cuidará de ti No teu viver No teu sofrer Seu olhar te acompanhará Deus velará por ti</vt:lpstr>
      <vt:lpstr>Como estiveres não temas vem Deus velará por ti Ele te entende e te ama bem Deus velará por ti</vt:lpstr>
      <vt:lpstr>Deus cuidará de ti No teu viver No teu sofrer Seu olhar te acompanhará Deus velará por ti</vt:lpstr>
      <vt:lpstr>Deus cuidará de ti No teu viver No teu sofrer Seu olhar te acompanhará Deus velará por ti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Junior</dc:creator>
  <cp:lastModifiedBy>Emerson Souza</cp:lastModifiedBy>
  <cp:revision>4</cp:revision>
  <dcterms:created xsi:type="dcterms:W3CDTF">2005-07-24T22:23:06Z</dcterms:created>
  <dcterms:modified xsi:type="dcterms:W3CDTF">2026-05-02T21:37:23Z</dcterms:modified>
</cp:coreProperties>
</file>