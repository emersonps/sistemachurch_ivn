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08" y="-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A63E5EA8-EB47-1B8A-2652-9BF5413ED34F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997075"/>
            <a:ext cx="7772400" cy="1431925"/>
          </a:xfrm>
        </p:spPr>
        <p:txBody>
          <a:bodyPr anchor="b" anchorCtr="1"/>
          <a:lstStyle>
            <a:lvl1pPr algn="ctr">
              <a:defRPr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4CD09D9F-2659-CBD1-3A77-DC903F0D53BA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14340" name="Freeform 4">
            <a:extLst>
              <a:ext uri="{FF2B5EF4-FFF2-40B4-BE49-F238E27FC236}">
                <a16:creationId xmlns:a16="http://schemas.microsoft.com/office/drawing/2014/main" id="{0AEFCCB1-626C-3800-84C1-B6B47AE744A6}"/>
              </a:ext>
            </a:extLst>
          </p:cNvPr>
          <p:cNvSpPr>
            <a:spLocks/>
          </p:cNvSpPr>
          <p:nvPr/>
        </p:nvSpPr>
        <p:spPr bwMode="auto">
          <a:xfrm>
            <a:off x="285750" y="2803525"/>
            <a:ext cx="1588" cy="3035300"/>
          </a:xfrm>
          <a:custGeom>
            <a:avLst/>
            <a:gdLst>
              <a:gd name="T0" fmla="*/ 0 h 1912"/>
              <a:gd name="T1" fmla="*/ 6 h 1912"/>
              <a:gd name="T2" fmla="*/ 6 h 1912"/>
              <a:gd name="T3" fmla="*/ 60 h 1912"/>
              <a:gd name="T4" fmla="*/ 1912 h 1912"/>
              <a:gd name="T5" fmla="*/ 1912 h 1912"/>
              <a:gd name="T6" fmla="*/ 0 h 1912"/>
              <a:gd name="T7" fmla="*/ 0 h 1912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  <a:cxn ang="0">
                <a:pos x="0" y="T3"/>
              </a:cxn>
              <a:cxn ang="0">
                <a:pos x="0" y="T4"/>
              </a:cxn>
              <a:cxn ang="0">
                <a:pos x="0" y="T5"/>
              </a:cxn>
              <a:cxn ang="0">
                <a:pos x="0" y="T6"/>
              </a:cxn>
              <a:cxn ang="0">
                <a:pos x="0" y="T7"/>
              </a:cxn>
            </a:cxnLst>
            <a:rect l="0" t="0" r="r" b="b"/>
            <a:pathLst>
              <a:path h="1912">
                <a:moveTo>
                  <a:pt x="0" y="0"/>
                </a:moveTo>
                <a:lnTo>
                  <a:pt x="0" y="6"/>
                </a:lnTo>
                <a:lnTo>
                  <a:pt x="0" y="6"/>
                </a:lnTo>
                <a:lnTo>
                  <a:pt x="0" y="60"/>
                </a:lnTo>
                <a:lnTo>
                  <a:pt x="0" y="1912"/>
                </a:lnTo>
                <a:lnTo>
                  <a:pt x="0" y="1912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6BBA2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4341" name="Rectangle 5">
            <a:extLst>
              <a:ext uri="{FF2B5EF4-FFF2-40B4-BE49-F238E27FC236}">
                <a16:creationId xmlns:a16="http://schemas.microsoft.com/office/drawing/2014/main" id="{2B256749-5636-8F45-92F5-057BFCE8902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4342" name="Rectangle 6">
            <a:extLst>
              <a:ext uri="{FF2B5EF4-FFF2-40B4-BE49-F238E27FC236}">
                <a16:creationId xmlns:a16="http://schemas.microsoft.com/office/drawing/2014/main" id="{63116086-3542-D4CF-DA2B-CCE34CC8917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45F92D49-1F21-49EF-BAD0-17646A5B43E5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14343" name="Rectangle 7">
            <a:extLst>
              <a:ext uri="{FF2B5EF4-FFF2-40B4-BE49-F238E27FC236}">
                <a16:creationId xmlns:a16="http://schemas.microsoft.com/office/drawing/2014/main" id="{34D45558-0135-7167-358D-F780C7D91D3F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2A928E-50DC-47E3-1CAA-348F5E925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5C2997-4CF3-2AB4-E323-3579A6CD7D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77233C1-07AC-86C4-F774-717168A80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434BAC0-C6F8-7D6D-1BAB-253AF119C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F2CE92F-37F2-AC27-4A0A-4C14638CB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A9585D-7D5F-48DB-B3FC-BE4358E2A25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75282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354112-1BEE-0DE9-84FF-636F14DEF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BADADCB-F7B9-057F-8B62-A2890E469A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89DB398-ECCE-BBD4-5357-FBEDDEBB1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F7B2B1E-BA2C-057A-6B63-127FB69F6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D173B5-B795-45F7-BB7A-9FA1C0D4D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D6888D-EFFE-43D1-A050-77C8A6C0E42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2581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3CE22F-7DD5-207B-BFC9-2CC9A1042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99DFDB1-1595-DB18-40CB-843C0B19FD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905000"/>
            <a:ext cx="4038600" cy="4114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9EFB0A6-059C-3B5D-9298-526C4F8198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4038600" cy="4114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438FBBB-447F-7260-D32E-D6D3DD2F0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08FC695-4479-A95E-614B-9943A4D9F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A7550BA-7CE2-40BF-A950-A0BCD8DA3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956094-FEF7-43A1-AF4E-81550130B8A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81544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D58AD4-0120-A145-A2F9-C1DB03DE2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0679FDD-1D65-FDE3-5EAB-714A25855A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D3DC0A4-1FD9-8504-2AC5-37A6C94CE0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8920A17-AA81-D3A5-CBD1-D98CA7C371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D651732-5E66-1BC0-48C7-14904C3B5A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03BF99D-AC42-EAD9-8489-9ABC37F1E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9348C5-41AD-0BDE-3663-786287535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70F1E53-E29A-4830-1489-339DEE33A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5E17E2-DDE6-41F7-BD31-CF4D849A701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43766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3FCF4F-880E-F5BE-692A-55E148CAB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B86DA01-96C8-4A2E-F7F7-FF9D748DE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B5ADB2E-6ED1-972D-AFA6-0DAA14B9F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0492BF0-29EA-0BC8-2318-1FF8BED76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4D2323-38CC-4BB1-8B12-2A35CE5CF5E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94675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8AE37AA-5C3F-D2A5-1A34-D11BD4B2C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3D85E07-A2F2-CB79-FF11-3E353BFA1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F8C10B8-2BBA-FA1E-290C-F2F9DD9E5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0E2FAA-1B77-4DAB-BD65-D3ABCE09573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76725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E27D18-2E6F-49BD-25BB-275746305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88914B3-F683-9F46-4740-55AA6754DF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603AB03-31A9-CD26-3159-129B84EEE8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2EE88B8-C3F8-3CCA-48B3-CD634A029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3A8E6BC-E2E6-F5AB-7E88-16803E00F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EBD3CD8-A384-A79D-D1EC-204C623BF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B8A833-6088-460C-9AF7-062C56F1D65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43147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F90AB3-4241-060A-E6D6-BB3040CF9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0CF95FD-A9B4-E693-082B-3B2E24CFAA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BD7A036-8016-FD83-A2E3-5E6008A431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4FE28B9-C324-883D-FC33-E359F7414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A1384C1-0FED-D377-D9A7-3730FE084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3F6D65-3AFF-C09B-D391-760D0E2B0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56B3C5-84A1-4A3F-BEB1-DEB57B3E703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70794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4538AD-9FF4-BAAD-A9F7-0D98D9B7F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C14A600-07AC-541F-0656-6315900D5B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2A7330-9D4D-2E3D-72EA-F242F20D6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0B4F158-6943-2978-742A-92B5D66A3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466B4-040B-E041-664C-A3C9959EE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FFA695-89D0-4A7C-9606-D94C17B0C07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97231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D9B1BD5-84DB-D2D3-E0AC-E041F2784D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92100"/>
            <a:ext cx="2057400" cy="57277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32AD86F-C60B-9F18-03FB-23EB2A6EAB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92100"/>
            <a:ext cx="6019800" cy="572770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F6D7D79-BDA9-46E6-8A99-F557105DC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60CB95B-98C7-CD6B-1884-954D63074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B9D3574-C7CD-B1EA-1001-01388BF01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35467F-2644-48BE-8381-10886F24327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26815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duotone>
              <a:schemeClr val="bg1"/>
              <a:srgbClr val="FFFFFF"/>
            </a:duotone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24C3F35F-75E2-64B2-0A22-E428D96329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92100"/>
            <a:ext cx="8229600" cy="138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4C3805AC-98B9-41E4-FF5F-D2E6C5BEB4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05000"/>
            <a:ext cx="82296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BD67DCA6-1847-4874-F441-734540054B6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1pPr>
          </a:lstStyle>
          <a:p>
            <a:endParaRPr lang="en-US" altLang="pt-BR"/>
          </a:p>
        </p:txBody>
      </p:sp>
      <p:sp>
        <p:nvSpPr>
          <p:cNvPr id="13317" name="Rectangle 5">
            <a:extLst>
              <a:ext uri="{FF2B5EF4-FFF2-40B4-BE49-F238E27FC236}">
                <a16:creationId xmlns:a16="http://schemas.microsoft.com/office/drawing/2014/main" id="{403663A5-2D7D-7B48-2C0C-9DC374D47B4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1pPr>
          </a:lstStyle>
          <a:p>
            <a:endParaRPr lang="en-US" altLang="pt-BR"/>
          </a:p>
        </p:txBody>
      </p:sp>
      <p:sp>
        <p:nvSpPr>
          <p:cNvPr id="13318" name="Rectangle 6">
            <a:extLst>
              <a:ext uri="{FF2B5EF4-FFF2-40B4-BE49-F238E27FC236}">
                <a16:creationId xmlns:a16="http://schemas.microsoft.com/office/drawing/2014/main" id="{88828331-1AA1-202C-0F59-FE4B938DB91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1pPr>
          </a:lstStyle>
          <a:p>
            <a:fld id="{4283BD11-9311-439A-9F9E-EBE9C2D7988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120000"/>
        <a:buChar char="•"/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Tahoma" panose="020B0604030504040204" pitchFamily="34" charset="0"/>
        <a:buChar char="–"/>
        <a:defRPr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120000"/>
        <a:buChar char="•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Tahoma" panose="020B0604030504040204" pitchFamily="34" charset="0"/>
        <a:buChar char="–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v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02EFE1A0-F619-1929-EFF3-1281667F118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pt-BR" sz="4000" b="1">
                <a:solidFill>
                  <a:schemeClr val="tx1"/>
                </a:solidFill>
              </a:rPr>
              <a:t>161</a:t>
            </a:r>
            <a:br>
              <a:rPr lang="en-US" altLang="pt-BR" sz="4000" b="1">
                <a:solidFill>
                  <a:schemeClr val="tx1"/>
                </a:solidFill>
              </a:rPr>
            </a:br>
            <a:r>
              <a:rPr lang="en-US" altLang="pt-BR" sz="4000" b="1">
                <a:solidFill>
                  <a:schemeClr val="tx1"/>
                </a:solidFill>
              </a:rPr>
              <a:t>NAVEGANDO P'RA TERRA CELESTE</a:t>
            </a:r>
            <a:br>
              <a:rPr lang="en-US" altLang="pt-BR" sz="4000" b="1">
                <a:solidFill>
                  <a:schemeClr val="tx1"/>
                </a:solidFill>
              </a:rPr>
            </a:br>
            <a:endParaRPr lang="en-US" altLang="pt-BR" sz="40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2F613E4-92AD-25D2-6366-D810727BE4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74638"/>
            <a:ext cx="8218487" cy="6323012"/>
          </a:xfrm>
        </p:spPr>
        <p:txBody>
          <a:bodyPr/>
          <a:lstStyle/>
          <a:p>
            <a:r>
              <a:rPr lang="en-US" altLang="pt-BR" sz="3600">
                <a:solidFill>
                  <a:schemeClr val="tx1"/>
                </a:solidFill>
                <a:latin typeface="Georgia" panose="02040502050405020303" pitchFamily="18" charset="0"/>
              </a:rPr>
              <a:t>P'ra terra celeste meu barco andará, </a:t>
            </a:r>
            <a:br>
              <a:rPr lang="en-US" altLang="pt-BR" sz="3600">
                <a:solidFill>
                  <a:schemeClr val="tx1"/>
                </a:solidFill>
                <a:latin typeface="Georgia" panose="02040502050405020303" pitchFamily="18" charset="0"/>
              </a:rPr>
            </a:br>
            <a:r>
              <a:rPr lang="en-US" altLang="pt-BR" sz="3600">
                <a:solidFill>
                  <a:schemeClr val="tx1"/>
                </a:solidFill>
                <a:latin typeface="Georgia" panose="02040502050405020303" pitchFamily="18" charset="0"/>
              </a:rPr>
              <a:t>Ali, onde os santos já estão;</a:t>
            </a:r>
            <a:br>
              <a:rPr lang="en-US" altLang="pt-BR" sz="3600">
                <a:solidFill>
                  <a:schemeClr val="tx1"/>
                </a:solidFill>
                <a:latin typeface="Georgia" panose="02040502050405020303" pitchFamily="18" charset="0"/>
              </a:rPr>
            </a:br>
            <a:r>
              <a:rPr lang="en-US" altLang="pt-BR" sz="3600">
                <a:solidFill>
                  <a:schemeClr val="tx1"/>
                </a:solidFill>
                <a:latin typeface="Georgia" panose="02040502050405020303" pitchFamily="18" charset="0"/>
              </a:rPr>
              <a:t>Findando a noite, manhã romperá; Então, os remidos entrarão.</a:t>
            </a:r>
            <a:br>
              <a:rPr lang="en-US" altLang="pt-BR" sz="3600">
                <a:solidFill>
                  <a:schemeClr val="tx1"/>
                </a:solidFill>
                <a:latin typeface="Georgia" panose="02040502050405020303" pitchFamily="18" charset="0"/>
              </a:rPr>
            </a:br>
            <a:endParaRPr lang="en-US" altLang="pt-BR" sz="360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3B0AEFB0-1305-A9AE-EC06-2F5382D77B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825" y="274638"/>
            <a:ext cx="8435975" cy="6107112"/>
          </a:xfrm>
        </p:spPr>
        <p:txBody>
          <a:bodyPr/>
          <a:lstStyle/>
          <a:p>
            <a:r>
              <a:rPr lang="en-US" altLang="pt-BR" sz="2800" b="1" i="1">
                <a:solidFill>
                  <a:schemeClr val="tx1"/>
                </a:solidFill>
                <a:latin typeface="Georgia" panose="02040502050405020303" pitchFamily="18" charset="0"/>
              </a:rPr>
              <a:t>Sim, vou pelas terras, pelos mares também, </a:t>
            </a:r>
            <a:br>
              <a:rPr lang="en-US" altLang="pt-BR" sz="2800" b="1" i="1">
                <a:solidFill>
                  <a:schemeClr val="tx1"/>
                </a:solidFill>
                <a:latin typeface="Georgia" panose="02040502050405020303" pitchFamily="18" charset="0"/>
              </a:rPr>
            </a:br>
            <a:r>
              <a:rPr lang="en-US" altLang="pt-BR" sz="2800" b="1" i="1">
                <a:solidFill>
                  <a:schemeClr val="tx1"/>
                </a:solidFill>
                <a:latin typeface="Georgia" panose="02040502050405020303" pitchFamily="18" charset="0"/>
              </a:rPr>
              <a:t>Alerta, Jesus me guiará; </a:t>
            </a:r>
            <a:br>
              <a:rPr lang="en-US" altLang="pt-BR" sz="2800" b="1" i="1">
                <a:solidFill>
                  <a:schemeClr val="tx1"/>
                </a:solidFill>
                <a:latin typeface="Georgia" panose="02040502050405020303" pitchFamily="18" charset="0"/>
              </a:rPr>
            </a:br>
            <a:r>
              <a:rPr lang="en-US" altLang="pt-BR" sz="2800" b="1" i="1">
                <a:solidFill>
                  <a:schemeClr val="tx1"/>
                </a:solidFill>
                <a:latin typeface="Georgia" panose="02040502050405020303" pitchFamily="18" charset="0"/>
              </a:rPr>
              <a:t>Ele prometeu a mim, </a:t>
            </a:r>
            <a:br>
              <a:rPr lang="en-US" altLang="pt-BR" sz="2800" b="1" i="1">
                <a:solidFill>
                  <a:schemeClr val="tx1"/>
                </a:solidFill>
                <a:latin typeface="Georgia" panose="02040502050405020303" pitchFamily="18" charset="0"/>
              </a:rPr>
            </a:br>
            <a:r>
              <a:rPr lang="en-US" altLang="pt-BR" sz="2800" b="1" i="1">
                <a:solidFill>
                  <a:schemeClr val="tx1"/>
                </a:solidFill>
                <a:latin typeface="Georgia" panose="02040502050405020303" pitchFamily="18" charset="0"/>
              </a:rPr>
              <a:t>Nunca deixar-me no mundo, porém,</a:t>
            </a:r>
            <a:br>
              <a:rPr lang="en-US" altLang="pt-BR" sz="2800" b="1" i="1">
                <a:solidFill>
                  <a:schemeClr val="tx1"/>
                </a:solidFill>
                <a:latin typeface="Georgia" panose="02040502050405020303" pitchFamily="18" charset="0"/>
              </a:rPr>
            </a:br>
            <a:r>
              <a:rPr lang="en-US" altLang="pt-BR" sz="2800" b="1" i="1">
                <a:solidFill>
                  <a:schemeClr val="tx1"/>
                </a:solidFill>
                <a:latin typeface="Georgia" panose="02040502050405020303" pitchFamily="18" charset="0"/>
              </a:rPr>
              <a:t>Sim, levar-me ao porto, co'alegria sem fim.</a:t>
            </a:r>
            <a:br>
              <a:rPr lang="en-US" altLang="pt-BR" sz="2800" b="1" i="1">
                <a:solidFill>
                  <a:schemeClr val="tx1"/>
                </a:solidFill>
                <a:latin typeface="Georgia" panose="02040502050405020303" pitchFamily="18" charset="0"/>
              </a:rPr>
            </a:br>
            <a:endParaRPr lang="en-US" altLang="pt-BR" sz="2800" b="1" i="1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26CFCD8-3BC1-444D-5F3B-3C12D8811E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74638"/>
            <a:ext cx="8362950" cy="6034087"/>
          </a:xfrm>
        </p:spPr>
        <p:txBody>
          <a:bodyPr/>
          <a:lstStyle/>
          <a:p>
            <a:r>
              <a:rPr lang="en-US" altLang="pt-BR" sz="3600">
                <a:solidFill>
                  <a:schemeClr val="tx1"/>
                </a:solidFill>
                <a:latin typeface="Georgia" panose="02040502050405020303" pitchFamily="18" charset="0"/>
              </a:rPr>
              <a:t>Será jubiloso esse dia p'ra mim,</a:t>
            </a:r>
            <a:br>
              <a:rPr lang="en-US" altLang="pt-BR" sz="3600">
                <a:solidFill>
                  <a:schemeClr val="tx1"/>
                </a:solidFill>
                <a:latin typeface="Georgia" panose="02040502050405020303" pitchFamily="18" charset="0"/>
              </a:rPr>
            </a:br>
            <a:r>
              <a:rPr lang="en-US" altLang="pt-BR" sz="3600">
                <a:solidFill>
                  <a:schemeClr val="tx1"/>
                </a:solidFill>
                <a:latin typeface="Georgia" panose="02040502050405020303" pitchFamily="18" charset="0"/>
              </a:rPr>
              <a:t>Em que eu chegar ao céu de luz;</a:t>
            </a:r>
            <a:br>
              <a:rPr lang="en-US" altLang="pt-BR" sz="3600">
                <a:solidFill>
                  <a:schemeClr val="tx1"/>
                </a:solidFill>
                <a:latin typeface="Georgia" panose="02040502050405020303" pitchFamily="18" charset="0"/>
              </a:rPr>
            </a:br>
            <a:r>
              <a:rPr lang="en-US" altLang="pt-BR" sz="3600">
                <a:solidFill>
                  <a:schemeClr val="tx1"/>
                </a:solidFill>
                <a:latin typeface="Georgia" panose="02040502050405020303" pitchFamily="18" charset="0"/>
              </a:rPr>
              <a:t>Que paz e descanso, com Deus, lá sem fim! Saúdo-Te já, ó meu Jesus!</a:t>
            </a:r>
            <a:br>
              <a:rPr lang="en-US" altLang="pt-BR" sz="3600">
                <a:solidFill>
                  <a:schemeClr val="tx1"/>
                </a:solidFill>
                <a:latin typeface="Georgia" panose="02040502050405020303" pitchFamily="18" charset="0"/>
              </a:rPr>
            </a:br>
            <a:endParaRPr lang="en-US" altLang="pt-BR" sz="360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4A46BEEF-265D-F096-B911-9E9527CA92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825" y="274638"/>
            <a:ext cx="8435975" cy="6107112"/>
          </a:xfrm>
        </p:spPr>
        <p:txBody>
          <a:bodyPr/>
          <a:lstStyle/>
          <a:p>
            <a:r>
              <a:rPr lang="en-US" altLang="pt-BR" sz="2800" b="1" i="1">
                <a:solidFill>
                  <a:schemeClr val="tx1"/>
                </a:solidFill>
                <a:latin typeface="Georgia" panose="02040502050405020303" pitchFamily="18" charset="0"/>
              </a:rPr>
              <a:t>Sim, vou pelas terras, pelos mares também, </a:t>
            </a:r>
            <a:br>
              <a:rPr lang="en-US" altLang="pt-BR" sz="2800" b="1" i="1">
                <a:solidFill>
                  <a:schemeClr val="tx1"/>
                </a:solidFill>
                <a:latin typeface="Georgia" panose="02040502050405020303" pitchFamily="18" charset="0"/>
              </a:rPr>
            </a:br>
            <a:r>
              <a:rPr lang="en-US" altLang="pt-BR" sz="2800" b="1" i="1">
                <a:solidFill>
                  <a:schemeClr val="tx1"/>
                </a:solidFill>
                <a:latin typeface="Georgia" panose="02040502050405020303" pitchFamily="18" charset="0"/>
              </a:rPr>
              <a:t>Alerta, Jesus me guiará; </a:t>
            </a:r>
            <a:br>
              <a:rPr lang="en-US" altLang="pt-BR" sz="2800" b="1" i="1">
                <a:solidFill>
                  <a:schemeClr val="tx1"/>
                </a:solidFill>
                <a:latin typeface="Georgia" panose="02040502050405020303" pitchFamily="18" charset="0"/>
              </a:rPr>
            </a:br>
            <a:r>
              <a:rPr lang="en-US" altLang="pt-BR" sz="2800" b="1" i="1">
                <a:solidFill>
                  <a:schemeClr val="tx1"/>
                </a:solidFill>
                <a:latin typeface="Georgia" panose="02040502050405020303" pitchFamily="18" charset="0"/>
              </a:rPr>
              <a:t>Ele prometeu a mim, </a:t>
            </a:r>
            <a:br>
              <a:rPr lang="en-US" altLang="pt-BR" sz="2800" b="1" i="1">
                <a:solidFill>
                  <a:schemeClr val="tx1"/>
                </a:solidFill>
                <a:latin typeface="Georgia" panose="02040502050405020303" pitchFamily="18" charset="0"/>
              </a:rPr>
            </a:br>
            <a:r>
              <a:rPr lang="en-US" altLang="pt-BR" sz="2800" b="1" i="1">
                <a:solidFill>
                  <a:schemeClr val="tx1"/>
                </a:solidFill>
                <a:latin typeface="Georgia" panose="02040502050405020303" pitchFamily="18" charset="0"/>
              </a:rPr>
              <a:t>Nunca deixar-me no mundo, porém,</a:t>
            </a:r>
            <a:br>
              <a:rPr lang="en-US" altLang="pt-BR" sz="2800" b="1" i="1">
                <a:solidFill>
                  <a:schemeClr val="tx1"/>
                </a:solidFill>
                <a:latin typeface="Georgia" panose="02040502050405020303" pitchFamily="18" charset="0"/>
              </a:rPr>
            </a:br>
            <a:r>
              <a:rPr lang="en-US" altLang="pt-BR" sz="2800" b="1" i="1">
                <a:solidFill>
                  <a:schemeClr val="tx1"/>
                </a:solidFill>
                <a:latin typeface="Georgia" panose="02040502050405020303" pitchFamily="18" charset="0"/>
              </a:rPr>
              <a:t>Sim, levar-me ao porto, co'alegria sem fim.</a:t>
            </a:r>
            <a:br>
              <a:rPr lang="en-US" altLang="pt-BR" sz="2800" b="1" i="1">
                <a:solidFill>
                  <a:schemeClr val="tx1"/>
                </a:solidFill>
                <a:latin typeface="Georgia" panose="02040502050405020303" pitchFamily="18" charset="0"/>
              </a:rPr>
            </a:br>
            <a:endParaRPr lang="en-US" altLang="pt-BR" sz="2800" b="1" i="1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F6393F05-D918-F8CC-397B-59424CFD47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274638"/>
            <a:ext cx="8291512" cy="6178550"/>
          </a:xfrm>
        </p:spPr>
        <p:txBody>
          <a:bodyPr/>
          <a:lstStyle/>
          <a:p>
            <a:r>
              <a:rPr lang="en-US" altLang="pt-BR" sz="3600">
                <a:solidFill>
                  <a:schemeClr val="tx1"/>
                </a:solidFill>
                <a:latin typeface="Georgia" panose="02040502050405020303" pitchFamily="18" charset="0"/>
              </a:rPr>
              <a:t>O mundo que jazes no vil tentador </a:t>
            </a:r>
            <a:br>
              <a:rPr lang="en-US" altLang="pt-BR" sz="3600">
                <a:solidFill>
                  <a:schemeClr val="tx1"/>
                </a:solidFill>
                <a:latin typeface="Georgia" panose="02040502050405020303" pitchFamily="18" charset="0"/>
              </a:rPr>
            </a:br>
            <a:r>
              <a:rPr lang="en-US" altLang="pt-BR" sz="3600">
                <a:solidFill>
                  <a:schemeClr val="tx1"/>
                </a:solidFill>
                <a:latin typeface="Georgia" panose="02040502050405020303" pitchFamily="18" charset="0"/>
              </a:rPr>
              <a:t>Não quero jamais em ti morar,</a:t>
            </a:r>
            <a:br>
              <a:rPr lang="en-US" altLang="pt-BR" sz="3600">
                <a:solidFill>
                  <a:schemeClr val="tx1"/>
                </a:solidFill>
                <a:latin typeface="Georgia" panose="02040502050405020303" pitchFamily="18" charset="0"/>
              </a:rPr>
            </a:br>
            <a:r>
              <a:rPr lang="en-US" altLang="pt-BR" sz="3600">
                <a:solidFill>
                  <a:schemeClr val="tx1"/>
                </a:solidFill>
                <a:latin typeface="Georgia" panose="02040502050405020303" pitchFamily="18" charset="0"/>
              </a:rPr>
              <a:t>P'ra festa celeste eu vou com fervor, </a:t>
            </a:r>
            <a:br>
              <a:rPr lang="en-US" altLang="pt-BR" sz="3600">
                <a:solidFill>
                  <a:schemeClr val="tx1"/>
                </a:solidFill>
                <a:latin typeface="Georgia" panose="02040502050405020303" pitchFamily="18" charset="0"/>
              </a:rPr>
            </a:br>
            <a:r>
              <a:rPr lang="en-US" altLang="pt-BR" sz="3600">
                <a:solidFill>
                  <a:schemeClr val="tx1"/>
                </a:solidFill>
                <a:latin typeface="Georgia" panose="02040502050405020303" pitchFamily="18" charset="0"/>
              </a:rPr>
              <a:t>Louvores a Cristo irei cantar!</a:t>
            </a:r>
            <a:br>
              <a:rPr lang="en-US" altLang="pt-BR" sz="3600">
                <a:solidFill>
                  <a:schemeClr val="tx1"/>
                </a:solidFill>
                <a:latin typeface="Georgia" panose="02040502050405020303" pitchFamily="18" charset="0"/>
              </a:rPr>
            </a:br>
            <a:endParaRPr lang="en-US" altLang="pt-BR" sz="360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05B01BE0-71D5-229B-F3B1-45110DFE49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825" y="274638"/>
            <a:ext cx="8435975" cy="6107112"/>
          </a:xfrm>
        </p:spPr>
        <p:txBody>
          <a:bodyPr/>
          <a:lstStyle/>
          <a:p>
            <a:r>
              <a:rPr lang="en-US" altLang="pt-BR" sz="2800" b="1" i="1">
                <a:solidFill>
                  <a:schemeClr val="tx1"/>
                </a:solidFill>
                <a:latin typeface="Georgia" panose="02040502050405020303" pitchFamily="18" charset="0"/>
              </a:rPr>
              <a:t>Sim, vou pelas terras, pelos mares também, </a:t>
            </a:r>
            <a:br>
              <a:rPr lang="en-US" altLang="pt-BR" sz="2800" b="1" i="1">
                <a:solidFill>
                  <a:schemeClr val="tx1"/>
                </a:solidFill>
                <a:latin typeface="Georgia" panose="02040502050405020303" pitchFamily="18" charset="0"/>
              </a:rPr>
            </a:br>
            <a:r>
              <a:rPr lang="en-US" altLang="pt-BR" sz="2800" b="1" i="1">
                <a:solidFill>
                  <a:schemeClr val="tx1"/>
                </a:solidFill>
                <a:latin typeface="Georgia" panose="02040502050405020303" pitchFamily="18" charset="0"/>
              </a:rPr>
              <a:t>Alerta, Jesus me guiará; </a:t>
            </a:r>
            <a:br>
              <a:rPr lang="en-US" altLang="pt-BR" sz="2800" b="1" i="1">
                <a:solidFill>
                  <a:schemeClr val="tx1"/>
                </a:solidFill>
                <a:latin typeface="Georgia" panose="02040502050405020303" pitchFamily="18" charset="0"/>
              </a:rPr>
            </a:br>
            <a:r>
              <a:rPr lang="en-US" altLang="pt-BR" sz="2800" b="1" i="1">
                <a:solidFill>
                  <a:schemeClr val="tx1"/>
                </a:solidFill>
                <a:latin typeface="Georgia" panose="02040502050405020303" pitchFamily="18" charset="0"/>
              </a:rPr>
              <a:t>Ele prometeu a mim, </a:t>
            </a:r>
            <a:br>
              <a:rPr lang="en-US" altLang="pt-BR" sz="2800" b="1" i="1">
                <a:solidFill>
                  <a:schemeClr val="tx1"/>
                </a:solidFill>
                <a:latin typeface="Georgia" panose="02040502050405020303" pitchFamily="18" charset="0"/>
              </a:rPr>
            </a:br>
            <a:r>
              <a:rPr lang="en-US" altLang="pt-BR" sz="2800" b="1" i="1">
                <a:solidFill>
                  <a:schemeClr val="tx1"/>
                </a:solidFill>
                <a:latin typeface="Georgia" panose="02040502050405020303" pitchFamily="18" charset="0"/>
              </a:rPr>
              <a:t>Nunca deixar-me no mundo, porém,</a:t>
            </a:r>
            <a:br>
              <a:rPr lang="en-US" altLang="pt-BR" sz="2800" b="1" i="1">
                <a:solidFill>
                  <a:schemeClr val="tx1"/>
                </a:solidFill>
                <a:latin typeface="Georgia" panose="02040502050405020303" pitchFamily="18" charset="0"/>
              </a:rPr>
            </a:br>
            <a:r>
              <a:rPr lang="en-US" altLang="pt-BR" sz="2800" b="1" i="1">
                <a:solidFill>
                  <a:schemeClr val="tx1"/>
                </a:solidFill>
                <a:latin typeface="Georgia" panose="02040502050405020303" pitchFamily="18" charset="0"/>
              </a:rPr>
              <a:t>Sim, levar-me ao porto, co'alegria sem fim.</a:t>
            </a:r>
            <a:br>
              <a:rPr lang="en-US" altLang="pt-BR" sz="2800" b="1" i="1">
                <a:solidFill>
                  <a:schemeClr val="tx1"/>
                </a:solidFill>
                <a:latin typeface="Georgia" panose="02040502050405020303" pitchFamily="18" charset="0"/>
              </a:rPr>
            </a:br>
            <a:endParaRPr lang="en-US" altLang="pt-BR" sz="2800" b="1" i="1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D52324FF-0B00-ED75-A368-5BCD107772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274638"/>
            <a:ext cx="8147050" cy="6178550"/>
          </a:xfrm>
        </p:spPr>
        <p:txBody>
          <a:bodyPr/>
          <a:lstStyle/>
          <a:p>
            <a:r>
              <a:rPr lang="en-US" altLang="pt-BR" sz="3600">
                <a:solidFill>
                  <a:schemeClr val="tx1"/>
                </a:solidFill>
                <a:latin typeface="Georgia" panose="02040502050405020303" pitchFamily="18" charset="0"/>
              </a:rPr>
              <a:t>Amigos, lembrai-vos que o naufragar</a:t>
            </a:r>
            <a:br>
              <a:rPr lang="en-US" altLang="pt-BR" sz="3600">
                <a:solidFill>
                  <a:schemeClr val="tx1"/>
                </a:solidFill>
                <a:latin typeface="Georgia" panose="02040502050405020303" pitchFamily="18" charset="0"/>
              </a:rPr>
            </a:br>
            <a:r>
              <a:rPr lang="en-US" altLang="pt-BR" sz="3600">
                <a:solidFill>
                  <a:schemeClr val="tx1"/>
                </a:solidFill>
                <a:latin typeface="Georgia" panose="02040502050405020303" pitchFamily="18" charset="0"/>
              </a:rPr>
              <a:t>E fácil p'ra qualquer um de vós;</a:t>
            </a:r>
            <a:br>
              <a:rPr lang="en-US" altLang="pt-BR" sz="3600">
                <a:solidFill>
                  <a:schemeClr val="tx1"/>
                </a:solidFill>
                <a:latin typeface="Georgia" panose="02040502050405020303" pitchFamily="18" charset="0"/>
              </a:rPr>
            </a:br>
            <a:r>
              <a:rPr lang="en-US" altLang="pt-BR" sz="3600">
                <a:solidFill>
                  <a:schemeClr val="tx1"/>
                </a:solidFill>
                <a:latin typeface="Georgia" panose="02040502050405020303" pitchFamily="18" charset="0"/>
              </a:rPr>
              <a:t>Convite, p'ras bodas, </a:t>
            </a:r>
            <a:br>
              <a:rPr lang="en-US" altLang="pt-BR" sz="3600">
                <a:solidFill>
                  <a:schemeClr val="tx1"/>
                </a:solidFill>
                <a:latin typeface="Georgia" panose="02040502050405020303" pitchFamily="18" charset="0"/>
              </a:rPr>
            </a:br>
            <a:r>
              <a:rPr lang="en-US" altLang="pt-BR" sz="3600">
                <a:solidFill>
                  <a:schemeClr val="tx1"/>
                </a:solidFill>
                <a:latin typeface="Georgia" panose="02040502050405020303" pitchFamily="18" charset="0"/>
              </a:rPr>
              <a:t>Jesus vos quer dar;</a:t>
            </a:r>
            <a:br>
              <a:rPr lang="en-US" altLang="pt-BR" sz="3600">
                <a:solidFill>
                  <a:schemeClr val="tx1"/>
                </a:solidFill>
                <a:latin typeface="Georgia" panose="02040502050405020303" pitchFamily="18" charset="0"/>
              </a:rPr>
            </a:br>
            <a:r>
              <a:rPr lang="en-US" altLang="pt-BR" sz="3600">
                <a:solidFill>
                  <a:schemeClr val="tx1"/>
                </a:solidFill>
                <a:latin typeface="Georgia" panose="02040502050405020303" pitchFamily="18" charset="0"/>
              </a:rPr>
              <a:t>Lugar há bastante para nós.</a:t>
            </a:r>
            <a:r>
              <a:rPr lang="en-US" altLang="pt-BR" sz="4000">
                <a:solidFill>
                  <a:schemeClr val="tx1"/>
                </a:solidFill>
              </a:rPr>
              <a:t>	</a:t>
            </a:r>
            <a:br>
              <a:rPr lang="en-US" altLang="pt-BR" sz="4000">
                <a:solidFill>
                  <a:schemeClr val="tx1"/>
                </a:solidFill>
              </a:rPr>
            </a:br>
            <a:r>
              <a:rPr lang="en-US" altLang="pt-BR" sz="1400">
                <a:solidFill>
                  <a:schemeClr val="tx1"/>
                </a:solidFill>
              </a:rPr>
              <a:t>	                                                                                                                    J.Car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FCD06D15-DFE6-FA29-AAEF-565E9A96CA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825" y="274638"/>
            <a:ext cx="8435975" cy="6107112"/>
          </a:xfrm>
        </p:spPr>
        <p:txBody>
          <a:bodyPr/>
          <a:lstStyle/>
          <a:p>
            <a:r>
              <a:rPr lang="en-US" altLang="pt-BR" sz="2800" b="1" i="1">
                <a:solidFill>
                  <a:schemeClr val="tx1"/>
                </a:solidFill>
                <a:latin typeface="Georgia" panose="02040502050405020303" pitchFamily="18" charset="0"/>
              </a:rPr>
              <a:t>Sim, vou pelas terras, pelos mares também, </a:t>
            </a:r>
            <a:br>
              <a:rPr lang="en-US" altLang="pt-BR" sz="2800" b="1" i="1">
                <a:solidFill>
                  <a:schemeClr val="tx1"/>
                </a:solidFill>
                <a:latin typeface="Georgia" panose="02040502050405020303" pitchFamily="18" charset="0"/>
              </a:rPr>
            </a:br>
            <a:r>
              <a:rPr lang="en-US" altLang="pt-BR" sz="2800" b="1" i="1">
                <a:solidFill>
                  <a:schemeClr val="tx1"/>
                </a:solidFill>
                <a:latin typeface="Georgia" panose="02040502050405020303" pitchFamily="18" charset="0"/>
              </a:rPr>
              <a:t>Alerta, Jesus me guiará; </a:t>
            </a:r>
            <a:br>
              <a:rPr lang="en-US" altLang="pt-BR" sz="2800" b="1" i="1">
                <a:solidFill>
                  <a:schemeClr val="tx1"/>
                </a:solidFill>
                <a:latin typeface="Georgia" panose="02040502050405020303" pitchFamily="18" charset="0"/>
              </a:rPr>
            </a:br>
            <a:r>
              <a:rPr lang="en-US" altLang="pt-BR" sz="2800" b="1" i="1">
                <a:solidFill>
                  <a:schemeClr val="tx1"/>
                </a:solidFill>
                <a:latin typeface="Georgia" panose="02040502050405020303" pitchFamily="18" charset="0"/>
              </a:rPr>
              <a:t>Ele prometeu a mim, </a:t>
            </a:r>
            <a:br>
              <a:rPr lang="en-US" altLang="pt-BR" sz="2800" b="1" i="1">
                <a:solidFill>
                  <a:schemeClr val="tx1"/>
                </a:solidFill>
                <a:latin typeface="Georgia" panose="02040502050405020303" pitchFamily="18" charset="0"/>
              </a:rPr>
            </a:br>
            <a:r>
              <a:rPr lang="en-US" altLang="pt-BR" sz="2800" b="1" i="1">
                <a:solidFill>
                  <a:schemeClr val="tx1"/>
                </a:solidFill>
                <a:latin typeface="Georgia" panose="02040502050405020303" pitchFamily="18" charset="0"/>
              </a:rPr>
              <a:t>Nunca deixar-me no mundo, porém,</a:t>
            </a:r>
            <a:br>
              <a:rPr lang="en-US" altLang="pt-BR" sz="2800" b="1" i="1">
                <a:solidFill>
                  <a:schemeClr val="tx1"/>
                </a:solidFill>
                <a:latin typeface="Georgia" panose="02040502050405020303" pitchFamily="18" charset="0"/>
              </a:rPr>
            </a:br>
            <a:r>
              <a:rPr lang="en-US" altLang="pt-BR" sz="2800" b="1" i="1">
                <a:solidFill>
                  <a:schemeClr val="tx1"/>
                </a:solidFill>
                <a:latin typeface="Georgia" panose="02040502050405020303" pitchFamily="18" charset="0"/>
              </a:rPr>
              <a:t>Sim, levar-me ao porto, co'alegria sem fim.</a:t>
            </a:r>
            <a:br>
              <a:rPr lang="en-US" altLang="pt-BR" sz="2800" b="1" i="1">
                <a:solidFill>
                  <a:schemeClr val="tx1"/>
                </a:solidFill>
                <a:latin typeface="Georgia" panose="02040502050405020303" pitchFamily="18" charset="0"/>
              </a:rPr>
            </a:br>
            <a:endParaRPr lang="en-US" altLang="pt-BR" sz="2800" b="1" i="1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ceano">
  <a:themeElements>
    <a:clrScheme name="Oceano 1">
      <a:dk1>
        <a:srgbClr val="010199"/>
      </a:dk1>
      <a:lt1>
        <a:srgbClr val="FFFFFF"/>
      </a:lt1>
      <a:dk2>
        <a:srgbClr val="000099"/>
      </a:dk2>
      <a:lt2>
        <a:srgbClr val="FFFFFF"/>
      </a:lt2>
      <a:accent1>
        <a:srgbClr val="33CCCC"/>
      </a:accent1>
      <a:accent2>
        <a:srgbClr val="00C600"/>
      </a:accent2>
      <a:accent3>
        <a:srgbClr val="AAAACA"/>
      </a:accent3>
      <a:accent4>
        <a:srgbClr val="DADADA"/>
      </a:accent4>
      <a:accent5>
        <a:srgbClr val="ADE2E2"/>
      </a:accent5>
      <a:accent6>
        <a:srgbClr val="00B300"/>
      </a:accent6>
      <a:hlink>
        <a:srgbClr val="FFCC00"/>
      </a:hlink>
      <a:folHlink>
        <a:srgbClr val="6699FF"/>
      </a:folHlink>
    </a:clrScheme>
    <a:fontScheme name="Oceano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Oceano 1">
        <a:dk1>
          <a:srgbClr val="010199"/>
        </a:dk1>
        <a:lt1>
          <a:srgbClr val="FFFFFF"/>
        </a:lt1>
        <a:dk2>
          <a:srgbClr val="000099"/>
        </a:dk2>
        <a:lt2>
          <a:srgbClr val="FFFFFF"/>
        </a:lt2>
        <a:accent1>
          <a:srgbClr val="33CCCC"/>
        </a:accent1>
        <a:accent2>
          <a:srgbClr val="00C600"/>
        </a:accent2>
        <a:accent3>
          <a:srgbClr val="AAAACA"/>
        </a:accent3>
        <a:accent4>
          <a:srgbClr val="DADADA"/>
        </a:accent4>
        <a:accent5>
          <a:srgbClr val="ADE2E2"/>
        </a:accent5>
        <a:accent6>
          <a:srgbClr val="00B300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o 2">
        <a:dk1>
          <a:srgbClr val="000066"/>
        </a:dk1>
        <a:lt1>
          <a:srgbClr val="FFFFFF"/>
        </a:lt1>
        <a:dk2>
          <a:srgbClr val="5D93FF"/>
        </a:dk2>
        <a:lt2>
          <a:srgbClr val="FFFFFF"/>
        </a:lt2>
        <a:accent1>
          <a:srgbClr val="6666FF"/>
        </a:accent1>
        <a:accent2>
          <a:srgbClr val="9999FF"/>
        </a:accent2>
        <a:accent3>
          <a:srgbClr val="B6C8FF"/>
        </a:accent3>
        <a:accent4>
          <a:srgbClr val="DADADA"/>
        </a:accent4>
        <a:accent5>
          <a:srgbClr val="B8B8FF"/>
        </a:accent5>
        <a:accent6>
          <a:srgbClr val="8A8AE7"/>
        </a:accent6>
        <a:hlink>
          <a:srgbClr val="FF3300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o 3">
        <a:dk1>
          <a:srgbClr val="000000"/>
        </a:dk1>
        <a:lt1>
          <a:srgbClr val="FFFFFF"/>
        </a:lt1>
        <a:dk2>
          <a:srgbClr val="572E88"/>
        </a:dk2>
        <a:lt2>
          <a:srgbClr val="FFFFFF"/>
        </a:lt2>
        <a:accent1>
          <a:srgbClr val="FF6600"/>
        </a:accent1>
        <a:accent2>
          <a:srgbClr val="FFCC00"/>
        </a:accent2>
        <a:accent3>
          <a:srgbClr val="B4ADC3"/>
        </a:accent3>
        <a:accent4>
          <a:srgbClr val="DADADA"/>
        </a:accent4>
        <a:accent5>
          <a:srgbClr val="FFB8AA"/>
        </a:accent5>
        <a:accent6>
          <a:srgbClr val="E7B900"/>
        </a:accent6>
        <a:hlink>
          <a:srgbClr val="33CCCC"/>
        </a:hlink>
        <a:folHlink>
          <a:srgbClr val="36CC6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o 4">
        <a:dk1>
          <a:srgbClr val="003366"/>
        </a:dk1>
        <a:lt1>
          <a:srgbClr val="FFFFFF"/>
        </a:lt1>
        <a:dk2>
          <a:srgbClr val="666699"/>
        </a:dk2>
        <a:lt2>
          <a:srgbClr val="FFFFFF"/>
        </a:lt2>
        <a:accent1>
          <a:srgbClr val="9966FF"/>
        </a:accent1>
        <a:accent2>
          <a:srgbClr val="00CC66"/>
        </a:accent2>
        <a:accent3>
          <a:srgbClr val="B8B8CA"/>
        </a:accent3>
        <a:accent4>
          <a:srgbClr val="DADADA"/>
        </a:accent4>
        <a:accent5>
          <a:srgbClr val="CAB8FF"/>
        </a:accent5>
        <a:accent6>
          <a:srgbClr val="00B95C"/>
        </a:accent6>
        <a:hlink>
          <a:srgbClr val="65C8FF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o 5">
        <a:dk1>
          <a:srgbClr val="000000"/>
        </a:dk1>
        <a:lt1>
          <a:srgbClr val="FFFFFF"/>
        </a:lt1>
        <a:dk2>
          <a:srgbClr val="336600"/>
        </a:dk2>
        <a:lt2>
          <a:srgbClr val="FFFFFF"/>
        </a:lt2>
        <a:accent1>
          <a:srgbClr val="B7C533"/>
        </a:accent1>
        <a:accent2>
          <a:srgbClr val="CCCCFF"/>
        </a:accent2>
        <a:accent3>
          <a:srgbClr val="ADB8AA"/>
        </a:accent3>
        <a:accent4>
          <a:srgbClr val="DADADA"/>
        </a:accent4>
        <a:accent5>
          <a:srgbClr val="D8DFAD"/>
        </a:accent5>
        <a:accent6>
          <a:srgbClr val="B9B9E7"/>
        </a:accent6>
        <a:hlink>
          <a:srgbClr val="FFFFC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o 6">
        <a:dk1>
          <a:srgbClr val="000000"/>
        </a:dk1>
        <a:lt1>
          <a:srgbClr val="FFFFFF"/>
        </a:lt1>
        <a:dk2>
          <a:srgbClr val="006B80"/>
        </a:dk2>
        <a:lt2>
          <a:srgbClr val="C1CB75"/>
        </a:lt2>
        <a:accent1>
          <a:srgbClr val="6F8406"/>
        </a:accent1>
        <a:accent2>
          <a:srgbClr val="D9E288"/>
        </a:accent2>
        <a:accent3>
          <a:srgbClr val="AABAC0"/>
        </a:accent3>
        <a:accent4>
          <a:srgbClr val="DADADA"/>
        </a:accent4>
        <a:accent5>
          <a:srgbClr val="BBC2AA"/>
        </a:accent5>
        <a:accent6>
          <a:srgbClr val="C4CD7B"/>
        </a:accent6>
        <a:hlink>
          <a:srgbClr val="00CC00"/>
        </a:hlink>
        <a:folHlink>
          <a:srgbClr val="C0FF7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o 7">
        <a:dk1>
          <a:srgbClr val="5F5F5F"/>
        </a:dk1>
        <a:lt1>
          <a:srgbClr val="FFFFFF"/>
        </a:lt1>
        <a:dk2>
          <a:srgbClr val="FF6600"/>
        </a:dk2>
        <a:lt2>
          <a:srgbClr val="FFFFFF"/>
        </a:lt2>
        <a:accent1>
          <a:srgbClr val="CC6600"/>
        </a:accent1>
        <a:accent2>
          <a:srgbClr val="FF6600"/>
        </a:accent2>
        <a:accent3>
          <a:srgbClr val="FFB8AA"/>
        </a:accent3>
        <a:accent4>
          <a:srgbClr val="DADADA"/>
        </a:accent4>
        <a:accent5>
          <a:srgbClr val="E2B8AA"/>
        </a:accent5>
        <a:accent6>
          <a:srgbClr val="E75C00"/>
        </a:accent6>
        <a:hlink>
          <a:srgbClr val="FFFF99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o 8">
        <a:dk1>
          <a:srgbClr val="000000"/>
        </a:dk1>
        <a:lt1>
          <a:srgbClr val="FFFFFF"/>
        </a:lt1>
        <a:dk2>
          <a:srgbClr val="FFBA2F"/>
        </a:dk2>
        <a:lt2>
          <a:srgbClr val="A50021"/>
        </a:lt2>
        <a:accent1>
          <a:srgbClr val="FF6600"/>
        </a:accent1>
        <a:accent2>
          <a:srgbClr val="CC6600"/>
        </a:accent2>
        <a:accent3>
          <a:srgbClr val="FFD9AD"/>
        </a:accent3>
        <a:accent4>
          <a:srgbClr val="DADADA"/>
        </a:accent4>
        <a:accent5>
          <a:srgbClr val="FFB8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Oceano</Template>
  <TotalTime>8</TotalTime>
  <Words>321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Arial</vt:lpstr>
      <vt:lpstr>Tahoma</vt:lpstr>
      <vt:lpstr>Wingdings</vt:lpstr>
      <vt:lpstr>Georgia</vt:lpstr>
      <vt:lpstr>Oceano</vt:lpstr>
      <vt:lpstr>161 NAVEGANDO P'RA TERRA CELESTE </vt:lpstr>
      <vt:lpstr>P'ra terra celeste meu barco andará,  Ali, onde os santos já estão; Findando a noite, manhã romperá; Então, os remidos entrarão. </vt:lpstr>
      <vt:lpstr>Sim, vou pelas terras, pelos mares também,  Alerta, Jesus me guiará;  Ele prometeu a mim,  Nunca deixar-me no mundo, porém, Sim, levar-me ao porto, co'alegria sem fim. </vt:lpstr>
      <vt:lpstr>Será jubiloso esse dia p'ra mim, Em que eu chegar ao céu de luz; Que paz e descanso, com Deus, lá sem fim! Saúdo-Te já, ó meu Jesus! </vt:lpstr>
      <vt:lpstr>Sim, vou pelas terras, pelos mares também,  Alerta, Jesus me guiará;  Ele prometeu a mim,  Nunca deixar-me no mundo, porém, Sim, levar-me ao porto, co'alegria sem fim. </vt:lpstr>
      <vt:lpstr>O mundo que jazes no vil tentador  Não quero jamais em ti morar, P'ra festa celeste eu vou com fervor,  Louvores a Cristo irei cantar! </vt:lpstr>
      <vt:lpstr>Sim, vou pelas terras, pelos mares também,  Alerta, Jesus me guiará;  Ele prometeu a mim,  Nunca deixar-me no mundo, porém, Sim, levar-me ao porto, co'alegria sem fim. </vt:lpstr>
      <vt:lpstr>Amigos, lembrai-vos que o naufragar E fácil p'ra qualquer um de vós; Convite, p'ras bodas,  Jesus vos quer dar; Lugar há bastante para nós.                                                                                                                       J.Car</vt:lpstr>
      <vt:lpstr>Sim, vou pelas terras, pelos mares também,  Alerta, Jesus me guiará;  Ele prometeu a mim,  Nunca deixar-me no mundo, porém, Sim, levar-me ao porto, co'alegria sem fim. 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161 - NAVEGANDO P'RA TERRA CELESTE </dc:title>
  <dc:creator>Montagna</dc:creator>
  <cp:lastModifiedBy>Emerson Souza</cp:lastModifiedBy>
  <cp:revision>3</cp:revision>
  <dcterms:created xsi:type="dcterms:W3CDTF">2005-10-16T04:26:30Z</dcterms:created>
  <dcterms:modified xsi:type="dcterms:W3CDTF">2026-05-02T21:50:19Z</dcterms:modified>
</cp:coreProperties>
</file>