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ED0F9-641B-D6C4-53EC-844812614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529DF8-6656-188C-89DA-28CA3FD27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85A94E-71ED-801F-5963-667E4BBA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6A8DF-6238-A4BB-F2B2-6DBB2EF45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474D48-963B-7CE4-9C7F-ABBB256E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A4D91-483B-4259-B62F-4068BE4923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7413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EF1D9-4B22-4C92-2C09-912B00BF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6B9FC-1E35-438E-499A-83541D148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86099E-D406-6422-2E00-E2604547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761FAE-578F-6234-D8B9-79564F14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884157-6177-F426-5071-E6BC6772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D7CEFA-2F41-4546-958A-19268CBBDA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041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AB446-493B-F22D-6DA2-1B8E0AB5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086DA0-F6E2-19CE-82BB-44BFB63A7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512E6B-4577-BE65-515B-AF2BF682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6BC32-B0C8-64ED-4C8C-2E56802D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7203F9-4FCC-418E-3D86-58CF4D568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3C5AB-DBD6-4EB5-BBAF-E88BAF5D19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034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E227C-E6ED-5671-6C1B-7CB020874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232053-C82E-3272-88AA-A0D74B4E7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0C4064-6EDF-D83C-D42E-A3F60D214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29615E-A1A5-A552-7123-FBF0D0DFB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6379DC-2AE9-BC8D-3FF7-5C4AE37A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5A8897-7F56-6FBE-0654-64E12B20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EA444-75A6-430C-8A95-E8071A1BE4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799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25FEE-3D0C-DEA3-78E0-FD595A19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610E57-FA17-7952-F3E8-C366C23A4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837CA5-3556-C147-A8DA-9264232DF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F616B4-DD45-F6F0-89DF-74E9ECED2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11451C-A6B5-BF9D-15B5-AF82D39EF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4252B83-854C-FA81-4330-AEF8A870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84B1DB-047E-CF22-959E-8F62F468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5D6280-9773-EC8F-C4B0-ABE2D78B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AAFED0-D3DC-4C3C-B805-30A6914516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493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471B2-BCED-E979-C8F8-B46E6AFC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002DD6-A2F0-9B0C-A8F1-BEF9DC9E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9B40BA-EF3F-6B5C-4417-8F052C12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905CFE-C6BC-7C68-FFB2-CEE3C049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C2A88-30D3-4F85-A09F-EF7965C47A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389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188B2A-CE0F-DE35-EC39-4F1FB412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06DE5B-F4F0-C7F8-6C4E-32C2E609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6EEFC2-DA9A-BCD9-0AD2-C0E55F3A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912549-6311-435D-82D2-3C7776A638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191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B3C40-D5E0-FE8D-2A08-597B1EEAD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6B8C5F-C679-4CB0-D641-FD2894B7A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C4EC56-FC2A-BDFE-20E0-8736D3A70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C22357-10EB-C8F3-9E7D-3F35F236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80EEB9-2D77-FFAA-B1BC-7A59695A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96ED92-DFD4-D5D2-F022-A9A78B38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5E38E8-94E4-4225-96A3-1CC77E8E54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957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E9B9D-5C03-C59D-9FA1-6F7EECB2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B45A2A-2762-9924-1D28-AC5F28DD6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0943D9-A9CB-7EE6-89C4-17D871682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545551-D915-5DFB-84E3-ADE2B528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192292-0888-DE0B-E059-6D1E352A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222A78-B4B1-6710-EA9B-A2D3CAA0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1948C-5AE5-4C76-BE3B-992E151F11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852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298F2-0051-E067-81B6-78873E2F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1304BC-E8F6-6964-4222-3A23F8D77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BE4C83-A3AE-5163-A53E-3A76B9E7D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3C5A56-E3EF-0C15-B83C-3ABC9882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CAEF22-9F5B-5A02-865C-5F849198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9D4F52-19E7-435A-ACC1-C09886A948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011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39CE9E-59E7-B334-6DAD-F8D7CF87B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8B738A-6DD6-1D0A-19A9-8CFB1F5AD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E3D348-D51C-41E7-D4BE-4B133FC5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014C52-CE74-54F1-7F8A-6E0364EE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3EE2D2-816B-455D-6342-0D544968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F23CDB-83F4-487D-A7F6-25BAB518DD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151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F7C537-7F7E-7CED-9FB9-CE5C20D93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D96E7-736C-A61C-2BAF-AF8E76611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30697A-3443-F55C-9AEA-61CF094970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6DF7591-8EB0-9E96-9FDC-A82AB2B811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D1F5DA9-A00C-4328-BC36-1AE5B588A9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09923A-B353-4F26-B504-1B8649F5C5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5CA7500-BBD9-E76C-FF02-D8CFA6B52A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435 – Jesus me Levantou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A716980-4D24-2A16-D496-FFC6C82667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C267FBB-D46C-8AE6-BD28-51863E3DB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 Salvador, por Seu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mundo vil por nós baixou,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dum abismo de horror,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Minh’alma levantou!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D630D82-B099-ECCA-B8D6-045DBBFE9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Que salvação me deu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qual na cruz p’ra mim ganhou,</a:t>
            </a:r>
            <a:r>
              <a:rPr lang="en-US" altLang="pt-BR" sz="4000"/>
              <a:t> </a:t>
            </a:r>
            <a:r>
              <a:rPr lang="en-US" altLang="pt-BR" sz="4000" b="1" i="1"/>
              <a:t>Estando em sombra, à plena luz,</a:t>
            </a:r>
            <a:r>
              <a:rPr lang="en-US" altLang="pt-BR" sz="4000"/>
              <a:t> </a:t>
            </a:r>
            <a:r>
              <a:rPr lang="en-US" altLang="pt-BR" sz="4000" b="1" i="1"/>
              <a:t>Com seu poder me levantou!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BD445A5-E76E-D27B-8B40-38060B929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 Sua voz eu resisti!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Enquanto amante me chamou,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Sua graça recebi,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qual me levantou!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04FEC93-574A-01A1-0B5A-A10D5F824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Que salvação me deu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qual na cruz p’ra mim ganhou,</a:t>
            </a:r>
            <a:r>
              <a:rPr lang="en-US" altLang="pt-BR" sz="4000"/>
              <a:t> </a:t>
            </a:r>
            <a:r>
              <a:rPr lang="en-US" altLang="pt-BR" sz="4000" b="1" i="1"/>
              <a:t>Estando em sombra, à plena luz,</a:t>
            </a:r>
            <a:r>
              <a:rPr lang="en-US" altLang="pt-BR" sz="4000"/>
              <a:t> </a:t>
            </a:r>
            <a:r>
              <a:rPr lang="en-US" altLang="pt-BR" sz="4000" b="1" i="1"/>
              <a:t>Com seu poder me levantou!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62F06AE-A951-7B9B-8F9B-1D4F82CD6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Oh! Quanta dor sofreu por mim, </a:t>
            </a:r>
            <a:br>
              <a:rPr lang="en-US" altLang="pt-BR" sz="4000" i="1"/>
            </a:br>
            <a:r>
              <a:rPr lang="en-US" altLang="pt-BR" sz="4000" i="1"/>
              <a:t>Na cruz pregado, expirou. </a:t>
            </a:r>
            <a:br>
              <a:rPr lang="en-US" altLang="pt-BR" sz="4000" i="1"/>
            </a:br>
            <a:r>
              <a:rPr lang="en-US" altLang="pt-BR" sz="4000" i="1"/>
              <a:t>Mas me salvou Jesus assim, </a:t>
            </a:r>
            <a:br>
              <a:rPr lang="en-US" altLang="pt-BR" sz="4000" i="1"/>
            </a:br>
            <a:r>
              <a:rPr lang="en-US" altLang="pt-BR" sz="4000" i="1"/>
              <a:t>Ali me levantou!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AF11E7B-BD4B-BE61-111A-89C453CC1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Que salvação me deu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qual na cruz p’ra mim ganhou,</a:t>
            </a:r>
            <a:r>
              <a:rPr lang="en-US" altLang="pt-BR" sz="4000"/>
              <a:t> </a:t>
            </a:r>
            <a:r>
              <a:rPr lang="en-US" altLang="pt-BR" sz="4000" b="1" i="1"/>
              <a:t>Estando em sombra, à plena luz,</a:t>
            </a:r>
            <a:r>
              <a:rPr lang="en-US" altLang="pt-BR" sz="4000"/>
              <a:t> </a:t>
            </a:r>
            <a:r>
              <a:rPr lang="en-US" altLang="pt-BR" sz="4000" b="1" i="1"/>
              <a:t>Com seu poder me levantou!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5ADCC17-6125-1C7B-5558-0C045BFD7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Que dom feliz em mim se vê,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Sua graça me salvou,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não compreendo eu, por quê</a:t>
            </a:r>
            <a:r>
              <a:rPr lang="en-US" altLang="pt-BR" sz="4000"/>
              <a:t> </a:t>
            </a:r>
            <a:r>
              <a:rPr lang="en-US" altLang="pt-BR" sz="4000" i="1"/>
              <a:t>Jesus me levantou!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B134C27-4101-61BE-5C6A-AE8CCBFB5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Que salvação me deu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qual na cruz p’ra mim ganhou,</a:t>
            </a:r>
            <a:r>
              <a:rPr lang="en-US" altLang="pt-BR" sz="4000"/>
              <a:t> </a:t>
            </a:r>
            <a:r>
              <a:rPr lang="en-US" altLang="pt-BR" sz="4000" b="1" i="1"/>
              <a:t>Estando em sombra, à plena luz,</a:t>
            </a:r>
            <a:r>
              <a:rPr lang="en-US" altLang="pt-BR" sz="4000"/>
              <a:t> </a:t>
            </a:r>
            <a:r>
              <a:rPr lang="en-US" altLang="pt-BR" sz="4000" b="1" i="1"/>
              <a:t>Com seu poder me levantou!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435 – Jesus me Levantou </vt:lpstr>
      <vt:lpstr>O Salvador, por Seu amor,  Ao mundo vil por nós baixou,  E dum abismo de horror,  Minh’alma levantou!  </vt:lpstr>
      <vt:lpstr>Que salvação me deu Jesus,  A qual na cruz p’ra mim ganhou, Estando em sombra, à plena luz, Com seu poder me levantou!  </vt:lpstr>
      <vt:lpstr>A Sua voz eu resisti!  Enquanto amante me chamou,  Mas Sua graça recebi,  A qual me levantou!  </vt:lpstr>
      <vt:lpstr>Que salvação me deu Jesus,  A qual na cruz p’ra mim ganhou, Estando em sombra, à plena luz, Com seu poder me levantou!  </vt:lpstr>
      <vt:lpstr>Oh! Quanta dor sofreu por mim,  Na cruz pregado, expirou.  Mas me salvou Jesus assim,  Ali me levantou!  </vt:lpstr>
      <vt:lpstr>Que salvação me deu Jesus,  A qual na cruz p’ra mim ganhou, Estando em sombra, à plena luz, Com seu poder me levantou!  </vt:lpstr>
      <vt:lpstr>Que dom feliz em mim se vê,  Pois Sua graça me salvou,  Mas não compreendo eu, por quê Jesus me levantou!</vt:lpstr>
      <vt:lpstr>Que salvação me deu Jesus,  A qual na cruz p’ra mim ganhou, Estando em sombra, à plena luz, Com seu poder me levantou!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435 – Jesus me Levantou </dc:title>
  <dc:creator>Junior</dc:creator>
  <cp:lastModifiedBy>Emerson Souza</cp:lastModifiedBy>
  <cp:revision>1</cp:revision>
  <dcterms:created xsi:type="dcterms:W3CDTF">2005-12-26T19:11:00Z</dcterms:created>
  <dcterms:modified xsi:type="dcterms:W3CDTF">2026-05-02T22:13:23Z</dcterms:modified>
</cp:coreProperties>
</file>