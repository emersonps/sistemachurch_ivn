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F3132-5BAC-0EC0-3F5A-182CA5D2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6DC47C-0558-85A7-B262-04C01A045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18E03A-7714-3A5F-3429-5E07B7AE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E882FF-9851-1B58-A158-884FB373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751E80-4B64-A441-529C-81624477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8E6E2-5305-4523-BE26-3B40F24EF0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218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4660A-0C75-6121-A79E-7344167B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6BA3A-807C-3298-34EB-C54265650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070ED3-C9A1-652C-B58E-87537761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45327E-3DCF-131A-E9DA-399D398B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879B75-1210-A87A-46A6-DEBB5711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342BC-46E1-48B6-9F60-39C4C4E178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313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4A515-D913-E488-4F40-D7BCC5CE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BF1F76-BF71-7ECF-98E1-96F532EA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3E366E-0680-6B96-3645-54273F6D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F4888D-E872-1034-A3B0-97B2AADB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C82C21-F553-56D4-C940-A23B096F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41FDA1-4670-4DF2-9CC5-6024A78D9E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697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16E03-CF80-3D8C-97FA-DC2E1F14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4D0D51-9757-E26A-6F9C-890228D41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68DF5B-AC3E-BA7B-0FBD-1F8881C7F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003A0E-C86C-6DB8-3CF6-8C48FF5E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141155-5741-67DE-A386-46DE6615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CF55F1-397A-D823-3E91-C1DD2664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0C730-C207-4A4F-A400-C020943548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00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E9C58-84FA-CB26-0A90-F704864C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39D1F9-DD87-3D55-24FE-87802644A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E90150-B38F-AC7C-209A-369C0105F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1CA080-FE77-B779-92F2-C05A3CE61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CA146B-8B6C-2C20-6DD5-95DBBB88E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211C1B-90E3-2CD9-7D54-AAAFA30F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466C88-4A59-1712-4949-B0AF19FC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DEA5D5-3F2F-53C0-7B0F-9D0FC1FF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00AF4F-3F55-4233-95DE-9B72AB8DD3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155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FAB56-51E7-1CBB-6691-44B4E9AD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FB3856-52AA-F483-DC22-539858024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363A07-F057-674E-B063-9D084D6D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5248FF-5830-8A64-EBF2-9302D809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0BB0C4-9879-4343-AEFB-24D45B61AB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606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2E0300-6DAE-20B5-9D20-0403FBE3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377A7D-F844-4742-6A18-2551B83E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445622-4F11-3631-A589-EB8B3506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7EB04-B8DC-4EDC-BEF8-76A09A4DEF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08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A4D29-67DE-D61D-BC97-4C0CB078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C4D712-940D-E826-8A77-AEC2A87BD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A8EF2-04B3-D002-6939-3B9CE329A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7A617A-D379-F970-8F35-54000B50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0ED4F2-26B4-E821-F4CE-16193763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872AF7-5C11-AADC-B330-D40D9395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597A1-3234-4183-BEA2-B1D5AB8687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26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36F3F-CBE4-369C-18BE-75043CD9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320E9F-F5F6-1AFD-7615-85570DC27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61DCB2-F644-21E7-7E69-EF0FF2427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A3D65B-4752-A093-9E99-C36F36F2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2A4B47-4FAA-518E-8B6D-FA95140D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88932A-0137-BB3E-8CD3-44AB2C04C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513FA-8402-4442-A763-CCEFDEA9EB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200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DE8D7-3515-47B7-5DB1-4511BC56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2B6ACC-DBAB-FCEF-7777-530428C5E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352C2F-7E50-9B67-3093-27D8BC7D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90C293-7A5E-9D2F-44C1-A71D1AC1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6EB62A-917C-7677-E7A6-979A3DD8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2D6787-2B6C-4418-B70B-760B761F82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082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A3B23C-53D2-C42A-BC29-82152296C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7D9F0E-FC64-9DCA-DA3A-0F3D40519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1654FE-4D05-A034-D6CF-AC788B5F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CDC022-C0CF-53AB-9CEA-0EABE3B4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8D5841-97A1-466F-E112-F4B0973B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09B95-0BD4-44E8-9C19-63EF9D509E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643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B6B16D-C52F-6BD3-8B39-7CE2E5272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AF0A26-8BF2-A170-8FDE-159C95DD6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C2987F0-0F44-A1CA-97BE-DF813EE72F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27875DB-511F-426F-FE2F-D6BDD19CF3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C47BC4-04A7-A0EE-09F3-347B6222BE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321D45E-D84D-45F7-B4CF-DB1A32CF236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A89A75E-6EBB-EB20-B4F3-E2B6DE322C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112</a:t>
            </a:r>
            <a:br>
              <a:rPr lang="en-US" altLang="pt-BR" sz="4000" b="1"/>
            </a:br>
            <a:r>
              <a:rPr lang="en-US" altLang="pt-BR" sz="4000" b="1"/>
              <a:t>O NOME SOBERANO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82DF7B3-6184-1DF1-995D-B977690A3A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037391A-547E-34F3-26D3-B1AF64627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Não há na terra e céu também, </a:t>
            </a:r>
            <a:br>
              <a:rPr lang="en-US" altLang="pt-BR" sz="4000" i="1"/>
            </a:br>
            <a:r>
              <a:rPr lang="en-US" altLang="pt-BR" sz="4000" i="1"/>
              <a:t>Um nome com doçura, </a:t>
            </a:r>
            <a:br>
              <a:rPr lang="en-US" altLang="pt-BR" sz="4000" i="1"/>
            </a:br>
            <a:r>
              <a:rPr lang="en-US" altLang="pt-BR" sz="4000" i="1"/>
              <a:t>Como este a quem louvor convém, </a:t>
            </a:r>
            <a:br>
              <a:rPr lang="en-US" altLang="pt-BR" sz="4000" i="1"/>
            </a:br>
            <a:r>
              <a:rPr lang="en-US" altLang="pt-BR" sz="4000" i="1"/>
              <a:t>De toda a criatura.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DAD4AA-36B3-F597-A984-A425F4DF5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Jesus, a luz és Tu do céu!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Jesus, o nosso amado</a:t>
            </a:r>
            <a:r>
              <a:rPr lang="en-US" altLang="pt-BR" sz="4000" i="1"/>
              <a:t>!</a:t>
            </a:r>
            <a:br>
              <a:rPr lang="en-US" altLang="pt-BR" sz="4000" i="1"/>
            </a:br>
            <a:r>
              <a:rPr lang="en-US" altLang="pt-BR" sz="4000" b="1" i="1"/>
              <a:t>Jesus, o verdadeiro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todos exaltado!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D094034-5B78-3C7F-9F6E-993EB7FD2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Descendo ao mundo, a luz do céu Vestiu-se em corpo humano; </a:t>
            </a:r>
            <a:br>
              <a:rPr lang="en-US" altLang="pt-BR" sz="4000" i="1"/>
            </a:br>
            <a:r>
              <a:rPr lang="en-US" altLang="pt-BR" sz="4000" i="1"/>
              <a:t>Ao santo Filho, então, se deu </a:t>
            </a:r>
            <a:br>
              <a:rPr lang="en-US" altLang="pt-BR" sz="4000" i="1"/>
            </a:br>
            <a:r>
              <a:rPr lang="en-US" altLang="pt-BR" sz="4000" i="1"/>
              <a:t>O nome soberano.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94E9B72-2BCD-D68E-BE9C-9DECA5112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Jesus, a luz és Tu do céu!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Jesus, o nosso amado</a:t>
            </a:r>
            <a:r>
              <a:rPr lang="en-US" altLang="pt-BR" sz="4000" i="1"/>
              <a:t>!</a:t>
            </a:r>
            <a:br>
              <a:rPr lang="en-US" altLang="pt-BR" sz="4000" i="1"/>
            </a:br>
            <a:r>
              <a:rPr lang="en-US" altLang="pt-BR" sz="4000" b="1" i="1"/>
              <a:t>Jesus, o verdadeiro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todos exaltado!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0C5AC04-01F9-EB8D-9FAA-C22E1DCDF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Entregue à morte sobre a cruz, </a:t>
            </a:r>
            <a:br>
              <a:rPr lang="en-US" altLang="pt-BR" sz="4000" i="1"/>
            </a:br>
            <a:r>
              <a:rPr lang="en-US" altLang="pt-BR" sz="4000" i="1"/>
              <a:t>Por cima foi escrito </a:t>
            </a:r>
            <a:br>
              <a:rPr lang="en-US" altLang="pt-BR" sz="4000" i="1"/>
            </a:br>
            <a:r>
              <a:rPr lang="en-US" altLang="pt-BR" sz="4000" i="1"/>
              <a:t>O nome amável de Jesus, </a:t>
            </a:r>
            <a:br>
              <a:rPr lang="en-US" altLang="pt-BR" sz="4000" i="1"/>
            </a:br>
            <a:r>
              <a:rPr lang="en-US" altLang="pt-BR" sz="4000" i="1"/>
              <a:t>Por nós, ali maldito.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5679721-45D7-7BAC-5776-396D02DCD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Jesus, a luz és Tu do céu!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Jesus, o nosso amado</a:t>
            </a:r>
            <a:r>
              <a:rPr lang="en-US" altLang="pt-BR" sz="4000" i="1"/>
              <a:t>!</a:t>
            </a:r>
            <a:br>
              <a:rPr lang="en-US" altLang="pt-BR" sz="4000" i="1"/>
            </a:br>
            <a:r>
              <a:rPr lang="en-US" altLang="pt-BR" sz="4000" b="1" i="1"/>
              <a:t>Jesus, o verdadeiro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todos exaltado!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714B1FC-4B1A-BB9E-E91E-2B39924D7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i="1"/>
              <a:t>Da morte o grande vencedor </a:t>
            </a:r>
            <a:br>
              <a:rPr lang="en-US" altLang="pt-BR" sz="4000" i="1"/>
            </a:br>
            <a:r>
              <a:rPr lang="en-US" altLang="pt-BR" sz="4000" i="1"/>
              <a:t>A mão do Pai sentado, </a:t>
            </a:r>
            <a:br>
              <a:rPr lang="en-US" altLang="pt-BR" sz="4000" i="1"/>
            </a:br>
            <a:r>
              <a:rPr lang="en-US" altLang="pt-BR" sz="4000" i="1"/>
              <a:t>Por nós Ele é intercessor, </a:t>
            </a:r>
            <a:br>
              <a:rPr lang="en-US" altLang="pt-BR" sz="4000" i="1"/>
            </a:br>
            <a:r>
              <a:rPr lang="en-US" altLang="pt-BR" sz="4000" i="1"/>
              <a:t>E único Advogado.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07E784C-37FB-EB7B-A76F-176B1603D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Jesus, a luz és Tu do céu!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Jesus, o nosso amado</a:t>
            </a:r>
            <a:r>
              <a:rPr lang="en-US" altLang="pt-BR" sz="4000" i="1"/>
              <a:t>!</a:t>
            </a:r>
            <a:br>
              <a:rPr lang="en-US" altLang="pt-BR" sz="4000" i="1"/>
            </a:br>
            <a:r>
              <a:rPr lang="en-US" altLang="pt-BR" sz="4000" b="1" i="1"/>
              <a:t>Jesus, o verdadeiro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todos exaltado!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506A7442-FE92-24B9-20D6-FA4384A30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15000"/>
          </a:xfrm>
        </p:spPr>
        <p:txBody>
          <a:bodyPr/>
          <a:lstStyle/>
          <a:p>
            <a:r>
              <a:rPr lang="en-US" altLang="pt-BR" sz="4000" i="1"/>
              <a:t>Jesus, meu terno Salvador,</a:t>
            </a:r>
            <a:br>
              <a:rPr lang="en-US" altLang="pt-BR" sz="4000" i="1"/>
            </a:br>
            <a:r>
              <a:rPr lang="en-US" altLang="pt-BR" sz="4000" i="1"/>
              <a:t>Es Tu minha esperança, </a:t>
            </a:r>
            <a:br>
              <a:rPr lang="en-US" altLang="pt-BR" sz="4000" i="1"/>
            </a:br>
            <a:r>
              <a:rPr lang="en-US" altLang="pt-BR" sz="4000" i="1"/>
              <a:t>Confio só no Teu amor; </a:t>
            </a:r>
            <a:br>
              <a:rPr lang="en-US" altLang="pt-BR" sz="4000" i="1"/>
            </a:br>
            <a:r>
              <a:rPr lang="en-US" altLang="pt-BR" sz="4000" i="1"/>
              <a:t>E pões-me em segurança.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6A94F5A-5137-464F-8BED-2CC93DFA4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Jesus, a luz és Tu do céu!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Jesus, o nosso amado</a:t>
            </a:r>
            <a:r>
              <a:rPr lang="en-US" altLang="pt-BR" sz="4000" i="1"/>
              <a:t>!</a:t>
            </a:r>
            <a:br>
              <a:rPr lang="en-US" altLang="pt-BR" sz="4000" i="1"/>
            </a:br>
            <a:r>
              <a:rPr lang="en-US" altLang="pt-BR" sz="4000" b="1" i="1"/>
              <a:t>Jesus, o verdadeiro Deus,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todos exaltado!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112 O NOME SOBERANO </vt:lpstr>
      <vt:lpstr>Não há na terra e céu também,  Um nome com doçura,  Como este a quem louvor convém,  De toda a criatura. </vt:lpstr>
      <vt:lpstr>Jesus, a luz és Tu do céu!  Jesus, o nosso amado! Jesus, o verdadeiro Deus,  Por todos exaltado! </vt:lpstr>
      <vt:lpstr>Descendo ao mundo, a luz do céu Vestiu-se em corpo humano;  Ao santo Filho, então, se deu  O nome soberano.   </vt:lpstr>
      <vt:lpstr>Jesus, a luz és Tu do céu!  Jesus, o nosso amado! Jesus, o verdadeiro Deus,  Por todos exaltado! </vt:lpstr>
      <vt:lpstr>Entregue à morte sobre a cruz,  Por cima foi escrito  O nome amável de Jesus,  Por nós, ali maldito. </vt:lpstr>
      <vt:lpstr>Jesus, a luz és Tu do céu!  Jesus, o nosso amado! Jesus, o verdadeiro Deus,  Por todos exaltado! </vt:lpstr>
      <vt:lpstr>Da morte o grande vencedor  A mão do Pai sentado,  Por nós Ele é intercessor,  E único Advogado.   </vt:lpstr>
      <vt:lpstr>Jesus, a luz és Tu do céu!  Jesus, o nosso amado! Jesus, o verdadeiro Deus,  Por todos exaltado! </vt:lpstr>
      <vt:lpstr>Jesus, meu terno Salvador, Es Tu minha esperança,  Confio só no Teu amor;  E pões-me em segurança. </vt:lpstr>
      <vt:lpstr>Jesus, a luz és Tu do céu!  Jesus, o nosso amado! Jesus, o verdadeiro Deus,  Por todos exaltado!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112 O NOME SOBERANO </dc:title>
  <dc:creator>Junior</dc:creator>
  <cp:lastModifiedBy>Emerson Souza</cp:lastModifiedBy>
  <cp:revision>1</cp:revision>
  <dcterms:created xsi:type="dcterms:W3CDTF">2005-12-23T14:15:07Z</dcterms:created>
  <dcterms:modified xsi:type="dcterms:W3CDTF">2026-05-02T21:46:02Z</dcterms:modified>
</cp:coreProperties>
</file>