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41C23-089C-441B-7D5A-6AAF2C239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9EB493-7396-8B35-C6EE-9BF9BD2D1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FDD165-F280-13C5-F140-80E47EBE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5608E0-1F9B-707E-3C8F-B72EB4F0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FD5199-E7B5-C0BB-5ACB-E6418458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526E94-31B1-4150-8016-9F35541F49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613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FA328-CABB-65D1-73A4-FF60102E8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990DF9-D2F6-B520-5C21-461E18BD1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2856E-B903-DA43-6EBD-7DE74992E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257E26-D175-6B1D-0B5B-19ED754F5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A8B0EC-A5D6-A8D0-5A03-E9DA488C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F94E91-278F-428B-828D-8044A87EDB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424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1E6DB-AD8E-A36C-CDC2-00C4BDEF0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748D6F-72E0-A61A-565C-06B9F6903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82EE84-EE05-1674-322D-968295BA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3BA85F-33C8-C415-6A32-7A554485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90404D-C361-74C5-D652-8F6A28DD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93CC8-6D04-474E-A616-D6376D1808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116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12134-ABB2-D0A1-8D7B-7CC73208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3308F8-0382-7E8C-7157-0189CBCA2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328DCB-2104-7E2C-2639-CD1EC0017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135D93-B8B7-E1A9-E133-A86372898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2E674C-64B6-AF93-38FA-1F9F10795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543B7B-E566-8D7E-B1CA-D8352A9F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2FC9B-4CE1-4E16-A8D5-476A7166B1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7525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D459E-8D6D-5333-4950-2DC86E70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B77989-EEFA-C02C-E4EB-734009F7D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E431EC-5CCF-16C0-8655-7F7EF9608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A2A6940-07E5-0C2C-BABA-AAD683CA2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4432AF6-3A25-BF71-D56F-2D6380064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9C7966B-89A7-FA0F-C65C-C976144B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F1795B9-DCDD-6511-2BA5-22044804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3E0C687-4BC4-7C90-6D4F-6CB36B1E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604A4-662A-4DD5-8190-321933C012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937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C20F8-D910-C5B9-481C-9A0414BA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E90CF2F-04E7-58CA-CE65-0A8233CC6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977D7F-B4B5-8AA8-EAE1-AB970B975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6BB344-723B-F105-86FF-1C3023F2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F623EB-B27E-42AA-A545-5BCF162483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174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F057D0-B816-70DE-B567-CD2E3FB5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33D095-794C-274D-BF08-DA583279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D2B8D8-F3F5-663D-9E16-98DDD887F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D2E065-7B25-4D18-B8F7-10DEC3B4DF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681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EFA83-0E22-0FA8-397C-0CD392F83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233A0C-3575-E83A-B17D-29A2DBF9F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3B9FEE-B66F-B025-67ED-15FFDE9C4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129AB7-B674-0F99-1F0B-59DC5F8D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74ECE5-FBB9-AC51-3BEE-14EFC72CE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0AADCB-9116-CEA9-C5AA-9654BDE6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BA7E1A-B3A9-423C-9ACC-FB047218BE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1808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18F5B-B8F9-EF65-DA9E-07CBFD68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D63739-BED7-7FC9-E01D-E13364A1E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7E540D-C291-B7F1-010D-0E9F871F2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4FF9E-E58B-8462-4542-DA61CB7C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DF90CE-EFC4-FA61-0E9C-E39EAC1C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1A57D4-F53E-A35C-67C1-06D0EE65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6A3C4-74A8-429C-8935-E67DEDD4D1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660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3E08E-7058-40AA-A3B9-B53809BA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567C1B-A06D-2EED-61FE-7FEC85111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A395C3-5D30-0F74-4E5A-FDF42A0BF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1923E0-AF85-D7BA-E18D-12B68ECFC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CF9172-FDCB-6304-C8D4-B434E5496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EE8279-C58C-4BB4-961F-1E5F73FAD3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132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1EBF5B-FCE5-5E4E-C759-A1F0567E9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F097A5-EEBD-9990-0CC3-F71A29877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46BF53-57EE-653A-1AAF-37D323D8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8D84F4-6B3F-C403-4D54-963E4E2F2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D84F9E-A30F-C116-D1E0-5291753B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7C8299-1C17-4B1C-BA0D-43F38044B9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322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51EAB6-0D29-B0BA-1F1E-32F9B802E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44ABC8D-DF53-06CC-D656-658521D80F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AA734C6-00CE-296F-50D7-58F9225DAC0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EA9ADD7-7E90-8806-C5F4-C2852F0A9A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B31805B-B749-278A-A271-EC32D23A1E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7522239-F54F-4BDA-BCEC-4C3B5E45E16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7C195DC6-8BFD-B0BC-F3B5-8056E8BC3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627 - Finda-se Minha Prisão</a:t>
            </a:r>
            <a:r>
              <a:rPr lang="en-US" altLang="pt-BR" sz="4000" b="1"/>
              <a:t> </a:t>
            </a:r>
            <a:r>
              <a:rPr lang="en-US" altLang="pt-BR" sz="4000" b="1" i="1"/>
              <a:t> </a:t>
            </a:r>
            <a:r>
              <a:rPr lang="en-US" altLang="pt-BR" sz="4000"/>
              <a:t> </a:t>
            </a:r>
            <a:br>
              <a:rPr lang="en-US" altLang="pt-BR" sz="4000"/>
            </a:br>
            <a:br>
              <a:rPr lang="en-US" altLang="pt-BR" sz="4000"/>
            </a:br>
            <a:r>
              <a:rPr lang="en-US" altLang="pt-BR" sz="4000" i="1"/>
              <a:t>Lá, eu verei meu Salvador, </a:t>
            </a:r>
            <a:br>
              <a:rPr lang="en-US" altLang="pt-BR" sz="4000" i="1"/>
            </a:br>
            <a:r>
              <a:rPr lang="en-US" altLang="pt-BR" sz="4000" i="1"/>
              <a:t>Coros de anjos quero ouvir;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Junto também hei de cantar </a:t>
            </a:r>
            <a:br>
              <a:rPr lang="en-US" altLang="pt-BR" sz="4000" i="1"/>
            </a:br>
            <a:r>
              <a:rPr lang="en-US" altLang="pt-BR" sz="4000" i="1"/>
              <a:t>Que meu Jesus me quis remir.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627 - Finda-se Minha Prisão     Lá, eu verei meu Salvador,  Coros de anjos quero ouvir;  Junto também hei de cantar  Que meu Jesus me quis remir.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627 - Finda-se Minha Prisão     Lá, eu verei meu Salvador,  Coros de anjos quero ouvir;  Junto também hei de cantar  Que meu Jesus me quis remir. </dc:title>
  <dc:creator>Junior</dc:creator>
  <cp:lastModifiedBy>Emerson Souza</cp:lastModifiedBy>
  <cp:revision>1</cp:revision>
  <dcterms:created xsi:type="dcterms:W3CDTF">2005-12-27T18:00:54Z</dcterms:created>
  <dcterms:modified xsi:type="dcterms:W3CDTF">2026-05-02T22:29:55Z</dcterms:modified>
</cp:coreProperties>
</file>