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889A1-8C48-777C-C6F3-7AA87DE04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325D98-26B3-E0EE-91F4-45ACEC72A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6CCC8E-35FF-B759-BBCA-E5863AEE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EE52BB-0AFB-F00D-BC96-8BAD688E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59C790-1787-4E93-4B12-02F81DE0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3593BC-47AD-45F9-92F8-4D5281F18F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969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923B-0E75-2714-4A55-EE3B2EA6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2FD790-14FE-EA02-D6C7-82F18F8A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5F2821-72F6-216E-506C-A8C4DB03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D6999C-3D6C-C8BC-6089-02932A74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56C89-BC75-4D5C-8F79-9A9B05C1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A3C87-6124-4434-962F-C1E51D4AB1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332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7B186-CF5A-3D8E-AA21-EBF147B6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23FCB9-901A-5FF3-73C6-18046AAEB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6A913-756B-CE5F-2568-24379B99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3844FD-D7BB-0016-8960-375854BF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F92F16-72A1-2C0F-95B2-EB44A966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BB646-6779-4267-8161-509A56388B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10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C95F4-73A0-41FF-BAE1-B57D645F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17DB8E-E55D-1F78-5485-1A839E800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55CB06-9BB4-D4B3-9258-B5F1700D7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BFBC0D-E660-1951-1130-75B73886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BEB645-FA5C-8CFB-3617-E9AAD36D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C8A51E-7470-4229-AA3C-DB5479EB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63A90-FB4A-429D-AA75-E3F3EB30AE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687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A9C3E-85C4-646D-78AC-31CB2B4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57C5B0-C031-DE74-DC7D-4D0584E1C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B2987B-D3E5-58F3-F1D9-4DEBF67F4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144860-CDEC-AC6B-FA33-681ADC46D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F71858C-3E45-A20E-E174-0E8FE181A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C69B2FE-029A-7ABD-B18B-3B519F33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796047-F8B6-1F1D-6226-B70F97A14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349DF5-DBE5-75F9-BB90-14EA1B2E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5BB1D1-4025-439E-A37B-738AA6F377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873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9C568-1099-D583-9D6E-559111BB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279992-9178-8637-6DDD-8AD63BF4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9F5CEDE-0927-AB68-F9FF-AFB0455F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46186E-3B2C-2D55-7D0E-92CD77FD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F158F-1901-449E-9FA1-3CDA296487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130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427007-6A09-C5B3-F668-0362ECA3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D3E587C-A8DC-93F3-817A-1C0CBF81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5BBD9E-EBB2-E66A-070A-3B31C135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19101-C3B0-4739-A966-7FFB3D7371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289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5054F-E331-D39E-1711-A8A099C2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167C5E-AF44-5823-6018-77A924D74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D79B7C-D5EA-B9AF-B420-27E160AA2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46569B-1896-BD53-E7A5-435A9319C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7B6E4B-B3ED-EEDD-D50D-2B586CFB1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8E565C-6ECB-3C56-F855-FD2C47DF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56195-5CF2-40C9-9A53-BCE65B5F0B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596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67D1F-44CF-FBE8-0ACF-42258D7F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E819AB-E013-30BC-25D3-4E780E1DD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A4EDA5-B2CB-AA40-5C7D-751F0DF6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9FCBCC-2B80-BE98-50B9-F4DCD3D7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831BE6-2D40-2AE2-8BBE-91135779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6634F0-802D-5BF0-BA94-F519E88C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22A38-36F4-4BDF-8069-31AA851EDF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591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66A1E-9354-3F92-7D09-384F286F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0C5A70-990F-88CB-A12A-7946745DB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5D7889-55CF-61BE-4D6D-54544502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A61A7B-49D1-BEC6-EA4C-5D9AFD68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1BA083-9D21-AF0E-65F0-0AFD87A0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8686C0-29A3-4210-9486-77101BB3C8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20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0A5508-3783-3B74-9503-3E945C4F1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3CBA57-6AA4-F568-1FFC-B70C4AC11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9B256B-1F08-4FE2-1B98-8526A8E3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B9CE4C-1B4D-8CF3-1402-0E8354D3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13420-ADF0-44FC-4AD8-C8FC3EBC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1707B-B2C1-41BB-9671-997B72926D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588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E0D493-5567-1590-6D90-29512F12A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0A69AD-527A-83A5-BD9F-99DD4AF7F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54EE51-2FAD-71FE-0DFB-9D5153D230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F1E11DD-B317-F2B6-EBFA-D289423E04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B6381E7-25C6-D203-2003-0F219CF58B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69F04A-E0F5-4B6A-9AC8-8B78671F717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66CA94D-D301-D188-E776-E9AF6A3594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514 - Em Glória Esplendente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D79F629-2A7B-FDD1-0470-F43C8FD385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9133D9D-87F0-2D09-D080-380ECAEE2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Em glória esplendente, na nuvem luzente,</a:t>
            </a:r>
            <a:r>
              <a:rPr lang="en-US" altLang="pt-BR" sz="4000"/>
              <a:t> </a:t>
            </a:r>
            <a:r>
              <a:rPr lang="en-US" altLang="pt-BR" sz="4000" i="1"/>
              <a:t>Ao mundo virá, outra vez, o Senhor;</a:t>
            </a:r>
            <a:r>
              <a:rPr lang="en-US" altLang="pt-BR" sz="4000"/>
              <a:t> </a:t>
            </a:r>
            <a:r>
              <a:rPr lang="en-US" altLang="pt-BR" sz="4000" i="1"/>
              <a:t>O santo Cordeiro, que lá no madeiro,</a:t>
            </a:r>
            <a:r>
              <a:rPr lang="en-US" altLang="pt-BR" sz="4000"/>
              <a:t> </a:t>
            </a:r>
            <a:r>
              <a:rPr lang="en-US" altLang="pt-BR" sz="4000" i="1"/>
              <a:t>Verteu o Seu sangue purificador.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A908B2-AA79-7285-3887-DD7C8042A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Se Cristo agora voltar, tu’alma irá jubilar?</a:t>
            </a:r>
            <a:r>
              <a:rPr lang="en-US" altLang="pt-BR" sz="4000" i="1"/>
              <a:t> </a:t>
            </a:r>
            <a:r>
              <a:rPr lang="en-US" altLang="pt-BR" sz="4000" b="1" i="1"/>
              <a:t>Tens lâmpada pronta e as vestes também,</a:t>
            </a:r>
            <a:r>
              <a:rPr lang="en-US" altLang="pt-BR" sz="4000" i="1"/>
              <a:t> </a:t>
            </a:r>
            <a:r>
              <a:rPr lang="en-US" altLang="pt-BR" sz="4000" b="1" i="1"/>
              <a:t>P’ra ires com Cristo além?</a:t>
            </a:r>
            <a:r>
              <a:rPr lang="en-US" altLang="pt-BR" sz="4000" i="1"/>
              <a:t> </a:t>
            </a:r>
            <a:r>
              <a:rPr lang="en-US" altLang="pt-BR" sz="4000" b="1" i="1"/>
              <a:t>Não mais te demores, mas vem a Jesus.</a:t>
            </a:r>
            <a:r>
              <a:rPr lang="en-US" altLang="pt-BR" sz="4000" i="1"/>
              <a:t> </a:t>
            </a:r>
            <a:r>
              <a:rPr lang="en-US" altLang="pt-BR" sz="4000" b="1" i="1"/>
              <a:t>A fim de acender tua luz.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280709E-D9FE-7687-6B26-87A9F918B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2 Começando a ira, perece a mentira,</a:t>
            </a:r>
            <a:r>
              <a:rPr lang="en-US" altLang="pt-BR" sz="4000"/>
              <a:t> </a:t>
            </a:r>
            <a:r>
              <a:rPr lang="en-US" altLang="pt-BR" sz="4000" i="1"/>
              <a:t>No dia da vinda de Cristo, o Senhor;</a:t>
            </a:r>
            <a:r>
              <a:rPr lang="en-US" altLang="pt-BR" sz="4000"/>
              <a:t> </a:t>
            </a:r>
            <a:r>
              <a:rPr lang="en-US" altLang="pt-BR" sz="4000" i="1"/>
              <a:t>O mundo, enganado, no vício e pecado,</a:t>
            </a:r>
            <a:r>
              <a:rPr lang="en-US" altLang="pt-BR" sz="4000"/>
              <a:t> </a:t>
            </a:r>
            <a:r>
              <a:rPr lang="en-US" altLang="pt-BR" sz="4000" i="1"/>
              <a:t>Não vai tomar parte nas bodas de amor.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969D794-4F9F-F194-8F29-A0B56E8F4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3 A graça perfeita, não temendo, aceita,</a:t>
            </a:r>
            <a:r>
              <a:rPr lang="en-US" altLang="pt-BR" sz="4000"/>
              <a:t> </a:t>
            </a:r>
            <a:r>
              <a:rPr lang="en-US" altLang="pt-BR" sz="4000" i="1"/>
              <a:t>Pois breve Jesus há de vir, lá do céu; Ó veste tu'alma, com graça e com calma. De dia e de noite, orando ao teu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514 - Em Glória Esplendente </vt:lpstr>
      <vt:lpstr>Em glória esplendente, na nuvem luzente, Ao mundo virá, outra vez, o Senhor; O santo Cordeiro, que lá no madeiro, Verteu o Seu sangue purificador.  </vt:lpstr>
      <vt:lpstr>Se Cristo agora voltar, tu’alma irá jubilar? Tens lâmpada pronta e as vestes também, P’ra ires com Cristo além? Não mais te demores, mas vem a Jesus. A fim de acender tua luz.   </vt:lpstr>
      <vt:lpstr>2 Começando a ira, perece a mentira, No dia da vinda de Cristo, o Senhor; O mundo, enganado, no vício e pecado, Não vai tomar parte nas bodas de amor.  </vt:lpstr>
      <vt:lpstr>3 A graça perfeita, não temendo, aceita, Pois breve Jesus há de vir, lá do céu; Ó veste tu'alma, com graça e com calma. De dia e de noite, orando ao teu Deus.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514 - Em Glória Esplendente </dc:title>
  <dc:creator>Junior</dc:creator>
  <cp:lastModifiedBy>Emerson Souza</cp:lastModifiedBy>
  <cp:revision>1</cp:revision>
  <dcterms:created xsi:type="dcterms:W3CDTF">2005-12-24T22:01:41Z</dcterms:created>
  <dcterms:modified xsi:type="dcterms:W3CDTF">2026-05-02T22:20:01Z</dcterms:modified>
</cp:coreProperties>
</file>