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3FE9C-7427-B419-10E2-6F2F088DD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5D7CC-3249-7086-6C16-0B7B7AF6D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D3A70C-4060-EFAB-CD8F-7FF62760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49B1CE-08CD-D8FE-9EB2-B9E94564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AC19EA-E075-B2FE-4596-8514E134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668322-91B4-4D98-BA22-049A33729E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37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E9D5C-2FED-DADC-26D8-E992AE7B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143CAC-8645-85EB-3CD3-D5E71DC43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CC79F-6B76-EF6E-578D-35FBB821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102A9C-23B0-2A06-4685-04D92946B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503709-2B14-31E8-9DBC-FBB68A90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06F3A1-3EAB-4B92-9219-E792CF5AB4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744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21706-4589-BA36-2129-E46DCDD81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19B5FA-B3C2-7E2B-F3D0-00B2D725A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1DD521-DCD3-82D5-6812-E102FD2A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D3DDC8-756F-B2E2-2900-3FE607F0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8C835D-2E9C-7CE8-835A-7DB091B7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9263E-E452-45AD-A647-55306FF71A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12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4D918-4560-6B82-389A-3EC94D03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BC728C-4CC4-D3E9-D8F5-B0A7A1EAB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E7E8F1-2DF3-C8A9-E0A0-7FBB14D45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583369-70BC-9E7A-AE32-81CD2E642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254E4A-B0CA-F4AD-D830-BF520FD2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2BDA97-FB13-9BF8-317D-7F631FCD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2C8E78-803C-4C1A-9B5C-3AF162FFF9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397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F2827-6BD3-4DA9-4EA1-DEDA9124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E7B191-131E-8F00-F556-0110B4906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D568C5-4057-488D-59D3-A57E5B7E0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6791A3-5F86-FC22-1201-22F5592CD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E01903-4617-6290-E1B9-DC1137A19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083285-D16B-A9ED-997B-EC40CE6B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B287694-12C3-7B07-7C91-534A5D84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B65D3F0-7DE2-8B9C-98A5-BB5E6F66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2B1FD-3113-4566-A9B5-595BCBDE58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181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95CB1-2F79-1147-75EF-2C74726E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0075B4-F41D-4069-DCCB-6CA034C5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C51F10-6E0B-FE3F-C06B-E3A297CF7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D98A68-B8F9-14E5-B2BE-94C8A7E6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67CB9D-3EEC-42D2-A7DF-DE9F9FA86B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839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72BC7F-5AD4-0916-27DF-381B72BD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1659ED-FDA6-CF5A-BB68-F39E3610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BCF71A-7C32-D519-0ED7-C4B19BBE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AF2C3A-EC60-46C5-8A09-88036E1BF6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763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9A060-4B86-0F5B-FDD5-C30F60E5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AA7FD5-340F-D25B-5CF3-5CDB2CAA2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E87303-85F4-837A-C31B-319555E0C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D5811A-78CC-60BA-809F-DC26F33E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021809-1600-A8D9-58AD-4730AE2A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D8D388-AB93-A09E-A4B7-F75EF75B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35F11E-89E8-4C83-910C-2E98DF7CDC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1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28CEF-CB45-9675-88DF-55DDF548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10E024-7F5F-E26A-3DDB-A1950C14B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62A3A8-3375-E90C-C66E-562912250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1FFCF8-CB8C-CE87-5E43-16EF15A5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AD94E-74E9-E56E-CC11-1A2CAD6B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B33689-7412-52A5-D977-2561F9A5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F0A08-5A2F-4D27-A90F-A5F329A791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600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6EA74-8E8C-1CA6-81F2-D457FC66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D6B74A-7163-1967-2414-F210A6FD8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19FD3D-65D4-CAD6-E8D3-B9F89960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6E8E2C-6A85-4021-88DF-D775F8490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8E8DD5-91D4-4E51-D54D-D5A55F64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DC0D2-F4C3-4969-84DB-51DA97D6AC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797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6BE86F-4E76-8726-6480-097017893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00A01D-626B-7660-ED09-AF3A3317F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847A36-708E-2A43-D07C-99A97F03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429941-DD03-D4A3-BF62-71A0D4AF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7D3CC8-11A9-6BCA-F328-CE843D95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51AAA2-DD31-4978-B146-991C96C365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200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170948-65C2-6405-CC43-332E0024C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E4AD26-46E5-7239-1AE0-61D0CA460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ABEA27-81D1-9D4F-50F3-2960742E0B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7A2B59-B4B6-8415-0199-343284FC1C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D9CA84-FC2F-3811-8D1E-1C226D0480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43FD97E-8D87-4D20-AF24-9CB7024784B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0028E27-BFF0-0BC5-3A6B-9A280C6A7C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443 – Larga o Mundo!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212A6A7-1239-6F16-B8DB-B0E8DD28D8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A5FB0FB-0887-FD45-2E70-2B527591C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Pecador, um convite te queremos dar.</a:t>
            </a:r>
            <a:r>
              <a:rPr lang="en-US" altLang="pt-BR" sz="4000"/>
              <a:t> </a:t>
            </a:r>
            <a:r>
              <a:rPr lang="en-US" altLang="pt-BR" sz="4000" i="1"/>
              <a:t>Um convite divino e consolador;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Hoje queres à casa paternal voltar,</a:t>
            </a:r>
            <a:r>
              <a:rPr lang="en-US" altLang="pt-BR" sz="4000"/>
              <a:t> </a:t>
            </a:r>
            <a:r>
              <a:rPr lang="en-US" altLang="pt-BR" sz="4000" i="1"/>
              <a:t>Onde Cristo te espera cheio de amor.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52322DD-D1E9-4131-6D1E-95F469594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Larga o mundo já, vem após Jesus;</a:t>
            </a:r>
            <a:r>
              <a:rPr lang="en-US" altLang="pt-BR" sz="4000"/>
              <a:t> </a:t>
            </a:r>
            <a:r>
              <a:rPr lang="en-US" altLang="pt-BR" sz="4000" b="1" i="1"/>
              <a:t>O qual pode agora mesmo te salvar!</a:t>
            </a:r>
            <a:r>
              <a:rPr lang="en-US" altLang="pt-BR" sz="4000"/>
              <a:t> </a:t>
            </a:r>
            <a:r>
              <a:rPr lang="en-US" altLang="pt-BR" sz="4000" b="1" i="1"/>
              <a:t>Tudo pronto está, que divina luz!</a:t>
            </a:r>
            <a:r>
              <a:rPr lang="en-US" altLang="pt-BR" sz="4000"/>
              <a:t> </a:t>
            </a:r>
            <a:r>
              <a:rPr lang="en-US" altLang="pt-BR" sz="4000" b="1" i="1"/>
              <a:t>Cristo hoje te convida para vir cear!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90CC8A2-6BB7-D6A8-3F96-CA0486530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Quando Cristo sofreu pregado lá na cruz;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Preparou pra teu ser um divinal manjar;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agora te chama para Sua luz;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Pois tua alma faminta Ele quer fartar!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D687EC8-2F98-E45B-D7ED-8439977D7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Larga o mundo já, vem após Jesus;</a:t>
            </a:r>
            <a:r>
              <a:rPr lang="en-US" altLang="pt-BR" sz="4000"/>
              <a:t> </a:t>
            </a:r>
            <a:r>
              <a:rPr lang="en-US" altLang="pt-BR" sz="4000" b="1" i="1"/>
              <a:t>O qual pode agora mesmo te salvar!</a:t>
            </a:r>
            <a:r>
              <a:rPr lang="en-US" altLang="pt-BR" sz="4000"/>
              <a:t> </a:t>
            </a:r>
            <a:r>
              <a:rPr lang="en-US" altLang="pt-BR" sz="4000" b="1" i="1"/>
              <a:t>Tudo pronto está, que divina luz!</a:t>
            </a:r>
            <a:r>
              <a:rPr lang="en-US" altLang="pt-BR" sz="4000"/>
              <a:t> </a:t>
            </a:r>
            <a:r>
              <a:rPr lang="en-US" altLang="pt-BR" sz="4000" b="1" i="1"/>
              <a:t>Cristo hoje te convida para vir cear!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DC31A32-F576-8C9B-E2F9-7600B3933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Ó aceita o convite que Jesus te faz,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Que franqueia a entrada na mansão de luz;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o gozo divino que te satisfaz,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Ó aceita o convite do Senhor Jesus!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D93031B-E05F-B8EA-2A3C-1F143F50A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Larga o mundo já, vem após Jesus;</a:t>
            </a:r>
            <a:r>
              <a:rPr lang="en-US" altLang="pt-BR" sz="4000"/>
              <a:t> </a:t>
            </a:r>
            <a:r>
              <a:rPr lang="en-US" altLang="pt-BR" sz="4000" b="1" i="1"/>
              <a:t>O qual pode agora mesmo te salvar!</a:t>
            </a:r>
            <a:r>
              <a:rPr lang="en-US" altLang="pt-BR" sz="4000"/>
              <a:t> </a:t>
            </a:r>
            <a:r>
              <a:rPr lang="en-US" altLang="pt-BR" sz="4000" b="1" i="1"/>
              <a:t>Tudo pronto está, que divina luz!</a:t>
            </a:r>
            <a:r>
              <a:rPr lang="en-US" altLang="pt-BR" sz="4000"/>
              <a:t> </a:t>
            </a:r>
            <a:r>
              <a:rPr lang="en-US" altLang="pt-BR" sz="4000" b="1" i="1"/>
              <a:t>Cristo hoje te convida para vir cear!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57449C9-1D81-99A8-8877-42B7D9D8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Ai do que o convite santo recusar,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tiver por profano o sangue de Jesus;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 banquete celeste não vai desfrutar,</a:t>
            </a:r>
            <a:r>
              <a:rPr lang="en-US" altLang="pt-BR" sz="3800"/>
              <a:t> </a:t>
            </a:r>
            <a:r>
              <a:rPr lang="en-US" altLang="pt-BR" sz="3800" i="1"/>
              <a:t>Quem despreza o convite feito lá na cruz!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AE12501-B839-6016-DDE0-A8085B93E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Larga o mundo já, vem após Jesus;</a:t>
            </a:r>
            <a:r>
              <a:rPr lang="en-US" altLang="pt-BR" sz="4000"/>
              <a:t> </a:t>
            </a:r>
            <a:r>
              <a:rPr lang="en-US" altLang="pt-BR" sz="4000" b="1" i="1"/>
              <a:t>O qual pode agora mesmo te salvar!</a:t>
            </a:r>
            <a:r>
              <a:rPr lang="en-US" altLang="pt-BR" sz="4000"/>
              <a:t> </a:t>
            </a:r>
            <a:r>
              <a:rPr lang="en-US" altLang="pt-BR" sz="4000" b="1" i="1"/>
              <a:t>Tudo pronto está, que divina luz!</a:t>
            </a:r>
            <a:r>
              <a:rPr lang="en-US" altLang="pt-BR" sz="4000"/>
              <a:t> </a:t>
            </a:r>
            <a:r>
              <a:rPr lang="en-US" altLang="pt-BR" sz="4000" b="1" i="1"/>
              <a:t>Cristo hoje te convida para vir cear!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443 – Larga o Mundo! </vt:lpstr>
      <vt:lpstr>Pecador, um convite te queremos dar. Um convite divino e consolador;  Hoje queres à casa paternal voltar, Onde Cristo te espera cheio de amor.  </vt:lpstr>
      <vt:lpstr>Larga o mundo já, vem após Jesus; O qual pode agora mesmo te salvar! Tudo pronto está, que divina luz! Cristo hoje te convida para vir cear!  </vt:lpstr>
      <vt:lpstr>Quando Cristo sofreu pregado lá na cruz;  Preparou pra teu ser um divinal manjar;  E agora te chama para Sua luz;  Pois tua alma faminta Ele quer fartar!  </vt:lpstr>
      <vt:lpstr>Larga o mundo já, vem após Jesus; O qual pode agora mesmo te salvar! Tudo pronto está, que divina luz! Cristo hoje te convida para vir cear!  </vt:lpstr>
      <vt:lpstr>Ó aceita o convite que Jesus te faz,  Que franqueia a entrada na mansão de luz;  E o gozo divino que te satisfaz,  Ó aceita o convite do Senhor Jesus!  </vt:lpstr>
      <vt:lpstr>Larga o mundo já, vem após Jesus; O qual pode agora mesmo te salvar! Tudo pronto está, que divina luz! Cristo hoje te convida para vir cear!  </vt:lpstr>
      <vt:lpstr>Ai do que o convite santo recusar,  E tiver por profano o sangue de Jesus;  O banquete celeste não vai desfrutar, Quem despreza o convite feito lá na cruz!</vt:lpstr>
      <vt:lpstr>Larga o mundo já, vem após Jesus; O qual pode agora mesmo te salvar! Tudo pronto está, que divina luz! Cristo hoje te convida para vir cear!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443 – Larga o Mundo! </dc:title>
  <dc:creator>Junior</dc:creator>
  <cp:lastModifiedBy>Emerson Souza</cp:lastModifiedBy>
  <cp:revision>1</cp:revision>
  <dcterms:created xsi:type="dcterms:W3CDTF">2005-12-26T18:51:02Z</dcterms:created>
  <dcterms:modified xsi:type="dcterms:W3CDTF">2026-05-02T22:14:09Z</dcterms:modified>
</cp:coreProperties>
</file>