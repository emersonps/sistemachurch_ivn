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1" autoAdjust="0"/>
    <p:restoredTop sz="94664" autoAdjust="0"/>
  </p:normalViewPr>
  <p:slideViewPr>
    <p:cSldViewPr>
      <p:cViewPr varScale="1">
        <p:scale>
          <a:sx n="72" d="100"/>
          <a:sy n="72" d="100"/>
        </p:scale>
        <p:origin x="-3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FA41-8562-FC9E-5CC6-453672E4A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6E1B67-F790-8478-A8E8-C52BE9912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83C3AA-11A9-D2BD-B8F6-109DBF0C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AB5FCC-804D-4B31-E400-E06A1092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4F5C34-BD29-F9F7-9F77-70A0AEED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7174D3-DE7C-4D37-AD26-14E8E878F4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825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1A473-BE6C-E253-0697-43639256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0B35D9-9938-4453-9E75-8900A9CB4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D4B8D-E62D-E4B6-7D89-686F6E68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02189F-8FCD-973C-1005-43D44EB5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72E244-A882-7FCD-579A-186F9E6E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8F07C0-61DF-4C46-BE9B-CF41E73F7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254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8413A-FF1D-ED3D-59DD-3D296573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A4E6F2-6575-5C85-A7CD-C6035A55A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B9037E-C7BB-DFD6-9CDF-1AFE40B4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56C0EE-ACD3-C0E0-E819-0659979DC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D3331D-B6FA-847D-FF1C-7D87A8F6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A0B237-BF2E-429C-8237-7727AFACD5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648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B118F-78A6-0DD8-6EB3-2E2FF0F6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D10CD8-9D36-700B-1D45-D5888B886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87D725-33F8-BC71-77F2-5F2C16801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C2BA1F-D882-ADE3-42DA-7B7B370C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69C2C7-0F2C-2A16-EC0F-D496DED1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66BD58-C5E0-7E1C-4BC6-7F2E61C3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C74A7-C69A-4F65-AB52-751BA2642C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4575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E38A7-0889-4BB3-1CAF-7CEFF3A4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364DC-4F45-D49E-A863-16252F506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55D030-7ABC-2E25-4C3C-33329358B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445065-7556-2B7D-CDA6-B690728B7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31F420-A19B-863D-49F9-83D23F147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BD72EF0-86EA-AF55-2B0F-FF9DD5F4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736764-32AD-7CC8-F2D6-B2C75D88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9FE21BD-FB24-4401-4D40-1E07BF6A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E1028D-72D7-482D-B908-73208EFF7A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154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545E9-ED9E-D347-C79F-D19179F3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DD3C42-6DA2-B753-E5EF-5A1B9088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05ACD5-FE4F-6DE3-A360-D967F59B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4B95AE-7ED5-5FAE-6DF8-91D18333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1DECD-6D08-4562-A420-166567F268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2702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7CA66B-EF52-3E5C-15BB-CFF16CB9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CF131B-4A61-61A6-617B-A28FBDE7B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CDFCBF-15CC-04B2-DD9D-B7BD51C6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BEF6C-26E2-49C3-AE15-8DB2C4FC45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281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7E3E0-5631-F965-B147-05BA9893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80F64-61D0-702C-E5BC-585956C89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1C99DD-1AFD-9FFD-75DF-20FE5024A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7CA293-5926-5445-B37B-0C5FBC867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1A3C77-287D-7940-FB05-BE1C2943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89C907-ED48-9319-1F1A-AE0FCE3B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5F5190-11F0-46D7-9ACD-44FCEC31DC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110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7C36C-5A14-794B-9E1D-4A802CF7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771134-6028-EFDA-0C84-3E8932146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4A642C-E89B-618C-EF19-4ABD30CF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3E493F-E0DB-E933-5F23-E694D902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17284D-4F26-7302-BF34-867CCBD8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192C3D-8BA5-E8C9-6C10-AAEA8738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82011-3F4D-461B-9935-7B1947EF60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433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AF840-3CEC-9561-F210-B5838C36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F7533D-EE19-AF98-D523-E41AD7D99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D2A6F-EE23-11E0-68D1-BEAACC6D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BE1781-2C43-4797-D051-3FDC75EA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56006D-E34B-8BF7-9B40-F0760397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D6981F-DDB0-48BC-9994-7D13FB69B8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590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3D0EE7-759E-AC53-10F2-DAC0C3749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9961A4-CA44-31FD-8FCB-08C28AF5C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6377C5-682B-511B-AD8F-185E5C21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61061-0DF5-D790-B4C2-5525C818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981274-2459-359C-64DC-0B05987B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F3EEBC-3D3A-4F37-80A6-F727032DEC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054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4AC103-A95D-B0F5-0B63-220335532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70A5C4-2FDC-AB15-D5FE-321C25FF5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863EDC-933A-967B-7EA3-1B0C771F75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6F7FE58-AD4B-FC1D-6575-40399FCD8D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20BABC-5916-C04F-03CD-BD2A6340D9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7E24CA8-8BA8-443B-AA3D-00924FCFF8E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9E0779D6-7245-752A-6CD4-3A77BD4D9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FED08DD1-083E-E8A2-B92F-C1F07E88DE5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800" b="1">
                <a:solidFill>
                  <a:schemeClr val="bg1"/>
                </a:solidFill>
              </a:rPr>
              <a:t>175</a:t>
            </a:r>
            <a:br>
              <a:rPr lang="en-US" altLang="pt-BR" sz="4800" b="1">
                <a:solidFill>
                  <a:schemeClr val="bg1"/>
                </a:solidFill>
              </a:rPr>
            </a:br>
            <a:r>
              <a:rPr lang="en-US" altLang="pt-BR" sz="4800" b="1">
                <a:solidFill>
                  <a:schemeClr val="bg1"/>
                </a:solidFill>
              </a:rPr>
              <a:t>IRMÃOS AMADOS</a:t>
            </a:r>
            <a:br>
              <a:rPr lang="en-US" altLang="pt-BR" sz="4800" b="1">
                <a:solidFill>
                  <a:schemeClr val="bg1"/>
                </a:solidFill>
              </a:rPr>
            </a:br>
            <a:endParaRPr lang="en-US" altLang="pt-BR" sz="4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35C998C7-D88F-61ED-63A3-BF1D930F4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6913CC01-5652-FAAF-B1A5-42E1A8F37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4638"/>
            <a:ext cx="8147050" cy="6323012"/>
          </a:xfrm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Irmãos amados - E resgatados, Segui avante - E triunfantes, Combateremos - E venceremos, No nome santo de Jesus!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5DC9A689-D5C8-3588-FA9A-976E6D2C2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4B90DB30-09EF-8CE9-8461-80F566A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4638"/>
            <a:ext cx="8147050" cy="61071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No nome santo - alegre canto: Eu fui lavado - Santificado;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Vivi perdido - Mas sou remido. No nome santo de Jesus!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E69D5530-9648-882F-C586-FB494CE4C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1312C8CD-D85D-4049-1F1A-1D3D05FD2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820150" cy="6249987"/>
          </a:xfrm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Irmãos amados - Santificados,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Vivei unidos - Pois sois remidos,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Não mais temendo - O bem fazendo,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No nome santo de Jesus!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1DAC59E-20FD-5E1A-AA53-69DB34EDA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9" name="Rectangle 3">
            <a:extLst>
              <a:ext uri="{FF2B5EF4-FFF2-40B4-BE49-F238E27FC236}">
                <a16:creationId xmlns:a16="http://schemas.microsoft.com/office/drawing/2014/main" id="{6ADC26A4-3952-547F-0F00-792A9262A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4638"/>
            <a:ext cx="8147050" cy="61071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No nome santo - alegre canto: Eu fui lavado - Santificado;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Vivi perdido - Mas sou remido. No nome santo de Jesus!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8166584C-4F33-9F13-7C21-A9C7F6008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0FB4786D-DB59-FA45-73C5-1069F9AFC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6249987"/>
          </a:xfrm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Irmãos amados - Purificados,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Sede valentes - E mui prudentes, Estais lavados - E libertados,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No nome santo de Jesus!</a:t>
            </a:r>
            <a:r>
              <a:rPr lang="en-US" altLang="pt-BR" sz="1600">
                <a:solidFill>
                  <a:schemeClr val="bg1"/>
                </a:solidFill>
              </a:rPr>
              <a:t>	</a:t>
            </a:r>
            <a:br>
              <a:rPr lang="en-US" altLang="pt-BR" sz="1600">
                <a:solidFill>
                  <a:schemeClr val="bg1"/>
                </a:solidFill>
              </a:rPr>
            </a:br>
            <a:r>
              <a:rPr lang="en-US" altLang="pt-BR" sz="1600">
                <a:solidFill>
                  <a:schemeClr val="bg1"/>
                </a:solidFill>
              </a:rPr>
              <a:t>	                                                                                           P.L.M.</a:t>
            </a:r>
            <a:br>
              <a:rPr lang="en-US" altLang="pt-BR" sz="1600">
                <a:solidFill>
                  <a:schemeClr val="bg1"/>
                </a:solidFill>
              </a:rPr>
            </a:br>
            <a:endParaRPr lang="en-US" altLang="pt-BR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8E34AF84-9294-51CB-F2BC-0DFEB03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3" name="Rectangle 3">
            <a:extLst>
              <a:ext uri="{FF2B5EF4-FFF2-40B4-BE49-F238E27FC236}">
                <a16:creationId xmlns:a16="http://schemas.microsoft.com/office/drawing/2014/main" id="{A1D4C7EA-DC28-06AF-31D0-6D9607E4B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4638"/>
            <a:ext cx="8147050" cy="61071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No nome santo - alegre canto: Eu fui lavado - Santificado;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Vivi perdido - Mas sou remido. No nome santo de Jesus!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175 IRMÃOS AMADOS </vt:lpstr>
      <vt:lpstr>Irmãos amados - E resgatados, Segui avante - E triunfantes, Combateremos - E venceremos, No nome santo de Jesus! </vt:lpstr>
      <vt:lpstr>No nome santo - alegre canto: Eu fui lavado - Santificado;  Vivi perdido - Mas sou remido. No nome santo de Jesus! </vt:lpstr>
      <vt:lpstr>Irmãos amados - Santificados, Vivei unidos - Pois sois remidos,  Não mais temendo - O bem fazendo,  No nome santo de Jesus! </vt:lpstr>
      <vt:lpstr>No nome santo - alegre canto: Eu fui lavado - Santificado;  Vivi perdido - Mas sou remido. No nome santo de Jesus! </vt:lpstr>
      <vt:lpstr>Irmãos amados - Purificados,  Sede valentes - E mui prudentes, Estais lavados - E libertados, No nome santo de Jesus!                                                                                              P.L.M. </vt:lpstr>
      <vt:lpstr>No nome santo - alegre canto: Eu fui lavado - Santificado;  Vivi perdido - Mas sou remido. No nome santo de Jesus!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175 - IRMOS AMADOS </dc:title>
  <dc:creator>Montagna</dc:creator>
  <cp:lastModifiedBy>Emerson Souza</cp:lastModifiedBy>
  <cp:revision>3</cp:revision>
  <dcterms:created xsi:type="dcterms:W3CDTF">2005-10-16T04:55:59Z</dcterms:created>
  <dcterms:modified xsi:type="dcterms:W3CDTF">2026-05-02T21:51:25Z</dcterms:modified>
</cp:coreProperties>
</file>