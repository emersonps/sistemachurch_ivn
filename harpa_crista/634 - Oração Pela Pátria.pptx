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8D981-66AB-10E2-572E-B7B7A98B5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F3C639-5A8B-D721-12C5-DD23A4FBF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44D79-D771-4E2F-EAF3-DE849B71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F42A1F-BA00-A88F-C3B9-7A83AE09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FF34D6-83B6-72CB-EC2F-AC474CA2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B7F2C0-89C8-4C37-B795-93BDEE7A28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17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38472-7FCF-D7AB-63BE-91486F19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292F4-C9C9-3204-B0DA-8B7DE2A92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DC64CA-2BA8-1811-2C49-39B065A1C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86BAA4-8777-3B30-8D22-1DA79BE2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5BCEE2-B6F5-3932-E853-B3A3112C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248482-B08A-453D-93FB-70E614BBD7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193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8B13F-6809-D1CE-44BF-2C7003E1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03A2C6-95B6-02B4-1C3A-2A8B5E000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5528AF-C21B-79A5-5D58-3790C56F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56CDE4-0971-1AF1-B644-F9345BF40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DE86CF-8BAB-2A5B-1B53-F19C7AA4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8FB34-208E-4DA6-8B0A-2561AF6AEE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616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A16C3-20CC-ECDC-5ACD-E8D78E30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C9DCD4-0499-9C89-9102-7743AD9DE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38365E-9A16-4C27-3C82-2FCBB8010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775795-B74B-7349-E38E-1D85BB222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4C30F9-5519-1CE7-3D28-557CBD77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784524-5EC3-1F43-D143-DE54F40F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12EAD6-80CA-491D-8B20-00364D5250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896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847EB-9B6A-8BDE-29FF-713F0B0DE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71D718-EB2C-082D-31CD-C8465AA68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3C1891-81AD-F1AF-9071-A754BEADF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81EE7A5-A76A-7826-D448-61DEDB283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3C5495-24F9-99AE-7D96-BEA9F1265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2D9902C-0C31-E5D5-F58E-9580B330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BD216DD-EB4C-72FF-1FDD-FDB5B61D1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ED557C4-7721-BF96-8E94-7F5E199A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DA0E0D-CE17-4AC0-A52A-05E2F6AEE8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242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47BE1-8097-9445-AE40-136DED60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BBEF4F9-31B1-6271-5B4D-30E0369A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954A63-4D3C-740D-C627-F4F42682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6DE164-84E9-449B-C49E-A5E27A2A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73EC15-7C31-4137-8C35-33D28855A8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360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8A17FA-7AA8-66DE-523A-F1B50DE1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8F35F04-E3DC-B687-752F-311CE4F3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762AA9-4600-F03D-77DB-952A0CB6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A270F7-D493-4653-A876-122B79BA55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524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3465F-BAD9-5A31-95A7-51B2593E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0F229E-5CBF-0387-3743-226E0FBB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28AC1C-B9A5-FDA1-D2D9-C502D3370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1A0921-322C-684C-D5A9-5CBEB268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B1BC95-BEBC-25B7-830D-B7BBC8CC1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D46D3D-4E25-929C-EE23-ADD6846B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A454E-D630-4744-8192-170A47C66E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7640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62A4A-8392-0590-265B-31B6EB2F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0CF9713-1395-B9AE-EA46-A5E83B447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457B59-1CC4-929B-7CA0-266292319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9ABAB3-535F-E185-76FF-68BE7F17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5E858B-C21C-C86D-76CD-F9588F3D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2E0860-760B-90A2-1A99-58D20E14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B1758C-3BEB-41F2-A6AD-384BBDA44D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507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27F3E-4F95-4012-DC1E-D0ACDA56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8134DA-6D15-367A-5A60-2E0A19C75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E2C2D5-05BC-1FBD-2DA7-ED3F7EE2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AD73AC-9F21-AF1D-4DB0-3238EA4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001815-9406-39B6-212E-FCEB22D1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0F2142-6486-44EB-B2EA-B7476A8A12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679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C29FE4-D066-50C0-5E8E-B55F10088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667EC8-AE5B-6D08-22FF-7E2D237F5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E68C52-F605-1042-6169-A53520D0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94B07D-B77B-CA0D-08E1-7682999B3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B258CA-D141-513E-F86F-01BDF74E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9DE4B-59DF-4C35-B3AB-88342888B9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845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D7DE284-D690-CB34-DED5-4E7341E12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D871AB3-CCBF-C5CF-83AB-D8E2547683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9BF9CB-523C-ABF4-FEDB-E9DF35977C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0FA812A-02A1-67A0-6A9C-ACBDCA71D76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9275BBA-5E6B-84CF-D30B-28F0DAEAAC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F6E56E4-A66C-43CA-B6DE-25EB9DD244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3DEFB8F-DEB5-DE5A-E0DF-F4D5A49D93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634 – Oração Pela Pátria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476E212-7CDD-D3A5-182F-E5A626FA2D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C0CE4BF-4405-D274-088D-15DBF7F84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Minha Pátria para Cristo! </a:t>
            </a:r>
            <a:br>
              <a:rPr lang="en-US" altLang="pt-BR" sz="4000" i="1"/>
            </a:br>
            <a:r>
              <a:rPr lang="en-US" altLang="pt-BR" sz="4000" i="1"/>
              <a:t>Eis a minha petição.</a:t>
            </a:r>
            <a:br>
              <a:rPr lang="en-US" altLang="pt-BR" sz="4000" i="1"/>
            </a:br>
            <a:r>
              <a:rPr lang="en-US" altLang="pt-BR" sz="4000" i="1"/>
              <a:t>Minha Pátria tão querida,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Eu te dei meu coração. </a:t>
            </a:r>
            <a:br>
              <a:rPr lang="en-US" altLang="pt-BR" sz="4000" i="1"/>
            </a:br>
            <a:r>
              <a:rPr lang="en-US" altLang="pt-BR" sz="4000" i="1"/>
              <a:t>Lar prezado, lar formoso,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por ti o meu amor.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o meu Deus de excelsa graça </a:t>
            </a:r>
            <a:br>
              <a:rPr lang="en-US" altLang="pt-BR" sz="4000" i="1"/>
            </a:br>
            <a:r>
              <a:rPr lang="en-US" altLang="pt-BR" sz="4000" i="1"/>
              <a:t>Te dispense seu favor!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9F99D6-B8F0-606E-5B7D-C6B687217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Salve Deus a minha Pátria,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Minha Pátria varonil!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Salve Deus a minha terra,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Esta terra do Brasil!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C74EC13-FB7E-49CE-54AE-49350A17B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Quero, pois, com alegria,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Ver feliz a mãe gentil, </a:t>
            </a:r>
            <a:br>
              <a:rPr lang="en-US" altLang="pt-BR" sz="4000" i="1"/>
            </a:br>
            <a:r>
              <a:rPr lang="en-US" altLang="pt-BR" sz="4000" i="1"/>
              <a:t>Por vencer o Evangelho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Nesta terra do Brasil.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Brava gente brasileira.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Longe vá temor servil; </a:t>
            </a:r>
            <a:br>
              <a:rPr lang="en-US" altLang="pt-BR" sz="4000" i="1"/>
            </a:br>
            <a:r>
              <a:rPr lang="en-US" altLang="pt-BR" sz="4000" i="1"/>
              <a:t>Ou ficar a Pátria salva, </a:t>
            </a:r>
            <a:br>
              <a:rPr lang="en-US" altLang="pt-BR" sz="4000" i="1"/>
            </a:br>
            <a:r>
              <a:rPr lang="en-US" altLang="pt-BR" sz="4000" i="1"/>
              <a:t>Ou morrer pelo Brasil.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634 – Oração Pela Pátria </vt:lpstr>
      <vt:lpstr>Minha Pátria para Cristo!  Eis a minha petição. Minha Pátria tão querida,  Eu te dei meu coração.  Lar prezado, lar formoso,  É por ti o meu amor.  Que o meu Deus de excelsa graça  Te dispense seu favor!  </vt:lpstr>
      <vt:lpstr>Salve Deus a minha Pátria,  Minha Pátria varonil!  Salve Deus a minha terra,  Esta terra do Brasil!  </vt:lpstr>
      <vt:lpstr>Quero, pois, com alegria,  Ver feliz a mãe gentil,  Por vencer o Evangelho  Nesta terra do Brasil.  Brava gente brasileira.  Longe vá temor servil;  Ou ficar a Pátria salva,  Ou morrer pelo Brasil.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634 – Oração Pela Pátria </dc:title>
  <dc:creator>Junior</dc:creator>
  <cp:lastModifiedBy>Emerson Souza</cp:lastModifiedBy>
  <cp:revision>1</cp:revision>
  <dcterms:created xsi:type="dcterms:W3CDTF">2005-12-27T18:28:42Z</dcterms:created>
  <dcterms:modified xsi:type="dcterms:W3CDTF">2026-05-02T22:30:27Z</dcterms:modified>
</cp:coreProperties>
</file>