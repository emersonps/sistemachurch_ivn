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>
            <a:extLst>
              <a:ext uri="{FF2B5EF4-FFF2-40B4-BE49-F238E27FC236}">
                <a16:creationId xmlns:a16="http://schemas.microsoft.com/office/drawing/2014/main" id="{1280EA2B-7097-00FF-8C18-DAED1FD6C7B7}"/>
              </a:ext>
            </a:extLst>
          </p:cNvPr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22531" name="AutoShape 3">
              <a:extLst>
                <a:ext uri="{FF2B5EF4-FFF2-40B4-BE49-F238E27FC236}">
                  <a16:creationId xmlns:a16="http://schemas.microsoft.com/office/drawing/2014/main" id="{45B0432E-6E18-8842-A0A2-4407DD7F966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2532" name="Rectangle 4">
              <a:extLst>
                <a:ext uri="{FF2B5EF4-FFF2-40B4-BE49-F238E27FC236}">
                  <a16:creationId xmlns:a16="http://schemas.microsoft.com/office/drawing/2014/main" id="{07ED8A2E-38E7-3F84-9202-290F5F9DEC64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2533" name="AutoShape 5">
              <a:extLst>
                <a:ext uri="{FF2B5EF4-FFF2-40B4-BE49-F238E27FC236}">
                  <a16:creationId xmlns:a16="http://schemas.microsoft.com/office/drawing/2014/main" id="{A2CEC427-C652-BB3E-C34E-BB1741198DC2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4417 w 1000"/>
                <a:gd name="T3" fmla="*/ 0 h 1000"/>
                <a:gd name="T4" fmla="*/ 4917 w 1000"/>
                <a:gd name="T5" fmla="*/ 500 h 1000"/>
                <a:gd name="T6" fmla="*/ 4417 w 1000"/>
                <a:gd name="T7" fmla="*/ 999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4917" h="1000">
                  <a:moveTo>
                    <a:pt x="0" y="0"/>
                  </a:moveTo>
                  <a:lnTo>
                    <a:pt x="4417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999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2534" name="Line 6">
              <a:extLst>
                <a:ext uri="{FF2B5EF4-FFF2-40B4-BE49-F238E27FC236}">
                  <a16:creationId xmlns:a16="http://schemas.microsoft.com/office/drawing/2014/main" id="{FCA7052F-A070-D352-B3BF-FE6356CC335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2535" name="Rectangle 7">
            <a:extLst>
              <a:ext uri="{FF2B5EF4-FFF2-40B4-BE49-F238E27FC236}">
                <a16:creationId xmlns:a16="http://schemas.microsoft.com/office/drawing/2014/main" id="{9819D8A2-B51D-3BD6-8A3F-16C0CC02C5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1609725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5578FF34-2083-72F1-8A2D-EF8048E43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3F37B5B2-300E-DC68-79AE-BB1180ED07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9F061AA7-A186-1AB4-906D-F983B02AD1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31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5D6B711E-A7E3-063D-4D9D-F187F7194E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fld id="{55C17874-81BB-40E8-ACE3-DF3FD3E293F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03E33-FB24-85C6-C294-300D81BA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69C1A-A377-692C-6110-170A79929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75FB16-7BE3-32DC-0885-6DEA19B9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3466F6-1A61-005D-284E-CBC7FFA7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62D50A-D1C3-837F-D619-41ADED2A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DADEB-3A31-44BE-B169-F17538A2BD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754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6E9F7-42BA-331F-1880-5C39BE2F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53323-1297-86B2-BE53-88F5287A2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6640E5-4E5C-EEFB-FAE6-DECD8FA5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3E904-7B56-8973-292C-D35784EB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8E471B-C703-89F1-2FBA-1626EF25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913765-42CD-4E28-9776-80CD87A0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801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11F22-7293-B54F-7A11-E2D4AEB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C769E2-B1EE-B892-B6D6-A35107A58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CB7C5E-986F-5359-845E-9240EED3E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F754AF-1496-67B7-E659-4FBC8A11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FFDF0B-865C-BFE6-3C37-4E6039F3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8DA644-35BD-47C0-117C-488561CC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7353DF-6747-403B-B3E6-B48442E74E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213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B26AE-FB4E-7851-9628-3C49D8DE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757EE8-5174-8A59-75A1-DD3EF7636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A91E49-E91A-BD56-0368-1C6B38EA3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A1A19F-3782-8570-B3B2-2D1245B30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F8344A-E672-E4EC-AD1B-0F7520671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93DED0-C9FC-7F9C-E554-68CD5632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EFDE90-7693-2784-54D1-D09D33DF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8AE7F7-A73D-47D2-F34B-2DA1B11E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CECD3-09D4-405A-BEEC-053350BAE9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184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31C17-C73A-A10F-88FE-3533A84B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AC70BC4-0214-DF19-07EB-953940BF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813679-2434-A44A-ED48-8AF2B86B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6400CE-A028-8118-2CEE-0123B567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A1184-8781-471B-AD37-35CE4A98D8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184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4CB35F-D1E2-7A9B-38F1-A91B9C68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B11E1F-A1BE-EE63-A9C0-E263B702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5AAAA2-B26D-8B69-FFA8-993C4F1D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7ABDE-A01C-421E-8974-D4B4BA29CE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095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B5906-1A5F-7BD0-7FF1-7A3D6F01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F2AC60-3C2C-5562-599C-149542419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D7F2A0-EA9B-754B-4BEA-1FE77D253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0E01C6-8D7E-29CC-6734-21080A39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D5FF3A-AF56-D2B6-D148-2A943537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9F8121-FBE5-6D8C-0DEF-0CAAA048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94004F-5C96-42FB-9056-82A1E1FDA4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178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6B841-81DD-6531-052F-F1B31B34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4FF055-4BD4-468A-681A-AB8A56477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8541DA-8054-FF98-565A-235431F14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76D069-EE2C-5296-C05E-6E8B3014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68E86F-3D07-D58D-D820-400C53558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9A3342-0DAA-E3BB-C3BA-312986D9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95E8B-02F9-4B30-A9FE-583F9DC8E5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570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057EE-51FC-22CC-C4BC-2F8E2B90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6A051-5E88-1E69-848C-D4D4CC64B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71E3BC-EB7A-2484-01EB-EC114753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AFBE5-2529-3EDF-4A14-6964E8F0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2BC427-8D8D-B790-200C-6D828E0B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F9B4F-7616-454C-BE9D-39FCCEF624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738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A3AC58-C3A0-E3F8-130F-F82031981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EC2384-43E6-A7E4-4D66-CF2E363CF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D18E39-7998-F34F-7944-38FF11C9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462621-8E54-A9C0-9D69-B194CCC3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7CE367-5A6B-3A87-3A80-44448A14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10324-9B51-41E5-B935-F97CA13644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260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FDE8F4B8-9DDF-5F15-EAAE-BB8E684EE5DC}"/>
              </a:ext>
            </a:extLst>
          </p:cNvPr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21507" name="AutoShape 3">
              <a:extLst>
                <a:ext uri="{FF2B5EF4-FFF2-40B4-BE49-F238E27FC236}">
                  <a16:creationId xmlns:a16="http://schemas.microsoft.com/office/drawing/2014/main" id="{6DB54FF5-0905-F8D1-897B-A9124EAD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1508" name="AutoShape 4">
              <a:extLst>
                <a:ext uri="{FF2B5EF4-FFF2-40B4-BE49-F238E27FC236}">
                  <a16:creationId xmlns:a16="http://schemas.microsoft.com/office/drawing/2014/main" id="{6D750589-58AA-ED95-D439-8D587906901A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6500 w 1000"/>
                <a:gd name="T3" fmla="*/ 0 h 1000"/>
                <a:gd name="T4" fmla="*/ 7000 w 1000"/>
                <a:gd name="T5" fmla="*/ 500 h 1000"/>
                <a:gd name="T6" fmla="*/ 6500 w 1000"/>
                <a:gd name="T7" fmla="*/ 999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7000" h="1000">
                  <a:moveTo>
                    <a:pt x="0" y="0"/>
                  </a:moveTo>
                  <a:lnTo>
                    <a:pt x="6500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999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1509" name="Line 5">
              <a:extLst>
                <a:ext uri="{FF2B5EF4-FFF2-40B4-BE49-F238E27FC236}">
                  <a16:creationId xmlns:a16="http://schemas.microsoft.com/office/drawing/2014/main" id="{5666BDB0-C3AF-3327-3F6F-1FBBE244D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510" name="Rectangle 6">
            <a:extLst>
              <a:ext uri="{FF2B5EF4-FFF2-40B4-BE49-F238E27FC236}">
                <a16:creationId xmlns:a16="http://schemas.microsoft.com/office/drawing/2014/main" id="{C8C9958B-66E5-E832-4A4B-AE07F0E6D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660B1FE5-208C-FD4D-76F9-DF65D52C4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2384D667-49E1-C809-D671-75941A42788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C1A284E2-A61A-7D73-3DEF-45153E5478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D369249B-CDC6-6B86-9645-50EE73531B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55C8F48D-0FE5-4A41-9B7B-96F31E107C3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219C517-ACF4-E718-7BD3-0D8BB1C582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0825" y="1844675"/>
            <a:ext cx="8281988" cy="1655763"/>
          </a:xfrm>
        </p:spPr>
        <p:txBody>
          <a:bodyPr/>
          <a:lstStyle/>
          <a:p>
            <a:pPr algn="ctr"/>
            <a:r>
              <a:rPr lang="en-US" altLang="pt-BR" b="1">
                <a:solidFill>
                  <a:schemeClr val="bg1"/>
                </a:solidFill>
              </a:rPr>
              <a:t>156 - A OVELHA PERDIDA</a:t>
            </a:r>
            <a:br>
              <a:rPr lang="en-US" altLang="pt-BR" b="1">
                <a:solidFill>
                  <a:schemeClr val="bg1"/>
                </a:solidFill>
              </a:rPr>
            </a:br>
            <a:endParaRPr lang="en-US" altLang="pt-BR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1B47CD-C625-FEF2-CB34-C2F5BEC75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1341438"/>
            <a:ext cx="7200900" cy="4679950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O bom Pastor buscou-me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Já longe do redil,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com ternura achou-me,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Caído, triste, vil!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As chagas com amor pensou,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ao lar nos braços me levou.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FC61B2-FAA1-A2EA-427B-58ACF8870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412875"/>
            <a:ext cx="8208962" cy="4824413"/>
          </a:xfrm>
        </p:spPr>
        <p:txBody>
          <a:bodyPr/>
          <a:lstStyle/>
          <a:p>
            <a:pPr algn="ctr"/>
            <a:r>
              <a:rPr lang="en-US" altLang="pt-BR" sz="3200" b="1" i="1">
                <a:solidFill>
                  <a:schemeClr val="tx1"/>
                </a:solidFill>
              </a:rPr>
              <a:t>Sim, Jesus amou-me,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Com amor buscou-me,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Ele mesmo restaurou-me a </a:t>
            </a:r>
            <a:r>
              <a:rPr lang="en-US" altLang="pt-BR" sz="3200" b="1">
                <a:solidFill>
                  <a:schemeClr val="tx1"/>
                </a:solidFill>
              </a:rPr>
              <a:t>Deus; </a:t>
            </a:r>
            <a:br>
              <a:rPr lang="en-US" altLang="pt-BR" sz="3200" b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Por Seu sangue restaurou-me a Deus.</a:t>
            </a:r>
            <a:br>
              <a:rPr lang="en-US" altLang="pt-BR" sz="3200" i="1">
                <a:solidFill>
                  <a:schemeClr val="tx1"/>
                </a:solidFill>
              </a:rPr>
            </a:br>
            <a:endParaRPr lang="en-US" altLang="pt-BR" sz="32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E202036-2869-03F6-B8FC-D9E63C084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12875"/>
            <a:ext cx="7023100" cy="4537075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Seguiu-me, bem distante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Do Seu lugar, no céu,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disse, em voz amante: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"Achei-te, tu és Meu".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Jamais senti tão grande amor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Como este do meu bom Pastor.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87BDCFC-53F9-4CB9-E313-013B7875A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412875"/>
            <a:ext cx="8208962" cy="4824413"/>
          </a:xfrm>
        </p:spPr>
        <p:txBody>
          <a:bodyPr/>
          <a:lstStyle/>
          <a:p>
            <a:pPr algn="ctr"/>
            <a:r>
              <a:rPr lang="en-US" altLang="pt-BR" sz="3200" b="1" i="1">
                <a:solidFill>
                  <a:schemeClr val="tx1"/>
                </a:solidFill>
              </a:rPr>
              <a:t>Sim, Jesus amou-me,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Com amor buscou-me,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Ele mesmo restaurou-me a </a:t>
            </a:r>
            <a:r>
              <a:rPr lang="en-US" altLang="pt-BR" sz="3200" b="1">
                <a:solidFill>
                  <a:schemeClr val="tx1"/>
                </a:solidFill>
              </a:rPr>
              <a:t>Deus; </a:t>
            </a:r>
            <a:br>
              <a:rPr lang="en-US" altLang="pt-BR" sz="3200" b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Por Seu sangue restaurou-me a Deus.</a:t>
            </a:r>
            <a:br>
              <a:rPr lang="en-US" altLang="pt-BR" sz="3200" i="1">
                <a:solidFill>
                  <a:schemeClr val="tx1"/>
                </a:solidFill>
              </a:rPr>
            </a:br>
            <a:endParaRPr lang="en-US" altLang="pt-BR" sz="32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838EDD-94AB-F92E-50A0-70648D306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1341438"/>
            <a:ext cx="6878637" cy="4824412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Por Ele sou querido,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 graça singular!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Pois Ele foi ferido,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A fim de me salvar;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Assim, ovelha dEle sou,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com o Seu rebanho vou.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7DCC701-6BB1-6158-DBF7-4D09D1E54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412875"/>
            <a:ext cx="8208962" cy="4824413"/>
          </a:xfrm>
        </p:spPr>
        <p:txBody>
          <a:bodyPr/>
          <a:lstStyle/>
          <a:p>
            <a:pPr algn="ctr"/>
            <a:r>
              <a:rPr lang="en-US" altLang="pt-BR" sz="3200" b="1" i="1">
                <a:solidFill>
                  <a:schemeClr val="tx1"/>
                </a:solidFill>
              </a:rPr>
              <a:t>Sim, Jesus amou-me,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Com amor buscou-me,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Ele mesmo restaurou-me a </a:t>
            </a:r>
            <a:r>
              <a:rPr lang="en-US" altLang="pt-BR" sz="3200" b="1">
                <a:solidFill>
                  <a:schemeClr val="tx1"/>
                </a:solidFill>
              </a:rPr>
              <a:t>Deus; </a:t>
            </a:r>
            <a:br>
              <a:rPr lang="en-US" altLang="pt-BR" sz="3200" b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Por Seu sangue restaurou-me a Deus.</a:t>
            </a:r>
            <a:br>
              <a:rPr lang="en-US" altLang="pt-BR" sz="3200" i="1">
                <a:solidFill>
                  <a:schemeClr val="tx1"/>
                </a:solidFill>
              </a:rPr>
            </a:br>
            <a:endParaRPr lang="en-US" altLang="pt-BR" sz="32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1753531-99E8-D492-6394-AB506C07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84313"/>
            <a:ext cx="7023100" cy="4105275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Prossigo alegre agora;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Deus dá poder cabal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graça salvadora;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Protege-me do mal,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O bom Pastor comigo está,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Meus passos Ele guiará.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7495594-33D1-0D59-2B44-DFF68573A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412875"/>
            <a:ext cx="8208962" cy="4824413"/>
          </a:xfrm>
        </p:spPr>
        <p:txBody>
          <a:bodyPr/>
          <a:lstStyle/>
          <a:p>
            <a:pPr algn="ctr"/>
            <a:r>
              <a:rPr lang="en-US" altLang="pt-BR" sz="3200" b="1" i="1">
                <a:solidFill>
                  <a:schemeClr val="tx1"/>
                </a:solidFill>
              </a:rPr>
              <a:t>Sim, Jesus amou-me,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Com amor buscou-me,</a:t>
            </a:r>
            <a:br>
              <a:rPr lang="en-US" altLang="pt-BR" sz="3200" b="1" i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Ele mesmo restaurou-me a </a:t>
            </a:r>
            <a:r>
              <a:rPr lang="en-US" altLang="pt-BR" sz="3200" b="1">
                <a:solidFill>
                  <a:schemeClr val="tx1"/>
                </a:solidFill>
              </a:rPr>
              <a:t>Deus; </a:t>
            </a:r>
            <a:br>
              <a:rPr lang="en-US" altLang="pt-BR" sz="3200" b="1">
                <a:solidFill>
                  <a:schemeClr val="tx1"/>
                </a:solidFill>
              </a:rPr>
            </a:br>
            <a:r>
              <a:rPr lang="en-US" altLang="pt-BR" sz="3200" b="1" i="1">
                <a:solidFill>
                  <a:schemeClr val="tx1"/>
                </a:solidFill>
              </a:rPr>
              <a:t>Por Seu sangue restaurou-me a Deus.</a:t>
            </a:r>
            <a:br>
              <a:rPr lang="en-US" altLang="pt-BR" sz="3200" i="1">
                <a:solidFill>
                  <a:schemeClr val="tx1"/>
                </a:solidFill>
              </a:rPr>
            </a:br>
            <a:endParaRPr lang="en-US" altLang="pt-BR" sz="32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12</TotalTime>
  <Words>264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Arial Black</vt:lpstr>
      <vt:lpstr>Radial</vt:lpstr>
      <vt:lpstr>156 - A OVELHA PERDIDA </vt:lpstr>
      <vt:lpstr>O bom Pastor buscou-me  Já longe do redil, E com ternura achou-me,  Caído, triste, vil! As chagas com amor pensou,  E ao lar nos braços me levou. </vt:lpstr>
      <vt:lpstr>Sim, Jesus amou-me, Com amor buscou-me, Ele mesmo restaurou-me a Deus;  Por Seu sangue restaurou-me a Deus. </vt:lpstr>
      <vt:lpstr>Seguiu-me, bem distante  Do Seu lugar, no céu,  E disse, em voz amante:  "Achei-te, tu és Meu". Jamais senti tão grande amor Como este do meu bom Pastor. </vt:lpstr>
      <vt:lpstr>Sim, Jesus amou-me, Com amor buscou-me, Ele mesmo restaurou-me a Deus;  Por Seu sangue restaurou-me a Deus. </vt:lpstr>
      <vt:lpstr>Por Ele sou querido, Que graça singular! Pois Ele foi ferido, A fim de me salvar; Assim, ovelha dEle sou, E com o Seu rebanho vou. </vt:lpstr>
      <vt:lpstr>Sim, Jesus amou-me, Com amor buscou-me, Ele mesmo restaurou-me a Deus;  Por Seu sangue restaurou-me a Deus. </vt:lpstr>
      <vt:lpstr>Prossigo alegre agora; Deus dá poder cabal E graça salvadora; Protege-me do mal, O bom Pastor comigo está, Meus passos Ele guiará.</vt:lpstr>
      <vt:lpstr>Sim, Jesus amou-me, Com amor buscou-me, Ele mesmo restaurou-me a Deus;  Por Seu sangue restaurou-me a Deus.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156 - A OVELHA PERDIDA </dc:title>
  <dc:creator>Montagna</dc:creator>
  <cp:lastModifiedBy>Emerson Souza</cp:lastModifiedBy>
  <cp:revision>3</cp:revision>
  <dcterms:created xsi:type="dcterms:W3CDTF">2005-10-16T04:09:47Z</dcterms:created>
  <dcterms:modified xsi:type="dcterms:W3CDTF">2026-05-02T21:49:58Z</dcterms:modified>
</cp:coreProperties>
</file>