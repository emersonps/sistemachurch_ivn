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8535B-F9EA-6E83-B2D8-049F38B0D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8FFEC9-0A6C-DDEC-E90B-5DFA09C89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776F2C-7608-103C-C33E-74794A83F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9467F0-C51A-99F9-DEC1-0017B00A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EAE060-C7BB-E6C3-5729-87FAC00D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98B0C0-ED90-4A78-A7DB-2F7155EFA5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0095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1568A-6CD3-1B7B-1EEE-6076965A5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D2259A-CA8A-640F-4907-4E8AA38FA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F939E6-631C-BA58-CC50-562A8816F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6131C8-8DFB-28C2-2C16-EE21289BA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DA82A5-A360-F988-7DC1-95497517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1A93AE-3CB9-4188-BB17-D0AF588A43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72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60AAF-0DE5-5145-92EF-0449BC98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2B13F4-83AC-9FBF-5865-7B253E1F5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924724-AE77-19CF-DA9B-4D520AEB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D5E81F-E2CC-CE03-181C-3D6C9055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250F22-8A26-A59C-0291-883D92AD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C5B82C-0F14-4E00-B763-DD00DB7F6C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5262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FD8BD-2195-154A-AF42-00C0FD6E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D23A09-C693-FEA0-9929-19CB85C59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1C4F83-A7DE-2D37-34D3-71AAAA65C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C388E9-C084-C78B-4AC3-738EE48D5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7C0EE2-2044-D82F-7ACE-A17A4ECC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ECC221-2DF8-C289-9949-2D9C5BE4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59B482-4112-4AD2-ADC6-E118124C4B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76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C2CBC-DD45-8578-CD28-B3899D640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99EB84-3E52-DC54-B9F7-C018F6995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85F002-22DE-2E83-058D-5A2769035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4986436-6128-3B74-7523-BE9837F8D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015190-4BA0-EAD2-230A-10FAC51E9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3B20A8-7282-6B97-75E3-536D9E07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F899E08-397D-1F1F-6F18-11AE6A1E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6B7C42-034A-3A2F-F727-B90B60AE0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86C709-5F45-4D78-9CF8-2773EA01CE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687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B0D91-F3E1-D7F1-ED97-C704EFC2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419489-087B-8D5E-122D-7CD76974D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2F9367-4152-1203-CD1A-6204E715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8FF6A5-EF64-860E-0BD2-C1D8CDAC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9679BF-3054-4417-9C87-FEC62AC697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784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F5EB50-4C4A-562F-5481-C1B210BE5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AE33D0-F8CC-9543-6BB3-E7587C071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1DC999-9B35-3346-5012-30DDE4741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E45050-7974-40E5-BAAD-D55E3DFF0E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450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89879-88AC-EB99-8AC9-A01552C42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D09B0B-F748-C612-CA0A-60735B342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C2562C-5AE4-A048-A2EA-FEE518EB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06ABEF-8655-10E0-90AA-1CD282CBC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B1BBBF-22AC-E297-4B3B-5D79897E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B6A33C-CC4A-8E23-EBAB-30525723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328FF4-B957-4575-8DB7-413C3444AC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290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012EB-0ABD-FE2C-5691-0F9B4275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51A3C62-3F32-BF55-0A55-11E623E3D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9C6D5C-C7BB-CB64-6418-5431981F0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74EBDB-B3C0-3E77-EEFC-B139FFA43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57F4E2-A3DC-A9A3-7C9E-B193C987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DEC55D-E659-31C5-1BF9-B705AC7A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A327F8-9C6B-465E-9107-B2D8E013BA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27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67885-5FCA-172E-C497-0D644D26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AC4B46-76AC-6214-B2BE-A99FD3DF6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05076E-4A74-3E90-123A-2F192DE6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71F27A-78C9-D8A2-185A-712ED47E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36D4DF-2691-4250-9962-29E7AAED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6D118-9AB8-4FBB-8FE8-DE2A44E10F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121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3072D9-8139-963B-74E3-82721A8E8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18C90E-BD5C-1055-1A3F-C82511B51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F47CF4-C3DF-9A03-BFCD-7C119E556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42361B-BBE0-3D81-C3BE-A3F15133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D13552-BC80-52E1-72F4-9F5D80F60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6C811E-19A0-4DF9-A70D-D7BD7CCCD4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395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72F8AE6-396F-C5B8-480C-9B188AA168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A58034E-D11F-24BC-19B2-F8FC4B9AA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F5C60A-3D3D-6D6F-EB20-E08D961F7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3AC922A-C027-0980-1EA4-A7C3C0B050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C28F86E-1E0D-1532-2BCC-BDB350B848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F6280B9-7246-476B-92F3-96BBC83183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1070B10-3C66-2611-C95B-108A663F68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3600" i="1">
                <a:solidFill>
                  <a:schemeClr val="bg1"/>
                </a:solidFill>
              </a:rPr>
              <a:t>89 - SUBLIME E GRANDE AMOR</a:t>
            </a:r>
            <a:endParaRPr lang="en-US" altLang="pt-BR" sz="3600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0C056AA5-7A06-4E56-F048-E72906642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Conte-me, sim, de Jesus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Para na mente, eu gravar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Como foi que padeceu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Na cruz, pra me libertar: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2F6CC5D7-4E4A-81B1-62F2-A1233DDCD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 sua paixão e morte,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 começar no jardim,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Não houve mais quem tivesse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Um sofrimento assim!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361357F8-ECBA-0B77-ADFB-F2BEDCDA7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Só amor! Só amor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Só amor! 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Sublime e grande amor!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3F1D8652-4EE7-0BE5-6A4A-D46C96E3E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Conta-me como sentiu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 rude morte na cruz,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Suportando a acusação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Dos inimigos da luz;</a:t>
            </a:r>
          </a:p>
          <a:p>
            <a:pPr algn="ctr">
              <a:buClr>
                <a:schemeClr val="tx1"/>
              </a:buClr>
              <a:buFontTx/>
              <a:buNone/>
            </a:pP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2676C975-80AF-18D4-A545-9030A883C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Conta-me como tem dado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Ao mal feitor sua paz,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Dizendo: hoje, comigo,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No paraíso estarás.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A2DCDD81-0201-2CCE-2B89-1C1C8F8C93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Só amor! Só amor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Só amor! 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Sublime e grande amor!</a:t>
            </a:r>
            <a:endParaRPr lang="en-US" altLang="pt-BR" sz="4000">
              <a:solidFill>
                <a:schemeClr val="bg1"/>
              </a:solidFill>
            </a:endParaRPr>
          </a:p>
          <a:p>
            <a:pPr algn="ctr">
              <a:buClr>
                <a:schemeClr val="tx1"/>
              </a:buClr>
              <a:buFontTx/>
              <a:buNone/>
            </a:pP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2843D83D-BF73-C00E-4CD7-106CDA704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Conta-me como chorou,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Falando a Jerusalém;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Profetas fazes morrer,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Quando a Ti eles vem.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CF2C1836-AC60-E6E3-48A3-8E1CF8932D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Conta-me como inda chora,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Por causa do pecador,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Que não quer seu evangelho,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Proclamado com amor.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7E2F1F0E-0F74-B373-1C23-06F86F662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Só amor! Só amor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Só amor! 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Sublime e grande amor!</a:t>
            </a:r>
            <a:endParaRPr lang="en-US" altLang="pt-BR" sz="4000">
              <a:solidFill>
                <a:schemeClr val="bg1"/>
              </a:solidFill>
            </a:endParaRPr>
          </a:p>
          <a:p>
            <a:pPr algn="ctr">
              <a:buClr>
                <a:schemeClr val="tx1"/>
              </a:buClr>
              <a:buFontTx/>
              <a:buNone/>
            </a:pP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id="{516B568A-E0B6-347F-6858-E8866CBAD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Conta-me como o Senhor,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Um bom testemunho deu,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Satisfazendo a lei,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Quando o cálice bebeu;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8AD9EB51-D84A-4410-6437-1D1404861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Também disse estas palavras,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Com seu tão profundo amor;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Pai, lhes perdoa a cegueira,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Que é própria do pecador.</a:t>
            </a:r>
          </a:p>
          <a:p>
            <a:pPr algn="ctr">
              <a:buClr>
                <a:schemeClr val="tx1"/>
              </a:buClr>
              <a:buFontTx/>
              <a:buNone/>
            </a:pP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BB59816E-0574-367E-93F7-63480F6AA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Só amor! Só amor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Só amor! 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Sublime e grande amor!</a:t>
            </a:r>
            <a:endParaRPr lang="en-US" altLang="pt-BR" sz="4000">
              <a:solidFill>
                <a:schemeClr val="bg1"/>
              </a:solidFill>
            </a:endParaRPr>
          </a:p>
          <a:p>
            <a:pPr algn="ctr">
              <a:buClr>
                <a:schemeClr val="tx1"/>
              </a:buClr>
              <a:buFontTx/>
              <a:buNone/>
            </a:pP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F926020E-9D86-A80E-A523-6BA2DEA64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Conta-me como, também, 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Veio ao povo Judeu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Povo que tanto amou,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Querendo dar-lhe o céu;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DEADAF4B-0E34-5D2D-486D-0174E224C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Como inda hoje Ele ama,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 todo o pecador,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Dando-lhe paz e descanso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Pelo evangelho de amor.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4205352F-A0D5-95FD-F363-BCAE947F4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Só amor! Só amor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Só amor! </a:t>
            </a:r>
          </a:p>
          <a:p>
            <a:pPr algn="ctr">
              <a:buClr>
                <a:schemeClr val="tx1"/>
              </a:buCl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Sublime e grande amor!</a:t>
            </a:r>
            <a:endParaRPr lang="en-US" altLang="pt-BR" sz="400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  <a:buFontTx/>
              <a:buNone/>
            </a:pP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Requintado</Template>
  <TotalTime>48</TotalTime>
  <Words>271</Words>
  <Application>Microsoft Office PowerPoint</Application>
  <PresentationFormat>Apresentação na tela (4:3)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Arial</vt:lpstr>
      <vt:lpstr>Design padrão</vt:lpstr>
      <vt:lpstr>89 - SUBLIME E GRANDE AMOR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SUBLIME E GRANDE AMOR</dc:title>
  <dc:creator>Junior</dc:creator>
  <cp:lastModifiedBy>Emerson Souza</cp:lastModifiedBy>
  <cp:revision>4</cp:revision>
  <dcterms:created xsi:type="dcterms:W3CDTF">2005-06-26T15:33:17Z</dcterms:created>
  <dcterms:modified xsi:type="dcterms:W3CDTF">2026-05-02T21:44:15Z</dcterms:modified>
</cp:coreProperties>
</file>