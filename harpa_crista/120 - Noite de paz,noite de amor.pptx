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37" autoAdjust="0"/>
    <p:restoredTop sz="94581" autoAdjust="0"/>
  </p:normalViewPr>
  <p:slideViewPr>
    <p:cSldViewPr>
      <p:cViewPr>
        <p:scale>
          <a:sx n="66" d="100"/>
          <a:sy n="66" d="100"/>
        </p:scale>
        <p:origin x="-378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>
            <a:extLst>
              <a:ext uri="{FF2B5EF4-FFF2-40B4-BE49-F238E27FC236}">
                <a16:creationId xmlns:a16="http://schemas.microsoft.com/office/drawing/2014/main" id="{DC6FE4F5-58DE-3463-0BBB-54B72828713C}"/>
              </a:ext>
            </a:extLst>
          </p:cNvPr>
          <p:cNvGrpSpPr>
            <a:grpSpLocks/>
          </p:cNvGrpSpPr>
          <p:nvPr/>
        </p:nvGrpSpPr>
        <p:grpSpPr bwMode="auto">
          <a:xfrm>
            <a:off x="-6350" y="20638"/>
            <a:ext cx="9144000" cy="6858000"/>
            <a:chOff x="0" y="0"/>
            <a:chExt cx="5760" cy="4320"/>
          </a:xfrm>
        </p:grpSpPr>
        <p:sp>
          <p:nvSpPr>
            <p:cNvPr id="19459" name="Freeform 3">
              <a:extLst>
                <a:ext uri="{FF2B5EF4-FFF2-40B4-BE49-F238E27FC236}">
                  <a16:creationId xmlns:a16="http://schemas.microsoft.com/office/drawing/2014/main" id="{7DAA619A-F68F-A800-C934-79329EBBFEF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60" name="Freeform 4">
              <a:extLst>
                <a:ext uri="{FF2B5EF4-FFF2-40B4-BE49-F238E27FC236}">
                  <a16:creationId xmlns:a16="http://schemas.microsoft.com/office/drawing/2014/main" id="{B2997011-40D3-1116-0B73-47F568E8D0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461" name="Freeform 5">
            <a:extLst>
              <a:ext uri="{FF2B5EF4-FFF2-40B4-BE49-F238E27FC236}">
                <a16:creationId xmlns:a16="http://schemas.microsoft.com/office/drawing/2014/main" id="{BCED7400-13C2-6E48-8B7E-53273978E00C}"/>
              </a:ext>
            </a:extLst>
          </p:cNvPr>
          <p:cNvSpPr>
            <a:spLocks/>
          </p:cNvSpPr>
          <p:nvPr/>
        </p:nvSpPr>
        <p:spPr bwMode="hidden">
          <a:xfrm>
            <a:off x="6242050" y="626903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19462" name="Group 6">
            <a:extLst>
              <a:ext uri="{FF2B5EF4-FFF2-40B4-BE49-F238E27FC236}">
                <a16:creationId xmlns:a16="http://schemas.microsoft.com/office/drawing/2014/main" id="{7FB5BD39-C9D4-CCE8-EDAA-2BA87E63A212}"/>
              </a:ext>
            </a:extLst>
          </p:cNvPr>
          <p:cNvGrpSpPr>
            <a:grpSpLocks/>
          </p:cNvGrpSpPr>
          <p:nvPr/>
        </p:nvGrpSpPr>
        <p:grpSpPr bwMode="auto">
          <a:xfrm>
            <a:off x="-1588" y="6034088"/>
            <a:ext cx="7845426" cy="850900"/>
            <a:chOff x="0" y="3792"/>
            <a:chExt cx="4942" cy="536"/>
          </a:xfrm>
        </p:grpSpPr>
        <p:sp>
          <p:nvSpPr>
            <p:cNvPr id="19463" name="Freeform 7">
              <a:extLst>
                <a:ext uri="{FF2B5EF4-FFF2-40B4-BE49-F238E27FC236}">
                  <a16:creationId xmlns:a16="http://schemas.microsoft.com/office/drawing/2014/main" id="{F6889C82-5E60-2CCD-9B40-75E9460A7DCF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9464" name="Group 8">
              <a:extLst>
                <a:ext uri="{FF2B5EF4-FFF2-40B4-BE49-F238E27FC236}">
                  <a16:creationId xmlns:a16="http://schemas.microsoft.com/office/drawing/2014/main" id="{BBBDF316-6412-35DC-9BF3-B356AB0576F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19465" name="Freeform 9">
                <a:extLst>
                  <a:ext uri="{FF2B5EF4-FFF2-40B4-BE49-F238E27FC236}">
                    <a16:creationId xmlns:a16="http://schemas.microsoft.com/office/drawing/2014/main" id="{D805A4AB-414F-D468-0A68-00DC38C6424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>
                  <a:gd name="T0" fmla="*/ 636 w 994"/>
                  <a:gd name="T1" fmla="*/ 373 h 529"/>
                  <a:gd name="T2" fmla="*/ 495 w 994"/>
                  <a:gd name="T3" fmla="*/ 370 h 529"/>
                  <a:gd name="T4" fmla="*/ 280 w 994"/>
                  <a:gd name="T5" fmla="*/ 249 h 529"/>
                  <a:gd name="T6" fmla="*/ 127 w 994"/>
                  <a:gd name="T7" fmla="*/ 66 h 529"/>
                  <a:gd name="T8" fmla="*/ 0 w 994"/>
                  <a:gd name="T9" fmla="*/ 0 h 529"/>
                  <a:gd name="T10" fmla="*/ 22 w 994"/>
                  <a:gd name="T11" fmla="*/ 26 h 529"/>
                  <a:gd name="T12" fmla="*/ 0 w 994"/>
                  <a:gd name="T13" fmla="*/ 65 h 529"/>
                  <a:gd name="T14" fmla="*/ 30 w 994"/>
                  <a:gd name="T15" fmla="*/ 119 h 529"/>
                  <a:gd name="T16" fmla="*/ 75 w 994"/>
                  <a:gd name="T17" fmla="*/ 243 h 529"/>
                  <a:gd name="T18" fmla="*/ 45 w 994"/>
                  <a:gd name="T19" fmla="*/ 422 h 529"/>
                  <a:gd name="T20" fmla="*/ 200 w 994"/>
                  <a:gd name="T21" fmla="*/ 329 h 529"/>
                  <a:gd name="T22" fmla="*/ 592 w 994"/>
                  <a:gd name="T23" fmla="*/ 527 h 529"/>
                  <a:gd name="T24" fmla="*/ 994 w 994"/>
                  <a:gd name="T25" fmla="*/ 529 h 529"/>
                  <a:gd name="T26" fmla="*/ 828 w 994"/>
                  <a:gd name="T27" fmla="*/ 473 h 529"/>
                  <a:gd name="T28" fmla="*/ 636 w 994"/>
                  <a:gd name="T29" fmla="*/ 373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6" name="Freeform 10">
                <a:extLst>
                  <a:ext uri="{FF2B5EF4-FFF2-40B4-BE49-F238E27FC236}">
                    <a16:creationId xmlns:a16="http://schemas.microsoft.com/office/drawing/2014/main" id="{B86C4418-8453-9326-3974-6BF34A7BFD2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7" name="Freeform 11">
                <a:extLst>
                  <a:ext uri="{FF2B5EF4-FFF2-40B4-BE49-F238E27FC236}">
                    <a16:creationId xmlns:a16="http://schemas.microsoft.com/office/drawing/2014/main" id="{08B01329-F210-AB93-100C-B70C0E1179F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8" name="Freeform 12">
                <a:extLst>
                  <a:ext uri="{FF2B5EF4-FFF2-40B4-BE49-F238E27FC236}">
                    <a16:creationId xmlns:a16="http://schemas.microsoft.com/office/drawing/2014/main" id="{30527E7B-51BD-4C17-D7B3-C5F6B1ECE9D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9" name="Freeform 13">
                <a:extLst>
                  <a:ext uri="{FF2B5EF4-FFF2-40B4-BE49-F238E27FC236}">
                    <a16:creationId xmlns:a16="http://schemas.microsoft.com/office/drawing/2014/main" id="{242CDE51-89C7-1C1F-355D-11AB50FB7BE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9470" name="Freeform 14">
              <a:extLst>
                <a:ext uri="{FF2B5EF4-FFF2-40B4-BE49-F238E27FC236}">
                  <a16:creationId xmlns:a16="http://schemas.microsoft.com/office/drawing/2014/main" id="{5314C3B7-5568-0090-FA49-96634F054672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471" name="Group 15">
            <a:extLst>
              <a:ext uri="{FF2B5EF4-FFF2-40B4-BE49-F238E27FC236}">
                <a16:creationId xmlns:a16="http://schemas.microsoft.com/office/drawing/2014/main" id="{8A79473F-9AD3-55F5-68F0-52D9F1D46B35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19472" name="Freeform 16">
              <a:extLst>
                <a:ext uri="{FF2B5EF4-FFF2-40B4-BE49-F238E27FC236}">
                  <a16:creationId xmlns:a16="http://schemas.microsoft.com/office/drawing/2014/main" id="{2A823370-D125-A496-6F96-E6B0054721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3" name="Freeform 17">
              <a:extLst>
                <a:ext uri="{FF2B5EF4-FFF2-40B4-BE49-F238E27FC236}">
                  <a16:creationId xmlns:a16="http://schemas.microsoft.com/office/drawing/2014/main" id="{FA2FA4C8-F724-E23F-BA03-9C4FEE9339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4" name="Freeform 18">
              <a:extLst>
                <a:ext uri="{FF2B5EF4-FFF2-40B4-BE49-F238E27FC236}">
                  <a16:creationId xmlns:a16="http://schemas.microsoft.com/office/drawing/2014/main" id="{53438AEE-D03C-8519-5766-7AA7BB9FC7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5" name="Freeform 19">
              <a:extLst>
                <a:ext uri="{FF2B5EF4-FFF2-40B4-BE49-F238E27FC236}">
                  <a16:creationId xmlns:a16="http://schemas.microsoft.com/office/drawing/2014/main" id="{845F1DEA-89BA-AD3E-28C2-F789A7FB90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6" name="Freeform 20">
              <a:extLst>
                <a:ext uri="{FF2B5EF4-FFF2-40B4-BE49-F238E27FC236}">
                  <a16:creationId xmlns:a16="http://schemas.microsoft.com/office/drawing/2014/main" id="{60A13F90-02DF-7444-DA1B-C2EBB4DE9C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7" name="Freeform 21">
              <a:extLst>
                <a:ext uri="{FF2B5EF4-FFF2-40B4-BE49-F238E27FC236}">
                  <a16:creationId xmlns:a16="http://schemas.microsoft.com/office/drawing/2014/main" id="{2A33018B-BEB4-44F3-192C-1090330704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478" name="Rectangle 22">
            <a:extLst>
              <a:ext uri="{FF2B5EF4-FFF2-40B4-BE49-F238E27FC236}">
                <a16:creationId xmlns:a16="http://schemas.microsoft.com/office/drawing/2014/main" id="{2009BE8C-B858-D6F7-C7E8-C42FF6131EC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447800"/>
            <a:ext cx="82296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9479" name="Rectangle 23">
            <a:extLst>
              <a:ext uri="{FF2B5EF4-FFF2-40B4-BE49-F238E27FC236}">
                <a16:creationId xmlns:a16="http://schemas.microsoft.com/office/drawing/2014/main" id="{00BD5DA5-2FBF-E54A-35EC-819D74517C42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9480" name="Rectangle 24">
            <a:extLst>
              <a:ext uri="{FF2B5EF4-FFF2-40B4-BE49-F238E27FC236}">
                <a16:creationId xmlns:a16="http://schemas.microsoft.com/office/drawing/2014/main" id="{D2F60FA2-4598-01E6-61C9-A7196E26723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9481" name="Rectangle 25">
            <a:extLst>
              <a:ext uri="{FF2B5EF4-FFF2-40B4-BE49-F238E27FC236}">
                <a16:creationId xmlns:a16="http://schemas.microsoft.com/office/drawing/2014/main" id="{AD63DD59-5211-AA1B-8683-F31037A3A6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878DA39-5DB5-4CC3-A364-B72623E3090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9482" name="Rectangle 26">
            <a:extLst>
              <a:ext uri="{FF2B5EF4-FFF2-40B4-BE49-F238E27FC236}">
                <a16:creationId xmlns:a16="http://schemas.microsoft.com/office/drawing/2014/main" id="{4534390C-D0B7-BEA4-F259-0878B07177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4CEC9A-D4BD-9138-8786-9B860F84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BA4E0F-225B-E456-30A3-5C20CF7EB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2B94EF-8780-AC0C-DE5B-81831500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C422BA-B447-076E-5F95-825FB567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117526-618C-A571-2C78-9E124FEC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9DAE1-29BC-4710-9508-EBDF43911F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756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3F3B0-9B8B-9366-2DA4-3540AC9C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4D70E0-A0BA-7669-5537-05B877414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23BE48-7998-C284-D2AE-A5FA0B46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558218-7B96-B1C0-27BF-8511360E3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7ACB99-DD23-658E-8E9A-E2AD7E30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F689B5-90A1-4735-A850-1629C5EF4D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295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47499-4B0B-103B-2FEB-926630FB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58699B-2CD9-F6D6-6A3F-67E69780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054CA0-63AE-1386-E127-EAB6428EE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5472DF-AB29-372F-93F2-4B36D8EC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85E097-3F64-191A-7DD0-814B9B2A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9A92DE-BEC8-6DC4-4213-63F54A16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73C600-6F6D-4BD9-AB6B-0AA2FCF66C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607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40BED-B0A4-B259-6D9C-20769C32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E13CE0-EE51-0A79-38C5-B29D8CA10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5F44FB-5F64-0D4B-66E0-C9369A70B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FD9934-9C1C-651F-F1F7-C8C38081E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88FBA9-3E17-134E-ED4D-D0187EB22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237ECB0-5C05-56C9-4BA2-CEE49036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EE3488F-971C-B4A8-EF0E-9BAF458A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E839FF-CA81-D3B5-CFDB-5E685F12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195326-4D4D-4360-B22A-E4FDE7FBA6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234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2EFC0-5FD7-3B52-46E6-AE795087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0CBA92-6E5C-B251-E7ED-06705F60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F3AC97-1994-84AD-BF43-342CA9C8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A69807-D9C6-B3EF-A350-1CA7B698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44226B-C2DF-4262-B614-69F1D4411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662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8E3B1E-8E23-AE10-0CB4-882A2E1A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603887C-084C-A390-BE8C-C8F3453D5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55E838-775D-0761-6D7D-BD4DAFB0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6D379-423D-43A9-8453-475E93629B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799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8DDC7-09C0-0042-8852-A552604C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FC2B3-7C6A-C51E-E5B2-F40C380E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583DFA-50BE-3475-EA68-6214B6760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033820-02BF-72AE-D92E-15C82ADD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987B40-C9BA-EDCE-4A7C-7F93C69C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2933DF-11CA-1816-3945-64278030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BC8040-1D6E-4ED5-B2AB-87DCF41B0B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2568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1D037-A9B7-2767-A5FF-C256C79DD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6274039-AD8F-625A-29C2-377E72B21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0D2321-EE34-1B8D-D015-A85CACACD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B93F67-AFC0-9BD4-18DC-38AF7FD7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A3862E-B1BB-FB26-CD00-D2DAD9978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B4610A-E5A0-F4E5-81B9-E8FF16D9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504A2-C09C-4E4E-9733-2A3DFBE387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253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77D78-B0FF-5924-D5DE-F64D2FA9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7921BB-A405-59CA-3026-25AEB3A34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8939A4-B50D-2036-DAA5-D87284C9C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87978-E3B8-EE17-3572-7E22AC8B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2A976C-AED2-E0AD-08B5-FE414AD8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ED6A1-A25D-478E-B76D-280A04DF6D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695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B46C58-E833-573F-1272-B47716E8F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67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0ADA6E-C1CE-E9E7-BE6C-6FA9D261D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67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26EB0E-AE83-58B3-4CB4-162D73BA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1C4714-CEF2-2023-940A-73B72EDA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328090-7ED9-8F7D-8A6D-8AD197AE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1FCB9-1379-4A7C-94F4-1FD7115941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796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35F65E23-B159-8807-82DD-F1591DD00F9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8435" name="Freeform 3">
              <a:extLst>
                <a:ext uri="{FF2B5EF4-FFF2-40B4-BE49-F238E27FC236}">
                  <a16:creationId xmlns:a16="http://schemas.microsoft.com/office/drawing/2014/main" id="{1EEE915F-00DD-EEFC-A42F-4C6802A9C1E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36" name="Freeform 4">
              <a:extLst>
                <a:ext uri="{FF2B5EF4-FFF2-40B4-BE49-F238E27FC236}">
                  <a16:creationId xmlns:a16="http://schemas.microsoft.com/office/drawing/2014/main" id="{131A9378-68EF-CF3E-9C26-A3A36376E63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437" name="Freeform 5">
            <a:extLst>
              <a:ext uri="{FF2B5EF4-FFF2-40B4-BE49-F238E27FC236}">
                <a16:creationId xmlns:a16="http://schemas.microsoft.com/office/drawing/2014/main" id="{4244DF2D-C9DA-68CD-593E-F2165640F2EE}"/>
              </a:ext>
            </a:extLst>
          </p:cNvPr>
          <p:cNvSpPr>
            <a:spLocks/>
          </p:cNvSpPr>
          <p:nvPr/>
        </p:nvSpPr>
        <p:spPr bwMode="hidden">
          <a:xfrm>
            <a:off x="6248400" y="626268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18438" name="Group 6">
            <a:extLst>
              <a:ext uri="{FF2B5EF4-FFF2-40B4-BE49-F238E27FC236}">
                <a16:creationId xmlns:a16="http://schemas.microsoft.com/office/drawing/2014/main" id="{24334EF6-AC2A-9283-51A6-D0E5FBA1FA9B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7848600" cy="857250"/>
            <a:chOff x="0" y="3792"/>
            <a:chExt cx="4944" cy="540"/>
          </a:xfrm>
        </p:grpSpPr>
        <p:sp>
          <p:nvSpPr>
            <p:cNvPr id="18439" name="Freeform 7">
              <a:extLst>
                <a:ext uri="{FF2B5EF4-FFF2-40B4-BE49-F238E27FC236}">
                  <a16:creationId xmlns:a16="http://schemas.microsoft.com/office/drawing/2014/main" id="{DF59982B-DAB3-2212-4C4B-B54B8D42198E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8440" name="Group 8">
              <a:extLst>
                <a:ext uri="{FF2B5EF4-FFF2-40B4-BE49-F238E27FC236}">
                  <a16:creationId xmlns:a16="http://schemas.microsoft.com/office/drawing/2014/main" id="{EF618811-7E98-8271-1D3C-88C8379D124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18441" name="Freeform 9">
                <a:extLst>
                  <a:ext uri="{FF2B5EF4-FFF2-40B4-BE49-F238E27FC236}">
                    <a16:creationId xmlns:a16="http://schemas.microsoft.com/office/drawing/2014/main" id="{AF1B575F-5498-5697-11E9-DBA820B2C64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>
                  <a:gd name="T0" fmla="*/ 636 w 996"/>
                  <a:gd name="T1" fmla="*/ 373 h 533"/>
                  <a:gd name="T2" fmla="*/ 495 w 996"/>
                  <a:gd name="T3" fmla="*/ 370 h 533"/>
                  <a:gd name="T4" fmla="*/ 280 w 996"/>
                  <a:gd name="T5" fmla="*/ 249 h 533"/>
                  <a:gd name="T6" fmla="*/ 127 w 996"/>
                  <a:gd name="T7" fmla="*/ 66 h 533"/>
                  <a:gd name="T8" fmla="*/ 0 w 996"/>
                  <a:gd name="T9" fmla="*/ 0 h 533"/>
                  <a:gd name="T10" fmla="*/ 22 w 996"/>
                  <a:gd name="T11" fmla="*/ 26 h 533"/>
                  <a:gd name="T12" fmla="*/ 0 w 996"/>
                  <a:gd name="T13" fmla="*/ 65 h 533"/>
                  <a:gd name="T14" fmla="*/ 30 w 996"/>
                  <a:gd name="T15" fmla="*/ 119 h 533"/>
                  <a:gd name="T16" fmla="*/ 75 w 996"/>
                  <a:gd name="T17" fmla="*/ 243 h 533"/>
                  <a:gd name="T18" fmla="*/ 45 w 996"/>
                  <a:gd name="T19" fmla="*/ 422 h 533"/>
                  <a:gd name="T20" fmla="*/ 200 w 996"/>
                  <a:gd name="T21" fmla="*/ 329 h 533"/>
                  <a:gd name="T22" fmla="*/ 612 w 996"/>
                  <a:gd name="T23" fmla="*/ 533 h 533"/>
                  <a:gd name="T24" fmla="*/ 996 w 996"/>
                  <a:gd name="T25" fmla="*/ 529 h 533"/>
                  <a:gd name="T26" fmla="*/ 828 w 996"/>
                  <a:gd name="T27" fmla="*/ 473 h 533"/>
                  <a:gd name="T28" fmla="*/ 636 w 996"/>
                  <a:gd name="T29" fmla="*/ 373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2" name="Freeform 10">
                <a:extLst>
                  <a:ext uri="{FF2B5EF4-FFF2-40B4-BE49-F238E27FC236}">
                    <a16:creationId xmlns:a16="http://schemas.microsoft.com/office/drawing/2014/main" id="{1C6FF7C9-1BDF-B26B-F0AD-DD46D218CFF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3" name="Freeform 11">
                <a:extLst>
                  <a:ext uri="{FF2B5EF4-FFF2-40B4-BE49-F238E27FC236}">
                    <a16:creationId xmlns:a16="http://schemas.microsoft.com/office/drawing/2014/main" id="{BAD9ABB5-D526-71E9-36A6-7BB3905C39C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4" name="Freeform 12">
                <a:extLst>
                  <a:ext uri="{FF2B5EF4-FFF2-40B4-BE49-F238E27FC236}">
                    <a16:creationId xmlns:a16="http://schemas.microsoft.com/office/drawing/2014/main" id="{D23FDE12-0B37-2FA0-1873-D98457FFA93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5" name="Freeform 13">
                <a:extLst>
                  <a:ext uri="{FF2B5EF4-FFF2-40B4-BE49-F238E27FC236}">
                    <a16:creationId xmlns:a16="http://schemas.microsoft.com/office/drawing/2014/main" id="{AC168C8E-DD93-CAB6-7126-B577F798B5C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8446" name="Freeform 14">
              <a:extLst>
                <a:ext uri="{FF2B5EF4-FFF2-40B4-BE49-F238E27FC236}">
                  <a16:creationId xmlns:a16="http://schemas.microsoft.com/office/drawing/2014/main" id="{D8EEDA4A-8098-8C4C-9586-57B887A5E72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8447" name="Group 15">
            <a:extLst>
              <a:ext uri="{FF2B5EF4-FFF2-40B4-BE49-F238E27FC236}">
                <a16:creationId xmlns:a16="http://schemas.microsoft.com/office/drawing/2014/main" id="{321E6458-5F5A-CE30-CD0F-1B053FED2439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18448" name="Freeform 16">
              <a:extLst>
                <a:ext uri="{FF2B5EF4-FFF2-40B4-BE49-F238E27FC236}">
                  <a16:creationId xmlns:a16="http://schemas.microsoft.com/office/drawing/2014/main" id="{CF97E7B0-A1D3-B28C-4F98-CEAC856EC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9" name="Freeform 17">
              <a:extLst>
                <a:ext uri="{FF2B5EF4-FFF2-40B4-BE49-F238E27FC236}">
                  <a16:creationId xmlns:a16="http://schemas.microsoft.com/office/drawing/2014/main" id="{E34A0D98-EBAE-C9F0-667D-24E67DAAF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0" name="Freeform 18">
              <a:extLst>
                <a:ext uri="{FF2B5EF4-FFF2-40B4-BE49-F238E27FC236}">
                  <a16:creationId xmlns:a16="http://schemas.microsoft.com/office/drawing/2014/main" id="{FC78D88C-868D-A6D4-228F-D732BBB01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1" name="Freeform 19">
              <a:extLst>
                <a:ext uri="{FF2B5EF4-FFF2-40B4-BE49-F238E27FC236}">
                  <a16:creationId xmlns:a16="http://schemas.microsoft.com/office/drawing/2014/main" id="{D0ED6B7D-225C-64E5-2BD1-1057EECE4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2" name="Freeform 20">
              <a:extLst>
                <a:ext uri="{FF2B5EF4-FFF2-40B4-BE49-F238E27FC236}">
                  <a16:creationId xmlns:a16="http://schemas.microsoft.com/office/drawing/2014/main" id="{D25F21FA-7DC2-5441-E954-7C05BDC0F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3" name="Freeform 21">
              <a:extLst>
                <a:ext uri="{FF2B5EF4-FFF2-40B4-BE49-F238E27FC236}">
                  <a16:creationId xmlns:a16="http://schemas.microsoft.com/office/drawing/2014/main" id="{B64CEDE5-8BDD-45A3-A4C7-11D4D8A0B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A199528C-C490-FE71-CA05-EC0E32B3C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8455" name="Rectangle 23">
            <a:extLst>
              <a:ext uri="{FF2B5EF4-FFF2-40B4-BE49-F238E27FC236}">
                <a16:creationId xmlns:a16="http://schemas.microsoft.com/office/drawing/2014/main" id="{5B717518-6920-74BC-CE68-100084687F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2461FBEB-AEDC-2F5D-A8FE-D04380D23A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3B5D76FF-7C8D-AD9A-1012-2174B82FB2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9B42A2D1-5A9B-0F7B-A7AC-40A977E1AA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D8A0D3C-19F7-4C9D-A7C2-74EDC8A5E5C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9C75B979-2838-0B4C-2495-33A5185AA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B176B475-6D29-286E-B1DF-8145F346D0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457200"/>
            <a:ext cx="8382000" cy="4876800"/>
          </a:xfrm>
        </p:spPr>
        <p:txBody>
          <a:bodyPr/>
          <a:lstStyle/>
          <a:p>
            <a:r>
              <a:rPr lang="en-US" altLang="pt-BR" sz="4000" b="1"/>
              <a:t>Noite de paz, noite de amor;</a:t>
            </a:r>
            <a:br>
              <a:rPr lang="en-US" altLang="pt-BR" sz="4000" b="1"/>
            </a:br>
            <a:r>
              <a:rPr lang="en-US" altLang="pt-BR" sz="4000" b="1"/>
              <a:t>Tudo dorme, em derredor!</a:t>
            </a:r>
            <a:br>
              <a:rPr lang="en-US" altLang="pt-BR" sz="4000" b="1"/>
            </a:br>
            <a:r>
              <a:rPr lang="en-US" altLang="pt-BR" sz="4000" b="1"/>
              <a:t>Entre os astros que espargem a luz</a:t>
            </a:r>
            <a:br>
              <a:rPr lang="en-US" altLang="pt-BR" sz="4000" b="1"/>
            </a:br>
            <a:r>
              <a:rPr lang="en-US" altLang="pt-BR" sz="4000" b="1"/>
              <a:t>Bela, indicando o menino Jesus,</a:t>
            </a:r>
            <a:br>
              <a:rPr lang="en-US" altLang="pt-BR" sz="4000" b="1"/>
            </a:br>
            <a:r>
              <a:rPr lang="en-US" altLang="pt-BR" sz="4000" b="1"/>
              <a:t>Brilha a estrela da paz,</a:t>
            </a:r>
            <a:br>
              <a:rPr lang="en-US" altLang="pt-BR" sz="4000" b="1"/>
            </a:br>
            <a:r>
              <a:rPr lang="en-US" altLang="pt-BR" sz="4000" b="1"/>
              <a:t>Brilha a estrela da paz</a:t>
            </a:r>
            <a:endParaRPr lang="en-US" altLang="pt-BR" sz="4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>
            <a:extLst>
              <a:ext uri="{FF2B5EF4-FFF2-40B4-BE49-F238E27FC236}">
                <a16:creationId xmlns:a16="http://schemas.microsoft.com/office/drawing/2014/main" id="{89A1FCA3-0A2B-2D09-EBCD-2E81DF903E00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06" name="Rectangle 2">
            <a:extLst>
              <a:ext uri="{FF2B5EF4-FFF2-40B4-BE49-F238E27FC236}">
                <a16:creationId xmlns:a16="http://schemas.microsoft.com/office/drawing/2014/main" id="{3C83D344-5D49-7004-D2D6-FE556C716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248400"/>
          </a:xfrm>
        </p:spPr>
        <p:txBody>
          <a:bodyPr/>
          <a:lstStyle/>
          <a:p>
            <a:r>
              <a:rPr lang="en-US" altLang="pt-BR" sz="4000" b="1"/>
              <a:t>Noite de paz, noite de amor;                          Ouve o fiel pastor </a:t>
            </a:r>
            <a:br>
              <a:rPr lang="en-US" altLang="pt-BR" sz="4000" b="1"/>
            </a:br>
            <a:r>
              <a:rPr lang="en-US" altLang="pt-BR" sz="4000" b="1"/>
              <a:t>Coros celestes que cantam a paz,</a:t>
            </a:r>
            <a:br>
              <a:rPr lang="en-US" altLang="pt-BR" sz="4000" b="1"/>
            </a:br>
            <a:r>
              <a:rPr lang="en-US" altLang="pt-BR" sz="4000" b="1"/>
              <a:t>Que nesta noite sublime nos traz,</a:t>
            </a:r>
            <a:br>
              <a:rPr lang="en-US" altLang="pt-BR" sz="4000" b="1"/>
            </a:br>
            <a:r>
              <a:rPr lang="en-US" altLang="pt-BR" sz="4000" b="1"/>
              <a:t>O nosso bom redentor,</a:t>
            </a:r>
            <a:br>
              <a:rPr lang="en-US" altLang="pt-BR" sz="4000" b="1"/>
            </a:br>
            <a:r>
              <a:rPr lang="en-US" altLang="pt-BR" sz="4000" b="1"/>
              <a:t>O nosso bom redentor</a:t>
            </a:r>
            <a:br>
              <a:rPr lang="en-US" altLang="pt-BR" sz="4000" b="1"/>
            </a:br>
            <a:r>
              <a:rPr lang="en-US" altLang="pt-BR" sz="4000" b="1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1" name="Picture 7">
            <a:extLst>
              <a:ext uri="{FF2B5EF4-FFF2-40B4-BE49-F238E27FC236}">
                <a16:creationId xmlns:a16="http://schemas.microsoft.com/office/drawing/2014/main" id="{91D77234-1481-E734-A5DE-B81C84938764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DA1ACF96-331B-885F-8969-2D7064B46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4876800"/>
          </a:xfrm>
        </p:spPr>
        <p:txBody>
          <a:bodyPr/>
          <a:lstStyle/>
          <a:p>
            <a:r>
              <a:rPr lang="en-US" altLang="pt-BR" sz="4000" b="1"/>
              <a:t>Noite de paz, noite de amor;</a:t>
            </a:r>
            <a:br>
              <a:rPr lang="en-US" altLang="pt-BR" sz="4000" b="1"/>
            </a:br>
            <a:r>
              <a:rPr lang="en-US" altLang="pt-BR" sz="4000" b="1"/>
              <a:t>Oh! Que belo resplendor,</a:t>
            </a:r>
            <a:br>
              <a:rPr lang="en-US" altLang="pt-BR" sz="4000" b="1"/>
            </a:br>
            <a:r>
              <a:rPr lang="en-US" altLang="pt-BR" sz="4000" b="1"/>
              <a:t>Paira no rosto do meigo Jesus!</a:t>
            </a:r>
            <a:br>
              <a:rPr lang="en-US" altLang="pt-BR" sz="4000" b="1"/>
            </a:br>
            <a:r>
              <a:rPr lang="en-US" altLang="pt-BR" sz="4000" b="1"/>
              <a:t>E no presépio do mundo, a luz!</a:t>
            </a:r>
            <a:br>
              <a:rPr lang="en-US" altLang="pt-BR" sz="4000" b="1"/>
            </a:br>
            <a:r>
              <a:rPr lang="en-US" altLang="pt-BR" sz="4000" b="1"/>
              <a:t>Astro de eterno fulgor,</a:t>
            </a:r>
            <a:br>
              <a:rPr lang="en-US" altLang="pt-BR" sz="4000" b="1"/>
            </a:br>
            <a:r>
              <a:rPr lang="en-US" altLang="pt-BR" sz="4000" b="1"/>
              <a:t>Astro de eterno fulgor.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anha">
  <a:themeElements>
    <a:clrScheme name="Montanha 5">
      <a:dk1>
        <a:srgbClr val="463416"/>
      </a:dk1>
      <a:lt1>
        <a:srgbClr val="FFFFFF"/>
      </a:lt1>
      <a:dk2>
        <a:srgbClr val="003399"/>
      </a:dk2>
      <a:lt2>
        <a:srgbClr val="E3E3FF"/>
      </a:lt2>
      <a:accent1>
        <a:srgbClr val="3399FF"/>
      </a:accent1>
      <a:accent2>
        <a:srgbClr val="33CCCC"/>
      </a:accent2>
      <a:accent3>
        <a:srgbClr val="AAADCA"/>
      </a:accent3>
      <a:accent4>
        <a:srgbClr val="DADADA"/>
      </a:accent4>
      <a:accent5>
        <a:srgbClr val="ADCAFF"/>
      </a:accent5>
      <a:accent6>
        <a:srgbClr val="2DB9B9"/>
      </a:accent6>
      <a:hlink>
        <a:srgbClr val="00FFCC"/>
      </a:hlink>
      <a:folHlink>
        <a:srgbClr val="808000"/>
      </a:folHlink>
    </a:clrScheme>
    <a:fontScheme name="Montan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ntanha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Montanha</Template>
  <TotalTime>180</TotalTime>
  <Words>130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Wingdings</vt:lpstr>
      <vt:lpstr>Montanha</vt:lpstr>
      <vt:lpstr>Noite de paz, noite de amor; Tudo dorme, em derredor! Entre os astros que espargem a luz Bela, indicando o menino Jesus, Brilha a estrela da paz, Brilha a estrela da paz</vt:lpstr>
      <vt:lpstr>Noite de paz, noite de amor;                          Ouve o fiel pastor  Coros celestes que cantam a paz, Que nesta noite sublime nos traz, O nosso bom redentor, O nosso bom redentor .</vt:lpstr>
      <vt:lpstr>Noite de paz, noite de amor; Oh! Que belo resplendor, Paira no rosto do meigo Jesus! E no presépio do mundo, a luz! Astro de eterno fulgor, Astro de eterno fulgor.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Emerson Souza</cp:lastModifiedBy>
  <cp:revision>8</cp:revision>
  <dcterms:created xsi:type="dcterms:W3CDTF">2004-12-22T02:05:12Z</dcterms:created>
  <dcterms:modified xsi:type="dcterms:W3CDTF">2026-05-02T21:46:45Z</dcterms:modified>
</cp:coreProperties>
</file>