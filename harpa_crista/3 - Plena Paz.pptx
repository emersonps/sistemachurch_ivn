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D9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728" autoAdjust="0"/>
  </p:normalViewPr>
  <p:slideViewPr>
    <p:cSldViewPr>
      <p:cViewPr varScale="1">
        <p:scale>
          <a:sx n="75" d="100"/>
          <a:sy n="75" d="100"/>
        </p:scale>
        <p:origin x="-36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BC1304-74FD-2FD8-D3BF-27BA944391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8E2C074-983F-8531-A405-47A3B2022F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D5A7E6-930A-CEB1-086A-25E32DE8B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6BC571-876E-4802-C407-72294C396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992ACB2-223D-2383-E4C2-EBE01E2C4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B7BF16-7679-4B2F-B5F8-E1CA7D65F48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6138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5D9D1D-0578-37EB-AB88-158893E86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5B2DBD-4FBF-A384-995B-F91FDEE90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44D110-DFCF-9DF4-7693-D444E195F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03B491-B7BE-C152-ABFD-95A19EDE8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1ABBE5-8EA4-0D05-3135-1A4D7222F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B58A98-CA3B-409A-9688-6856D3DF01D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55157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85220C-BF82-7A6D-F394-3F607551B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D90DE27-2F11-18EB-A899-A5E543A03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3145A1-8639-4D40-8747-E8AC65968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548236-1E52-E21D-7A19-3661C68FA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FBB8C2-A2D9-C115-6954-2244BA2D5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066932-91CC-45E3-9A7F-2B6A4B2A8ED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53070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0FBE8F-3647-20CE-4937-056EC668A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EF86DC-A1DB-4182-A91E-EF746BCE5A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00395AE-6FD6-AB36-5730-AC07A745BF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8717774-2C05-5A92-CA1D-016B91F89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B714DC-CE91-0660-49E7-0EBED50D2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BCBE8E6-53F6-7F1C-B51D-7E57B314E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A91F29-E4D3-4CC6-86AF-48307E4F40D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44376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A7D2ED-4DF9-9ED7-D23C-B5823598D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097DBC2-9D3D-E984-8086-736926CCA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0D38135-8361-4796-977A-4398BCD1B1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3C1AE50-0FEA-C506-42E5-B0691FF4C7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2550721-4757-ED26-6335-AD15384C91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48C9DAD-C359-AE26-0CFD-C8EA98759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716ABAA-5944-5EA4-FE57-233C9B961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D90FF64-1F05-B9A4-2215-55DF70497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1E2936-626B-4D07-BD17-74964A49EA0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40506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552385-75E1-2901-B4CA-B7C9D5242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5141A50-A94D-9727-5341-CD7FD9690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43CDA4-5964-B91D-FA6C-7BA687311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E8084D1-DB87-437A-AD0D-D500F2BB3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359013-FBDC-4CD4-AEB2-F7A7D93CEEB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3545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CC80743-59DC-5172-55EF-770C9C8D9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8ED0C39-C44F-887E-8EE9-3D2E5F42F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AA9727A-DEF2-821A-BC71-E0EB90E3A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C02E18-A0D1-4E16-BEA0-19D6B9435D7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88255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8B0084-14B2-70F2-41E9-39F47220A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228659-E6BF-F609-8EB5-EA540567E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9321EFC-0C18-04C7-85C8-2A7459505E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1FEB3B1-B69C-42BC-3F48-F0DD1B60D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F6612D5-5ECD-0B1E-2A14-9B039A966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F0C2BFC-BA97-9610-9E9B-5419DD96C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ED0BED-61CA-40A4-83AB-BF3DC9BF4D5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61843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9773DE-AF9D-294A-A4D5-141AA803F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4FB94E0-089C-B4C1-0BBF-1857FF13F2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14E84E5-A8CE-D8F8-309A-EDF5B23E46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C8E665C-CEC2-B2F0-32B6-F95D8843F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0FB03D0-B8F4-F03A-F633-AF0DBB7B0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85DB427-749B-FE06-763C-6F5333955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B8F6DA-7B09-4868-BDEF-3161804B0B2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44118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6B49B3-D3B8-706F-C0DA-0FC7AEB4C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2F2D22B-2B81-C645-2C05-BC321FB231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B2E00B-713C-43DC-2239-E0D9A5C16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9A97EA-840A-918E-F1F7-C51BC7832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A00C190-09D5-6681-981F-36DBD6862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A8D1B9-7C68-4E8F-A907-7FCF29CEE38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09677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7FF1418-757C-7EE9-2865-AB069D8B58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3221D80-77F6-99D5-1F71-166CAB6233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D08BAD-63C0-FCF4-EE73-121FE7D21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E75D72-B4F0-580D-35E3-8FD6D61AC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F16EA0-AB8C-67FC-3184-3DAC9D944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DD2941-5DB1-4421-B8C9-F2A9F3E0C15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20191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6EFE3CA-4785-0564-FA34-C7333D8512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D085206-A845-B18F-65CB-00DD083F71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D4CFC32-B1AF-48AA-CF21-872F39F3C07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634CFDA-9265-C163-C7A5-BB8EBC68343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88D0AF6-8196-C4F0-7ECF-CE98EC16902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4E78D6B-8D22-48A3-B6C6-812EEA38A85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DC86366-8B79-88B1-799F-FDD9E461455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470025"/>
          </a:xfrm>
        </p:spPr>
        <p:txBody>
          <a:bodyPr anchor="ctr"/>
          <a:lstStyle/>
          <a:p>
            <a:r>
              <a:rPr lang="pt-BR" altLang="pt-BR" sz="4800">
                <a:solidFill>
                  <a:srgbClr val="ECD9FF"/>
                </a:solidFill>
                <a:latin typeface="Lucida Calligraphy" panose="03010101010101010101" pitchFamily="66" charset="0"/>
              </a:rPr>
              <a:t>3</a:t>
            </a:r>
            <a:br>
              <a:rPr lang="pt-BR" altLang="pt-BR" sz="4800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 sz="4800">
                <a:solidFill>
                  <a:srgbClr val="ECD9FF"/>
                </a:solidFill>
                <a:latin typeface="Lucida Calligraphy" panose="03010101010101010101" pitchFamily="66" charset="0"/>
              </a:rPr>
              <a:t>Plena Paz</a:t>
            </a:r>
            <a:endParaRPr lang="en-US" altLang="pt-BR" sz="4800">
              <a:solidFill>
                <a:srgbClr val="ECD9FF"/>
              </a:solidFill>
              <a:latin typeface="Lucida Calligraphy" panose="03010101010101010101" pitchFamily="66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8A806DCC-AE65-CF08-424D-EC43CA2AAD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6096000"/>
          </a:xfrm>
        </p:spPr>
        <p:txBody>
          <a:bodyPr/>
          <a:lstStyle/>
          <a:p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Plena paz e santo gozo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Tenho em Ti, ó meu Jesus!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Pois eu cri em Tua 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Morte sobre a cruz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No Senhor só confiando 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Neste mundo viverei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Entoando aleluias ao meu Rei</a:t>
            </a:r>
            <a:endParaRPr lang="en-US" altLang="pt-BR">
              <a:solidFill>
                <a:srgbClr val="ECD9FF"/>
              </a:solidFill>
              <a:latin typeface="Lucida Calligraphy" panose="03010101010101010101" pitchFamily="66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AA12F599-C9D3-156C-C6F4-1A3A1AB0D3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296400" cy="6858000"/>
          </a:xfrm>
        </p:spPr>
        <p:txBody>
          <a:bodyPr/>
          <a:lstStyle/>
          <a:p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Oh! Glória ao meu Jesus 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Pois é digno de louvor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É meu Rei, meu bom Pastor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E meu Senhor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Como os anjos que O louvam 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Eu também O louvarei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Entoando aleluias ao meu Rei.</a:t>
            </a:r>
            <a:endParaRPr lang="en-US" altLang="pt-BR">
              <a:solidFill>
                <a:srgbClr val="ECD9FF"/>
              </a:solidFill>
              <a:latin typeface="Lucida Calligraphy" panose="03010101010101010101" pitchFamily="66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6272CB14-828D-9EAD-DBEF-8F1B8ADA1F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49963"/>
          </a:xfrm>
        </p:spPr>
        <p:txBody>
          <a:bodyPr/>
          <a:lstStyle/>
          <a:p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O amor de Jesus Cristo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É mui grande para mim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Pois Sua graça me encheu 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De amor sem fim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Meu Jesus foi para a glória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Mas um dia eu O verei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Entoando aleluias ao meu Rei</a:t>
            </a:r>
            <a:endParaRPr lang="en-US" altLang="pt-BR">
              <a:solidFill>
                <a:srgbClr val="ECD9FF"/>
              </a:solidFill>
              <a:latin typeface="Lucida Calligraphy" panose="03010101010101010101" pitchFamily="66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Rectangle 7">
            <a:extLst>
              <a:ext uri="{FF2B5EF4-FFF2-40B4-BE49-F238E27FC236}">
                <a16:creationId xmlns:a16="http://schemas.microsoft.com/office/drawing/2014/main" id="{94853FF1-647B-0D05-B82B-0D1514922A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6583362"/>
          </a:xfrm>
          <a:noFill/>
          <a:ln/>
        </p:spPr>
        <p:txBody>
          <a:bodyPr/>
          <a:lstStyle/>
          <a:p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Oh! Glória ao meu Jesus 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Pois é digno de louvor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É meu Rei, meu bom Pastor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E meu Senhor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Como os anjos que O louvam 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Eu também O louvarei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Entoando aleluias ao meu Rei</a:t>
            </a:r>
            <a:endParaRPr lang="en-US" altLang="pt-BR">
              <a:solidFill>
                <a:srgbClr val="ECD9FF"/>
              </a:solidFill>
              <a:latin typeface="Lucida Calligraphy" panose="03010101010101010101" pitchFamily="66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918132FC-9723-1AEA-ED35-041F44E1E1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5516562"/>
          </a:xfrm>
        </p:spPr>
        <p:txBody>
          <a:bodyPr/>
          <a:lstStyle/>
          <a:p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Este mundo não deseja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Tão bondoso Salvador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Não sabendo agradecer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Seu grande amor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Eu porém, estou gozando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Do favor da Sua lei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Entoando aleluias ao meu Rei</a:t>
            </a:r>
            <a:endParaRPr lang="en-US" altLang="pt-BR">
              <a:solidFill>
                <a:srgbClr val="ECD9FF"/>
              </a:solidFill>
              <a:latin typeface="Lucida Calligraphy" panose="03010101010101010101" pitchFamily="66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5">
            <a:extLst>
              <a:ext uri="{FF2B5EF4-FFF2-40B4-BE49-F238E27FC236}">
                <a16:creationId xmlns:a16="http://schemas.microsoft.com/office/drawing/2014/main" id="{6F9CF390-50D9-14A5-B82B-351C8C07B7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5592762"/>
          </a:xfrm>
          <a:noFill/>
          <a:ln/>
        </p:spPr>
        <p:txBody>
          <a:bodyPr/>
          <a:lstStyle/>
          <a:p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Oh! Glória ao meu Jesus 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Pois é digno de louvor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É meu Rei, meu bom Pastor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E meu Senhor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Como os anjos que O louvam 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Eu também O louvarei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Entoando aleluias ao meu Rei</a:t>
            </a:r>
            <a:endParaRPr lang="en-US" altLang="pt-BR">
              <a:solidFill>
                <a:srgbClr val="ECD9FF"/>
              </a:solidFill>
              <a:latin typeface="Lucida Calligraphy" panose="03010101010101010101" pitchFamily="66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0D8F0B82-B556-E1CF-F8B0-1A388997A8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228600" y="274638"/>
            <a:ext cx="9372600" cy="5897562"/>
          </a:xfrm>
        </p:spPr>
        <p:txBody>
          <a:bodyPr/>
          <a:lstStyle/>
          <a:p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Quando o povo israelita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Com Jesus se consertar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Dando glória 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Ao Seu nome sem cessar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Nesse tempo, céu e terra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Hão de ser a mesma grei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Entoando aleluias ao meu Rei</a:t>
            </a:r>
            <a:endParaRPr lang="en-US" altLang="pt-BR">
              <a:solidFill>
                <a:srgbClr val="ECD9FF"/>
              </a:solidFill>
              <a:latin typeface="Lucida Calligraphy" panose="03010101010101010101" pitchFamily="66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Rectangle 5">
            <a:extLst>
              <a:ext uri="{FF2B5EF4-FFF2-40B4-BE49-F238E27FC236}">
                <a16:creationId xmlns:a16="http://schemas.microsoft.com/office/drawing/2014/main" id="{A23C5201-6D2F-B02E-C41E-1B54A94F23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6583362"/>
          </a:xfrm>
          <a:noFill/>
          <a:ln/>
        </p:spPr>
        <p:txBody>
          <a:bodyPr/>
          <a:lstStyle/>
          <a:p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Oh! Glória ao meu Jesus 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Pois é digno de louvor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É meu Rei, meu bom Pastor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E meu Senhor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Como os anjos que O louvam 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Eu também O louvarei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Entoando aleluias ao meu Rei</a:t>
            </a:r>
            <a:endParaRPr lang="en-US" altLang="pt-BR">
              <a:solidFill>
                <a:srgbClr val="ECD9FF"/>
              </a:solidFill>
              <a:latin typeface="Lucida Calligraphy" panose="03010101010101010101" pitchFamily="66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0B9BDBEA-255D-4BB7-26E9-15C5CB77FC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6583362"/>
          </a:xfrm>
          <a:noFill/>
          <a:ln/>
        </p:spPr>
        <p:txBody>
          <a:bodyPr/>
          <a:lstStyle/>
          <a:p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Oh! Glória ao meu Jesus 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Pois é digno de louvor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É meu Rei, meu bom Pastor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E meu Senhor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Como os anjos que O louvam 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Eu também O louvarei</a:t>
            </a:r>
            <a:b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</a:br>
            <a:r>
              <a:rPr lang="pt-BR" altLang="pt-BR">
                <a:solidFill>
                  <a:srgbClr val="ECD9FF"/>
                </a:solidFill>
                <a:latin typeface="Lucida Calligraphy" panose="03010101010101010101" pitchFamily="66" charset="0"/>
              </a:rPr>
              <a:t>Entoando aleluias ao meu Rei</a:t>
            </a:r>
            <a:endParaRPr lang="en-US" altLang="pt-BR">
              <a:solidFill>
                <a:srgbClr val="ECD9FF"/>
              </a:solidFill>
              <a:latin typeface="Lucida Calligraphy" panose="03010101010101010101" pitchFamily="66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369</Words>
  <Application>Microsoft Office PowerPoint</Application>
  <PresentationFormat>Apresentação na tela (4:3)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Lucida Calligraphy</vt:lpstr>
      <vt:lpstr>Design padrão</vt:lpstr>
      <vt:lpstr>3 Plena Paz</vt:lpstr>
      <vt:lpstr>Plena paz e santo gozo Tenho em Ti, ó meu Jesus! Pois eu cri em Tua  Morte sobre a cruz No Senhor só confiando  Neste mundo viverei Entoando aleluias ao meu Rei</vt:lpstr>
      <vt:lpstr>Oh! Glória ao meu Jesus  Pois é digno de louvor É meu Rei, meu bom Pastor E meu Senhor Como os anjos que O louvam  Eu também O louvarei Entoando aleluias ao meu Rei.</vt:lpstr>
      <vt:lpstr>O amor de Jesus Cristo É mui grande para mim Pois Sua graça me encheu  De amor sem fim Meu Jesus foi para a glória Mas um dia eu O verei Entoando aleluias ao meu Rei</vt:lpstr>
      <vt:lpstr>Oh! Glória ao meu Jesus  Pois é digno de louvor É meu Rei, meu bom Pastor E meu Senhor Como os anjos que O louvam  Eu também O louvarei Entoando aleluias ao meu Rei</vt:lpstr>
      <vt:lpstr>Este mundo não deseja Tão bondoso Salvador Não sabendo agradecer Seu grande amor Eu porém, estou gozando Do favor da Sua lei Entoando aleluias ao meu Rei</vt:lpstr>
      <vt:lpstr>Oh! Glória ao meu Jesus  Pois é digno de louvor É meu Rei, meu bom Pastor E meu Senhor Como os anjos que O louvam  Eu também O louvarei Entoando aleluias ao meu Rei</vt:lpstr>
      <vt:lpstr>Quando o povo israelita Com Jesus se consertar Dando glória  Ao Seu nome sem cessar Nesse tempo, céu e terra Hão de ser a mesma grei Entoando aleluias ao meu Rei</vt:lpstr>
      <vt:lpstr>Oh! Glória ao meu Jesus  Pois é digno de louvor É meu Rei, meu bom Pastor E meu Senhor Como os anjos que O louvam  Eu também O louvarei Entoando aleluias ao meu Rei</vt:lpstr>
      <vt:lpstr>Oh! Glória ao meu Jesus  Pois é digno de louvor É meu Rei, meu bom Pastor E meu Senhor Como os anjos que O louvam  Eu também O louvarei Entoando aleluias ao meu Rei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 Plena Paz</dc:title>
  <dc:creator>Junior</dc:creator>
  <cp:lastModifiedBy>Emerson Souza</cp:lastModifiedBy>
  <cp:revision>2</cp:revision>
  <dcterms:created xsi:type="dcterms:W3CDTF">2005-07-30T04:33:39Z</dcterms:created>
  <dcterms:modified xsi:type="dcterms:W3CDTF">2026-05-02T21:37:18Z</dcterms:modified>
</cp:coreProperties>
</file>