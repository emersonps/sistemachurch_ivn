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CAF0D-27B8-6FC4-8A52-F79C52AB5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A22193-E99C-2CEF-DAA7-D3192F0B5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5BBEA-6B1A-EC0B-9D07-89181DA0A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1C7DC2-5FD9-771B-4759-99CD6755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8A12EE-98CC-AB62-A85C-6C7AA86A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16368-DCF5-4C8C-99F2-C611E2164B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311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5966F-D5E0-8F24-E3EE-C497371B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FF907-42F9-BDC5-22CE-ACCED377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412CAE-2FEA-7049-67F5-A4406887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EC1DEF-2306-FA91-DA22-35E21C21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9D9E78-6C98-E259-2268-8E59BA01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24D1B3-8574-4424-8367-C93E23F16A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059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997D7-5FA9-F43A-6B74-25F0D5FB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DD3F73-EDAB-BDF4-CCD4-0C69A3344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C3E68F-351F-B396-38A2-B26E009C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C77A82-3379-5167-6A4B-A0BD4BB4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18CD74-AC7D-44CA-ABCF-ED581D32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C09AB-DF8F-4DDC-A574-0BC013561B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458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68370-F662-FB6E-A58E-8E551285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5EF2B6-A1FC-054E-1B2E-E4918A14C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8E0F04-D208-2FED-D1DB-2EE1E4090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791287-F968-03C7-A0FA-E1F1FFC3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A32A85-941E-545A-DC62-DD90C883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55734B-0A77-9DA1-B284-86054A42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DF1BE-FAA1-4757-82A0-2B51008A7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561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33A1B-754F-5633-6558-92B173B10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21C67C-60A7-E43E-59DE-A62A1B32E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01BF5-6BAD-6365-9E4E-85FE73233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9B5F04-5CBF-0C80-B64D-DCB9E07B3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0EDFC84-43B4-6363-72E7-62DE47779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7A2C77-7EB0-084D-8AD2-E115042B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B1A3D08-AC2A-F257-5C9E-8FCD77A6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AE1D1C-7547-A32C-7B01-C861E1B9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C897F-8568-47B8-A126-8662ED49F1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9876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EDE02-3F92-010A-5B79-CD14FDBB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69DABB-0E5F-ACF6-C4FD-E5CB90592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4613A2-4183-446D-FDC8-E3492C9C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A50F03-AB93-2E5E-CEBE-A78A07FD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64A33-D691-42F8-80C6-58D47983FC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57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300E57-E487-D6CB-FBB1-BB46F6BB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2F6454-551F-5095-7378-3ED1E05D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CCD850-AF4A-A380-CA67-AFD1F6FD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7D443-7132-44AF-8E6A-F3E93C33A6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915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E0C7E-2988-9C2D-BC5B-4D5414A3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4761B4-334E-928C-CA56-DACA419C1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EEC3A2-FFA0-3983-DDD1-D5F465A66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FF74FB-3B11-42CF-3B71-F82318D7B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EE0759-15A2-BAD1-6B2A-C9F7F177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BD6D24-F2CD-D148-27B9-C115B093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048C0D-D96B-46D7-9AB9-5BB724BB04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1363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D67BB-A029-4F94-C17F-366242AB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DDDB6DB-BEF6-466D-DF74-EAD7F8063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42EA8B-D1B2-ECE4-EDF9-2120544EA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17B6E6-E253-49AE-142F-F42C1941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3A3C4-AE44-3712-D7ED-70A30EC4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5B4990-D060-2CB2-DE19-8F9E54CB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1C6D0-8EA0-440F-A345-AA181850DE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702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22CA7-4AE0-56C1-C4DB-F572F3C4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7C47DD-4000-C14D-FD7C-FDD06073F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36D48A-5A1D-60BF-D7E8-47FABB68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8AD88-6AF8-13BF-2001-184C5DDF6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2B3B05-6750-F7A9-523A-14FD2EA9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0A723C-D03F-44E3-8DAB-97A8D3BF5C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05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58ED6A-C9DD-8733-AD8D-172F45E51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67C36D-0084-39DA-7AAB-E44CFC4CA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599700-6EE5-5BE3-05E4-CD5CFF6C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BF586C-6279-E087-D92D-DF95352A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1AA485-F7A7-8D29-1489-AE1C8FDE2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A934F-EB86-47F4-98A7-6020ABB9B4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731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94631B-01AD-9739-3623-67DE5FB43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7A21A3-04A4-F2BD-9123-DBA0630E58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27776C-A1B4-AEBB-93A9-2184E48496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763508-88FF-EBC3-F83D-AF3220F0B2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00ED7B6-3194-32DD-97E0-077655D5C0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54B444-2526-4C97-AE63-82730934297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558D3AF-FB0F-FC15-FFBB-F09E2A7B07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258</a:t>
            </a:r>
            <a:br>
              <a:rPr lang="pt-BR" altLang="pt-BR" sz="4000" b="1"/>
            </a:br>
            <a:r>
              <a:rPr lang="pt-BR" altLang="pt-BR" sz="4000" b="1"/>
              <a:t>NA ROCHA ETERNA FIRMADO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353BD2D-E703-BB31-8264-D7DB4CCFD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07112"/>
          </a:xfrm>
        </p:spPr>
        <p:txBody>
          <a:bodyPr/>
          <a:lstStyle/>
          <a:p>
            <a:r>
              <a:rPr lang="pt-BR" altLang="pt-BR" sz="3600"/>
              <a:t>Um Salvador meigo é Cristo Jesus, </a:t>
            </a:r>
            <a:br>
              <a:rPr lang="pt-BR" altLang="pt-BR" sz="3600"/>
            </a:br>
            <a:r>
              <a:rPr lang="pt-BR" altLang="pt-BR" sz="3600"/>
              <a:t>Pois Ele minh'alma salvou;</a:t>
            </a:r>
            <a:br>
              <a:rPr lang="pt-BR" altLang="pt-BR" sz="3600"/>
            </a:br>
            <a:r>
              <a:rPr lang="pt-BR" altLang="pt-BR" sz="3600"/>
              <a:t>Também meus pecados tomou sobre Si,</a:t>
            </a:r>
            <a:br>
              <a:rPr lang="pt-BR" altLang="pt-BR" sz="3600"/>
            </a:br>
            <a:r>
              <a:rPr lang="pt-BR" altLang="pt-BR" sz="3600"/>
              <a:t>Na cruz quando me resgatou.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C6D9359-7734-4AFA-FEFF-9BE42E509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034087"/>
          </a:xfrm>
        </p:spPr>
        <p:txBody>
          <a:bodyPr/>
          <a:lstStyle/>
          <a:p>
            <a:r>
              <a:rPr lang="pt-BR" altLang="pt-BR" sz="3600" b="1" i="1"/>
              <a:t>Na rocha eterna firmado estou eu,</a:t>
            </a:r>
            <a:br>
              <a:rPr lang="pt-BR" altLang="pt-BR" sz="3600" b="1" i="1"/>
            </a:br>
            <a:r>
              <a:rPr lang="pt-BR" altLang="pt-BR" sz="3600" b="1" i="1"/>
              <a:t>E tenho </a:t>
            </a:r>
            <a:r>
              <a:rPr lang="pt-BR" altLang="pt-BR" sz="3600" i="1"/>
              <a:t>a </a:t>
            </a:r>
            <a:r>
              <a:rPr lang="pt-BR" altLang="pt-BR" sz="3600" b="1" i="1"/>
              <a:t>salvação;</a:t>
            </a:r>
            <a:br>
              <a:rPr lang="pt-BR" altLang="pt-BR" sz="3600" b="1"/>
            </a:br>
            <a:r>
              <a:rPr lang="pt-BR" altLang="pt-BR" sz="3600" b="1"/>
              <a:t>Me </a:t>
            </a:r>
            <a:r>
              <a:rPr lang="pt-BR" altLang="pt-BR" sz="3600" b="1" i="1"/>
              <a:t>esconde Jesus Cristo no manto Seu, </a:t>
            </a:r>
            <a:br>
              <a:rPr lang="pt-BR" altLang="pt-BR" sz="3600" b="1" i="1"/>
            </a:br>
            <a:r>
              <a:rPr lang="pt-BR" altLang="pt-BR" sz="3600" b="1" i="1"/>
              <a:t>Velando-me com Sua mão. </a:t>
            </a:r>
            <a:br>
              <a:rPr lang="pt-BR" altLang="pt-BR" sz="3600" b="1" i="1"/>
            </a:br>
            <a:r>
              <a:rPr lang="pt-BR" altLang="pt-BR" sz="3600" b="1" i="1"/>
              <a:t>Velando-me com Sua mão.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D4A35BE-9928-C3CC-275D-857F64BB9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034087"/>
          </a:xfrm>
        </p:spPr>
        <p:txBody>
          <a:bodyPr/>
          <a:lstStyle/>
          <a:p>
            <a:r>
              <a:rPr lang="pt-BR" altLang="pt-BR" sz="3600"/>
              <a:t>As bênçãos do céu desfrutando eu estou, </a:t>
            </a:r>
            <a:br>
              <a:rPr lang="pt-BR" altLang="pt-BR" sz="3600"/>
            </a:br>
            <a:r>
              <a:rPr lang="pt-BR" altLang="pt-BR" sz="3600"/>
              <a:t>Em Cristo, o Filho de Deus;</a:t>
            </a:r>
            <a:br>
              <a:rPr lang="pt-BR" altLang="pt-BR" sz="3600"/>
            </a:br>
            <a:r>
              <a:rPr lang="pt-BR" altLang="pt-BR" sz="3600"/>
              <a:t>Alegre eu vivo e ando na luz,</a:t>
            </a:r>
            <a:br>
              <a:rPr lang="pt-BR" altLang="pt-BR" sz="3600"/>
            </a:br>
            <a:r>
              <a:rPr lang="pt-BR" altLang="pt-BR" sz="3600"/>
              <a:t>Prossigo na senda do céu.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B8C672E-414D-BED1-E912-35794A82F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As cargas que eu tive Jesus as tomou, </a:t>
            </a:r>
            <a:br>
              <a:rPr lang="pt-BR" altLang="pt-BR" sz="3600"/>
            </a:br>
            <a:r>
              <a:rPr lang="pt-BR" altLang="pt-BR" sz="3600"/>
              <a:t>Agora liberto estou;</a:t>
            </a:r>
            <a:br>
              <a:rPr lang="pt-BR" altLang="pt-BR" sz="3600"/>
            </a:br>
            <a:r>
              <a:rPr lang="pt-BR" altLang="pt-BR" sz="3600"/>
              <a:t>A graça me basta que Cristo me deu, </a:t>
            </a:r>
            <a:br>
              <a:rPr lang="pt-BR" altLang="pt-BR" sz="3600"/>
            </a:br>
            <a:r>
              <a:rPr lang="pt-BR" altLang="pt-BR" sz="3600"/>
              <a:t>Assim para o céu presto eu vou.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62EDC87-69AA-9B17-0DC3-B33069428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Findando a lida então O verei,</a:t>
            </a:r>
            <a:br>
              <a:rPr lang="pt-BR" altLang="pt-BR" sz="4000"/>
            </a:br>
            <a:r>
              <a:rPr lang="pt-BR" altLang="pt-BR" sz="4000"/>
              <a:t>Com anjos e santos no céu;</a:t>
            </a:r>
            <a:br>
              <a:rPr lang="pt-BR" altLang="pt-BR" sz="4000"/>
            </a:br>
            <a:r>
              <a:rPr lang="pt-BR" altLang="pt-BR" sz="4000"/>
              <a:t>E hinos de glória eu entoarei,</a:t>
            </a:r>
            <a:br>
              <a:rPr lang="pt-BR" altLang="pt-BR" sz="4000"/>
            </a:br>
            <a:r>
              <a:rPr lang="pt-BR" altLang="pt-BR" sz="4000"/>
              <a:t>Aquele que por mim morreu.	</a:t>
            </a:r>
            <a:r>
              <a:rPr lang="pt-BR" altLang="pt-BR" sz="1600"/>
              <a:t>J.A.S.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258 NA ROCHA ETERNA FIRMADO</vt:lpstr>
      <vt:lpstr>Um Salvador meigo é Cristo Jesus,  Pois Ele minh'alma salvou; Também meus pecados tomou sobre Si, Na cruz quando me resgatou. </vt:lpstr>
      <vt:lpstr>Na rocha eterna firmado estou eu, E tenho a salvação; Me esconde Jesus Cristo no manto Seu,  Velando-me com Sua mão.  Velando-me com Sua mão.</vt:lpstr>
      <vt:lpstr>As bênçãos do céu desfrutando eu estou,  Em Cristo, o Filho de Deus; Alegre eu vivo e ando na luz, Prossigo na senda do céu. </vt:lpstr>
      <vt:lpstr>As cargas que eu tive Jesus as tomou,  Agora liberto estou; A graça me basta que Cristo me deu,  Assim para o céu presto eu vou. </vt:lpstr>
      <vt:lpstr>Findando a lida então O verei, Com anjos e santos no céu; E hinos de glória eu entoarei, Aquele que por mim morreu. J.A.S.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258 - NA ROCHA ETERNA FIRMADO</dc:title>
  <dc:creator>Montagna</dc:creator>
  <cp:lastModifiedBy>Emerson Souza</cp:lastModifiedBy>
  <cp:revision>2</cp:revision>
  <dcterms:created xsi:type="dcterms:W3CDTF">2005-10-19T00:15:38Z</dcterms:created>
  <dcterms:modified xsi:type="dcterms:W3CDTF">2026-05-02T21:58:26Z</dcterms:modified>
</cp:coreProperties>
</file>