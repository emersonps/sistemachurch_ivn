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A005FC-B487-DFCC-013D-E04CD4FC33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2546B9-17FB-30C8-5E47-EFA3C3BBFE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B034E6-B503-F5F8-82F9-25567552F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4FD315-B439-2FB7-A6E5-487AB945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37CBBD-FF89-7ED3-F58C-30688066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828590-D7AA-41EC-B4F0-C58A31554C0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43503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178B84-9F70-B207-F6E0-D9B7EFCE9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537AD6-D751-2558-E0AE-FFD58F5CC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8AD586-C20E-97BF-F26B-E5AE82C07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316D71-7235-CCF3-8E77-C506A8C55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3F06D3-4FE6-FF6C-7E94-D1A6B009D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E6A6B2-4233-4575-BA8E-EDC40A3E1BA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20357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89C47D-5376-C816-0307-C727BDA6C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A627E0E-D9EF-8539-F3C1-72EB0D578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4F9DCE-D49C-606A-E0F0-A715EAE95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D64A2C-32B8-4323-3E1C-24BF4ABCE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F3F7F2-5586-6251-A263-34F79B505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8118C9-C10C-46D7-AAB0-D12333FB11D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72950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77FCBA-D160-579E-8E95-33CD3F30C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71A882-8597-A8A7-91A9-BA1A4EEA77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F0A01AE-C682-3B6E-7139-44A0AA356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82DE3C5-ACF7-6D86-64B8-CED0D9ED3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1A8E24-839C-300D-8E91-7396F6113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87A9C79-EB10-D826-502C-5DB74F73B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7C3B2F-5BCE-4D48-911A-8CE8227F0BB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67558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83B4B9-E7BC-3785-7C79-FA9EA2969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5A428F1-6D2F-BC6B-8481-A0CE450498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BDAEB7E-72B3-A744-9BE2-546DBFE8F5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2A649E8-46E2-E3D1-C72D-770FA8C18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BF09F19-EDFD-B111-BC22-3A738F5960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AA3658F-6CC8-CA07-BE9A-6FC408C9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F1E8DD6-6481-058C-6168-3B8849AC7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BA8F3C3-FCC6-330F-B9B0-32A6BD3FC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145215-4DC1-448D-9DD5-63A65DC7D29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91122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99B843-7758-58B3-1F90-E27660E49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FFE991C-0C68-7905-3CF7-DC5CC97C6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999F0D8-8896-37E2-2A74-A83332AA1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092B181-E284-C26A-9F5A-7CF090D09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E4DF6F-531E-4E37-8BA7-29DA02536FC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74238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E103118-295A-950E-BC52-3FA665209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4CAE971-BFE7-E9FD-ECF8-7B31D185D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BED03A2-E9EB-0D21-9540-66574E5B0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5F932A-BBCD-40C1-81D6-07966155DFE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66433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7CBDDB-A5F8-7DB3-0C2B-A8F3A8068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D4A8E9-29D7-761C-87AE-98CFDF1A6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4D5DC09-891F-8195-7777-C6B95F462A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5EE0667-46B9-A8DA-408D-36467112B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0CB142C-CA1F-B7A1-6C45-7F7ADDE9D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3D93E57-6A9C-943C-4464-D28132C9E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7AB724-821E-4D76-8307-48ECC9739B5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27304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3A7DAB-3898-D56C-AA89-B2F1434CF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CCD7A4F-7E58-09C2-7882-6CCC25D638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277D06D-06BA-BD92-9300-291B829887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90BC932-C6B8-76A5-3145-E4BC59236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D817B8-CC40-A85E-BAE9-7C3A3F731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B3AC7BD-E7E0-F05B-F2AC-5A7CF1AAE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89898E-8A77-4136-88AA-64BD189C31B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1451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8FD544-49A7-3C32-2788-2222F1EBA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CA58221-8B93-4392-EBF2-51BDB1E6F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9EE3E6-132F-35B9-2677-6CA8781F0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A06C03-6E99-A4CB-4787-810CE1C35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1A3191-6912-4BCE-BAA9-B79D0C671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8896AE-D2F9-451B-B9CD-E9498690C43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14273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2AD6E87-7341-50D1-383E-DD02E2374F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75E549B-7C84-D3F0-84D2-BFF7EF8AB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90808B-0AA2-DE4B-32C7-E8EA363F6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D8AD55-7C34-600A-96F3-EA198BB68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D0344F-08D0-F2A4-6E1F-48D75B988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1FBD54-290C-4B42-8987-E7466F0A48C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88773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68B2E90-2626-3DA7-67F9-4E6107C94F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8F4DB23-2AAC-063A-62B8-5F333F2E99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B6033F4-B3AC-CEE3-5E5B-5E04CC8FAE8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1FD94A1-AC07-B712-5697-AABA5C75DC0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4599155-CD85-5D82-7711-AD7D340E84D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153A888-E0FF-4891-A678-2EFE6E27E7D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FA503F6-C3FC-84CC-0994-E9234212C7F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600</a:t>
            </a:r>
            <a:br>
              <a:rPr lang="en-US" altLang="pt-BR" sz="4000" b="1"/>
            </a:br>
            <a:r>
              <a:rPr lang="en-US" altLang="pt-BR" sz="4000" b="1"/>
              <a:t>MÃOS AO TRABALHO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3C68781-37C0-425C-7D1C-96982DDBEAA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F834B71A-2F88-D80C-21EA-AB144EE828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Mãos ao trabalho, crentes,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Vai já passando o alvor.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Vamos, enquanto temos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Nossa vida em flor!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Vamos, enquanto é dia,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 força trabalhar: </a:t>
            </a:r>
            <a:br>
              <a:rPr lang="en-US" altLang="pt-BR" sz="4000" i="1"/>
            </a:br>
            <a:r>
              <a:rPr lang="en-US" altLang="pt-BR" sz="4000" i="1"/>
              <a:t>Eia que em vindo a noite,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Já não há lidar! 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048F530-1585-10A0-8005-1CB952EF8C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Mãos ao trabalho, crentes, </a:t>
            </a:r>
            <a:br>
              <a:rPr lang="en-US" altLang="pt-BR" sz="4000" i="1"/>
            </a:br>
            <a:r>
              <a:rPr lang="en-US" altLang="pt-BR" sz="4000" i="1"/>
              <a:t>Andai, enquanto há luz: </a:t>
            </a:r>
            <a:br>
              <a:rPr lang="en-US" altLang="pt-BR" sz="4000" i="1"/>
            </a:br>
            <a:r>
              <a:rPr lang="en-US" altLang="pt-BR" sz="4000" i="1"/>
              <a:t>Eia, que, agora é tempo </a:t>
            </a:r>
            <a:br>
              <a:rPr lang="en-US" altLang="pt-BR" sz="4000" i="1"/>
            </a:br>
            <a:r>
              <a:rPr lang="en-US" altLang="pt-BR" sz="4000" i="1"/>
              <a:t>De servir Jesus!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Ide o vigor da vida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Todos ao bem votar.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Eia, que em vindo a noite,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Já não há lidar!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77FAC92-0F34-8BBE-C877-C5E7C6F09C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Mãos ao trabalho, crentes, </a:t>
            </a:r>
            <a:br>
              <a:rPr lang="en-US" altLang="pt-BR" sz="4000" i="1"/>
            </a:br>
            <a:r>
              <a:rPr lang="en-US" altLang="pt-BR" sz="4000" i="1"/>
              <a:t>Breve nos chega o fim.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Firmes, enquanto a morte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Não tocar clarim! </a:t>
            </a:r>
            <a:br>
              <a:rPr lang="en-US" altLang="pt-BR" sz="4000" i="1"/>
            </a:br>
            <a:r>
              <a:rPr lang="en-US" altLang="pt-BR" sz="4000" i="1"/>
              <a:t>Vamos, irmãos, à obra, </a:t>
            </a:r>
            <a:br>
              <a:rPr lang="en-US" altLang="pt-BR" sz="4000" i="1"/>
            </a:br>
            <a:r>
              <a:rPr lang="en-US" altLang="pt-BR" sz="4000" i="1"/>
              <a:t>Por Cristo trabalhar: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Eia, que em vindo a noite,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Vamos descansar!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600 MÃOS AO TRABALHO </vt:lpstr>
      <vt:lpstr>Mãos ao trabalho, crentes,  Vai já passando o alvor.  Vamos, enquanto temos  Nossa vida em flor!  Vamos, enquanto é dia,  Com força trabalhar:  Eia que em vindo a noite,  Já não há lidar!  </vt:lpstr>
      <vt:lpstr>Mãos ao trabalho, crentes,  Andai, enquanto há luz:  Eia, que, agora é tempo  De servir Jesus!  Ide o vigor da vida  Todos ao bem votar.  Eia, que em vindo a noite,  Já não há lidar! </vt:lpstr>
      <vt:lpstr>Mãos ao trabalho, crentes,  Breve nos chega o fim.  Firmes, enquanto a morte  Não tocar clarim!  Vamos, irmãos, à obra,  Por Cristo trabalhar:  Eia, que em vindo a noite,  Vamos descansar!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600 MÃOS AO TRABALHO </dc:title>
  <dc:creator>Junior</dc:creator>
  <cp:lastModifiedBy>Emerson Souza</cp:lastModifiedBy>
  <cp:revision>1</cp:revision>
  <dcterms:created xsi:type="dcterms:W3CDTF">2005-12-24T13:51:16Z</dcterms:created>
  <dcterms:modified xsi:type="dcterms:W3CDTF">2026-05-02T22:27:25Z</dcterms:modified>
</cp:coreProperties>
</file>