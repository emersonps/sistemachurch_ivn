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5CA69-BD40-E92F-8DD3-F9E0BBF67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E1D70E-79F2-FF7C-8E70-E641FDCD5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21C37-AA20-D456-3B92-8F094407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62DD1-F7D1-C67D-26C1-F03C064B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AA2132-ABA8-3A91-2472-9226EA1D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4441A-027D-4587-AADC-14886E48F6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678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F40CC-2192-FB29-EA4F-D35E4F15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891963-E41A-160E-31F4-F6A6D68A4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E39D3D-C2B7-2008-2769-0B9D641F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FB97A-9662-91E3-BC79-A9A06BDF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276B6E-095C-2C79-9326-A4FFB41F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4BD2D-A42D-4442-89E8-8518820B5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39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5393F-0DC0-6353-5550-53B49A36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072BC8-AD94-F448-98A2-0ECC3C830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28C6B4-BE27-CCB0-7C8F-CF3B67D6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CEFBB3-ABE5-504E-5A07-048B7FA9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F55132-6941-E238-0B35-BA886E6B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F6CBE-A14C-4A79-896B-A5CF97EB2A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450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8000B-E5E8-7F59-F63F-B21DFA15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453778-6CDA-AB8E-F728-229C0C65A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69A631-1C9A-0A07-08BE-8F6860252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80B0ED-A836-2BDF-7A1A-15B18B75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02A5A1-052C-64FD-4C43-5D2D41DA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96F11B-C087-5C9A-52C0-42DDC016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8C38BF-0C57-46D5-9942-CF3F8A1B98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152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4C4D6-DD16-76D9-5992-8FC035D89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74C405-676F-1A49-65ED-2FF2A837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85409D-0DBA-226C-5E63-138ADEEF9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0C385D-A4BE-CB1D-744A-BE9684E79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D55D44-E305-7334-9F42-599178B47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6EA770-EA63-ABF9-2248-936C826B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40579C-5236-718B-CD0A-6F0EAA62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2CCE79-A718-9ED7-EE9E-5CF638A5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C4941-8A92-4444-B1A8-72F9031BA3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241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08023-2CCB-A3B1-D8C7-408F7A17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8B4898-4CAA-D698-9B29-6DCB0ACB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FC2103-BB6A-ED13-2366-B1263FD5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560AEF-0D23-9D91-CDA0-F8050DDB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35028-A3FB-46C5-937E-2633E18EED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040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F427F1-26D0-8EA7-678C-88CFCC46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103930-A5FC-0846-17A0-7A5E4A13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2102E9-4BCD-4CDD-E658-DFFA68C4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11077-6F94-4D3A-9685-B542F365D1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43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B7354-B8AE-6E3D-4B06-FE2E0718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B2CDD2-1516-442B-5C6C-DA075D983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1093EF-05D8-FA48-35CA-9D7BF0966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5FFF6E-50E5-112B-8DFF-EEFAFDBF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5EBD27-0633-0FF1-19C0-4CCFB184A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4A5A8C-CC83-144F-B509-F2389FA9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5F380-B270-44CB-A073-674EA8BB5C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847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13FA0-C43C-0D5D-00A7-860F556D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E20F8A-C4C8-CBED-CC7A-16C8760C0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D8D56D-B1E6-9861-A4D9-E751170F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39ABE5-538B-31F5-5732-C15CFCEE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6F25C-DF55-6B3C-D764-05133F25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002644-8DEC-BD09-32E9-18499B1C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6BC3B8-0FCD-43AB-A5CC-B9129490F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671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D68E8-B765-389E-ECDE-7D3CEBFD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C5CF68-A156-E188-B487-0176EA634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302F7E-043C-A1FE-55FA-3905DF5D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A94EFC-B29B-6BF0-E5F5-D687DD82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671797-DDBC-29DB-FA27-D185E038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AB030-F30C-4794-B5F7-4951E11904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889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E9F4D6-8527-EC2F-14C1-4877DF88F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AC6DAF-F6DD-D558-5229-CE193628E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1B011A-8AB9-97AB-8249-73BB9158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78F5AC-395C-02F0-45CA-E192DD36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C2228A-4CCA-C570-5E71-38D13D95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D7B10-AF54-472D-B273-25643A5242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114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256721-45D6-FB30-1E8A-7F8A3D180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2D3B27E-1C79-9280-CA4C-30315A178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C5D72A-7B15-9D6A-550E-157CD12539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755905-CB54-5890-3CD4-796E162DA8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4A8154-FFFA-AF91-4E5D-02F65CD8758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756EA-8292-47C2-9F12-DD54564ECB4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B6162A7-CD14-E3FF-A518-56171786D0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374 – Vida Abundante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779E06-CC3B-E342-ED1D-BF5C743C74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A8BEC24-C277-C700-F1C8-535316585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Nós queremos ter vida abundante. </a:t>
            </a:r>
            <a:br>
              <a:rPr lang="en-US" altLang="pt-BR" sz="4000" i="1"/>
            </a:br>
            <a:r>
              <a:rPr lang="en-US" altLang="pt-BR" sz="4000" i="1"/>
              <a:t>De pureza e de santidade, </a:t>
            </a:r>
            <a:br>
              <a:rPr lang="en-US" altLang="pt-BR" sz="4000" i="1"/>
            </a:br>
            <a:r>
              <a:rPr lang="en-US" altLang="pt-BR" sz="4000" i="1"/>
              <a:t>Para amarmos a Deus em verdade, Pela graça que Ele nos deu.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0B4010-2DE1-E034-1FC5-1216D1EC4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Vem nos dar Tua vida abundante,</a:t>
            </a:r>
            <a:r>
              <a:rPr lang="en-US" altLang="pt-BR" sz="4000" i="1"/>
              <a:t> </a:t>
            </a:r>
            <a:r>
              <a:rPr lang="en-US" altLang="pt-BR" sz="4000" b="1" i="1"/>
              <a:t>Nosso amado e divino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Tua vida de gozo exultante,</a:t>
            </a:r>
            <a:r>
              <a:rPr lang="en-US" altLang="pt-BR" sz="4000" i="1"/>
              <a:t> </a:t>
            </a:r>
            <a:r>
              <a:rPr lang="en-US" altLang="pt-BR" sz="4000" b="1" i="1"/>
              <a:t>Abundante no Consolador.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1C1A3BB-C0A2-544B-6093-17B0E5822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Nós queremos ter vida abundante </a:t>
            </a:r>
            <a:br>
              <a:rPr lang="en-US" altLang="pt-BR" sz="4000" i="1"/>
            </a:br>
            <a:r>
              <a:rPr lang="en-US" altLang="pt-BR" sz="4000" i="1"/>
              <a:t>De amor, que o Pai nos tem dado </a:t>
            </a:r>
            <a:br>
              <a:rPr lang="en-US" altLang="pt-BR" sz="4000" i="1"/>
            </a:br>
            <a:r>
              <a:rPr lang="en-US" altLang="pt-BR" sz="4000" i="1"/>
              <a:t>Em Jesus, o Seu Filho amado, </a:t>
            </a:r>
            <a:br>
              <a:rPr lang="en-US" altLang="pt-BR" sz="4000" i="1"/>
            </a:br>
            <a:r>
              <a:rPr lang="en-US" altLang="pt-BR" sz="4000" i="1"/>
              <a:t>Cuja vida por nós derramou.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92DBDD0-9271-D2D7-FE2C-E28382416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Vem nos dar Tua vida abundante,</a:t>
            </a:r>
            <a:r>
              <a:rPr lang="en-US" altLang="pt-BR" sz="4000" i="1"/>
              <a:t> </a:t>
            </a:r>
            <a:r>
              <a:rPr lang="en-US" altLang="pt-BR" sz="4000" b="1" i="1"/>
              <a:t>Nosso amado e divino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Tua vida de gozo exultante,</a:t>
            </a:r>
            <a:r>
              <a:rPr lang="en-US" altLang="pt-BR" sz="4000" i="1"/>
              <a:t> </a:t>
            </a:r>
            <a:r>
              <a:rPr lang="en-US" altLang="pt-BR" sz="4000" b="1" i="1"/>
              <a:t>Abundante no Consolador.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8666AB3-74A5-C5B4-279F-76F026411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Nós queremos ter vida abundante </a:t>
            </a:r>
            <a:br>
              <a:rPr lang="en-US" altLang="pt-BR" sz="4000" i="1"/>
            </a:br>
            <a:r>
              <a:rPr lang="en-US" altLang="pt-BR" sz="4000" i="1"/>
              <a:t>De Jesus, a veraz fortaleza, </a:t>
            </a:r>
            <a:br>
              <a:rPr lang="en-US" altLang="pt-BR" sz="4000" i="1"/>
            </a:br>
            <a:r>
              <a:rPr lang="en-US" altLang="pt-BR" sz="4000" i="1"/>
              <a:t>Que nos dá do perdão a certeza. </a:t>
            </a:r>
            <a:br>
              <a:rPr lang="en-US" altLang="pt-BR" sz="4000" i="1"/>
            </a:br>
            <a:r>
              <a:rPr lang="en-US" altLang="pt-BR" sz="4000" i="1"/>
              <a:t>E nos encha de consolação.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727B48F-A902-67EF-45A0-1B23D0FF9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Vem nos dar Tua vida abundante,</a:t>
            </a:r>
            <a:r>
              <a:rPr lang="en-US" altLang="pt-BR" sz="4000" i="1"/>
              <a:t> </a:t>
            </a:r>
            <a:r>
              <a:rPr lang="en-US" altLang="pt-BR" sz="4000" b="1" i="1"/>
              <a:t>Nosso amado e divino Senhor;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Tua vida de gozo exultante,</a:t>
            </a:r>
            <a:r>
              <a:rPr lang="en-US" altLang="pt-BR" sz="4000" i="1"/>
              <a:t> </a:t>
            </a:r>
            <a:r>
              <a:rPr lang="en-US" altLang="pt-BR" sz="4000" b="1" i="1"/>
              <a:t>Abundante no Consolador.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374 – Vida Abundante</vt:lpstr>
      <vt:lpstr>Nós queremos ter vida abundante.  De pureza e de santidade,  Para amarmos a Deus em verdade, Pela graça que Ele nos deu.  </vt:lpstr>
      <vt:lpstr>Vem nos dar Tua vida abundante, Nosso amado e divino Senhor;  Tua vida de gozo exultante, Abundante no Consolador.  </vt:lpstr>
      <vt:lpstr>Nós queremos ter vida abundante  De amor, que o Pai nos tem dado  Em Jesus, o Seu Filho amado,  Cuja vida por nós derramou.  </vt:lpstr>
      <vt:lpstr>Vem nos dar Tua vida abundante, Nosso amado e divino Senhor;  Tua vida de gozo exultante, Abundante no Consolador.  </vt:lpstr>
      <vt:lpstr>Nós queremos ter vida abundante  De Jesus, a veraz fortaleza,  Que nos dá do perdão a certeza.  E nos encha de consolação.</vt:lpstr>
      <vt:lpstr>Vem nos dar Tua vida abundante, Nosso amado e divino Senhor;  Tua vida de gozo exultante, Abundante no Consolador.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374 – Vida Abundante</dc:title>
  <dc:creator>Junior</dc:creator>
  <cp:lastModifiedBy>Emerson Souza</cp:lastModifiedBy>
  <cp:revision>1</cp:revision>
  <dcterms:created xsi:type="dcterms:W3CDTF">2005-12-26T22:38:59Z</dcterms:created>
  <dcterms:modified xsi:type="dcterms:W3CDTF">2026-05-02T22:08:05Z</dcterms:modified>
</cp:coreProperties>
</file>