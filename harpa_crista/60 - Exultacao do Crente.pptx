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94580" autoAdjust="0"/>
  </p:normalViewPr>
  <p:slideViewPr>
    <p:cSldViewPr>
      <p:cViewPr varScale="1">
        <p:scale>
          <a:sx n="71" d="100"/>
          <a:sy n="71" d="100"/>
        </p:scale>
        <p:origin x="-480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54F2A6-E22C-C2B1-D811-734E233A5E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404048B-2FFC-EAE6-EDD0-9506ABBC3B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B62A814-845E-52AA-F15E-280FEC3B8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ABC0079-9830-1D10-FA5F-63586EB66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E91AC55-46D7-6A0D-5E58-252D9076F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132DDB3-67B9-49DB-A4DD-E8851ABA689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11082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F82992-735F-D29B-225D-8C6A3E490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E93CD2E-44A0-0800-C0FA-C3E86E1F41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0A35377-92F0-0486-2CA1-3B4A5DBA1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717DE93-1CF7-8C2E-BC2D-4DC4C68D8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6AC0F69-23B7-9EB9-557B-AD78DCB75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7E2219-CCBD-4054-BFE0-DD5251857B7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66288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E8686E-A6C6-8595-D537-C398F3EEF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BE0C3A3-481F-6F1F-87B0-3523C62477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97B3D06-3A86-6AB8-ABEA-91934BC6E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0FF5F36-7229-F46D-78D6-36BA41F96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7D0A913-9889-6057-CC52-D4096827F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86813B-2264-4B7C-8742-11BF8A063F1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97475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DF2C02-8423-23C9-9915-CED4C4F97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2E3A79E-92AB-09E9-24FF-C38CBB82DB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9C3FE5F-3773-0E44-0153-C96ABF1F83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5078619-A796-18A5-E523-2014110BF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91CB131-3B9E-4CE0-270C-6BA2BF215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1A40F21-3DCA-EAC0-1735-4298283F3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B838C4-B842-4F7E-AA12-832ED9D1370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09041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B818C0-9A43-87C0-1B0E-7C58BEC8D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A1D0CAF-09BD-FAE9-6907-22C4AEAEAA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08050AE-97BD-7141-8A5F-F300F187EE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022F20A-E4C3-A585-C04C-FC1C4174CA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E4C9BB4-31F1-3584-2B7E-23A656E1C9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BB0B52A-3C99-C5C7-7F3A-3D0A71637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06CD6BF-AB32-541D-5AA5-DBE448BA1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916BB90-3F81-C0BF-7B04-70D8AB221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9C7BFF-8D63-49FF-9967-C65620BBE18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60407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F40121-0422-DA62-0FBF-D96F76422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E4AAD6E-ADA6-677E-3FB0-6D865122C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558941E-F76D-7314-87CE-A79CED25A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948546F-7950-B1C5-FA96-F80189FBD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6C74DE-149D-4B1F-BFBC-CC643534AE2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91008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1E74973-119A-D1D5-8BD8-A7B98C421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F29048F-80BA-6596-57F4-625C05443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266F472-DF98-7ECE-EFF8-292BC581F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6B67B5-B0ED-46C6-AED9-CEB3652E426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17065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B675C8-D61B-B65B-FC83-74721C914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5976E3C-9460-A70C-BE0C-4E0E0B0343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4F07A8D-E35E-CB35-8C32-5CC01CDFBA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828BAF3-4AB9-47BE-BFBE-6115990D1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34CEB39-DA9C-5675-A2B3-468EDF99A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5048B33-5E4C-07D6-695F-2B0C71AA6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6152B5-6002-4617-9BF7-935E514B345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78638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73FAD8-745B-7236-34EA-2608ED6AB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307BB58-A435-B844-EFD8-70768B36A6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81FF8BA-CC7F-48A6-FB75-F301FEEAE5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86201F1-7219-0950-1C27-E50B535D8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B9D10FB-DE79-BF5A-CC1B-05293A08B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35C46E4-E22E-0747-EE52-1DF0DA511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768324-9564-4E8F-BD3D-CB77D5FBC4B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75017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F25C90-93A7-0872-B733-34EDF051A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E56B9D1-C18F-F0E1-81FC-155846C6E2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5D9EE40-66B4-BD00-A6F2-9E698CF72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E131751-065F-26FF-E640-6F4677E61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8DFF4D-F625-47B0-9542-A31F42287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0C350EC-A277-460C-B89D-E2F63E3C860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52293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D35E3A3-C374-8D64-A728-F304E6EB5E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EC05D05-4914-E6D8-3B3D-E5595C91CB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01D7BA4-001D-BDDD-27E6-6EA4ADDEC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2D57241-A2A4-DAE6-BEBD-D26C18247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847C329-BA69-B484-687D-463C56D95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C6D7C05-4AF0-4EDD-9544-8C683E3766D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19351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6327201-99C4-2A84-6A20-B783CF846B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76C0714-3D69-2C60-7284-22D4ACAC71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953AB11-7C47-851F-F056-931B4446D3A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EEC3173-532F-F559-BB4C-4642BA6942D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39D6370-1401-7E4A-246D-8CBA4CD827F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C23D2490-39DC-4FB0-9B0D-757D17835D4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067CE527-9785-E013-5609-8F668F1A4C2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11188" y="1412875"/>
            <a:ext cx="7989887" cy="3600450"/>
          </a:xfrm>
        </p:spPr>
        <p:txBody>
          <a:bodyPr anchor="ctr"/>
          <a:lstStyle/>
          <a:p>
            <a:r>
              <a:rPr lang="en-US" altLang="pt-BR" sz="4000" b="1">
                <a:solidFill>
                  <a:srgbClr val="FFFFFF"/>
                </a:solidFill>
              </a:rPr>
              <a:t>60</a:t>
            </a:r>
            <a:br>
              <a:rPr lang="en-US" altLang="pt-BR" sz="4000" b="1">
                <a:solidFill>
                  <a:srgbClr val="FFFFFF"/>
                </a:solidFill>
              </a:rPr>
            </a:br>
            <a:r>
              <a:rPr lang="en-US" altLang="pt-BR" sz="4000" b="1">
                <a:solidFill>
                  <a:srgbClr val="FFFFFF"/>
                </a:solidFill>
              </a:rPr>
              <a:t>EXULTAÇÃO DO CRENTE</a:t>
            </a:r>
            <a:br>
              <a:rPr lang="en-US" altLang="pt-BR" sz="4000">
                <a:solidFill>
                  <a:srgbClr val="FFFFFF"/>
                </a:solidFill>
              </a:rPr>
            </a:br>
            <a:endParaRPr lang="en-US" altLang="pt-BR" sz="4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50EBCD45-28AA-9C30-4A2A-E0150E40A4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836613"/>
            <a:ext cx="9144000" cy="5040312"/>
          </a:xfrm>
          <a:noFill/>
          <a:ln/>
        </p:spPr>
        <p:txBody>
          <a:bodyPr/>
          <a:lstStyle/>
          <a:p>
            <a:r>
              <a:rPr lang="en-US" altLang="pt-BR" sz="4000">
                <a:solidFill>
                  <a:srgbClr val="FFFFFF"/>
                </a:solidFill>
              </a:rPr>
              <a:t>Vinde, cantai e entoai</a:t>
            </a:r>
            <a:br>
              <a:rPr lang="en-US" altLang="pt-BR" sz="4000">
                <a:solidFill>
                  <a:srgbClr val="FFFFFF"/>
                </a:solidFill>
              </a:rPr>
            </a:br>
            <a:r>
              <a:rPr lang="en-US" altLang="pt-BR" sz="4000">
                <a:solidFill>
                  <a:srgbClr val="FFFFFF"/>
                </a:solidFill>
              </a:rPr>
              <a:t>Louvores a Jesus,</a:t>
            </a:r>
            <a:br>
              <a:rPr lang="en-US" altLang="pt-BR" sz="4000">
                <a:solidFill>
                  <a:srgbClr val="FFFFFF"/>
                </a:solidFill>
              </a:rPr>
            </a:br>
            <a:r>
              <a:rPr lang="en-US" altLang="pt-BR" sz="4000">
                <a:solidFill>
                  <a:srgbClr val="FFFFFF"/>
                </a:solidFill>
              </a:rPr>
              <a:t>Que, para nossa salvação,</a:t>
            </a:r>
            <a:br>
              <a:rPr lang="en-US" altLang="pt-BR" sz="4000">
                <a:solidFill>
                  <a:srgbClr val="FFFFFF"/>
                </a:solidFill>
              </a:rPr>
            </a:br>
            <a:r>
              <a:rPr lang="en-US" altLang="pt-BR" sz="4000">
                <a:solidFill>
                  <a:srgbClr val="FFFFFF"/>
                </a:solidFill>
              </a:rPr>
              <a:t>Morreu na amarga cruz,</a:t>
            </a:r>
            <a:br>
              <a:rPr lang="en-US" altLang="pt-BR" sz="4000">
                <a:solidFill>
                  <a:srgbClr val="FFFFFF"/>
                </a:solidFill>
              </a:rPr>
            </a:br>
            <a:r>
              <a:rPr lang="en-US" altLang="pt-BR" sz="4000">
                <a:solidFill>
                  <a:srgbClr val="FFFFFF"/>
                </a:solidFill>
              </a:rPr>
              <a:t>Seu sangue derramou, </a:t>
            </a:r>
            <a:br>
              <a:rPr lang="en-US" altLang="pt-BR" sz="4000">
                <a:solidFill>
                  <a:srgbClr val="FFFFFF"/>
                </a:solidFill>
              </a:rPr>
            </a:br>
            <a:r>
              <a:rPr lang="en-US" altLang="pt-BR" sz="4000">
                <a:solidFill>
                  <a:srgbClr val="FFFFFF"/>
                </a:solidFill>
              </a:rPr>
              <a:t>De tudo me lavou, </a:t>
            </a:r>
            <a:br>
              <a:rPr lang="en-US" altLang="pt-BR" sz="4000">
                <a:solidFill>
                  <a:srgbClr val="FFFFFF"/>
                </a:solidFill>
              </a:rPr>
            </a:br>
            <a:r>
              <a:rPr lang="en-US" altLang="pt-BR" sz="4000">
                <a:solidFill>
                  <a:srgbClr val="FFFFFF"/>
                </a:solidFill>
              </a:rPr>
              <a:t>Mais alvo do que a neve me tornou.</a:t>
            </a:r>
            <a:br>
              <a:rPr lang="en-US" altLang="pt-BR" sz="4000">
                <a:solidFill>
                  <a:srgbClr val="FFFFFF"/>
                </a:solidFill>
              </a:rPr>
            </a:br>
            <a:endParaRPr lang="en-US" altLang="pt-BR" sz="4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>
            <a:extLst>
              <a:ext uri="{FF2B5EF4-FFF2-40B4-BE49-F238E27FC236}">
                <a16:creationId xmlns:a16="http://schemas.microsoft.com/office/drawing/2014/main" id="{678952D6-35DB-A1BC-C1A6-3268C00D08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76250"/>
            <a:ext cx="9144000" cy="5329238"/>
          </a:xfrm>
          <a:noFill/>
          <a:ln/>
        </p:spPr>
        <p:txBody>
          <a:bodyPr/>
          <a:lstStyle/>
          <a:p>
            <a:r>
              <a:rPr lang="en-US" altLang="pt-BR" sz="4000" b="1" i="1">
                <a:solidFill>
                  <a:srgbClr val="FFFFFF"/>
                </a:solidFill>
              </a:rPr>
              <a:t>O sangue de'Jesusme lavou, </a:t>
            </a:r>
            <a:br>
              <a:rPr lang="en-US" altLang="pt-BR" sz="4000" b="1" i="1">
                <a:solidFill>
                  <a:srgbClr val="FFFFFF"/>
                </a:solidFill>
              </a:rPr>
            </a:br>
            <a:r>
              <a:rPr lang="en-US" altLang="pt-BR" sz="4000" b="1" i="1">
                <a:solidFill>
                  <a:srgbClr val="FFFFFF"/>
                </a:solidFill>
              </a:rPr>
              <a:t>Me lavou! </a:t>
            </a:r>
            <a:br>
              <a:rPr lang="en-US" altLang="pt-BR" sz="4000" b="1" i="1">
                <a:solidFill>
                  <a:srgbClr val="FFFFFF"/>
                </a:solidFill>
              </a:rPr>
            </a:br>
            <a:r>
              <a:rPr lang="en-US" altLang="pt-BR" sz="4000" b="1" i="1">
                <a:solidFill>
                  <a:srgbClr val="FFFFFF"/>
                </a:solidFill>
              </a:rPr>
              <a:t>O sangue de Jesus me lavou, </a:t>
            </a:r>
            <a:br>
              <a:rPr lang="en-US" altLang="pt-BR" sz="4000" b="1" i="1">
                <a:solidFill>
                  <a:srgbClr val="FFFFFF"/>
                </a:solidFill>
              </a:rPr>
            </a:br>
            <a:r>
              <a:rPr lang="en-US" altLang="pt-BR" sz="4000" b="1" i="1">
                <a:solidFill>
                  <a:srgbClr val="FFFFFF"/>
                </a:solidFill>
              </a:rPr>
              <a:t>Me lavou! </a:t>
            </a:r>
            <a:br>
              <a:rPr lang="en-US" altLang="pt-BR" sz="4000" b="1" i="1">
                <a:solidFill>
                  <a:srgbClr val="FFFFFF"/>
                </a:solidFill>
              </a:rPr>
            </a:br>
            <a:r>
              <a:rPr lang="en-US" altLang="pt-BR" sz="4000" b="1" i="1">
                <a:solidFill>
                  <a:srgbClr val="FFFFFF"/>
                </a:solidFill>
              </a:rPr>
              <a:t>Alegre cantarei louvores ao meu Rei, A meu Senhor Jesus, que me salvou.</a:t>
            </a:r>
            <a:br>
              <a:rPr lang="en-US" altLang="pt-BR" sz="4000" b="1" i="1">
                <a:solidFill>
                  <a:srgbClr val="FFFFFF"/>
                </a:solidFill>
              </a:rPr>
            </a:br>
            <a:endParaRPr lang="en-US" altLang="pt-BR" sz="4000" b="1" i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4">
            <a:extLst>
              <a:ext uri="{FF2B5EF4-FFF2-40B4-BE49-F238E27FC236}">
                <a16:creationId xmlns:a16="http://schemas.microsoft.com/office/drawing/2014/main" id="{8EBC7BDD-7771-5626-38A1-AED79A8AB6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180975" y="549275"/>
            <a:ext cx="9324975" cy="4824413"/>
          </a:xfrm>
          <a:noFill/>
          <a:ln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pt-BR" sz="4000">
                <a:solidFill>
                  <a:srgbClr val="FFFFFF"/>
                </a:solidFill>
              </a:rPr>
              <a:t>Vinde conosco vos unir</a:t>
            </a:r>
            <a:br>
              <a:rPr lang="en-US" altLang="pt-BR" sz="4000">
                <a:solidFill>
                  <a:srgbClr val="FFFFFF"/>
                </a:solidFill>
              </a:rPr>
            </a:br>
            <a:r>
              <a:rPr lang="en-US" altLang="pt-BR" sz="4000">
                <a:solidFill>
                  <a:srgbClr val="FFFFFF"/>
                </a:solidFill>
              </a:rPr>
              <a:t>Na guerra contra o mal;</a:t>
            </a:r>
            <a:br>
              <a:rPr lang="en-US" altLang="pt-BR" sz="4000">
                <a:solidFill>
                  <a:srgbClr val="FFFFFF"/>
                </a:solidFill>
              </a:rPr>
            </a:br>
            <a:r>
              <a:rPr lang="en-US" altLang="pt-BR" sz="4000">
                <a:solidFill>
                  <a:srgbClr val="FFFFFF"/>
                </a:solidFill>
              </a:rPr>
              <a:t>E com nosso Salvador,</a:t>
            </a:r>
            <a:br>
              <a:rPr lang="en-US" altLang="pt-BR" sz="4000">
                <a:solidFill>
                  <a:srgbClr val="FFFFFF"/>
                </a:solidFill>
              </a:rPr>
            </a:br>
            <a:r>
              <a:rPr lang="en-US" altLang="pt-BR" sz="4000">
                <a:solidFill>
                  <a:srgbClr val="FFFFFF"/>
                </a:solidFill>
              </a:rPr>
              <a:t>Em marcha triunfal,</a:t>
            </a:r>
            <a:br>
              <a:rPr lang="en-US" altLang="pt-BR" sz="4000">
                <a:solidFill>
                  <a:srgbClr val="FFFFFF"/>
                </a:solidFill>
              </a:rPr>
            </a:br>
            <a:r>
              <a:rPr lang="en-US" altLang="pt-BR" sz="4000">
                <a:solidFill>
                  <a:srgbClr val="FFFFFF"/>
                </a:solidFill>
              </a:rPr>
              <a:t>A todos proclamar, </a:t>
            </a:r>
            <a:br>
              <a:rPr lang="en-US" altLang="pt-BR" sz="4000">
                <a:solidFill>
                  <a:srgbClr val="FFFFFF"/>
                </a:solidFill>
              </a:rPr>
            </a:br>
            <a:r>
              <a:rPr lang="en-US" altLang="pt-BR" sz="4000">
                <a:solidFill>
                  <a:srgbClr val="FFFFFF"/>
                </a:solidFill>
              </a:rPr>
              <a:t>Sua graça e Seu poder. </a:t>
            </a:r>
            <a:br>
              <a:rPr lang="en-US" altLang="pt-BR" sz="4000">
                <a:solidFill>
                  <a:srgbClr val="FFFFFF"/>
                </a:solidFill>
              </a:rPr>
            </a:br>
            <a:r>
              <a:rPr lang="en-US" altLang="pt-BR" sz="4000">
                <a:solidFill>
                  <a:srgbClr val="FFFFFF"/>
                </a:solidFill>
              </a:rPr>
              <a:t>Seu sangue derramou p'ra nos salvar!</a:t>
            </a:r>
            <a:br>
              <a:rPr lang="en-US" altLang="pt-BR" sz="4000">
                <a:solidFill>
                  <a:srgbClr val="FFFFFF"/>
                </a:solidFill>
              </a:rPr>
            </a:br>
            <a:endParaRPr lang="en-US" altLang="pt-BR" sz="4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4">
            <a:extLst>
              <a:ext uri="{FF2B5EF4-FFF2-40B4-BE49-F238E27FC236}">
                <a16:creationId xmlns:a16="http://schemas.microsoft.com/office/drawing/2014/main" id="{E79EC8CB-A057-53B4-E66B-B91F56C915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76250"/>
            <a:ext cx="9144000" cy="5329238"/>
          </a:xfrm>
          <a:noFill/>
          <a:ln/>
        </p:spPr>
        <p:txBody>
          <a:bodyPr/>
          <a:lstStyle/>
          <a:p>
            <a:r>
              <a:rPr lang="en-US" altLang="pt-BR" sz="4000" b="1" i="1">
                <a:solidFill>
                  <a:srgbClr val="FFFFFF"/>
                </a:solidFill>
              </a:rPr>
              <a:t>O sangue de'Jesusme lavou, </a:t>
            </a:r>
            <a:br>
              <a:rPr lang="en-US" altLang="pt-BR" sz="4000" b="1" i="1">
                <a:solidFill>
                  <a:srgbClr val="FFFFFF"/>
                </a:solidFill>
              </a:rPr>
            </a:br>
            <a:r>
              <a:rPr lang="en-US" altLang="pt-BR" sz="4000" b="1" i="1">
                <a:solidFill>
                  <a:srgbClr val="FFFFFF"/>
                </a:solidFill>
              </a:rPr>
              <a:t>Me lavou! </a:t>
            </a:r>
            <a:br>
              <a:rPr lang="en-US" altLang="pt-BR" sz="4000" b="1" i="1">
                <a:solidFill>
                  <a:srgbClr val="FFFFFF"/>
                </a:solidFill>
              </a:rPr>
            </a:br>
            <a:r>
              <a:rPr lang="en-US" altLang="pt-BR" sz="4000" b="1" i="1">
                <a:solidFill>
                  <a:srgbClr val="FFFFFF"/>
                </a:solidFill>
              </a:rPr>
              <a:t>O sangue de Jesus me lavou, </a:t>
            </a:r>
            <a:br>
              <a:rPr lang="en-US" altLang="pt-BR" sz="4000" b="1" i="1">
                <a:solidFill>
                  <a:srgbClr val="FFFFFF"/>
                </a:solidFill>
              </a:rPr>
            </a:br>
            <a:r>
              <a:rPr lang="en-US" altLang="pt-BR" sz="4000" b="1" i="1">
                <a:solidFill>
                  <a:srgbClr val="FFFFFF"/>
                </a:solidFill>
              </a:rPr>
              <a:t>Me lavou! </a:t>
            </a:r>
            <a:br>
              <a:rPr lang="en-US" altLang="pt-BR" sz="4000" b="1" i="1">
                <a:solidFill>
                  <a:srgbClr val="FFFFFF"/>
                </a:solidFill>
              </a:rPr>
            </a:br>
            <a:r>
              <a:rPr lang="en-US" altLang="pt-BR" sz="4000" b="1" i="1">
                <a:solidFill>
                  <a:srgbClr val="FFFFFF"/>
                </a:solidFill>
              </a:rPr>
              <a:t>Alegre cantarei louvores ao meu Rei, A meu Senhor Jesus, que me salvou.</a:t>
            </a:r>
            <a:br>
              <a:rPr lang="en-US" altLang="pt-BR" sz="4000" b="1" i="1">
                <a:solidFill>
                  <a:srgbClr val="FFFFFF"/>
                </a:solidFill>
              </a:rPr>
            </a:br>
            <a:endParaRPr lang="en-US" altLang="pt-BR" sz="4000" b="1" i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4">
            <a:extLst>
              <a:ext uri="{FF2B5EF4-FFF2-40B4-BE49-F238E27FC236}">
                <a16:creationId xmlns:a16="http://schemas.microsoft.com/office/drawing/2014/main" id="{38513A9B-A934-DEAE-03AC-12D700A64B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692150"/>
            <a:ext cx="9144000" cy="5545138"/>
          </a:xfrm>
          <a:noFill/>
          <a:ln/>
        </p:spPr>
        <p:txBody>
          <a:bodyPr/>
          <a:lstStyle/>
          <a:p>
            <a:r>
              <a:rPr lang="en-US" altLang="pt-BR" sz="4000">
                <a:solidFill>
                  <a:srgbClr val="FFFFFF"/>
                </a:solidFill>
              </a:rPr>
              <a:t>O Capitão da salvação</a:t>
            </a:r>
            <a:br>
              <a:rPr lang="en-US" altLang="pt-BR" sz="4000">
                <a:solidFill>
                  <a:srgbClr val="FFFFFF"/>
                </a:solidFill>
              </a:rPr>
            </a:br>
            <a:r>
              <a:rPr lang="en-US" altLang="pt-BR" sz="4000">
                <a:solidFill>
                  <a:srgbClr val="FFFFFF"/>
                </a:solidFill>
              </a:rPr>
              <a:t>E Cristo, o Salvador;</a:t>
            </a:r>
            <a:br>
              <a:rPr lang="en-US" altLang="pt-BR" sz="4000">
                <a:solidFill>
                  <a:srgbClr val="FFFFFF"/>
                </a:solidFill>
              </a:rPr>
            </a:br>
            <a:r>
              <a:rPr lang="en-US" altLang="pt-BR" sz="4000">
                <a:solidFill>
                  <a:srgbClr val="FFFFFF"/>
                </a:solidFill>
              </a:rPr>
              <a:t>0 Rei dos reis, o Redentor.</a:t>
            </a:r>
            <a:br>
              <a:rPr lang="en-US" altLang="pt-BR" sz="4000">
                <a:solidFill>
                  <a:srgbClr val="FFFFFF"/>
                </a:solidFill>
              </a:rPr>
            </a:br>
            <a:r>
              <a:rPr lang="en-US" altLang="pt-BR" sz="4000">
                <a:solidFill>
                  <a:srgbClr val="FFFFFF"/>
                </a:solidFill>
              </a:rPr>
              <a:t>Jesus, nosso Senhor;</a:t>
            </a:r>
            <a:br>
              <a:rPr lang="en-US" altLang="pt-BR" sz="4000">
                <a:solidFill>
                  <a:srgbClr val="FFFFFF"/>
                </a:solidFill>
              </a:rPr>
            </a:br>
            <a:r>
              <a:rPr lang="en-US" altLang="pt-BR" sz="4000">
                <a:solidFill>
                  <a:srgbClr val="FFFFFF"/>
                </a:solidFill>
              </a:rPr>
              <a:t>Ele tudo vencerá, vitória nos dará;</a:t>
            </a:r>
            <a:br>
              <a:rPr lang="en-US" altLang="pt-BR" sz="4000">
                <a:solidFill>
                  <a:srgbClr val="FFFFFF"/>
                </a:solidFill>
              </a:rPr>
            </a:br>
            <a:r>
              <a:rPr lang="en-US" altLang="pt-BR" sz="4000">
                <a:solidFill>
                  <a:srgbClr val="FFFFFF"/>
                </a:solidFill>
              </a:rPr>
              <a:t>A glória salvos, nos conduzirá.	</a:t>
            </a:r>
            <a:br>
              <a:rPr lang="en-US" altLang="pt-BR" sz="4000">
                <a:solidFill>
                  <a:srgbClr val="FFFFFF"/>
                </a:solidFill>
              </a:rPr>
            </a:br>
            <a:br>
              <a:rPr lang="en-US" altLang="pt-BR" sz="4000">
                <a:solidFill>
                  <a:srgbClr val="FFFFFF"/>
                </a:solidFill>
              </a:rPr>
            </a:br>
            <a:r>
              <a:rPr lang="en-US" altLang="pt-BR" sz="4000">
                <a:solidFill>
                  <a:srgbClr val="FFFFFF"/>
                </a:solidFill>
              </a:rPr>
              <a:t>							</a:t>
            </a:r>
            <a:r>
              <a:rPr lang="en-US" altLang="pt-BR" sz="1800">
                <a:solidFill>
                  <a:srgbClr val="FFFFFF"/>
                </a:solidFill>
              </a:rPr>
              <a:t>H.M.W.</a:t>
            </a:r>
            <a:br>
              <a:rPr lang="en-US" altLang="pt-BR" sz="4000">
                <a:solidFill>
                  <a:srgbClr val="FFFFFF"/>
                </a:solidFill>
              </a:rPr>
            </a:br>
            <a:endParaRPr lang="en-US" altLang="pt-BR" sz="4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4">
            <a:extLst>
              <a:ext uri="{FF2B5EF4-FFF2-40B4-BE49-F238E27FC236}">
                <a16:creationId xmlns:a16="http://schemas.microsoft.com/office/drawing/2014/main" id="{A50B2502-7786-2CC6-75F6-EB1152975C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5175"/>
            <a:ext cx="9144000" cy="5111750"/>
          </a:xfrm>
          <a:noFill/>
          <a:ln/>
        </p:spPr>
        <p:txBody>
          <a:bodyPr/>
          <a:lstStyle/>
          <a:p>
            <a:r>
              <a:rPr lang="en-US" altLang="pt-BR" sz="4000" b="1" i="1">
                <a:solidFill>
                  <a:srgbClr val="FFFFFF"/>
                </a:solidFill>
              </a:rPr>
              <a:t>O sangue de'Jesusme lavou, </a:t>
            </a:r>
            <a:br>
              <a:rPr lang="en-US" altLang="pt-BR" sz="4000" b="1" i="1">
                <a:solidFill>
                  <a:srgbClr val="FFFFFF"/>
                </a:solidFill>
              </a:rPr>
            </a:br>
            <a:r>
              <a:rPr lang="en-US" altLang="pt-BR" sz="4000" b="1" i="1">
                <a:solidFill>
                  <a:srgbClr val="FFFFFF"/>
                </a:solidFill>
              </a:rPr>
              <a:t>Me lavou! </a:t>
            </a:r>
            <a:br>
              <a:rPr lang="en-US" altLang="pt-BR" sz="4000" b="1" i="1">
                <a:solidFill>
                  <a:srgbClr val="FFFFFF"/>
                </a:solidFill>
              </a:rPr>
            </a:br>
            <a:r>
              <a:rPr lang="en-US" altLang="pt-BR" sz="4000" b="1" i="1">
                <a:solidFill>
                  <a:srgbClr val="FFFFFF"/>
                </a:solidFill>
              </a:rPr>
              <a:t>O sangue de Jesus me lavou, </a:t>
            </a:r>
            <a:br>
              <a:rPr lang="en-US" altLang="pt-BR" sz="4000" b="1" i="1">
                <a:solidFill>
                  <a:srgbClr val="FFFFFF"/>
                </a:solidFill>
              </a:rPr>
            </a:br>
            <a:r>
              <a:rPr lang="en-US" altLang="pt-BR" sz="4000" b="1" i="1">
                <a:solidFill>
                  <a:srgbClr val="FFFFFF"/>
                </a:solidFill>
              </a:rPr>
              <a:t>Me lavou! </a:t>
            </a:r>
            <a:br>
              <a:rPr lang="en-US" altLang="pt-BR" sz="4000" b="1" i="1">
                <a:solidFill>
                  <a:srgbClr val="FFFFFF"/>
                </a:solidFill>
              </a:rPr>
            </a:br>
            <a:r>
              <a:rPr lang="en-US" altLang="pt-BR" sz="4000" b="1" i="1">
                <a:solidFill>
                  <a:srgbClr val="FFFFFF"/>
                </a:solidFill>
              </a:rPr>
              <a:t>Alegre cantarei louvores ao meu Rei, A meu Senhor Jesus, que me salvou.</a:t>
            </a:r>
            <a:br>
              <a:rPr lang="en-US" altLang="pt-BR" sz="4000" b="1" i="1">
                <a:solidFill>
                  <a:srgbClr val="FFFFFF"/>
                </a:solidFill>
              </a:rPr>
            </a:br>
            <a:endParaRPr lang="en-US" altLang="pt-BR" sz="4000" b="1" i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271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60 EXULTAÇÃO DO CRENTE </vt:lpstr>
      <vt:lpstr>Vinde, cantai e entoai Louvores a Jesus, Que, para nossa salvação, Morreu na amarga cruz, Seu sangue derramou,  De tudo me lavou,  Mais alvo do que a neve me tornou. </vt:lpstr>
      <vt:lpstr>O sangue de'Jesusme lavou,  Me lavou!  O sangue de Jesus me lavou,  Me lavou!  Alegre cantarei louvores ao meu Rei, A meu Senhor Jesus, que me salvou. </vt:lpstr>
      <vt:lpstr>Vinde conosco vos unir Na guerra contra o mal; E com nosso Salvador, Em marcha triunfal, A todos proclamar,  Sua graça e Seu poder.  Seu sangue derramou p'ra nos salvar! </vt:lpstr>
      <vt:lpstr>O sangue de'Jesusme lavou,  Me lavou!  O sangue de Jesus me lavou,  Me lavou!  Alegre cantarei louvores ao meu Rei, A meu Senhor Jesus, que me salvou. </vt:lpstr>
      <vt:lpstr>O Capitão da salvação E Cristo, o Salvador; 0 Rei dos reis, o Redentor. Jesus, nosso Senhor; Ele tudo vencerá, vitória nos dará; A glória salvos, nos conduzirá.          H.M.W. </vt:lpstr>
      <vt:lpstr>O sangue de'Jesusme lavou,  Me lavou!  O sangue de Jesus me lavou,  Me lavou!  Alegre cantarei louvores ao meu Rei, A meu Senhor Jesus, que me salvou. 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60 </dc:title>
  <dc:creator>Montagna</dc:creator>
  <cp:lastModifiedBy>Emerson Souza</cp:lastModifiedBy>
  <cp:revision>2</cp:revision>
  <dcterms:created xsi:type="dcterms:W3CDTF">2005-10-16T00:05:31Z</dcterms:created>
  <dcterms:modified xsi:type="dcterms:W3CDTF">2026-05-02T21:41:49Z</dcterms:modified>
</cp:coreProperties>
</file>