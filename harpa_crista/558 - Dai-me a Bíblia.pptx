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99B2E-530E-7DD4-3296-5BBBB5360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FD909F-2B26-34A4-8610-FE019A72E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4C29B5-DFE8-7DC6-A0C1-0996119A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8E53FC-96B2-4D76-B0B3-668D9822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24E2CD-280C-F82E-994F-E6068021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7999C-7C15-46B5-9991-30ED1D750D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790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D3594-6BE0-79DC-C991-4C76BC2E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9AB1CE-D816-7689-B6DC-ADB3F9732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F1FC30-2EC5-A8ED-117F-533C7220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EB8BFE-09EF-BAB1-A64C-EFB2992B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5A04BD-6BF8-705D-370A-001E84E5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9D6A8-82C0-4BE7-B724-A0723B6CEE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783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57204-FC70-6ACF-0476-5B115913F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779289-0ABB-FD88-6013-31864192B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86423B-0617-7F96-F2CC-C3E89D70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B9636A-237B-682A-0D1A-1F113A16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16854E-BF74-97DA-31E4-2B9D007D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C7EC2-BC58-4026-8E7F-1EC72E5A1E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66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C0E37-DD31-1EDE-E0EB-972737DE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7C09BE-F8F5-4B99-759B-0AECB4429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71C114-857D-3AFE-B7C2-0BC99EBE9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87CC8F-1E05-170F-F8D8-823E809B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E3B86F-0EA3-C41B-2A60-4B5AFDE9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4CA2CF-883C-3154-B37D-12E68D42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1914E-26E6-4816-8309-6F9E278360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790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B1919-9ED1-A34E-F706-C313E7CA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C255D7-6F74-2036-D763-CA426A88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9775B0-B4ED-704D-B8A4-BF724B741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B4F0EB-9B4F-E998-842B-F048405A1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1FD1F9-957E-D766-8CA6-95F00FC0E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C0F933-5B37-26A0-A52C-A247910C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280663-A026-8A3E-E958-9BE59E93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C1F140-7B9E-62B7-CE02-07986CEE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137ED1-8418-4358-84F9-330344D333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263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3415C-1B5C-63FE-7FCB-1830031B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8C3CFF-F4F3-50B1-189B-4F70D909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6918D3-F532-52B8-9940-0B144A664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8A5D86-9808-4E08-3EB7-E92AB03C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66E3C7-619F-4A5B-A517-B67F32D5CC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283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D2549E7-FCAD-7300-304E-05F2018B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F8AC20-E046-C686-DCE5-053F7B07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71D98B-3745-405C-843B-DB4A176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6B8900-F1FA-45DA-98E1-B018119779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933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DF2D2-583B-9AE5-BEA4-CCC2D4C9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2123CF-58D3-ED56-6401-CD26ABECE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8A582D-FF8E-4CEE-2617-7676F89CC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1A7B3D-C2AB-6A6F-B7DD-2DF58E7E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9EE773-E785-A3B8-D8B4-11AF62D3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626993-28D4-CF2D-D4F0-06B44E57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BA09C-44FA-44E2-B81A-52914E941E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62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F4ECD-6833-D469-4AF7-D8C4C8DF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47CBA8-B782-E830-A0F1-FC3CD4D21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78FB3E-71F6-A422-C8E6-E0677E7CF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930589-67BC-2D45-8DB9-FC0A3EB0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91E7EB-A7D6-2AA8-DCF0-EA1601BA0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905647-A642-4B20-8F70-82F7EA4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9B7E5-F762-4F37-AE5B-50EB46C0CE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83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D7ECE-1727-5650-2498-B8C192EC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4399CE-1012-88EC-6982-FE23A7647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FD9978-4546-806B-6793-5E63F2FE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2FE93A-15B0-1644-A606-C5987F2B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16AC3-2B37-30F6-A551-923F6B58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8133C-2CA4-48F6-9360-1282ED9F48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13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05964D-FAA0-A3CC-8B7E-87EC9519B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49A17C-EE91-6931-9074-0B7F0F131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4C6967-B407-EF9F-F3DB-B75694F1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68C8C0-5911-B848-3A42-98A0C7E3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274B42-5692-1705-A0DF-0794FA10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ED63C-A324-4455-BB28-3C6695061A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695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16336C-B4CC-E01E-4A27-65575BD6D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39A6AD-CC8E-554D-2C7D-BF35B45D6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C95C76-3C4D-6632-C49D-FEE70503AD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B606F3-A776-09C7-FD1E-BB09C50B50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B8A41C-B9B1-7A4A-5679-2C1E5DEB4E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F38033F-4F03-4D2D-9DB2-A53E8FC72E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42F63F6-8C17-CFFB-2615-1070670C5C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558 – Dai-me a Bíblia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EA88F2C-1347-670D-0733-07B912B21C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15B42F6-8550-C2A2-E8E8-5C5351D79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Dai-me a Bíblia, que eu tanto anelo:</a:t>
            </a:r>
            <a:br>
              <a:rPr lang="en-US" altLang="pt-BR" sz="4000" i="1"/>
            </a:br>
            <a:r>
              <a:rPr lang="en-US" altLang="pt-BR" sz="4000" i="1"/>
              <a:t>Por seu caminho quero sempre andar.</a:t>
            </a:r>
            <a:br>
              <a:rPr lang="en-US" altLang="pt-BR" sz="4000" i="1"/>
            </a:br>
            <a:r>
              <a:rPr lang="en-US" altLang="pt-BR" sz="4000" i="1"/>
              <a:t>Por suas palavras são a grata nova</a:t>
            </a:r>
            <a:br>
              <a:rPr lang="en-US" altLang="pt-BR" sz="4000" i="1"/>
            </a:br>
            <a:r>
              <a:rPr lang="en-US" altLang="pt-BR" sz="4000" i="1"/>
              <a:t>Que Jesus Cristo veio anunciar.</a:t>
            </a:r>
            <a:r>
              <a:rPr lang="en-US" altLang="pt-BR" sz="4000"/>
              <a:t>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8EAF70-9385-6FA0-947D-B0A008ED9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Dai-me a Bíblia, livro tão precioso!</a:t>
            </a:r>
            <a:br>
              <a:rPr lang="en-US" altLang="pt-BR" sz="4000" b="1" i="1"/>
            </a:br>
            <a:r>
              <a:rPr lang="en-US" altLang="pt-BR" sz="4000" b="1" i="1"/>
              <a:t>Doutrina Santa: fonte é de luz.</a:t>
            </a:r>
            <a:br>
              <a:rPr lang="en-US" altLang="pt-BR" sz="4000" b="1" i="1"/>
            </a:br>
            <a:r>
              <a:rPr lang="en-US" altLang="pt-BR" sz="4000" b="1" i="1"/>
              <a:t>E seus ensinos, qual farol glorioso,</a:t>
            </a:r>
            <a:br>
              <a:rPr lang="en-US" altLang="pt-BR" sz="4000" b="1" i="1"/>
            </a:br>
            <a:r>
              <a:rPr lang="en-US" altLang="pt-BR" sz="4000" b="1" i="1"/>
              <a:t>A nós conduzem ao Senhor Jesus.</a:t>
            </a:r>
            <a:r>
              <a:rPr lang="en-US" altLang="pt-BR" sz="4000"/>
              <a:t> </a:t>
            </a:r>
            <a:br>
              <a:rPr lang="en-US" altLang="pt-BR" sz="4000" b="1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8A9BCDF-89B8-8F08-24AA-DEFF46F52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Dai-me a Bíblia: dela eu preciso,</a:t>
            </a:r>
            <a:br>
              <a:rPr lang="en-US" altLang="pt-BR" sz="4000" i="1"/>
            </a:br>
            <a:r>
              <a:rPr lang="en-US" altLang="pt-BR" sz="4000" i="1"/>
              <a:t>Pois do pecado a mim vai livrar</a:t>
            </a:r>
            <a:br>
              <a:rPr lang="en-US" altLang="pt-BR" sz="4000" i="1"/>
            </a:br>
            <a:r>
              <a:rPr lang="en-US" altLang="pt-BR" sz="4000" i="1"/>
              <a:t>E suas palavras são tão poderosas,</a:t>
            </a:r>
            <a:br>
              <a:rPr lang="en-US" altLang="pt-BR" sz="4000" i="1"/>
            </a:br>
            <a:r>
              <a:rPr lang="en-US" altLang="pt-BR" sz="4000" i="1"/>
              <a:t>Que minha alma podem renovar.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18F5BB2-4F2F-3BFD-D4D3-9348C356B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Dai-me a Bíblia, livro tão precioso!</a:t>
            </a:r>
            <a:br>
              <a:rPr lang="en-US" altLang="pt-BR" sz="4000" b="1" i="1"/>
            </a:br>
            <a:r>
              <a:rPr lang="en-US" altLang="pt-BR" sz="4000" b="1" i="1"/>
              <a:t>Doutrina Santa: fonte é de luz.</a:t>
            </a:r>
            <a:br>
              <a:rPr lang="en-US" altLang="pt-BR" sz="4000" b="1" i="1"/>
            </a:br>
            <a:r>
              <a:rPr lang="en-US" altLang="pt-BR" sz="4000" b="1" i="1"/>
              <a:t>E seus ensinos, qual farol glorioso,</a:t>
            </a:r>
            <a:br>
              <a:rPr lang="en-US" altLang="pt-BR" sz="4000" b="1" i="1"/>
            </a:br>
            <a:r>
              <a:rPr lang="en-US" altLang="pt-BR" sz="4000" b="1" i="1"/>
              <a:t>A nós conduzem ao Senhor Jesus.</a:t>
            </a:r>
            <a:r>
              <a:rPr lang="en-US" altLang="pt-BR" sz="4000"/>
              <a:t> </a:t>
            </a:r>
            <a:br>
              <a:rPr lang="en-US" altLang="pt-BR" sz="4000" b="1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4FBEA34-7D51-37D2-1253-54A68891C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Dai-me a Bíblia! Que meu guia seja! </a:t>
            </a:r>
            <a:br>
              <a:rPr lang="en-US" altLang="pt-BR" sz="4000" i="1"/>
            </a:br>
            <a:r>
              <a:rPr lang="en-US" altLang="pt-BR" sz="4000" i="1"/>
              <a:t>E nesta vida meu caminho e luz!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seus ensinos - o roteiro certo ,</a:t>
            </a: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Que me conduzam para o bom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AB50B6B-0F2B-6854-71B0-5213527E4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Dai-me a Bíblia, livro tão precioso!</a:t>
            </a:r>
            <a:br>
              <a:rPr lang="en-US" altLang="pt-BR" sz="4000" b="1" i="1"/>
            </a:br>
            <a:r>
              <a:rPr lang="en-US" altLang="pt-BR" sz="4000" b="1" i="1"/>
              <a:t>Doutrina Santa: fonte é de luz.</a:t>
            </a:r>
            <a:br>
              <a:rPr lang="en-US" altLang="pt-BR" sz="4000" b="1" i="1"/>
            </a:br>
            <a:r>
              <a:rPr lang="en-US" altLang="pt-BR" sz="4000" b="1" i="1"/>
              <a:t>E seus ensinos, qual farol glorioso,</a:t>
            </a:r>
            <a:br>
              <a:rPr lang="en-US" altLang="pt-BR" sz="4000" b="1" i="1"/>
            </a:br>
            <a:r>
              <a:rPr lang="en-US" altLang="pt-BR" sz="4000" b="1" i="1"/>
              <a:t>A nós conduzem ao Senhor Jesus.</a:t>
            </a:r>
            <a:r>
              <a:rPr lang="en-US" altLang="pt-BR" sz="4000"/>
              <a:t> </a:t>
            </a:r>
            <a:br>
              <a:rPr lang="en-US" altLang="pt-BR" sz="4000" b="1" i="1"/>
            </a:b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558 – Dai-me a Bíblia</vt:lpstr>
      <vt:lpstr>Dai-me a Bíblia, que eu tanto anelo: Por seu caminho quero sempre andar. Por suas palavras são a grata nova Que Jesus Cristo veio anunciar.  </vt:lpstr>
      <vt:lpstr>Dai-me a Bíblia, livro tão precioso! Doutrina Santa: fonte é de luz. E seus ensinos, qual farol glorioso, A nós conduzem ao Senhor Jesus.  </vt:lpstr>
      <vt:lpstr>Dai-me a Bíblia: dela eu preciso, Pois do pecado a mim vai livrar E suas palavras são tão poderosas, Que minha alma podem renovar.  </vt:lpstr>
      <vt:lpstr>Dai-me a Bíblia, livro tão precioso! Doutrina Santa: fonte é de luz. E seus ensinos, qual farol glorioso, A nós conduzem ao Senhor Jesus.  </vt:lpstr>
      <vt:lpstr>Dai-me a Bíblia! Que meu guia seja!  E nesta vida meu caminho e luz!  E seus ensinos - o roteiro certo ,  Que me conduzam para o bom Jesus.</vt:lpstr>
      <vt:lpstr>Dai-me a Bíblia, livro tão precioso! Doutrina Santa: fonte é de luz. E seus ensinos, qual farol glorioso, A nós conduzem ao Senhor Jesus. 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558 – Dai-me a Bíblia</dc:title>
  <dc:creator>Junior</dc:creator>
  <cp:lastModifiedBy>Emerson Souza</cp:lastModifiedBy>
  <cp:revision>1</cp:revision>
  <dcterms:created xsi:type="dcterms:W3CDTF">2005-12-27T00:40:03Z</dcterms:created>
  <dcterms:modified xsi:type="dcterms:W3CDTF">2026-05-02T22:23:49Z</dcterms:modified>
</cp:coreProperties>
</file>