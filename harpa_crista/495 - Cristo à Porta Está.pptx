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6" autoAdjust="0"/>
    <p:restoredTop sz="94662" autoAdjust="0"/>
  </p:normalViewPr>
  <p:slideViewPr>
    <p:cSldViewPr>
      <p:cViewPr varScale="1">
        <p:scale>
          <a:sx n="62" d="100"/>
          <a:sy n="62" d="100"/>
        </p:scale>
        <p:origin x="-90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CE67B-5DE2-9100-2278-19853C835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933C40-2705-0147-93F1-8AB71ED47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F95892-5D4F-2069-FBB1-90FBB1196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B62C4B-5342-C946-5199-98377BD0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5F23BF-FEAE-A7A6-2932-F1064FA0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80DA62-2F43-4E64-B8AC-8FBC58B377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929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0D773-D599-86CB-B50B-F1450847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0E98FC-8F82-8D12-98B2-4C23F54B2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0BAD14-5E96-FC98-C5BF-655A7B99F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424A75-EB25-367D-B3F7-4CADB9555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EE1BEC-D7F7-EA19-F55E-FCF92D67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4452DF-9205-4C54-98A0-77D23D33D1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588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21112-094F-5EA8-313C-C08764D3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A582C7-E932-272A-A80E-544B3DF4A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2EAF91-37B7-6F27-11D5-C3B67DA4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A9A95E-EEF2-25A9-BA74-2E47F37F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891AE2-0C0A-A788-D680-9A0282D4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73431C-7CDD-4A0B-948D-1C798B9AE9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1468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F3DC9-DDE6-8390-BC35-5A3D23369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08A21F-1ED1-D718-5C70-4F40D7BDC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941E47-C075-A60D-D2B3-FBEFA60CD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56B779-40DF-0572-5726-8D9542CA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6E4484-E991-DD42-103B-D4C67831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7BEE0D-2FC0-CF5F-69CC-8BADAEEA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EAD18-D178-4BFB-AF74-99866867D6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7118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311D8-3F79-7B30-77EB-E1C8802B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A5CDCC-128F-E76A-095F-7A09CA20D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BEADAD-E3A9-9CA4-09F6-0E2E29E76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6178890-F695-8B21-38FC-005D58607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DEF56B2-8AA0-D7C9-F522-CBDF6341F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2844B7-53D9-CB9B-4753-07AF3F62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6FE6B3-24D9-65DE-47D0-3BBF44E92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21573F3-8FDB-10AC-839C-59DFA840A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DE230-3021-48CD-8DF9-EF388FC968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5008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064C7-54CE-E82E-9C1A-557E5B5B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64EA5CF-3622-A969-7F78-73A18AF43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1BA063-7B0E-8B3B-3282-88C1F85D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E64A8D-4277-DD96-1B0B-B769E3F1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4B09AA-B8B3-4304-9E6F-4021B08A04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543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5D29209-AEB9-B473-A66D-5CC43013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99F3641-5DAF-2206-7678-BB205A1F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B67840-3008-1AD0-8E44-135260C0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3F1371-B79B-4F2D-BFCB-61661694FC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4114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F3C24-3DE1-5AD5-1864-6CD828CC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78E4C4-4FFA-31F5-0138-A7696502C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55683E-9AFA-88B7-CAC7-2F41A50E2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052641-2137-8B7E-4320-0FF0F812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0D10AC-18C2-865D-8BCC-68013688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833ABE-9832-C340-C214-00FF667B8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BBA312-C325-45B2-AF48-D0EA757FDF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480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BF4BE-C9EF-1962-82BD-2D6B3FB1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8005433-3971-F3BA-C66D-46F244B296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CAEF95-B206-1AA3-9F9A-0D3AEC3C7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80F52F-DB66-38B0-7D81-4B272C0D5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9EBF3C-21CF-D16D-BF65-2D1BD7DF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940571-207D-AA67-A904-C6BE16F0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8F1617-F1C2-4583-996C-A8707D2A1F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5219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0615D-8904-6405-712A-8ACF27B6F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F1CC9A-388C-6D81-E249-BF70947F6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C2E683-2ECC-C88D-7ED2-E0518AD21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388CCA-61CD-7D16-FFF3-8DFA59C38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D8C2EA-BF1B-73AF-103B-F22051E2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ABDB5A-B184-4FB0-9500-B686F5C724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5827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6A667D-6F7D-0FAE-5E70-2FB596F9C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777EDB-103E-8329-A979-1AF32445B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D80D95-749F-D516-D599-31D1D490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EC6CFC-F96B-05B4-B0C5-1EB78B8C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3E4E90-DDB7-EAA5-BA4D-BD6F0A4D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19E1E3-8AE1-44D4-A7DA-705EEFD0D2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687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D39A6A5-C0F7-CB3D-EE26-1CD098E29A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D106893-E1EF-DB50-9367-1A633F48A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C11FA5C-2B5E-7C81-C747-20E37233617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D091F30-0DED-B064-37CC-2240154030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9E1BD0C-BBF2-B9CC-2A09-189459207C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72F3269-9338-4B3E-8E92-B66CB5F8868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205D507-0463-8AD5-A68C-226DD4AEB2D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495 – Cristo à Porta Está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87E9911-4E18-6236-A6E4-25BD8610C8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C892341-9353-596D-01A5-94D682A4C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Jesus Cristo á porta está;</a:t>
            </a:r>
            <a:br>
              <a:rPr lang="en-US" altLang="pt-BR" sz="4000" i="1"/>
            </a:br>
            <a:r>
              <a:rPr lang="en-US" altLang="pt-BR" sz="4000" i="1"/>
              <a:t>Bate sempre para entrar;</a:t>
            </a:r>
            <a:br>
              <a:rPr lang="en-US" altLang="pt-BR" sz="4000" i="1"/>
            </a:br>
            <a:r>
              <a:rPr lang="en-US" altLang="pt-BR" sz="4000" i="1"/>
              <a:t>Se ouvires abre já;</a:t>
            </a:r>
            <a:br>
              <a:rPr lang="en-US" altLang="pt-BR" sz="4000" i="1"/>
            </a:br>
            <a:r>
              <a:rPr lang="en-US" altLang="pt-BR" sz="4000" i="1"/>
              <a:t>Abre o coração.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A67D13-3E58-F3CE-9B8A-5B6EF37AC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Abre o coração!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Abre o coração!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Jesus quer te libertar;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Abre o coração!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0928AF8-C66E-6679-C4E0-E9BA034B4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Jesus bate ainda lá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E, se não abrires já,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 triste voltará;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Abre o coração!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15C2890-2381-4474-E9F5-3A01C88DF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Abre o coração!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Abre o coração!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Jesus quer te libertar;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Abre o coração!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6DAB133-BC2F-4294-6993-FE69BFD3F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Jesus bate, abre já,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Abre, sim, ó pecador!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juízo à porta está;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Abre o coração!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C860C66-FA43-E800-DCAC-C4BF1EA2E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Abre o coração!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Abre o coração!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Jesus quer te libertar;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Abre o coração!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495 – Cristo à Porta Está </vt:lpstr>
      <vt:lpstr>Jesus Cristo á porta está; Bate sempre para entrar; Se ouvires abre já; Abre o coração.  </vt:lpstr>
      <vt:lpstr>Abre o coração!  Abre o coração!  Jesus quer te libertar;  Abre o coração!  </vt:lpstr>
      <vt:lpstr>Jesus bate ainda lá  E, se não abrires já,  Ele triste voltará;  Abre o coração!  </vt:lpstr>
      <vt:lpstr>Abre o coração!  Abre o coração!  Jesus quer te libertar;  Abre o coração!  </vt:lpstr>
      <vt:lpstr>Jesus bate, abre já,  Abre, sim, ó pecador!  O juízo à porta está;  Abre o coração!</vt:lpstr>
      <vt:lpstr>Abre o coração!  Abre o coração!  Jesus quer te libertar;  Abre o coração!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495 – Cristo à Porta Está </dc:title>
  <dc:creator>Junior</dc:creator>
  <cp:lastModifiedBy>Emerson Souza</cp:lastModifiedBy>
  <cp:revision>1</cp:revision>
  <dcterms:created xsi:type="dcterms:W3CDTF">2005-12-24T22:18:02Z</dcterms:created>
  <dcterms:modified xsi:type="dcterms:W3CDTF">2026-05-02T22:18:20Z</dcterms:modified>
</cp:coreProperties>
</file>