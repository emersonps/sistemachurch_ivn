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F557D5-A6D2-DA1E-1899-D2AA1DEE18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743AB8E-18AE-21A2-A6CA-867F67540D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67D9664-F777-3428-1E76-4AE77316E7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EEF13F1-0DD3-D51F-27B1-B9D9DEAAD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93941AF-AFF1-C8C9-26C5-ECEC66F7F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81F7990-96EA-4772-B0F1-7B95CCAA4F4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0579694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4D59A1-8126-D253-8CBB-2C295FC0E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8A899CB-F1DD-0F2B-C120-B23B601F8E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F29AB1-8E09-5359-84F8-0DB4EB4C4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FADF2B6-37B5-5109-E72C-CDD0FF8F9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186E5B1-2558-9ED7-72BF-009E2CC3E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3DA013F-CE6F-45C6-9B11-9B8E2355907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2486385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20315E-CBB0-FB23-93C8-2069BE455E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C3C7D6C-5E83-95F0-2BF9-76A4E72629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9529E07-0794-947C-BC3D-15764E992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E9CDE96-AD97-CEDB-165B-04F362791C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2CFEDFA-4D6F-E8A5-0882-BAE4A91A9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4F010F2-AA4E-454F-B671-7225C050F8A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4946500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F27A52-A85F-610F-C926-A00649CBD3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771C367-5F22-FB34-ADDA-22214E46CB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258264B-3307-027C-5D1B-D8761065E2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0F96175-8281-CC7A-4A89-80190944A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EA04C7B-140F-37CC-4FD2-827233EA4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E1A1057-6822-1157-5AA1-7E88DB1FD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1A7A528-6D87-4BDC-BE65-686DC916332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3282606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2B95CF-88A6-1642-63D6-804C9351D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BE583FB-9141-D6D6-4167-A0D1E396CC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85C4FC0-5692-D2FC-791C-00AF39F71F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89A3BFFB-3E67-74DB-C5E6-CA62CB4950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E2A3C83B-CB8F-4675-0453-1A67CAA5BB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8C5FA85-6247-6240-C7D2-96F5256F1E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2930D23C-4E45-FD41-21A1-3D30944E8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4ECEC2E1-2B28-5FE0-A1CA-734E28F84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70E80B0-0B79-4863-851D-1A505C1DEC1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7209997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308209-B487-5A5F-9AD9-FE37579FA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1C1575B-26BB-AE7B-54D8-713319FBF9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5ED62283-70DE-82EC-7C65-4FD75D8848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58E57C13-B527-E297-28DF-35AD2068A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5FB5E0-6F6C-4896-905D-05756F8B156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0529743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C374D27-5E35-9B31-EC73-AA8693F1E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47CCA4E9-D370-7073-3106-A9DA379614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1921621-BBE9-B23A-DBFB-C3871190F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95438F7-F123-43F9-9334-18422D98546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0654856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85F60A-4A2E-DEDA-2303-23A3A0C722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8E578E5-7457-CE1F-8854-4554CAF426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485E211-8531-FC65-4F24-80BBD24E02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E712FC1-AE15-57FD-81B9-AE5D61700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A17DE5A-0C13-2A26-2AC6-D5F82B275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303316A-AA0E-79BD-2660-7045F95E5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CD3AC0E-9882-4356-B23E-CAA01F08C08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730581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D074CE-DED3-4DEF-9AAE-C8AD51E56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C6B0911F-B445-97D8-DAFA-31EA8159E4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C520103-EE73-DF84-73AA-3BAB6767D1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4B63BBA-52BA-FC23-CB59-8317BBFB0E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F622806-1D18-8D20-9182-15DDB3B1EC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8F68A24-93EF-21B1-5B95-9658B90CD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67F62EC-AA85-4F4F-8FD8-6B645EB24BF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5257517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B508F6-9B8C-3EE1-4609-988480DE6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D2D8309-0A10-8D5D-89ED-C58DA5293A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48762A7-EF5C-5936-327B-A8BA928C7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5393666-C7EC-0E70-0B02-3B9998A8B3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7077CC0-C49A-C919-CC6E-79A9E133D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D2BB28A-85BB-432C-AA61-7947020CD4D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9647073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F17ABF2-0370-A699-1C98-8EDDD98A85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1EB7472-E6EB-5354-B2C1-5E31612A44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5EF906D-D508-1CB6-9136-5EAD64622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A2D1B00-13D8-FC37-3BDF-0F0C16084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71F4F20-E662-113C-EF4B-745E6D207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D67DFA2-BF23-4F88-B38D-B56F4DBB29D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8531524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48FCCD28-DF8E-F15D-27C7-27AA4D2D26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84BDD77A-DD44-ED0B-9C5A-B8C89B9774D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93BD9C65-9BE2-12C4-3F00-D50023701A7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5B566BEA-F5DC-8D90-4C3E-2B51A481DE53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A3898751-961C-2BF9-6BC6-15A6ED88C78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0C93B318-94F9-4E19-87E7-76B8F77EE30F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7BD85A48-0FCF-A563-9C40-78D5F02FC85D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000" b="1"/>
              <a:t>605 – Quero Te Servir</a:t>
            </a:r>
            <a:endParaRPr lang="en-US" altLang="pt-BR" sz="4000"/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E553460C-02F4-5665-86A4-8F00633390C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93E05227-0542-F21B-E3AC-F4568B8BB7C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Quero, Jesus, fazer o teu querer;</a:t>
            </a:r>
            <a:r>
              <a:rPr lang="en-US" altLang="pt-BR" sz="4000"/>
              <a:t> </a:t>
            </a:r>
            <a:r>
              <a:rPr lang="en-US" altLang="pt-BR" sz="4000" i="1"/>
              <a:t>Quero servir-te, sim.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Tua palavra sempre obedecer,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Pois tens amado a mim.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  <a:endParaRPr lang="en-US" altLang="pt-BR" sz="4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50231A7D-EF15-89C4-82FB-C569152336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b="1" i="1"/>
              <a:t>Quero Te servir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Oh! meu Salvador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Quero Te servir,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Pois és o meu Pastor.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3C8D445A-BE0E-7F5E-61FD-2447E705A2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Nesta jornada sempre confiarei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No teu grandioso amor.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Tua mensagem sempre levarei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Aos que padecem dor.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6C96B7D3-2757-BFA4-2B18-E7CC7EBC2A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b="1" i="1"/>
              <a:t>Quero Te servir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Oh! meu Salvador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Quero Te servir,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Pois és o meu Pastor.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B8CB55F4-4EAA-5E08-9091-6AA8F95FCC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Um dia, aqui, as lutas findarão;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Contigo estarei.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Alegre irei, sim, à feliz Sião, </a:t>
            </a:r>
            <a:br>
              <a:rPr lang="en-US" altLang="pt-BR" sz="4000" i="1"/>
            </a:br>
            <a:r>
              <a:rPr lang="en-US" altLang="pt-BR" sz="4000" i="1"/>
              <a:t>Com tua santa grei.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F01E5A30-4C1F-5A55-2E45-4C8F5E98D0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b="1" i="1"/>
              <a:t>Quero Te servir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Oh! meu Salvador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Quero Te servir,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Pois és o meu Pastor.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142</Words>
  <Application>Microsoft Office PowerPoint</Application>
  <PresentationFormat>Apresentação na tela (4:3)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9" baseType="lpstr">
      <vt:lpstr>Arial</vt:lpstr>
      <vt:lpstr>Design padrão</vt:lpstr>
      <vt:lpstr>605 – Quero Te Servir</vt:lpstr>
      <vt:lpstr>Quero, Jesus, fazer o teu querer; Quero servir-te, sim.  Tua palavra sempre obedecer,  Pois tens amado a mim.  </vt:lpstr>
      <vt:lpstr>Quero Te servir  Oh! meu Salvador  Quero Te servir,  Pois és o meu Pastor.  </vt:lpstr>
      <vt:lpstr>Nesta jornada sempre confiarei  No teu grandioso amor.  Tua mensagem sempre levarei  Aos que padecem dor.  </vt:lpstr>
      <vt:lpstr>Quero Te servir  Oh! meu Salvador  Quero Te servir,  Pois és o meu Pastor.  </vt:lpstr>
      <vt:lpstr>Um dia, aqui, as lutas findarão;  Contigo estarei.  Alegre irei, sim, à feliz Sião,  Com tua santa grei.</vt:lpstr>
      <vt:lpstr>Quero Te servir  Oh! meu Salvador  Quero Te servir,  Pois és o meu Pastor.  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605 – Quero Te Servir</dc:title>
  <dc:creator>Junior</dc:creator>
  <cp:lastModifiedBy>Emerson Souza</cp:lastModifiedBy>
  <cp:revision>1</cp:revision>
  <dcterms:created xsi:type="dcterms:W3CDTF">2005-12-27T17:35:05Z</dcterms:created>
  <dcterms:modified xsi:type="dcterms:W3CDTF">2026-05-02T22:27:52Z</dcterms:modified>
</cp:coreProperties>
</file>