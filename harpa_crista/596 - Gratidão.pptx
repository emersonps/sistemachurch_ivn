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0" autoAdjust="0"/>
  </p:normalViewPr>
  <p:slideViewPr>
    <p:cSldViewPr>
      <p:cViewPr varScale="1">
        <p:scale>
          <a:sx n="63" d="100"/>
          <a:sy n="63" d="100"/>
        </p:scale>
        <p:origin x="-114" y="-1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F0B3D8-93A6-2C03-4B52-8BD857F35D4D}"/>
              </a:ext>
            </a:extLst>
          </p:cNvPr>
          <p:cNvSpPr>
            <a:spLocks noGrp="1"/>
          </p:cNvSpPr>
          <p:nvPr>
            <p:ph type="ctrTitle"/>
          </p:nvPr>
        </p:nvSpPr>
        <p:spPr>
          <a:xfrm>
            <a:off x="1143000" y="1122363"/>
            <a:ext cx="6858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C4ED1FFE-B617-7122-E2D9-391090FB595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82176D13-64A3-30B9-BED4-9EEA82263A4C}"/>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0A04B4FE-EC26-F707-190B-311570908240}"/>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5FAC6A8A-8666-1F15-B438-22EA650715C9}"/>
              </a:ext>
            </a:extLst>
          </p:cNvPr>
          <p:cNvSpPr>
            <a:spLocks noGrp="1"/>
          </p:cNvSpPr>
          <p:nvPr>
            <p:ph type="sldNum" sz="quarter" idx="12"/>
          </p:nvPr>
        </p:nvSpPr>
        <p:spPr/>
        <p:txBody>
          <a:bodyPr/>
          <a:lstStyle>
            <a:lvl1pPr>
              <a:defRPr/>
            </a:lvl1pPr>
          </a:lstStyle>
          <a:p>
            <a:fld id="{741C0757-16D1-458B-B819-91A2D6F4FB3A}" type="slidenum">
              <a:rPr lang="en-US" altLang="pt-BR"/>
              <a:pPr/>
              <a:t>‹nº›</a:t>
            </a:fld>
            <a:endParaRPr lang="en-US" altLang="pt-BR"/>
          </a:p>
        </p:txBody>
      </p:sp>
    </p:spTree>
    <p:extLst>
      <p:ext uri="{BB962C8B-B14F-4D97-AF65-F5344CB8AC3E}">
        <p14:creationId xmlns:p14="http://schemas.microsoft.com/office/powerpoint/2010/main" val="1185874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C4AF22-C11E-0870-1C13-7286E18E6E4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D064468D-A5B6-BDB8-DB87-53CA055356AB}"/>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389DC51-FCEA-5BDC-E7B0-6F92583D8B9F}"/>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321638C0-B53C-67F2-9FFB-2D4207737ACA}"/>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F8A775D5-1541-DDF4-159F-045FF4454878}"/>
              </a:ext>
            </a:extLst>
          </p:cNvPr>
          <p:cNvSpPr>
            <a:spLocks noGrp="1"/>
          </p:cNvSpPr>
          <p:nvPr>
            <p:ph type="sldNum" sz="quarter" idx="12"/>
          </p:nvPr>
        </p:nvSpPr>
        <p:spPr/>
        <p:txBody>
          <a:bodyPr/>
          <a:lstStyle>
            <a:lvl1pPr>
              <a:defRPr/>
            </a:lvl1pPr>
          </a:lstStyle>
          <a:p>
            <a:fld id="{FE13F623-2A17-4446-B6FF-C889D40FEA69}" type="slidenum">
              <a:rPr lang="en-US" altLang="pt-BR"/>
              <a:pPr/>
              <a:t>‹nº›</a:t>
            </a:fld>
            <a:endParaRPr lang="en-US" altLang="pt-BR"/>
          </a:p>
        </p:txBody>
      </p:sp>
    </p:spTree>
    <p:extLst>
      <p:ext uri="{BB962C8B-B14F-4D97-AF65-F5344CB8AC3E}">
        <p14:creationId xmlns:p14="http://schemas.microsoft.com/office/powerpoint/2010/main" val="4097235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A5B0CD-8210-669E-D7EA-B3BE6713F94E}"/>
              </a:ext>
            </a:extLst>
          </p:cNvPr>
          <p:cNvSpPr>
            <a:spLocks noGrp="1"/>
          </p:cNvSpPr>
          <p:nvPr>
            <p:ph type="title"/>
          </p:nvPr>
        </p:nvSpPr>
        <p:spPr>
          <a:xfrm>
            <a:off x="623888" y="1709738"/>
            <a:ext cx="78867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AC6366D9-9789-2161-4036-853EEC43DFB2}"/>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431E6EA0-456E-D86B-9AA6-27F2620113DA}"/>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182BEE61-C0C9-7ABD-1CE7-D3D78383313B}"/>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6E1E9F8C-2FA8-D1DD-F516-436CA3728874}"/>
              </a:ext>
            </a:extLst>
          </p:cNvPr>
          <p:cNvSpPr>
            <a:spLocks noGrp="1"/>
          </p:cNvSpPr>
          <p:nvPr>
            <p:ph type="sldNum" sz="quarter" idx="12"/>
          </p:nvPr>
        </p:nvSpPr>
        <p:spPr/>
        <p:txBody>
          <a:bodyPr/>
          <a:lstStyle>
            <a:lvl1pPr>
              <a:defRPr/>
            </a:lvl1pPr>
          </a:lstStyle>
          <a:p>
            <a:fld id="{13033802-C087-42B0-8387-F2A931B29998}" type="slidenum">
              <a:rPr lang="en-US" altLang="pt-BR"/>
              <a:pPr/>
              <a:t>‹nº›</a:t>
            </a:fld>
            <a:endParaRPr lang="en-US" altLang="pt-BR"/>
          </a:p>
        </p:txBody>
      </p:sp>
    </p:spTree>
    <p:extLst>
      <p:ext uri="{BB962C8B-B14F-4D97-AF65-F5344CB8AC3E}">
        <p14:creationId xmlns:p14="http://schemas.microsoft.com/office/powerpoint/2010/main" val="524765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0D288-B739-CB06-54AA-C2DD1CEB6FDD}"/>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C9774C1-0E14-DF56-73E5-431D12CE2DDD}"/>
              </a:ext>
            </a:extLst>
          </p:cNvPr>
          <p:cNvSpPr>
            <a:spLocks noGrp="1"/>
          </p:cNvSpPr>
          <p:nvPr>
            <p:ph sz="half" idx="1"/>
          </p:nvPr>
        </p:nvSpPr>
        <p:spPr>
          <a:xfrm>
            <a:off x="457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E6EE1FC-6A71-A9A8-460D-7D96521D9289}"/>
              </a:ext>
            </a:extLst>
          </p:cNvPr>
          <p:cNvSpPr>
            <a:spLocks noGrp="1"/>
          </p:cNvSpPr>
          <p:nvPr>
            <p:ph sz="half" idx="2"/>
          </p:nvPr>
        </p:nvSpPr>
        <p:spPr>
          <a:xfrm>
            <a:off x="4648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0FDA3138-9E95-DEFA-637B-6E84B510BD74}"/>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44779792-A7C5-888F-CE27-8BCF5A886C2A}"/>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8ABC9DBC-0DC5-BF61-B544-6A8C9A451A4A}"/>
              </a:ext>
            </a:extLst>
          </p:cNvPr>
          <p:cNvSpPr>
            <a:spLocks noGrp="1"/>
          </p:cNvSpPr>
          <p:nvPr>
            <p:ph type="sldNum" sz="quarter" idx="12"/>
          </p:nvPr>
        </p:nvSpPr>
        <p:spPr/>
        <p:txBody>
          <a:bodyPr/>
          <a:lstStyle>
            <a:lvl1pPr>
              <a:defRPr/>
            </a:lvl1pPr>
          </a:lstStyle>
          <a:p>
            <a:fld id="{B2E613CA-31D7-4281-8B6D-1E8B259B396D}" type="slidenum">
              <a:rPr lang="en-US" altLang="pt-BR"/>
              <a:pPr/>
              <a:t>‹nº›</a:t>
            </a:fld>
            <a:endParaRPr lang="en-US" altLang="pt-BR"/>
          </a:p>
        </p:txBody>
      </p:sp>
    </p:spTree>
    <p:extLst>
      <p:ext uri="{BB962C8B-B14F-4D97-AF65-F5344CB8AC3E}">
        <p14:creationId xmlns:p14="http://schemas.microsoft.com/office/powerpoint/2010/main" val="124534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8B5E58-248E-5F26-453B-DC164176FD01}"/>
              </a:ext>
            </a:extLst>
          </p:cNvPr>
          <p:cNvSpPr>
            <a:spLocks noGrp="1"/>
          </p:cNvSpPr>
          <p:nvPr>
            <p:ph type="title"/>
          </p:nvPr>
        </p:nvSpPr>
        <p:spPr>
          <a:xfrm>
            <a:off x="630238" y="365125"/>
            <a:ext cx="78867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14FB054C-3DA4-5F39-8F7E-7531EC2D201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17DB1AE9-191E-8E15-EF0B-7B5B1079B54F}"/>
              </a:ext>
            </a:extLst>
          </p:cNvPr>
          <p:cNvSpPr>
            <a:spLocks noGrp="1"/>
          </p:cNvSpPr>
          <p:nvPr>
            <p:ph sz="half" idx="2"/>
          </p:nvPr>
        </p:nvSpPr>
        <p:spPr>
          <a:xfrm>
            <a:off x="630238" y="2505075"/>
            <a:ext cx="386873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C063254D-CB84-BF33-29BB-5CC3A2C5EF49}"/>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E11676DC-83CE-BB94-F257-D3E709CB3F87}"/>
              </a:ext>
            </a:extLst>
          </p:cNvPr>
          <p:cNvSpPr>
            <a:spLocks noGrp="1"/>
          </p:cNvSpPr>
          <p:nvPr>
            <p:ph sz="quarter" idx="4"/>
          </p:nvPr>
        </p:nvSpPr>
        <p:spPr>
          <a:xfrm>
            <a:off x="4629150" y="2505075"/>
            <a:ext cx="38877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8EF1552F-D8D7-92B7-3D85-5E7EB029671C}"/>
              </a:ext>
            </a:extLst>
          </p:cNvPr>
          <p:cNvSpPr>
            <a:spLocks noGrp="1"/>
          </p:cNvSpPr>
          <p:nvPr>
            <p:ph type="dt" sz="half" idx="10"/>
          </p:nvPr>
        </p:nvSpPr>
        <p:spPr/>
        <p:txBody>
          <a:bodyPr/>
          <a:lstStyle>
            <a:lvl1pPr>
              <a:defRPr/>
            </a:lvl1pPr>
          </a:lstStyle>
          <a:p>
            <a:endParaRPr lang="en-US" altLang="pt-BR"/>
          </a:p>
        </p:txBody>
      </p:sp>
      <p:sp>
        <p:nvSpPr>
          <p:cNvPr id="8" name="Espaço Reservado para Rodapé 7">
            <a:extLst>
              <a:ext uri="{FF2B5EF4-FFF2-40B4-BE49-F238E27FC236}">
                <a16:creationId xmlns:a16="http://schemas.microsoft.com/office/drawing/2014/main" id="{B26C6C86-1703-BCB4-B30F-EDDDEA228264}"/>
              </a:ext>
            </a:extLst>
          </p:cNvPr>
          <p:cNvSpPr>
            <a:spLocks noGrp="1"/>
          </p:cNvSpPr>
          <p:nvPr>
            <p:ph type="ftr" sz="quarter" idx="11"/>
          </p:nvPr>
        </p:nvSpPr>
        <p:spPr/>
        <p:txBody>
          <a:bodyPr/>
          <a:lstStyle>
            <a:lvl1pPr>
              <a:defRPr/>
            </a:lvl1pPr>
          </a:lstStyle>
          <a:p>
            <a:endParaRPr lang="en-US" altLang="pt-BR"/>
          </a:p>
        </p:txBody>
      </p:sp>
      <p:sp>
        <p:nvSpPr>
          <p:cNvPr id="9" name="Espaço Reservado para Número de Slide 8">
            <a:extLst>
              <a:ext uri="{FF2B5EF4-FFF2-40B4-BE49-F238E27FC236}">
                <a16:creationId xmlns:a16="http://schemas.microsoft.com/office/drawing/2014/main" id="{6CF14F1E-9640-8BAD-47C5-D72119BCC2B3}"/>
              </a:ext>
            </a:extLst>
          </p:cNvPr>
          <p:cNvSpPr>
            <a:spLocks noGrp="1"/>
          </p:cNvSpPr>
          <p:nvPr>
            <p:ph type="sldNum" sz="quarter" idx="12"/>
          </p:nvPr>
        </p:nvSpPr>
        <p:spPr/>
        <p:txBody>
          <a:bodyPr/>
          <a:lstStyle>
            <a:lvl1pPr>
              <a:defRPr/>
            </a:lvl1pPr>
          </a:lstStyle>
          <a:p>
            <a:fld id="{5E3F4541-FCE0-4104-A582-09615D3B5512}" type="slidenum">
              <a:rPr lang="en-US" altLang="pt-BR"/>
              <a:pPr/>
              <a:t>‹nº›</a:t>
            </a:fld>
            <a:endParaRPr lang="en-US" altLang="pt-BR"/>
          </a:p>
        </p:txBody>
      </p:sp>
    </p:spTree>
    <p:extLst>
      <p:ext uri="{BB962C8B-B14F-4D97-AF65-F5344CB8AC3E}">
        <p14:creationId xmlns:p14="http://schemas.microsoft.com/office/powerpoint/2010/main" val="3337591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38376-26CC-F26D-24CE-A651A106987B}"/>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9B9FC7F4-4D2C-65F7-0C24-0F8910A4DFC1}"/>
              </a:ext>
            </a:extLst>
          </p:cNvPr>
          <p:cNvSpPr>
            <a:spLocks noGrp="1"/>
          </p:cNvSpPr>
          <p:nvPr>
            <p:ph type="dt" sz="half" idx="10"/>
          </p:nvPr>
        </p:nvSpPr>
        <p:spPr/>
        <p:txBody>
          <a:bodyPr/>
          <a:lstStyle>
            <a:lvl1pPr>
              <a:defRPr/>
            </a:lvl1pPr>
          </a:lstStyle>
          <a:p>
            <a:endParaRPr lang="en-US" altLang="pt-BR"/>
          </a:p>
        </p:txBody>
      </p:sp>
      <p:sp>
        <p:nvSpPr>
          <p:cNvPr id="4" name="Espaço Reservado para Rodapé 3">
            <a:extLst>
              <a:ext uri="{FF2B5EF4-FFF2-40B4-BE49-F238E27FC236}">
                <a16:creationId xmlns:a16="http://schemas.microsoft.com/office/drawing/2014/main" id="{6B6D940E-81F4-9E9E-BC81-1ED22A0FB67E}"/>
              </a:ext>
            </a:extLst>
          </p:cNvPr>
          <p:cNvSpPr>
            <a:spLocks noGrp="1"/>
          </p:cNvSpPr>
          <p:nvPr>
            <p:ph type="ftr" sz="quarter" idx="11"/>
          </p:nvPr>
        </p:nvSpPr>
        <p:spPr/>
        <p:txBody>
          <a:bodyPr/>
          <a:lstStyle>
            <a:lvl1pPr>
              <a:defRPr/>
            </a:lvl1pPr>
          </a:lstStyle>
          <a:p>
            <a:endParaRPr lang="en-US" altLang="pt-BR"/>
          </a:p>
        </p:txBody>
      </p:sp>
      <p:sp>
        <p:nvSpPr>
          <p:cNvPr id="5" name="Espaço Reservado para Número de Slide 4">
            <a:extLst>
              <a:ext uri="{FF2B5EF4-FFF2-40B4-BE49-F238E27FC236}">
                <a16:creationId xmlns:a16="http://schemas.microsoft.com/office/drawing/2014/main" id="{BBC455EE-0828-C4A3-1EE4-BABA11799A9D}"/>
              </a:ext>
            </a:extLst>
          </p:cNvPr>
          <p:cNvSpPr>
            <a:spLocks noGrp="1"/>
          </p:cNvSpPr>
          <p:nvPr>
            <p:ph type="sldNum" sz="quarter" idx="12"/>
          </p:nvPr>
        </p:nvSpPr>
        <p:spPr/>
        <p:txBody>
          <a:bodyPr/>
          <a:lstStyle>
            <a:lvl1pPr>
              <a:defRPr/>
            </a:lvl1pPr>
          </a:lstStyle>
          <a:p>
            <a:fld id="{FE47A535-94E3-43CE-904F-7363EB6900EE}" type="slidenum">
              <a:rPr lang="en-US" altLang="pt-BR"/>
              <a:pPr/>
              <a:t>‹nº›</a:t>
            </a:fld>
            <a:endParaRPr lang="en-US" altLang="pt-BR"/>
          </a:p>
        </p:txBody>
      </p:sp>
    </p:spTree>
    <p:extLst>
      <p:ext uri="{BB962C8B-B14F-4D97-AF65-F5344CB8AC3E}">
        <p14:creationId xmlns:p14="http://schemas.microsoft.com/office/powerpoint/2010/main" val="4243253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58A55B8-B0E5-3A5E-716E-85A843585901}"/>
              </a:ext>
            </a:extLst>
          </p:cNvPr>
          <p:cNvSpPr>
            <a:spLocks noGrp="1"/>
          </p:cNvSpPr>
          <p:nvPr>
            <p:ph type="dt" sz="half" idx="10"/>
          </p:nvPr>
        </p:nvSpPr>
        <p:spPr/>
        <p:txBody>
          <a:bodyPr/>
          <a:lstStyle>
            <a:lvl1pPr>
              <a:defRPr/>
            </a:lvl1pPr>
          </a:lstStyle>
          <a:p>
            <a:endParaRPr lang="en-US" altLang="pt-BR"/>
          </a:p>
        </p:txBody>
      </p:sp>
      <p:sp>
        <p:nvSpPr>
          <p:cNvPr id="3" name="Espaço Reservado para Rodapé 2">
            <a:extLst>
              <a:ext uri="{FF2B5EF4-FFF2-40B4-BE49-F238E27FC236}">
                <a16:creationId xmlns:a16="http://schemas.microsoft.com/office/drawing/2014/main" id="{0401FFF7-6A2C-B7FE-F23F-D4AD1C720790}"/>
              </a:ext>
            </a:extLst>
          </p:cNvPr>
          <p:cNvSpPr>
            <a:spLocks noGrp="1"/>
          </p:cNvSpPr>
          <p:nvPr>
            <p:ph type="ftr" sz="quarter" idx="11"/>
          </p:nvPr>
        </p:nvSpPr>
        <p:spPr/>
        <p:txBody>
          <a:bodyPr/>
          <a:lstStyle>
            <a:lvl1pPr>
              <a:defRPr/>
            </a:lvl1pPr>
          </a:lstStyle>
          <a:p>
            <a:endParaRPr lang="en-US" altLang="pt-BR"/>
          </a:p>
        </p:txBody>
      </p:sp>
      <p:sp>
        <p:nvSpPr>
          <p:cNvPr id="4" name="Espaço Reservado para Número de Slide 3">
            <a:extLst>
              <a:ext uri="{FF2B5EF4-FFF2-40B4-BE49-F238E27FC236}">
                <a16:creationId xmlns:a16="http://schemas.microsoft.com/office/drawing/2014/main" id="{18E58F4F-493D-BE90-F24C-79FAEB700141}"/>
              </a:ext>
            </a:extLst>
          </p:cNvPr>
          <p:cNvSpPr>
            <a:spLocks noGrp="1"/>
          </p:cNvSpPr>
          <p:nvPr>
            <p:ph type="sldNum" sz="quarter" idx="12"/>
          </p:nvPr>
        </p:nvSpPr>
        <p:spPr/>
        <p:txBody>
          <a:bodyPr/>
          <a:lstStyle>
            <a:lvl1pPr>
              <a:defRPr/>
            </a:lvl1pPr>
          </a:lstStyle>
          <a:p>
            <a:fld id="{9153E091-04E7-49BC-86FB-C73D657D439C}" type="slidenum">
              <a:rPr lang="en-US" altLang="pt-BR"/>
              <a:pPr/>
              <a:t>‹nº›</a:t>
            </a:fld>
            <a:endParaRPr lang="en-US" altLang="pt-BR"/>
          </a:p>
        </p:txBody>
      </p:sp>
    </p:spTree>
    <p:extLst>
      <p:ext uri="{BB962C8B-B14F-4D97-AF65-F5344CB8AC3E}">
        <p14:creationId xmlns:p14="http://schemas.microsoft.com/office/powerpoint/2010/main" val="3920163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EDEC2D-DBF4-A29C-A02F-7A85DFF53B98}"/>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B13C7A06-B1E1-7FB0-BCE2-7D70784EDD7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AFBEF244-4274-B22C-9BE2-B824634F2D3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AC2F144-FC96-EE5A-B784-D2D3B6FA1510}"/>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666B2C0D-D7E9-25CC-FC77-C1E77402D7C7}"/>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FB4EF54D-184E-CA7E-3B3D-7460DF67BC9B}"/>
              </a:ext>
            </a:extLst>
          </p:cNvPr>
          <p:cNvSpPr>
            <a:spLocks noGrp="1"/>
          </p:cNvSpPr>
          <p:nvPr>
            <p:ph type="sldNum" sz="quarter" idx="12"/>
          </p:nvPr>
        </p:nvSpPr>
        <p:spPr/>
        <p:txBody>
          <a:bodyPr/>
          <a:lstStyle>
            <a:lvl1pPr>
              <a:defRPr/>
            </a:lvl1pPr>
          </a:lstStyle>
          <a:p>
            <a:fld id="{4B27D146-5E62-4466-B3C5-77B510939138}" type="slidenum">
              <a:rPr lang="en-US" altLang="pt-BR"/>
              <a:pPr/>
              <a:t>‹nº›</a:t>
            </a:fld>
            <a:endParaRPr lang="en-US" altLang="pt-BR"/>
          </a:p>
        </p:txBody>
      </p:sp>
    </p:spTree>
    <p:extLst>
      <p:ext uri="{BB962C8B-B14F-4D97-AF65-F5344CB8AC3E}">
        <p14:creationId xmlns:p14="http://schemas.microsoft.com/office/powerpoint/2010/main" val="2439547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8B4641-DA67-9DD8-0A9C-389F4DCFF3EF}"/>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0A4F4D92-7F06-E4B1-074B-52093CF70A7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1F63D430-85C9-6C91-83B2-46DDBED0C2D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06342E9-6650-135E-0407-069AAFDE136A}"/>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DFFB6155-C8D6-D5E9-3F26-1305CE6D861E}"/>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40E930E7-0FE6-8BE3-FF3E-BF674082BBF9}"/>
              </a:ext>
            </a:extLst>
          </p:cNvPr>
          <p:cNvSpPr>
            <a:spLocks noGrp="1"/>
          </p:cNvSpPr>
          <p:nvPr>
            <p:ph type="sldNum" sz="quarter" idx="12"/>
          </p:nvPr>
        </p:nvSpPr>
        <p:spPr/>
        <p:txBody>
          <a:bodyPr/>
          <a:lstStyle>
            <a:lvl1pPr>
              <a:defRPr/>
            </a:lvl1pPr>
          </a:lstStyle>
          <a:p>
            <a:fld id="{7C0C88BC-1336-4F99-82D6-9F80F3E50D6F}" type="slidenum">
              <a:rPr lang="en-US" altLang="pt-BR"/>
              <a:pPr/>
              <a:t>‹nº›</a:t>
            </a:fld>
            <a:endParaRPr lang="en-US" altLang="pt-BR"/>
          </a:p>
        </p:txBody>
      </p:sp>
    </p:spTree>
    <p:extLst>
      <p:ext uri="{BB962C8B-B14F-4D97-AF65-F5344CB8AC3E}">
        <p14:creationId xmlns:p14="http://schemas.microsoft.com/office/powerpoint/2010/main" val="2262540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5FF3A5-B888-3E21-1739-2931814BBF42}"/>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92D9B1EB-7F19-E645-DC9D-3B12C88573CB}"/>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529F1DF-DD86-DFFF-51E6-2405DD083782}"/>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23640E26-E522-95DA-2094-438AA764FFD0}"/>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0132D757-1011-026C-9230-B2A61FEFF33D}"/>
              </a:ext>
            </a:extLst>
          </p:cNvPr>
          <p:cNvSpPr>
            <a:spLocks noGrp="1"/>
          </p:cNvSpPr>
          <p:nvPr>
            <p:ph type="sldNum" sz="quarter" idx="12"/>
          </p:nvPr>
        </p:nvSpPr>
        <p:spPr/>
        <p:txBody>
          <a:bodyPr/>
          <a:lstStyle>
            <a:lvl1pPr>
              <a:defRPr/>
            </a:lvl1pPr>
          </a:lstStyle>
          <a:p>
            <a:fld id="{76086816-543C-4151-8380-149075E8192D}" type="slidenum">
              <a:rPr lang="en-US" altLang="pt-BR"/>
              <a:pPr/>
              <a:t>‹nº›</a:t>
            </a:fld>
            <a:endParaRPr lang="en-US" altLang="pt-BR"/>
          </a:p>
        </p:txBody>
      </p:sp>
    </p:spTree>
    <p:extLst>
      <p:ext uri="{BB962C8B-B14F-4D97-AF65-F5344CB8AC3E}">
        <p14:creationId xmlns:p14="http://schemas.microsoft.com/office/powerpoint/2010/main" val="4109832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7C7E269-F718-07BE-5E24-B03E4F6413E2}"/>
              </a:ext>
            </a:extLst>
          </p:cNvPr>
          <p:cNvSpPr>
            <a:spLocks noGrp="1"/>
          </p:cNvSpPr>
          <p:nvPr>
            <p:ph type="title" orient="vert"/>
          </p:nvPr>
        </p:nvSpPr>
        <p:spPr>
          <a:xfrm>
            <a:off x="6629400" y="274638"/>
            <a:ext cx="2057400" cy="5851525"/>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7EA5324D-BE02-66AB-B082-BBE73A7CC8CF}"/>
              </a:ext>
            </a:extLst>
          </p:cNvPr>
          <p:cNvSpPr>
            <a:spLocks noGrp="1"/>
          </p:cNvSpPr>
          <p:nvPr>
            <p:ph type="body" orient="vert" idx="1"/>
          </p:nvPr>
        </p:nvSpPr>
        <p:spPr>
          <a:xfrm>
            <a:off x="457200" y="274638"/>
            <a:ext cx="6019800" cy="585152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9D8639A-26C8-D887-5211-1BBF31D429B9}"/>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3A7EDB41-3150-3831-95A6-D9E39ADE729C}"/>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A6ECA35F-CAF0-1235-EA73-382BD9739B42}"/>
              </a:ext>
            </a:extLst>
          </p:cNvPr>
          <p:cNvSpPr>
            <a:spLocks noGrp="1"/>
          </p:cNvSpPr>
          <p:nvPr>
            <p:ph type="sldNum" sz="quarter" idx="12"/>
          </p:nvPr>
        </p:nvSpPr>
        <p:spPr/>
        <p:txBody>
          <a:bodyPr/>
          <a:lstStyle>
            <a:lvl1pPr>
              <a:defRPr/>
            </a:lvl1pPr>
          </a:lstStyle>
          <a:p>
            <a:fld id="{B87055D9-9D3F-40F9-8260-AE5AB3EC746D}" type="slidenum">
              <a:rPr lang="en-US" altLang="pt-BR"/>
              <a:pPr/>
              <a:t>‹nº›</a:t>
            </a:fld>
            <a:endParaRPr lang="en-US" altLang="pt-BR"/>
          </a:p>
        </p:txBody>
      </p:sp>
    </p:spTree>
    <p:extLst>
      <p:ext uri="{BB962C8B-B14F-4D97-AF65-F5344CB8AC3E}">
        <p14:creationId xmlns:p14="http://schemas.microsoft.com/office/powerpoint/2010/main" val="3546361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9D93439-402C-84AA-7816-6117AA38192F}"/>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pt-BR"/>
              <a:t>Clique para editar o estilo do título mestre</a:t>
            </a:r>
          </a:p>
        </p:txBody>
      </p:sp>
      <p:sp>
        <p:nvSpPr>
          <p:cNvPr id="1027" name="Rectangle 3">
            <a:extLst>
              <a:ext uri="{FF2B5EF4-FFF2-40B4-BE49-F238E27FC236}">
                <a16:creationId xmlns:a16="http://schemas.microsoft.com/office/drawing/2014/main" id="{5B736144-52FE-A994-CBDB-6A4883CFDD57}"/>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pt-BR"/>
              <a:t>Clique para editar os estilos do texto mestre</a:t>
            </a:r>
          </a:p>
          <a:p>
            <a:pPr lvl="1"/>
            <a:r>
              <a:rPr lang="en-US" altLang="pt-BR"/>
              <a:t>Segundo nível</a:t>
            </a:r>
          </a:p>
          <a:p>
            <a:pPr lvl="2"/>
            <a:r>
              <a:rPr lang="en-US" altLang="pt-BR"/>
              <a:t>Terceiro nível</a:t>
            </a:r>
          </a:p>
          <a:p>
            <a:pPr lvl="3"/>
            <a:r>
              <a:rPr lang="en-US" altLang="pt-BR"/>
              <a:t>Quarto nível</a:t>
            </a:r>
          </a:p>
          <a:p>
            <a:pPr lvl="4"/>
            <a:r>
              <a:rPr lang="en-US" altLang="pt-BR"/>
              <a:t>Quinto nível</a:t>
            </a:r>
          </a:p>
        </p:txBody>
      </p:sp>
      <p:sp>
        <p:nvSpPr>
          <p:cNvPr id="1028" name="Rectangle 4">
            <a:extLst>
              <a:ext uri="{FF2B5EF4-FFF2-40B4-BE49-F238E27FC236}">
                <a16:creationId xmlns:a16="http://schemas.microsoft.com/office/drawing/2014/main" id="{FC762CC2-2C6D-B79B-6975-958121E320A3}"/>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pt-BR"/>
          </a:p>
        </p:txBody>
      </p:sp>
      <p:sp>
        <p:nvSpPr>
          <p:cNvPr id="1029" name="Rectangle 5">
            <a:extLst>
              <a:ext uri="{FF2B5EF4-FFF2-40B4-BE49-F238E27FC236}">
                <a16:creationId xmlns:a16="http://schemas.microsoft.com/office/drawing/2014/main" id="{3EB137D7-BDFB-1E85-2491-8D958CA26FB7}"/>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pt-BR"/>
          </a:p>
        </p:txBody>
      </p:sp>
      <p:sp>
        <p:nvSpPr>
          <p:cNvPr id="1030" name="Rectangle 6">
            <a:extLst>
              <a:ext uri="{FF2B5EF4-FFF2-40B4-BE49-F238E27FC236}">
                <a16:creationId xmlns:a16="http://schemas.microsoft.com/office/drawing/2014/main" id="{9C47954D-BC96-B1DE-A32D-24573180722A}"/>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7F3DD82F-9939-482D-828B-6D891778B6C3}" type="slidenum">
              <a:rPr lang="en-US" altLang="pt-BR"/>
              <a:pPr/>
              <a:t>‹nº›</a:t>
            </a:fld>
            <a:endParaRPr lang="en-US" alt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7043581-A623-ED4A-64EA-C12418871367}"/>
              </a:ext>
            </a:extLst>
          </p:cNvPr>
          <p:cNvSpPr>
            <a:spLocks noGrp="1" noChangeArrowheads="1"/>
          </p:cNvSpPr>
          <p:nvPr>
            <p:ph type="ctrTitle"/>
          </p:nvPr>
        </p:nvSpPr>
        <p:spPr>
          <a:xfrm>
            <a:off x="685800" y="2130425"/>
            <a:ext cx="7772400" cy="1470025"/>
          </a:xfrm>
        </p:spPr>
        <p:txBody>
          <a:bodyPr anchor="ctr"/>
          <a:lstStyle/>
          <a:p>
            <a:r>
              <a:rPr lang="en-US" altLang="pt-BR" sz="3600" b="1"/>
              <a:t>596 - Gratidão</a:t>
            </a:r>
            <a:r>
              <a:rPr lang="en-US" altLang="pt-BR" sz="3600"/>
              <a:t> </a:t>
            </a:r>
          </a:p>
        </p:txBody>
      </p:sp>
      <p:sp>
        <p:nvSpPr>
          <p:cNvPr id="2051" name="Rectangle 3">
            <a:extLst>
              <a:ext uri="{FF2B5EF4-FFF2-40B4-BE49-F238E27FC236}">
                <a16:creationId xmlns:a16="http://schemas.microsoft.com/office/drawing/2014/main" id="{77A17FD6-D034-0BD7-CE32-C10962BB4070}"/>
              </a:ext>
            </a:extLst>
          </p:cNvPr>
          <p:cNvSpPr>
            <a:spLocks noGrp="1" noChangeArrowheads="1"/>
          </p:cNvSpPr>
          <p:nvPr>
            <p:ph type="subTitle" idx="1"/>
          </p:nvPr>
        </p:nvSpPr>
        <p:spPr>
          <a:xfrm>
            <a:off x="1371600" y="3886200"/>
            <a:ext cx="6400800" cy="1752600"/>
          </a:xfrm>
        </p:spPr>
        <p:txBody>
          <a:bodyPr/>
          <a:lstStyle/>
          <a:p>
            <a:endParaRPr lang="pt-BR" altLang="pt-BR"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a:extLst>
              <a:ext uri="{FF2B5EF4-FFF2-40B4-BE49-F238E27FC236}">
                <a16:creationId xmlns:a16="http://schemas.microsoft.com/office/drawing/2014/main" id="{4639268E-B11E-9697-B6A4-2C58BA1078EC}"/>
              </a:ext>
            </a:extLst>
          </p:cNvPr>
          <p:cNvSpPr>
            <a:spLocks noGrp="1" noChangeArrowheads="1"/>
          </p:cNvSpPr>
          <p:nvPr>
            <p:ph type="title"/>
          </p:nvPr>
        </p:nvSpPr>
        <p:spPr>
          <a:xfrm>
            <a:off x="0" y="0"/>
            <a:ext cx="9144000" cy="6858000"/>
          </a:xfrm>
        </p:spPr>
        <p:txBody>
          <a:bodyPr/>
          <a:lstStyle/>
          <a:p>
            <a:r>
              <a:rPr lang="en-US" altLang="pt-BR" sz="3600" i="1"/>
              <a:t>Eu te agradeço, Jesus, meu Senhor,</a:t>
            </a:r>
            <a:r>
              <a:rPr lang="en-US" altLang="pt-BR" sz="3600"/>
              <a:t> </a:t>
            </a:r>
            <a:r>
              <a:rPr lang="en-US" altLang="pt-BR" sz="3600" i="1"/>
              <a:t>As tuas bênçãos a flux.</a:t>
            </a:r>
            <a:r>
              <a:rPr lang="en-US" altLang="pt-BR" sz="3600"/>
              <a:t> </a:t>
            </a:r>
            <a:br>
              <a:rPr lang="en-US" altLang="pt-BR" sz="3600"/>
            </a:br>
            <a:r>
              <a:rPr lang="en-US" altLang="pt-BR" sz="3600" i="1"/>
              <a:t>Eu me enlevo por teu grande amor</a:t>
            </a:r>
            <a:r>
              <a:rPr lang="en-US" altLang="pt-BR" sz="3600"/>
              <a:t> </a:t>
            </a:r>
            <a:r>
              <a:rPr lang="en-US" altLang="pt-BR" sz="3600" i="1"/>
              <a:t>Manifestado na cruz!</a:t>
            </a:r>
            <a:r>
              <a:rPr lang="en-US" altLang="pt-BR" sz="3600"/>
              <a:t> </a:t>
            </a:r>
            <a:br>
              <a:rPr lang="en-US" altLang="pt-BR" sz="3600"/>
            </a:br>
            <a:r>
              <a:rPr lang="en-US" altLang="pt-BR" sz="3600" i="1"/>
              <a:t>Ao lado estou das riquezas dos céus,</a:t>
            </a:r>
            <a:r>
              <a:rPr lang="en-US" altLang="pt-BR" sz="3600"/>
              <a:t> </a:t>
            </a:r>
            <a:r>
              <a:rPr lang="en-US" altLang="pt-BR" sz="3600" i="1"/>
              <a:t>Fluídas de tuas mãos.</a:t>
            </a:r>
            <a:r>
              <a:rPr lang="en-US" altLang="pt-BR" sz="3600"/>
              <a:t> </a:t>
            </a:r>
            <a:br>
              <a:rPr lang="en-US" altLang="pt-BR" sz="3600"/>
            </a:br>
            <a:r>
              <a:rPr lang="en-US" altLang="pt-BR" sz="3600" i="1"/>
              <a:t>Quero cantar mil cantares!</a:t>
            </a:r>
            <a:br>
              <a:rPr lang="en-US" altLang="pt-BR" sz="3600" i="1"/>
            </a:br>
            <a:r>
              <a:rPr lang="en-US" altLang="pt-BR" sz="3600" i="1"/>
              <a:t>Oferta profunda do meu coração!</a:t>
            </a:r>
            <a:r>
              <a:rPr lang="en-US" altLang="pt-BR" sz="3600"/>
              <a:t> </a:t>
            </a:r>
            <a:r>
              <a:rPr lang="en-US" altLang="pt-BR" sz="3600" i="1"/>
              <a:t> </a:t>
            </a:r>
            <a:endParaRPr lang="en-US" altLang="pt-BR" sz="3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678D664-BA72-577F-F63C-6AAFCB9B72A6}"/>
              </a:ext>
            </a:extLst>
          </p:cNvPr>
          <p:cNvSpPr>
            <a:spLocks noGrp="1" noChangeArrowheads="1"/>
          </p:cNvSpPr>
          <p:nvPr>
            <p:ph type="title"/>
          </p:nvPr>
        </p:nvSpPr>
        <p:spPr>
          <a:xfrm>
            <a:off x="0" y="0"/>
            <a:ext cx="9144000" cy="6858000"/>
          </a:xfrm>
        </p:spPr>
        <p:txBody>
          <a:bodyPr/>
          <a:lstStyle/>
          <a:p>
            <a:r>
              <a:rPr lang="en-US" altLang="pt-BR" sz="3600" b="1" i="1"/>
              <a:t>Louvemos, pois, o nosso Rei Jesus,</a:t>
            </a:r>
            <a:r>
              <a:rPr lang="en-US" altLang="pt-BR" sz="3600"/>
              <a:t> </a:t>
            </a:r>
            <a:br>
              <a:rPr lang="en-US" altLang="pt-BR" sz="3600"/>
            </a:br>
            <a:r>
              <a:rPr lang="en-US" altLang="pt-BR" sz="3600" b="1" i="1"/>
              <a:t>Que por amor morreu na dura cruz!</a:t>
            </a:r>
            <a:r>
              <a:rPr lang="en-US" altLang="pt-BR" sz="3600"/>
              <a:t> </a:t>
            </a:r>
            <a:br>
              <a:rPr lang="en-US" altLang="pt-BR" sz="3600"/>
            </a:br>
            <a:r>
              <a:rPr lang="en-US" altLang="pt-BR" sz="3600" b="1" i="1"/>
              <a:t>Só Ele nos dá paz,</a:t>
            </a:r>
            <a:r>
              <a:rPr lang="en-US" altLang="pt-BR" sz="3600"/>
              <a:t> </a:t>
            </a:r>
            <a:br>
              <a:rPr lang="en-US" altLang="pt-BR" sz="3600"/>
            </a:br>
            <a:r>
              <a:rPr lang="en-US" altLang="pt-BR" sz="3600" b="1" i="1"/>
              <a:t>Sua graça satisfaz:</a:t>
            </a:r>
            <a:r>
              <a:rPr lang="en-US" altLang="pt-BR" sz="3600"/>
              <a:t> </a:t>
            </a:r>
            <a:br>
              <a:rPr lang="en-US" altLang="pt-BR" sz="3600"/>
            </a:br>
            <a:r>
              <a:rPr lang="en-US" altLang="pt-BR" sz="3600" b="1" i="1"/>
              <a:t>Louvemos, pois, o nosso Rei Jesus!</a:t>
            </a:r>
            <a:r>
              <a:rPr lang="en-US" altLang="pt-BR" sz="3600"/>
              <a:t> </a:t>
            </a:r>
            <a:r>
              <a:rPr lang="en-US" altLang="pt-BR" sz="3600" i="1"/>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10CCD67-F3AC-5A99-9EDC-63B6188B0550}"/>
              </a:ext>
            </a:extLst>
          </p:cNvPr>
          <p:cNvSpPr>
            <a:spLocks noGrp="1" noChangeArrowheads="1"/>
          </p:cNvSpPr>
          <p:nvPr>
            <p:ph type="title"/>
          </p:nvPr>
        </p:nvSpPr>
        <p:spPr>
          <a:xfrm>
            <a:off x="0" y="0"/>
            <a:ext cx="9144000" cy="6858000"/>
          </a:xfrm>
        </p:spPr>
        <p:txBody>
          <a:bodyPr/>
          <a:lstStyle/>
          <a:p>
            <a:r>
              <a:rPr lang="en-US" altLang="pt-BR" sz="3600" i="1"/>
              <a:t>Tua bondade é sublime e real,</a:t>
            </a:r>
            <a:r>
              <a:rPr lang="en-US" altLang="pt-BR" sz="3600"/>
              <a:t> </a:t>
            </a:r>
            <a:br>
              <a:rPr lang="en-US" altLang="pt-BR" sz="3600"/>
            </a:br>
            <a:r>
              <a:rPr lang="en-US" altLang="pt-BR" sz="3600" i="1"/>
              <a:t>Eternamente pra mim.</a:t>
            </a:r>
            <a:r>
              <a:rPr lang="en-US" altLang="pt-BR" sz="3600"/>
              <a:t> </a:t>
            </a:r>
            <a:br>
              <a:rPr lang="en-US" altLang="pt-BR" sz="3600"/>
            </a:br>
            <a:r>
              <a:rPr lang="en-US" altLang="pt-BR" sz="3600" i="1"/>
              <a:t>Aceita agora o meu voto leal</a:t>
            </a:r>
            <a:r>
              <a:rPr lang="en-US" altLang="pt-BR" sz="3600"/>
              <a:t> </a:t>
            </a:r>
            <a:br>
              <a:rPr lang="en-US" altLang="pt-BR" sz="3600"/>
            </a:br>
            <a:r>
              <a:rPr lang="en-US" altLang="pt-BR" sz="3600" i="1"/>
              <a:t>Por tua graça sem fim!</a:t>
            </a:r>
            <a:r>
              <a:rPr lang="en-US" altLang="pt-BR" sz="3600"/>
              <a:t> </a:t>
            </a:r>
            <a:br>
              <a:rPr lang="en-US" altLang="pt-BR" sz="3600"/>
            </a:br>
            <a:r>
              <a:rPr lang="en-US" altLang="pt-BR" sz="3600" i="1"/>
              <a:t>Tu nos provês da fartura dos céus,</a:t>
            </a:r>
            <a:r>
              <a:rPr lang="en-US" altLang="pt-BR" sz="3600"/>
              <a:t> </a:t>
            </a:r>
            <a:br>
              <a:rPr lang="en-US" altLang="pt-BR" sz="3600"/>
            </a:br>
            <a:r>
              <a:rPr lang="en-US" altLang="pt-BR" sz="3600" i="1"/>
              <a:t>Com tuas divinas mãos.</a:t>
            </a:r>
            <a:r>
              <a:rPr lang="en-US" altLang="pt-BR" sz="3600"/>
              <a:t> </a:t>
            </a:r>
            <a:br>
              <a:rPr lang="en-US" altLang="pt-BR" sz="3600"/>
            </a:br>
            <a:r>
              <a:rPr lang="en-US" altLang="pt-BR" sz="3600" i="1"/>
              <a:t>Por isto canto mil cantos,</a:t>
            </a:r>
            <a:r>
              <a:rPr lang="en-US" altLang="pt-BR" sz="3600"/>
              <a:t> </a:t>
            </a:r>
            <a:br>
              <a:rPr lang="en-US" altLang="pt-BR" sz="3600"/>
            </a:br>
            <a:r>
              <a:rPr lang="en-US" altLang="pt-BR" sz="3600" i="1"/>
              <a:t>Que jorram de dentro do meu coração!</a:t>
            </a:r>
            <a:r>
              <a:rPr lang="en-US" altLang="pt-BR" sz="3600"/>
              <a:t> </a:t>
            </a:r>
            <a:r>
              <a:rPr lang="en-US" altLang="pt-BR" sz="3600" i="1"/>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321E563-DB38-D296-54D4-CC0E45330750}"/>
              </a:ext>
            </a:extLst>
          </p:cNvPr>
          <p:cNvSpPr>
            <a:spLocks noGrp="1" noChangeArrowheads="1"/>
          </p:cNvSpPr>
          <p:nvPr>
            <p:ph type="title"/>
          </p:nvPr>
        </p:nvSpPr>
        <p:spPr>
          <a:xfrm>
            <a:off x="0" y="0"/>
            <a:ext cx="9144000" cy="6858000"/>
          </a:xfrm>
        </p:spPr>
        <p:txBody>
          <a:bodyPr/>
          <a:lstStyle/>
          <a:p>
            <a:r>
              <a:rPr lang="en-US" altLang="pt-BR" sz="3600" b="1" i="1"/>
              <a:t>Louvemos, pois, o nosso Rei Jesus,</a:t>
            </a:r>
            <a:r>
              <a:rPr lang="en-US" altLang="pt-BR" sz="3600"/>
              <a:t> </a:t>
            </a:r>
            <a:br>
              <a:rPr lang="en-US" altLang="pt-BR" sz="3600"/>
            </a:br>
            <a:r>
              <a:rPr lang="en-US" altLang="pt-BR" sz="3600" b="1" i="1"/>
              <a:t>Que por amor morreu na dura cruz!</a:t>
            </a:r>
            <a:r>
              <a:rPr lang="en-US" altLang="pt-BR" sz="3600"/>
              <a:t> </a:t>
            </a:r>
            <a:br>
              <a:rPr lang="en-US" altLang="pt-BR" sz="3600"/>
            </a:br>
            <a:r>
              <a:rPr lang="en-US" altLang="pt-BR" sz="3600" b="1" i="1"/>
              <a:t>Só Ele nos dá paz,</a:t>
            </a:r>
            <a:r>
              <a:rPr lang="en-US" altLang="pt-BR" sz="3600"/>
              <a:t> </a:t>
            </a:r>
            <a:br>
              <a:rPr lang="en-US" altLang="pt-BR" sz="3600"/>
            </a:br>
            <a:r>
              <a:rPr lang="en-US" altLang="pt-BR" sz="3600" b="1" i="1"/>
              <a:t>Sua graça satisfaz:</a:t>
            </a:r>
            <a:r>
              <a:rPr lang="en-US" altLang="pt-BR" sz="3600"/>
              <a:t> </a:t>
            </a:r>
            <a:br>
              <a:rPr lang="en-US" altLang="pt-BR" sz="3600"/>
            </a:br>
            <a:r>
              <a:rPr lang="en-US" altLang="pt-BR" sz="3600" b="1" i="1"/>
              <a:t>Louvemos, pois, o nosso Rei Jesus!</a:t>
            </a:r>
            <a:r>
              <a:rPr lang="en-US" altLang="pt-BR" sz="3600"/>
              <a:t> </a:t>
            </a:r>
            <a:r>
              <a:rPr lang="en-US" altLang="pt-BR" sz="3600" i="1"/>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E3BCE21-19C1-0F1B-BAC9-E77F20BDEB76}"/>
              </a:ext>
            </a:extLst>
          </p:cNvPr>
          <p:cNvSpPr>
            <a:spLocks noGrp="1" noChangeArrowheads="1"/>
          </p:cNvSpPr>
          <p:nvPr>
            <p:ph type="title"/>
          </p:nvPr>
        </p:nvSpPr>
        <p:spPr>
          <a:xfrm>
            <a:off x="0" y="0"/>
            <a:ext cx="9144000" cy="6858000"/>
          </a:xfrm>
        </p:spPr>
        <p:txBody>
          <a:bodyPr/>
          <a:lstStyle/>
          <a:p>
            <a:r>
              <a:rPr lang="en-US" altLang="pt-BR" sz="3600" i="1"/>
              <a:t>Mui amoroso és, Cristo Jesus,</a:t>
            </a:r>
            <a:r>
              <a:rPr lang="en-US" altLang="pt-BR" sz="3600"/>
              <a:t> </a:t>
            </a:r>
            <a:br>
              <a:rPr lang="en-US" altLang="pt-BR" sz="3600"/>
            </a:br>
            <a:r>
              <a:rPr lang="en-US" altLang="pt-BR" sz="3600" i="1"/>
              <a:t>Desde o Calvário de dor.</a:t>
            </a:r>
            <a:r>
              <a:rPr lang="en-US" altLang="pt-BR" sz="3600"/>
              <a:t> </a:t>
            </a:r>
            <a:br>
              <a:rPr lang="en-US" altLang="pt-BR" sz="3600"/>
            </a:br>
            <a:r>
              <a:rPr lang="en-US" altLang="pt-BR" sz="3600" i="1"/>
              <a:t>Onde abriu-se a fonte da Luz</a:t>
            </a:r>
            <a:r>
              <a:rPr lang="en-US" altLang="pt-BR" sz="3600"/>
              <a:t> </a:t>
            </a:r>
            <a:br>
              <a:rPr lang="en-US" altLang="pt-BR" sz="3600"/>
            </a:br>
            <a:r>
              <a:rPr lang="en-US" altLang="pt-BR" sz="3600" i="1"/>
              <a:t>Que sara o sofredor.</a:t>
            </a:r>
            <a:r>
              <a:rPr lang="en-US" altLang="pt-BR" sz="3600"/>
              <a:t> </a:t>
            </a:r>
            <a:br>
              <a:rPr lang="en-US" altLang="pt-BR" sz="3600"/>
            </a:br>
            <a:r>
              <a:rPr lang="en-US" altLang="pt-BR" sz="3600" i="1"/>
              <a:t>Por gratidão, quero sempre cantar</a:t>
            </a:r>
            <a:r>
              <a:rPr lang="en-US" altLang="pt-BR" sz="3600"/>
              <a:t> </a:t>
            </a:r>
            <a:r>
              <a:rPr lang="en-US" altLang="pt-BR" sz="3600" i="1"/>
              <a:t>Louvores de salvação,</a:t>
            </a:r>
            <a:r>
              <a:rPr lang="en-US" altLang="pt-BR" sz="3600"/>
              <a:t> </a:t>
            </a:r>
            <a:br>
              <a:rPr lang="en-US" altLang="pt-BR" sz="3600"/>
            </a:br>
            <a:r>
              <a:rPr lang="en-US" altLang="pt-BR" sz="3600" i="1"/>
              <a:t>Quero cantar mil cantares</a:t>
            </a:r>
            <a:r>
              <a:rPr lang="en-US" altLang="pt-BR" sz="3600"/>
              <a:t> </a:t>
            </a:r>
            <a:br>
              <a:rPr lang="en-US" altLang="pt-BR" sz="3600"/>
            </a:br>
            <a:r>
              <a:rPr lang="en-US" altLang="pt-BR" sz="3600" i="1"/>
              <a:t>Com gozo imenso do meu coração!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58103F7-63CF-59EC-4F6C-C0BB73A06DF0}"/>
              </a:ext>
            </a:extLst>
          </p:cNvPr>
          <p:cNvSpPr>
            <a:spLocks noGrp="1" noChangeArrowheads="1"/>
          </p:cNvSpPr>
          <p:nvPr>
            <p:ph type="title"/>
          </p:nvPr>
        </p:nvSpPr>
        <p:spPr>
          <a:xfrm>
            <a:off x="0" y="0"/>
            <a:ext cx="9144000" cy="6858000"/>
          </a:xfrm>
        </p:spPr>
        <p:txBody>
          <a:bodyPr/>
          <a:lstStyle/>
          <a:p>
            <a:r>
              <a:rPr lang="en-US" altLang="pt-BR" sz="3600" b="1" i="1"/>
              <a:t>Louvemos, pois, o nosso Rei Jesus,</a:t>
            </a:r>
            <a:r>
              <a:rPr lang="en-US" altLang="pt-BR" sz="3600"/>
              <a:t> </a:t>
            </a:r>
            <a:br>
              <a:rPr lang="en-US" altLang="pt-BR" sz="3600"/>
            </a:br>
            <a:r>
              <a:rPr lang="en-US" altLang="pt-BR" sz="3600" b="1" i="1"/>
              <a:t>Que por amor morreu na dura cruz!</a:t>
            </a:r>
            <a:r>
              <a:rPr lang="en-US" altLang="pt-BR" sz="3600"/>
              <a:t> </a:t>
            </a:r>
            <a:br>
              <a:rPr lang="en-US" altLang="pt-BR" sz="3600"/>
            </a:br>
            <a:r>
              <a:rPr lang="en-US" altLang="pt-BR" sz="3600" b="1" i="1"/>
              <a:t>Só Ele nos dá paz,</a:t>
            </a:r>
            <a:r>
              <a:rPr lang="en-US" altLang="pt-BR" sz="3600"/>
              <a:t> </a:t>
            </a:r>
            <a:br>
              <a:rPr lang="en-US" altLang="pt-BR" sz="3600"/>
            </a:br>
            <a:r>
              <a:rPr lang="en-US" altLang="pt-BR" sz="3600" b="1" i="1"/>
              <a:t>Sua graça satisfaz:</a:t>
            </a:r>
            <a:r>
              <a:rPr lang="en-US" altLang="pt-BR" sz="3600"/>
              <a:t> </a:t>
            </a:r>
            <a:br>
              <a:rPr lang="en-US" altLang="pt-BR" sz="3600"/>
            </a:br>
            <a:r>
              <a:rPr lang="en-US" altLang="pt-BR" sz="3600" b="1" i="1"/>
              <a:t>Louvemos, pois, o nosso Rei Jesus!</a:t>
            </a:r>
            <a:r>
              <a:rPr lang="en-US" altLang="pt-BR" sz="3600"/>
              <a:t> </a:t>
            </a:r>
            <a:r>
              <a:rPr lang="en-US" altLang="pt-BR" sz="3600" i="1"/>
              <a:t> </a:t>
            </a:r>
          </a:p>
        </p:txBody>
      </p:sp>
    </p:spTree>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285</Words>
  <Application>Microsoft Office PowerPoint</Application>
  <PresentationFormat>Apresentação na tela (4:3)</PresentationFormat>
  <Paragraphs>7</Paragraphs>
  <Slides>7</Slides>
  <Notes>0</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7</vt:i4>
      </vt:variant>
    </vt:vector>
  </HeadingPairs>
  <TitlesOfParts>
    <vt:vector size="9" baseType="lpstr">
      <vt:lpstr>Arial</vt:lpstr>
      <vt:lpstr>Design padrão</vt:lpstr>
      <vt:lpstr>596 - Gratidão </vt:lpstr>
      <vt:lpstr>Eu te agradeço, Jesus, meu Senhor, As tuas bênçãos a flux.  Eu me enlevo por teu grande amor Manifestado na cruz!  Ao lado estou das riquezas dos céus, Fluídas de tuas mãos.  Quero cantar mil cantares! Oferta profunda do meu coração!  </vt:lpstr>
      <vt:lpstr>Louvemos, pois, o nosso Rei Jesus,  Que por amor morreu na dura cruz!  Só Ele nos dá paz,  Sua graça satisfaz:  Louvemos, pois, o nosso Rei Jesus!  </vt:lpstr>
      <vt:lpstr>Tua bondade é sublime e real,  Eternamente pra mim.  Aceita agora o meu voto leal  Por tua graça sem fim!  Tu nos provês da fartura dos céus,  Com tuas divinas mãos.  Por isto canto mil cantos,  Que jorram de dentro do meu coração!  </vt:lpstr>
      <vt:lpstr>Louvemos, pois, o nosso Rei Jesus,  Que por amor morreu na dura cruz!  Só Ele nos dá paz,  Sua graça satisfaz:  Louvemos, pois, o nosso Rei Jesus!  </vt:lpstr>
      <vt:lpstr>Mui amoroso és, Cristo Jesus,  Desde o Calvário de dor.  Onde abriu-se a fonte da Luz  Que sara o sofredor.  Por gratidão, quero sempre cantar Louvores de salvação,  Quero cantar mil cantares  Com gozo imenso do meu coração!</vt:lpstr>
      <vt:lpstr>Louvemos, pois, o nosso Rei Jesus,  Que por amor morreu na dura cruz!  Só Ele nos dá paz,  Sua graça satisfaz:  Louvemos, pois, o nosso Rei Jesus!  </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596 - Gratidão </dc:title>
  <dc:creator>Junior</dc:creator>
  <cp:lastModifiedBy>Emerson Souza</cp:lastModifiedBy>
  <cp:revision>1</cp:revision>
  <dcterms:created xsi:type="dcterms:W3CDTF">2005-12-27T02:29:32Z</dcterms:created>
  <dcterms:modified xsi:type="dcterms:W3CDTF">2026-05-02T22:27:07Z</dcterms:modified>
</cp:coreProperties>
</file>